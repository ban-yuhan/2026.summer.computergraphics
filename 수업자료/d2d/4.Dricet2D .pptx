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1" r:id="rId2"/>
    <p:sldId id="275" r:id="rId3"/>
    <p:sldId id="271" r:id="rId4"/>
    <p:sldId id="257" r:id="rId5"/>
    <p:sldId id="274" r:id="rId6"/>
    <p:sldId id="266" r:id="rId7"/>
    <p:sldId id="273" r:id="rId8"/>
    <p:sldId id="263" r:id="rId9"/>
    <p:sldId id="267" r:id="rId10"/>
    <p:sldId id="258" r:id="rId11"/>
    <p:sldId id="278" r:id="rId12"/>
    <p:sldId id="279" r:id="rId13"/>
    <p:sldId id="272" r:id="rId14"/>
    <p:sldId id="260" r:id="rId15"/>
    <p:sldId id="259" r:id="rId16"/>
    <p:sldId id="281" r:id="rId17"/>
    <p:sldId id="276" r:id="rId18"/>
    <p:sldId id="277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7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LiveId" clId="{1DC2C923-5E0B-4A47-AA80-42EBB58E0A95}"/>
    <pc:docChg chg="undo custSel addSld delSld modSld sldOrd">
      <pc:chgData name="김 홍규" userId="6d16d8e1c579a2a2" providerId="LiveId" clId="{1DC2C923-5E0B-4A47-AA80-42EBB58E0A95}" dt="2021-11-05T11:14:58.419" v="1087"/>
      <pc:docMkLst>
        <pc:docMk/>
      </pc:docMkLst>
      <pc:sldChg chg="modSp">
        <pc:chgData name="김 홍규" userId="6d16d8e1c579a2a2" providerId="LiveId" clId="{1DC2C923-5E0B-4A47-AA80-42EBB58E0A95}" dt="2021-11-05T11:14:58.419" v="1087"/>
        <pc:sldMkLst>
          <pc:docMk/>
          <pc:sldMk cId="3312254503" sldId="275"/>
        </pc:sldMkLst>
        <pc:picChg chg="mod">
          <ac:chgData name="김 홍규" userId="6d16d8e1c579a2a2" providerId="LiveId" clId="{1DC2C923-5E0B-4A47-AA80-42EBB58E0A95}" dt="2021-11-05T11:14:58.419" v="1087"/>
          <ac:picMkLst>
            <pc:docMk/>
            <pc:sldMk cId="3312254503" sldId="275"/>
            <ac:picMk id="1028" creationId="{00000000-0000-0000-0000-000000000000}"/>
          </ac:picMkLst>
        </pc:picChg>
      </pc:sldChg>
      <pc:sldChg chg="addSp delSp modSp new mod ord">
        <pc:chgData name="김 홍규" userId="6d16d8e1c579a2a2" providerId="LiveId" clId="{1DC2C923-5E0B-4A47-AA80-42EBB58E0A95}" dt="2021-11-05T07:38:45.886" v="373" actId="20577"/>
        <pc:sldMkLst>
          <pc:docMk/>
          <pc:sldMk cId="427450362" sldId="278"/>
        </pc:sldMkLst>
        <pc:spChg chg="mod">
          <ac:chgData name="김 홍규" userId="6d16d8e1c579a2a2" providerId="LiveId" clId="{1DC2C923-5E0B-4A47-AA80-42EBB58E0A95}" dt="2021-11-05T07:33:06.966" v="35"/>
          <ac:spMkLst>
            <pc:docMk/>
            <pc:sldMk cId="427450362" sldId="278"/>
            <ac:spMk id="2" creationId="{3F053DC9-DC45-4B4C-89E5-F105CA59FF95}"/>
          </ac:spMkLst>
        </pc:spChg>
        <pc:spChg chg="del">
          <ac:chgData name="김 홍규" userId="6d16d8e1c579a2a2" providerId="LiveId" clId="{1DC2C923-5E0B-4A47-AA80-42EBB58E0A95}" dt="2021-11-05T07:33:09.538" v="36" actId="478"/>
          <ac:spMkLst>
            <pc:docMk/>
            <pc:sldMk cId="427450362" sldId="278"/>
            <ac:spMk id="3" creationId="{6471C2C2-6972-4831-BE9D-38A5AADA0DAD}"/>
          </ac:spMkLst>
        </pc:spChg>
        <pc:spChg chg="add mod">
          <ac:chgData name="김 홍규" userId="6d16d8e1c579a2a2" providerId="LiveId" clId="{1DC2C923-5E0B-4A47-AA80-42EBB58E0A95}" dt="2021-11-05T07:35:08.701" v="96" actId="1036"/>
          <ac:spMkLst>
            <pc:docMk/>
            <pc:sldMk cId="427450362" sldId="278"/>
            <ac:spMk id="5" creationId="{BEEB6822-DC26-4086-AE3B-5FB160F39DD8}"/>
          </ac:spMkLst>
        </pc:spChg>
        <pc:spChg chg="mod">
          <ac:chgData name="김 홍규" userId="6d16d8e1c579a2a2" providerId="LiveId" clId="{1DC2C923-5E0B-4A47-AA80-42EBB58E0A95}" dt="2021-11-05T07:35:08.701" v="96" actId="1036"/>
          <ac:spMkLst>
            <pc:docMk/>
            <pc:sldMk cId="427450362" sldId="278"/>
            <ac:spMk id="9" creationId="{63AA736A-98AB-4158-BA60-4E0F485C4CDC}"/>
          </ac:spMkLst>
        </pc:spChg>
        <pc:spChg chg="add mod">
          <ac:chgData name="김 홍규" userId="6d16d8e1c579a2a2" providerId="LiveId" clId="{1DC2C923-5E0B-4A47-AA80-42EBB58E0A95}" dt="2021-11-05T07:38:45.886" v="373" actId="20577"/>
          <ac:spMkLst>
            <pc:docMk/>
            <pc:sldMk cId="427450362" sldId="278"/>
            <ac:spMk id="17" creationId="{AF5D057B-D6F1-4ACD-A833-A62D27FB19B0}"/>
          </ac:spMkLst>
        </pc:spChg>
        <pc:grpChg chg="add mod">
          <ac:chgData name="김 홍규" userId="6d16d8e1c579a2a2" providerId="LiveId" clId="{1DC2C923-5E0B-4A47-AA80-42EBB58E0A95}" dt="2021-11-05T07:35:08.701" v="96" actId="1036"/>
          <ac:grpSpMkLst>
            <pc:docMk/>
            <pc:sldMk cId="427450362" sldId="278"/>
            <ac:grpSpMk id="7" creationId="{8819F831-A910-4966-BB83-16F8FF7CDAAF}"/>
          </ac:grpSpMkLst>
        </pc:grpChg>
        <pc:grpChg chg="add del mod">
          <ac:chgData name="김 홍규" userId="6d16d8e1c579a2a2" providerId="LiveId" clId="{1DC2C923-5E0B-4A47-AA80-42EBB58E0A95}" dt="2021-11-05T07:34:17.797" v="65" actId="478"/>
          <ac:grpSpMkLst>
            <pc:docMk/>
            <pc:sldMk cId="427450362" sldId="278"/>
            <ac:grpSpMk id="8" creationId="{C78C971B-D36E-411A-AA3C-2053CBA74D01}"/>
          </ac:grpSpMkLst>
        </pc:grpChg>
        <pc:picChg chg="add del mod">
          <ac:chgData name="김 홍규" userId="6d16d8e1c579a2a2" providerId="LiveId" clId="{1DC2C923-5E0B-4A47-AA80-42EBB58E0A95}" dt="2021-11-05T07:33:51.650" v="55" actId="21"/>
          <ac:picMkLst>
            <pc:docMk/>
            <pc:sldMk cId="427450362" sldId="278"/>
            <ac:picMk id="4" creationId="{37A212DC-205F-4BF0-9D57-466E0BC40815}"/>
          </ac:picMkLst>
        </pc:picChg>
        <pc:picChg chg="add mod">
          <ac:chgData name="김 홍규" userId="6d16d8e1c579a2a2" providerId="LiveId" clId="{1DC2C923-5E0B-4A47-AA80-42EBB58E0A95}" dt="2021-11-05T07:35:08.701" v="96" actId="1036"/>
          <ac:picMkLst>
            <pc:docMk/>
            <pc:sldMk cId="427450362" sldId="278"/>
            <ac:picMk id="6" creationId="{0762888C-E0BB-478B-A750-C330A617949A}"/>
          </ac:picMkLst>
        </pc:picChg>
        <pc:picChg chg="del mod">
          <ac:chgData name="김 홍규" userId="6d16d8e1c579a2a2" providerId="LiveId" clId="{1DC2C923-5E0B-4A47-AA80-42EBB58E0A95}" dt="2021-11-05T07:34:17.797" v="65" actId="478"/>
          <ac:picMkLst>
            <pc:docMk/>
            <pc:sldMk cId="427450362" sldId="278"/>
            <ac:picMk id="10" creationId="{57346A96-0654-4B5B-A268-2DBA071EEC25}"/>
          </ac:picMkLst>
        </pc:picChg>
        <pc:picChg chg="add mod">
          <ac:chgData name="김 홍규" userId="6d16d8e1c579a2a2" providerId="LiveId" clId="{1DC2C923-5E0B-4A47-AA80-42EBB58E0A95}" dt="2021-11-05T07:35:08.701" v="96" actId="1036"/>
          <ac:picMkLst>
            <pc:docMk/>
            <pc:sldMk cId="427450362" sldId="278"/>
            <ac:picMk id="11" creationId="{45505670-A36E-4D8C-9AFD-F0C5D7ED3100}"/>
          </ac:picMkLst>
        </pc:picChg>
        <pc:picChg chg="add mod">
          <ac:chgData name="김 홍규" userId="6d16d8e1c579a2a2" providerId="LiveId" clId="{1DC2C923-5E0B-4A47-AA80-42EBB58E0A95}" dt="2021-11-05T07:35:08.701" v="96" actId="1036"/>
          <ac:picMkLst>
            <pc:docMk/>
            <pc:sldMk cId="427450362" sldId="278"/>
            <ac:picMk id="12" creationId="{8D162AEE-418D-4CC3-A15A-C980E0223A3F}"/>
          </ac:picMkLst>
        </pc:picChg>
        <pc:cxnChg chg="add mod">
          <ac:chgData name="김 홍규" userId="6d16d8e1c579a2a2" providerId="LiveId" clId="{1DC2C923-5E0B-4A47-AA80-42EBB58E0A95}" dt="2021-11-05T07:35:08.701" v="96" actId="1036"/>
          <ac:cxnSpMkLst>
            <pc:docMk/>
            <pc:sldMk cId="427450362" sldId="278"/>
            <ac:cxnSpMk id="14" creationId="{5836D911-602A-47F7-8789-A8A28AC8CE99}"/>
          </ac:cxnSpMkLst>
        </pc:cxnChg>
        <pc:cxnChg chg="add mod">
          <ac:chgData name="김 홍규" userId="6d16d8e1c579a2a2" providerId="LiveId" clId="{1DC2C923-5E0B-4A47-AA80-42EBB58E0A95}" dt="2021-11-05T07:35:08.701" v="96" actId="1036"/>
          <ac:cxnSpMkLst>
            <pc:docMk/>
            <pc:sldMk cId="427450362" sldId="278"/>
            <ac:cxnSpMk id="16" creationId="{54E3A61C-1837-49C6-9524-8D4484D02E00}"/>
          </ac:cxnSpMkLst>
        </pc:cxnChg>
      </pc:sldChg>
      <pc:sldChg chg="addSp delSp modSp new mod">
        <pc:chgData name="김 홍규" userId="6d16d8e1c579a2a2" providerId="LiveId" clId="{1DC2C923-5E0B-4A47-AA80-42EBB58E0A95}" dt="2021-11-05T07:50:21.911" v="820" actId="21"/>
        <pc:sldMkLst>
          <pc:docMk/>
          <pc:sldMk cId="2763730908" sldId="279"/>
        </pc:sldMkLst>
        <pc:spChg chg="mod">
          <ac:chgData name="김 홍규" userId="6d16d8e1c579a2a2" providerId="LiveId" clId="{1DC2C923-5E0B-4A47-AA80-42EBB58E0A95}" dt="2021-11-05T07:39:06.279" v="383" actId="20577"/>
          <ac:spMkLst>
            <pc:docMk/>
            <pc:sldMk cId="2763730908" sldId="279"/>
            <ac:spMk id="2" creationId="{A83882EB-D994-4466-9A56-6A720922512B}"/>
          </ac:spMkLst>
        </pc:spChg>
        <pc:spChg chg="mod">
          <ac:chgData name="김 홍규" userId="6d16d8e1c579a2a2" providerId="LiveId" clId="{1DC2C923-5E0B-4A47-AA80-42EBB58E0A95}" dt="2021-11-05T07:45:59.850" v="742" actId="27636"/>
          <ac:spMkLst>
            <pc:docMk/>
            <pc:sldMk cId="2763730908" sldId="279"/>
            <ac:spMk id="3" creationId="{6A9621B2-39A7-42AF-B26F-F6497F3B238A}"/>
          </ac:spMkLst>
        </pc:spChg>
        <pc:spChg chg="add mod">
          <ac:chgData name="김 홍규" userId="6d16d8e1c579a2a2" providerId="LiveId" clId="{1DC2C923-5E0B-4A47-AA80-42EBB58E0A95}" dt="2021-11-05T07:48:41.270" v="805" actId="1076"/>
          <ac:spMkLst>
            <pc:docMk/>
            <pc:sldMk cId="2763730908" sldId="279"/>
            <ac:spMk id="4" creationId="{8F8DB9C8-6F08-4559-9FBB-9A677C46408B}"/>
          </ac:spMkLst>
        </pc:spChg>
        <pc:spChg chg="add mod">
          <ac:chgData name="김 홍규" userId="6d16d8e1c579a2a2" providerId="LiveId" clId="{1DC2C923-5E0B-4A47-AA80-42EBB58E0A95}" dt="2021-11-05T07:46:12.581" v="745" actId="1076"/>
          <ac:spMkLst>
            <pc:docMk/>
            <pc:sldMk cId="2763730908" sldId="279"/>
            <ac:spMk id="9" creationId="{7CBB2DAC-ECE9-4631-AE9E-67EB82E4234F}"/>
          </ac:spMkLst>
        </pc:spChg>
        <pc:spChg chg="add del mod">
          <ac:chgData name="김 홍규" userId="6d16d8e1c579a2a2" providerId="LiveId" clId="{1DC2C923-5E0B-4A47-AA80-42EBB58E0A95}" dt="2021-11-05T07:50:21.911" v="820" actId="21"/>
          <ac:spMkLst>
            <pc:docMk/>
            <pc:sldMk cId="2763730908" sldId="279"/>
            <ac:spMk id="11" creationId="{E816AA50-3A17-43CC-940A-C91F57390A82}"/>
          </ac:spMkLst>
        </pc:spChg>
        <pc:spChg chg="add del mod">
          <ac:chgData name="김 홍규" userId="6d16d8e1c579a2a2" providerId="LiveId" clId="{1DC2C923-5E0B-4A47-AA80-42EBB58E0A95}" dt="2021-11-05T07:50:21.911" v="820" actId="21"/>
          <ac:spMkLst>
            <pc:docMk/>
            <pc:sldMk cId="2763730908" sldId="279"/>
            <ac:spMk id="12" creationId="{75052544-CC91-4465-A422-F3B3E757E0BC}"/>
          </ac:spMkLst>
        </pc:spChg>
        <pc:spChg chg="add del mod">
          <ac:chgData name="김 홍규" userId="6d16d8e1c579a2a2" providerId="LiveId" clId="{1DC2C923-5E0B-4A47-AA80-42EBB58E0A95}" dt="2021-11-05T07:50:21.911" v="820" actId="21"/>
          <ac:spMkLst>
            <pc:docMk/>
            <pc:sldMk cId="2763730908" sldId="279"/>
            <ac:spMk id="13" creationId="{91ED17BE-BE56-42B1-8473-D38B96721BD2}"/>
          </ac:spMkLst>
        </pc:spChg>
        <pc:spChg chg="add del mod">
          <ac:chgData name="김 홍규" userId="6d16d8e1c579a2a2" providerId="LiveId" clId="{1DC2C923-5E0B-4A47-AA80-42EBB58E0A95}" dt="2021-11-05T07:50:21.911" v="820" actId="21"/>
          <ac:spMkLst>
            <pc:docMk/>
            <pc:sldMk cId="2763730908" sldId="279"/>
            <ac:spMk id="14" creationId="{B7DC115A-185C-4463-85D8-425874929CFF}"/>
          </ac:spMkLst>
        </pc:spChg>
        <pc:spChg chg="add del mod">
          <ac:chgData name="김 홍규" userId="6d16d8e1c579a2a2" providerId="LiveId" clId="{1DC2C923-5E0B-4A47-AA80-42EBB58E0A95}" dt="2021-11-05T07:50:21.911" v="820" actId="21"/>
          <ac:spMkLst>
            <pc:docMk/>
            <pc:sldMk cId="2763730908" sldId="279"/>
            <ac:spMk id="15" creationId="{C0219D1C-917F-48AE-878D-80702AB3E9E0}"/>
          </ac:spMkLst>
        </pc:spChg>
        <pc:spChg chg="add del mod">
          <ac:chgData name="김 홍규" userId="6d16d8e1c579a2a2" providerId="LiveId" clId="{1DC2C923-5E0B-4A47-AA80-42EBB58E0A95}" dt="2021-11-05T07:50:21.911" v="820" actId="21"/>
          <ac:spMkLst>
            <pc:docMk/>
            <pc:sldMk cId="2763730908" sldId="279"/>
            <ac:spMk id="16" creationId="{22B8FB96-0A1D-4002-B475-EEF36E66DA62}"/>
          </ac:spMkLst>
        </pc:spChg>
        <pc:spChg chg="add del mod">
          <ac:chgData name="김 홍규" userId="6d16d8e1c579a2a2" providerId="LiveId" clId="{1DC2C923-5E0B-4A47-AA80-42EBB58E0A95}" dt="2021-11-05T07:50:21.911" v="820" actId="21"/>
          <ac:spMkLst>
            <pc:docMk/>
            <pc:sldMk cId="2763730908" sldId="279"/>
            <ac:spMk id="17" creationId="{16CE6693-E38E-4315-BCF1-B62D91BE1997}"/>
          </ac:spMkLst>
        </pc:spChg>
        <pc:spChg chg="add del mod">
          <ac:chgData name="김 홍규" userId="6d16d8e1c579a2a2" providerId="LiveId" clId="{1DC2C923-5E0B-4A47-AA80-42EBB58E0A95}" dt="2021-11-05T07:50:21.911" v="820" actId="21"/>
          <ac:spMkLst>
            <pc:docMk/>
            <pc:sldMk cId="2763730908" sldId="279"/>
            <ac:spMk id="18" creationId="{28F81446-6543-44E9-B7DF-A37FEB90085B}"/>
          </ac:spMkLst>
        </pc:spChg>
        <pc:grpChg chg="add del mod">
          <ac:chgData name="김 홍규" userId="6d16d8e1c579a2a2" providerId="LiveId" clId="{1DC2C923-5E0B-4A47-AA80-42EBB58E0A95}" dt="2021-11-05T07:50:21.911" v="820" actId="21"/>
          <ac:grpSpMkLst>
            <pc:docMk/>
            <pc:sldMk cId="2763730908" sldId="279"/>
            <ac:grpSpMk id="10" creationId="{B8E37993-E463-40B4-94DF-B21A22A40602}"/>
          </ac:grpSpMkLst>
        </pc:grpChg>
        <pc:picChg chg="add mod">
          <ac:chgData name="김 홍규" userId="6d16d8e1c579a2a2" providerId="LiveId" clId="{1DC2C923-5E0B-4A47-AA80-42EBB58E0A95}" dt="2021-11-05T07:48:41.270" v="805" actId="1076"/>
          <ac:picMkLst>
            <pc:docMk/>
            <pc:sldMk cId="2763730908" sldId="279"/>
            <ac:picMk id="5" creationId="{108AF87C-55A2-4C12-B48D-1F442E8C972F}"/>
          </ac:picMkLst>
        </pc:picChg>
        <pc:picChg chg="add mod">
          <ac:chgData name="김 홍규" userId="6d16d8e1c579a2a2" providerId="LiveId" clId="{1DC2C923-5E0B-4A47-AA80-42EBB58E0A95}" dt="2021-11-05T07:48:41.270" v="805" actId="1076"/>
          <ac:picMkLst>
            <pc:docMk/>
            <pc:sldMk cId="2763730908" sldId="279"/>
            <ac:picMk id="6" creationId="{1EFEB947-B405-4C98-9EF6-F9A90CFD56AB}"/>
          </ac:picMkLst>
        </pc:picChg>
        <pc:picChg chg="add mod">
          <ac:chgData name="김 홍규" userId="6d16d8e1c579a2a2" providerId="LiveId" clId="{1DC2C923-5E0B-4A47-AA80-42EBB58E0A95}" dt="2021-11-05T07:48:41.270" v="805" actId="1076"/>
          <ac:picMkLst>
            <pc:docMk/>
            <pc:sldMk cId="2763730908" sldId="279"/>
            <ac:picMk id="7" creationId="{EB4B48D4-9325-473A-9E5F-4A10096FE311}"/>
          </ac:picMkLst>
        </pc:picChg>
        <pc:picChg chg="add del mod">
          <ac:chgData name="김 홍규" userId="6d16d8e1c579a2a2" providerId="LiveId" clId="{1DC2C923-5E0B-4A47-AA80-42EBB58E0A95}" dt="2021-11-05T07:50:21.911" v="820" actId="21"/>
          <ac:picMkLst>
            <pc:docMk/>
            <pc:sldMk cId="2763730908" sldId="279"/>
            <ac:picMk id="19" creationId="{823C3781-0811-4B16-95C8-CF05BD0864C1}"/>
          </ac:picMkLst>
        </pc:picChg>
      </pc:sldChg>
      <pc:sldChg chg="modSp new del mod">
        <pc:chgData name="김 홍규" userId="6d16d8e1c579a2a2" providerId="LiveId" clId="{1DC2C923-5E0B-4A47-AA80-42EBB58E0A95}" dt="2021-11-05T07:57:00.875" v="1066" actId="47"/>
        <pc:sldMkLst>
          <pc:docMk/>
          <pc:sldMk cId="2754645530" sldId="280"/>
        </pc:sldMkLst>
        <pc:spChg chg="mod">
          <ac:chgData name="김 홍규" userId="6d16d8e1c579a2a2" providerId="LiveId" clId="{1DC2C923-5E0B-4A47-AA80-42EBB58E0A95}" dt="2021-11-05T07:50:38.670" v="849" actId="20577"/>
          <ac:spMkLst>
            <pc:docMk/>
            <pc:sldMk cId="2754645530" sldId="280"/>
            <ac:spMk id="2" creationId="{1773B2B2-5DE5-41F4-B147-F45ADAEB06DC}"/>
          </ac:spMkLst>
        </pc:spChg>
      </pc:sldChg>
      <pc:sldChg chg="addSp delSp modSp add mod ord modAnim">
        <pc:chgData name="김 홍규" userId="6d16d8e1c579a2a2" providerId="LiveId" clId="{1DC2C923-5E0B-4A47-AA80-42EBB58E0A95}" dt="2021-11-05T08:00:03.190" v="1086" actId="14100"/>
        <pc:sldMkLst>
          <pc:docMk/>
          <pc:sldMk cId="1242330621" sldId="281"/>
        </pc:sldMkLst>
        <pc:spChg chg="mod">
          <ac:chgData name="김 홍규" userId="6d16d8e1c579a2a2" providerId="LiveId" clId="{1DC2C923-5E0B-4A47-AA80-42EBB58E0A95}" dt="2021-11-05T07:50:50.647" v="872"/>
          <ac:spMkLst>
            <pc:docMk/>
            <pc:sldMk cId="1242330621" sldId="281"/>
            <ac:spMk id="2" creationId="{00000000-0000-0000-0000-000000000000}"/>
          </ac:spMkLst>
        </pc:spChg>
        <pc:spChg chg="mod">
          <ac:chgData name="김 홍규" userId="6d16d8e1c579a2a2" providerId="LiveId" clId="{1DC2C923-5E0B-4A47-AA80-42EBB58E0A95}" dt="2021-11-05T07:51:00.519" v="930" actId="20577"/>
          <ac:spMkLst>
            <pc:docMk/>
            <pc:sldMk cId="1242330621" sldId="281"/>
            <ac:spMk id="4" creationId="{00000000-0000-0000-0000-000000000000}"/>
          </ac:spMkLst>
        </pc:spChg>
        <pc:spChg chg="mod">
          <ac:chgData name="김 홍규" userId="6d16d8e1c579a2a2" providerId="LiveId" clId="{1DC2C923-5E0B-4A47-AA80-42EBB58E0A95}" dt="2021-11-05T07:51:36.341" v="939" actId="1076"/>
          <ac:spMkLst>
            <pc:docMk/>
            <pc:sldMk cId="1242330621" sldId="281"/>
            <ac:spMk id="6" creationId="{4E4EC599-2C20-488A-9BDF-B24CDB477994}"/>
          </ac:spMkLst>
        </pc:spChg>
        <pc:spChg chg="add mod">
          <ac:chgData name="김 홍규" userId="6d16d8e1c579a2a2" providerId="LiveId" clId="{1DC2C923-5E0B-4A47-AA80-42EBB58E0A95}" dt="2021-11-05T07:51:36.341" v="939" actId="1076"/>
          <ac:spMkLst>
            <pc:docMk/>
            <pc:sldMk cId="1242330621" sldId="281"/>
            <ac:spMk id="10" creationId="{911CDA6B-269C-47E4-BE72-735C37313FA9}"/>
          </ac:spMkLst>
        </pc:spChg>
        <pc:spChg chg="add mod">
          <ac:chgData name="김 홍규" userId="6d16d8e1c579a2a2" providerId="LiveId" clId="{1DC2C923-5E0B-4A47-AA80-42EBB58E0A95}" dt="2021-11-05T07:51:36.341" v="939" actId="1076"/>
          <ac:spMkLst>
            <pc:docMk/>
            <pc:sldMk cId="1242330621" sldId="281"/>
            <ac:spMk id="11" creationId="{4FC36AC2-BCFC-45A6-A1F7-FED92DAF08D0}"/>
          </ac:spMkLst>
        </pc:spChg>
        <pc:spChg chg="add mod">
          <ac:chgData name="김 홍규" userId="6d16d8e1c579a2a2" providerId="LiveId" clId="{1DC2C923-5E0B-4A47-AA80-42EBB58E0A95}" dt="2021-11-05T07:51:36.341" v="939" actId="1076"/>
          <ac:spMkLst>
            <pc:docMk/>
            <pc:sldMk cId="1242330621" sldId="281"/>
            <ac:spMk id="12" creationId="{90C71903-A68D-4002-A6D3-FDFF0B01F5CA}"/>
          </ac:spMkLst>
        </pc:spChg>
        <pc:spChg chg="add mod">
          <ac:chgData name="김 홍규" userId="6d16d8e1c579a2a2" providerId="LiveId" clId="{1DC2C923-5E0B-4A47-AA80-42EBB58E0A95}" dt="2021-11-05T07:51:36.341" v="939" actId="1076"/>
          <ac:spMkLst>
            <pc:docMk/>
            <pc:sldMk cId="1242330621" sldId="281"/>
            <ac:spMk id="13" creationId="{577E86A9-BF58-4F42-97C0-882450CBF201}"/>
          </ac:spMkLst>
        </pc:spChg>
        <pc:spChg chg="add mod">
          <ac:chgData name="김 홍규" userId="6d16d8e1c579a2a2" providerId="LiveId" clId="{1DC2C923-5E0B-4A47-AA80-42EBB58E0A95}" dt="2021-11-05T07:57:46.276" v="1082" actId="1076"/>
          <ac:spMkLst>
            <pc:docMk/>
            <pc:sldMk cId="1242330621" sldId="281"/>
            <ac:spMk id="14" creationId="{2CAE460B-D7D5-42C6-86EA-B3D36EF9DE1D}"/>
          </ac:spMkLst>
        </pc:spChg>
        <pc:spChg chg="add mod">
          <ac:chgData name="김 홍규" userId="6d16d8e1c579a2a2" providerId="LiveId" clId="{1DC2C923-5E0B-4A47-AA80-42EBB58E0A95}" dt="2021-11-05T07:51:36.341" v="939" actId="1076"/>
          <ac:spMkLst>
            <pc:docMk/>
            <pc:sldMk cId="1242330621" sldId="281"/>
            <ac:spMk id="15" creationId="{B944B4BA-A1E1-48A6-BC15-0219A87ADF90}"/>
          </ac:spMkLst>
        </pc:spChg>
        <pc:spChg chg="add mod">
          <ac:chgData name="김 홍규" userId="6d16d8e1c579a2a2" providerId="LiveId" clId="{1DC2C923-5E0B-4A47-AA80-42EBB58E0A95}" dt="2021-11-05T07:51:36.341" v="939" actId="1076"/>
          <ac:spMkLst>
            <pc:docMk/>
            <pc:sldMk cId="1242330621" sldId="281"/>
            <ac:spMk id="16" creationId="{05C57B3B-639A-4C76-B73B-2A22CEFF5F6B}"/>
          </ac:spMkLst>
        </pc:spChg>
        <pc:spChg chg="add del mod">
          <ac:chgData name="김 홍규" userId="6d16d8e1c579a2a2" providerId="LiveId" clId="{1DC2C923-5E0B-4A47-AA80-42EBB58E0A95}" dt="2021-11-05T07:51:06.609" v="933" actId="478"/>
          <ac:spMkLst>
            <pc:docMk/>
            <pc:sldMk cId="1242330621" sldId="281"/>
            <ac:spMk id="17" creationId="{212D6B02-242A-44BE-8F45-732BFA8C3E8C}"/>
          </ac:spMkLst>
        </pc:spChg>
        <pc:spChg chg="mod">
          <ac:chgData name="김 홍규" userId="6d16d8e1c579a2a2" providerId="LiveId" clId="{1DC2C923-5E0B-4A47-AA80-42EBB58E0A95}" dt="2021-11-05T07:52:15.213" v="941" actId="1076"/>
          <ac:spMkLst>
            <pc:docMk/>
            <pc:sldMk cId="1242330621" sldId="281"/>
            <ac:spMk id="21" creationId="{C50DBCC0-128B-48FF-B9F0-1BF16AB13933}"/>
          </ac:spMkLst>
        </pc:spChg>
        <pc:spChg chg="mod">
          <ac:chgData name="김 홍규" userId="6d16d8e1c579a2a2" providerId="LiveId" clId="{1DC2C923-5E0B-4A47-AA80-42EBB58E0A95}" dt="2021-11-05T07:52:15.213" v="941" actId="1076"/>
          <ac:spMkLst>
            <pc:docMk/>
            <pc:sldMk cId="1242330621" sldId="281"/>
            <ac:spMk id="22" creationId="{56F0D728-70E5-4384-92CA-E46D64BBFC5C}"/>
          </ac:spMkLst>
        </pc:spChg>
        <pc:spChg chg="mod">
          <ac:chgData name="김 홍규" userId="6d16d8e1c579a2a2" providerId="LiveId" clId="{1DC2C923-5E0B-4A47-AA80-42EBB58E0A95}" dt="2021-11-05T07:52:15.213" v="941" actId="1076"/>
          <ac:spMkLst>
            <pc:docMk/>
            <pc:sldMk cId="1242330621" sldId="281"/>
            <ac:spMk id="23" creationId="{7B4E556B-B4C9-4332-899D-0CB475361DC1}"/>
          </ac:spMkLst>
        </pc:spChg>
        <pc:spChg chg="mod">
          <ac:chgData name="김 홍규" userId="6d16d8e1c579a2a2" providerId="LiveId" clId="{1DC2C923-5E0B-4A47-AA80-42EBB58E0A95}" dt="2021-11-05T07:52:15.213" v="941" actId="1076"/>
          <ac:spMkLst>
            <pc:docMk/>
            <pc:sldMk cId="1242330621" sldId="281"/>
            <ac:spMk id="24" creationId="{07FC51F5-0A31-4F35-94A6-5BB010D14AFE}"/>
          </ac:spMkLst>
        </pc:spChg>
        <pc:spChg chg="mod">
          <ac:chgData name="김 홍규" userId="6d16d8e1c579a2a2" providerId="LiveId" clId="{1DC2C923-5E0B-4A47-AA80-42EBB58E0A95}" dt="2021-11-05T07:52:15.213" v="941" actId="1076"/>
          <ac:spMkLst>
            <pc:docMk/>
            <pc:sldMk cId="1242330621" sldId="281"/>
            <ac:spMk id="25" creationId="{DB05BC22-7159-40CE-8F87-35B2CF06A96E}"/>
          </ac:spMkLst>
        </pc:spChg>
        <pc:spChg chg="mod">
          <ac:chgData name="김 홍규" userId="6d16d8e1c579a2a2" providerId="LiveId" clId="{1DC2C923-5E0B-4A47-AA80-42EBB58E0A95}" dt="2021-11-05T07:52:15.213" v="941" actId="1076"/>
          <ac:spMkLst>
            <pc:docMk/>
            <pc:sldMk cId="1242330621" sldId="281"/>
            <ac:spMk id="26" creationId="{9BD7224B-6E5C-45B9-AFE8-79A2BD11E5E1}"/>
          </ac:spMkLst>
        </pc:spChg>
        <pc:spChg chg="mod">
          <ac:chgData name="김 홍규" userId="6d16d8e1c579a2a2" providerId="LiveId" clId="{1DC2C923-5E0B-4A47-AA80-42EBB58E0A95}" dt="2021-11-05T07:52:15.213" v="941" actId="1076"/>
          <ac:spMkLst>
            <pc:docMk/>
            <pc:sldMk cId="1242330621" sldId="281"/>
            <ac:spMk id="27" creationId="{50AB4C1E-C4AA-4604-926D-E012B517CC1C}"/>
          </ac:spMkLst>
        </pc:spChg>
        <pc:spChg chg="mod">
          <ac:chgData name="김 홍규" userId="6d16d8e1c579a2a2" providerId="LiveId" clId="{1DC2C923-5E0B-4A47-AA80-42EBB58E0A95}" dt="2021-11-05T07:52:15.213" v="941" actId="1076"/>
          <ac:spMkLst>
            <pc:docMk/>
            <pc:sldMk cId="1242330621" sldId="281"/>
            <ac:spMk id="28" creationId="{DABED911-43F4-4EA8-8C18-5DF7586D33FA}"/>
          </ac:spMkLst>
        </pc:spChg>
        <pc:spChg chg="add mod">
          <ac:chgData name="김 홍규" userId="6d16d8e1c579a2a2" providerId="LiveId" clId="{1DC2C923-5E0B-4A47-AA80-42EBB58E0A95}" dt="2021-11-05T08:00:03.190" v="1086" actId="14100"/>
          <ac:spMkLst>
            <pc:docMk/>
            <pc:sldMk cId="1242330621" sldId="281"/>
            <ac:spMk id="32" creationId="{42436134-6A0E-4327-A79D-D3623CA24E0F}"/>
          </ac:spMkLst>
        </pc:spChg>
        <pc:grpChg chg="add mod">
          <ac:chgData name="김 홍규" userId="6d16d8e1c579a2a2" providerId="LiveId" clId="{1DC2C923-5E0B-4A47-AA80-42EBB58E0A95}" dt="2021-11-05T07:51:36.341" v="939" actId="1076"/>
          <ac:grpSpMkLst>
            <pc:docMk/>
            <pc:sldMk cId="1242330621" sldId="281"/>
            <ac:grpSpMk id="3" creationId="{5B777A34-DAB5-4058-B936-0ED8A9EA6C45}"/>
          </ac:grpSpMkLst>
        </pc:grpChg>
        <pc:grpChg chg="add mod">
          <ac:chgData name="김 홍규" userId="6d16d8e1c579a2a2" providerId="LiveId" clId="{1DC2C923-5E0B-4A47-AA80-42EBB58E0A95}" dt="2021-11-05T07:51:36.341" v="939" actId="1076"/>
          <ac:grpSpMkLst>
            <pc:docMk/>
            <pc:sldMk cId="1242330621" sldId="281"/>
            <ac:grpSpMk id="5" creationId="{16F908CA-4DB1-46CB-A773-78BED43D2BB2}"/>
          </ac:grpSpMkLst>
        </pc:grpChg>
        <pc:grpChg chg="add del mod">
          <ac:chgData name="김 홍규" userId="6d16d8e1c579a2a2" providerId="LiveId" clId="{1DC2C923-5E0B-4A47-AA80-42EBB58E0A95}" dt="2021-11-05T07:52:21.860" v="942" actId="478"/>
          <ac:grpSpMkLst>
            <pc:docMk/>
            <pc:sldMk cId="1242330621" sldId="281"/>
            <ac:grpSpMk id="19" creationId="{B3CCAADB-E45E-4C78-944B-F80B7AE367ED}"/>
          </ac:grpSpMkLst>
        </pc:grpChg>
        <pc:grpChg chg="mod">
          <ac:chgData name="김 홍규" userId="6d16d8e1c579a2a2" providerId="LiveId" clId="{1DC2C923-5E0B-4A47-AA80-42EBB58E0A95}" dt="2021-11-05T07:52:15.213" v="941" actId="1076"/>
          <ac:grpSpMkLst>
            <pc:docMk/>
            <pc:sldMk cId="1242330621" sldId="281"/>
            <ac:grpSpMk id="20" creationId="{A92ACC60-7E58-40DE-BE02-C0E643DB17C3}"/>
          </ac:grpSpMkLst>
        </pc:grpChg>
        <pc:picChg chg="mod">
          <ac:chgData name="김 홍규" userId="6d16d8e1c579a2a2" providerId="LiveId" clId="{1DC2C923-5E0B-4A47-AA80-42EBB58E0A95}" dt="2021-11-05T07:51:36.341" v="939" actId="1076"/>
          <ac:picMkLst>
            <pc:docMk/>
            <pc:sldMk cId="1242330621" sldId="281"/>
            <ac:picMk id="7" creationId="{E7BD5A35-46A0-4DA7-9FDD-F35EF3E9A26E}"/>
          </ac:picMkLst>
        </pc:picChg>
        <pc:picChg chg="mod">
          <ac:chgData name="김 홍규" userId="6d16d8e1c579a2a2" providerId="LiveId" clId="{1DC2C923-5E0B-4A47-AA80-42EBB58E0A95}" dt="2021-11-05T07:51:36.341" v="939" actId="1076"/>
          <ac:picMkLst>
            <pc:docMk/>
            <pc:sldMk cId="1242330621" sldId="281"/>
            <ac:picMk id="8" creationId="{02EBEC68-E3CB-4AA7-ABC6-25EFC6CA6060}"/>
          </ac:picMkLst>
        </pc:picChg>
        <pc:picChg chg="mod">
          <ac:chgData name="김 홍규" userId="6d16d8e1c579a2a2" providerId="LiveId" clId="{1DC2C923-5E0B-4A47-AA80-42EBB58E0A95}" dt="2021-11-05T07:51:36.341" v="939" actId="1076"/>
          <ac:picMkLst>
            <pc:docMk/>
            <pc:sldMk cId="1242330621" sldId="281"/>
            <ac:picMk id="9" creationId="{020C278A-B98E-495F-8C47-780E0E505DF0}"/>
          </ac:picMkLst>
        </pc:picChg>
        <pc:picChg chg="add del mod">
          <ac:chgData name="김 홍규" userId="6d16d8e1c579a2a2" providerId="LiveId" clId="{1DC2C923-5E0B-4A47-AA80-42EBB58E0A95}" dt="2021-11-05T07:51:05.765" v="932" actId="478"/>
          <ac:picMkLst>
            <pc:docMk/>
            <pc:sldMk cId="1242330621" sldId="281"/>
            <ac:picMk id="18" creationId="{9E6E5AA8-68DA-40B8-9C46-D37564A676BC}"/>
          </ac:picMkLst>
        </pc:picChg>
        <pc:picChg chg="mod">
          <ac:chgData name="김 홍규" userId="6d16d8e1c579a2a2" providerId="LiveId" clId="{1DC2C923-5E0B-4A47-AA80-42EBB58E0A95}" dt="2021-11-05T07:52:15.213" v="941" actId="1076"/>
          <ac:picMkLst>
            <pc:docMk/>
            <pc:sldMk cId="1242330621" sldId="281"/>
            <ac:picMk id="29" creationId="{9AF6A5FD-09B3-44B5-8F0F-5438FEE0F938}"/>
          </ac:picMkLst>
        </pc:picChg>
        <pc:picChg chg="mod">
          <ac:chgData name="김 홍규" userId="6d16d8e1c579a2a2" providerId="LiveId" clId="{1DC2C923-5E0B-4A47-AA80-42EBB58E0A95}" dt="2021-11-05T07:52:15.213" v="941" actId="1076"/>
          <ac:picMkLst>
            <pc:docMk/>
            <pc:sldMk cId="1242330621" sldId="281"/>
            <ac:picMk id="30" creationId="{01884F99-015E-48F0-954F-C3CC7BE67770}"/>
          </ac:picMkLst>
        </pc:picChg>
        <pc:picChg chg="mod">
          <ac:chgData name="김 홍규" userId="6d16d8e1c579a2a2" providerId="LiveId" clId="{1DC2C923-5E0B-4A47-AA80-42EBB58E0A95}" dt="2021-11-05T07:52:15.213" v="941" actId="1076"/>
          <ac:picMkLst>
            <pc:docMk/>
            <pc:sldMk cId="1242330621" sldId="281"/>
            <ac:picMk id="31" creationId="{C90B5916-60C1-40DB-B444-6F475BC9647F}"/>
          </ac:picMkLst>
        </pc:picChg>
      </pc:sldChg>
    </pc:docChg>
  </pc:docChgLst>
  <pc:docChgLst>
    <pc:chgData name="김 홍규" userId="6d16d8e1c579a2a2" providerId="LiveId" clId="{E82940D3-A2BB-4E08-A019-E112E7489683}"/>
    <pc:docChg chg="undo custSel modSld">
      <pc:chgData name="김 홍규" userId="6d16d8e1c579a2a2" providerId="LiveId" clId="{E82940D3-A2BB-4E08-A019-E112E7489683}" dt="2022-04-29T12:22:33.701" v="184"/>
      <pc:docMkLst>
        <pc:docMk/>
      </pc:docMkLst>
      <pc:sldChg chg="modSp mod">
        <pc:chgData name="김 홍규" userId="6d16d8e1c579a2a2" providerId="LiveId" clId="{E82940D3-A2BB-4E08-A019-E112E7489683}" dt="2022-04-29T11:29:18.853" v="177" actId="20577"/>
        <pc:sldMkLst>
          <pc:docMk/>
          <pc:sldMk cId="4143706226" sldId="261"/>
        </pc:sldMkLst>
        <pc:spChg chg="mod">
          <ac:chgData name="김 홍규" userId="6d16d8e1c579a2a2" providerId="LiveId" clId="{E82940D3-A2BB-4E08-A019-E112E7489683}" dt="2022-04-29T11:29:18.853" v="177" actId="20577"/>
          <ac:spMkLst>
            <pc:docMk/>
            <pc:sldMk cId="4143706226" sldId="261"/>
            <ac:spMk id="4" creationId="{00000000-0000-0000-0000-000000000000}"/>
          </ac:spMkLst>
        </pc:spChg>
      </pc:sldChg>
      <pc:sldChg chg="addSp delSp modSp mod">
        <pc:chgData name="김 홍규" userId="6d16d8e1c579a2a2" providerId="LiveId" clId="{E82940D3-A2BB-4E08-A019-E112E7489683}" dt="2022-04-29T11:29:11.395" v="176" actId="1076"/>
        <pc:sldMkLst>
          <pc:docMk/>
          <pc:sldMk cId="3312254503" sldId="275"/>
        </pc:sldMkLst>
        <pc:spChg chg="add del mod">
          <ac:chgData name="김 홍규" userId="6d16d8e1c579a2a2" providerId="LiveId" clId="{E82940D3-A2BB-4E08-A019-E112E7489683}" dt="2022-04-29T11:28:06.893" v="16" actId="21"/>
          <ac:spMkLst>
            <pc:docMk/>
            <pc:sldMk cId="3312254503" sldId="275"/>
            <ac:spMk id="4" creationId="{00000000-0000-0000-0000-000000000000}"/>
          </ac:spMkLst>
        </pc:spChg>
        <pc:spChg chg="add del">
          <ac:chgData name="김 홍규" userId="6d16d8e1c579a2a2" providerId="LiveId" clId="{E82940D3-A2BB-4E08-A019-E112E7489683}" dt="2022-04-29T11:28:20.015" v="21" actId="21"/>
          <ac:spMkLst>
            <pc:docMk/>
            <pc:sldMk cId="3312254503" sldId="275"/>
            <ac:spMk id="5" creationId="{00000000-0000-0000-0000-000000000000}"/>
          </ac:spMkLst>
        </pc:spChg>
        <pc:spChg chg="add mod">
          <ac:chgData name="김 홍규" userId="6d16d8e1c579a2a2" providerId="LiveId" clId="{E82940D3-A2BB-4E08-A019-E112E7489683}" dt="2022-04-29T11:28:13.078" v="18" actId="1076"/>
          <ac:spMkLst>
            <pc:docMk/>
            <pc:sldMk cId="3312254503" sldId="275"/>
            <ac:spMk id="10" creationId="{DD03F23D-E82A-E0FC-D984-4AEE0ABBB4FD}"/>
          </ac:spMkLst>
        </pc:spChg>
        <pc:spChg chg="add mod">
          <ac:chgData name="김 홍규" userId="6d16d8e1c579a2a2" providerId="LiveId" clId="{E82940D3-A2BB-4E08-A019-E112E7489683}" dt="2022-04-29T11:29:11.395" v="176" actId="1076"/>
          <ac:spMkLst>
            <pc:docMk/>
            <pc:sldMk cId="3312254503" sldId="275"/>
            <ac:spMk id="11" creationId="{F4A5155F-426C-0A61-2615-261F0A236887}"/>
          </ac:spMkLst>
        </pc:spChg>
        <pc:picChg chg="add mod">
          <ac:chgData name="김 홍규" userId="6d16d8e1c579a2a2" providerId="LiveId" clId="{E82940D3-A2BB-4E08-A019-E112E7489683}" dt="2022-04-29T11:29:09.780" v="175" actId="1076"/>
          <ac:picMkLst>
            <pc:docMk/>
            <pc:sldMk cId="3312254503" sldId="275"/>
            <ac:picMk id="6" creationId="{5F78A0CE-49FC-93E8-F99C-E023B2AD808B}"/>
          </ac:picMkLst>
        </pc:picChg>
        <pc:picChg chg="add del">
          <ac:chgData name="김 홍규" userId="6d16d8e1c579a2a2" providerId="LiveId" clId="{E82940D3-A2BB-4E08-A019-E112E7489683}" dt="2022-04-29T11:28:00.925" v="14" actId="478"/>
          <ac:picMkLst>
            <pc:docMk/>
            <pc:sldMk cId="3312254503" sldId="275"/>
            <ac:picMk id="1026" creationId="{00000000-0000-0000-0000-000000000000}"/>
          </ac:picMkLst>
        </pc:picChg>
      </pc:sldChg>
      <pc:sldChg chg="modSp mod">
        <pc:chgData name="김 홍규" userId="6d16d8e1c579a2a2" providerId="LiveId" clId="{E82940D3-A2BB-4E08-A019-E112E7489683}" dt="2022-04-29T12:22:33.701" v="184"/>
        <pc:sldMkLst>
          <pc:docMk/>
          <pc:sldMk cId="264293981" sldId="276"/>
        </pc:sldMkLst>
        <pc:spChg chg="mod">
          <ac:chgData name="김 홍규" userId="6d16d8e1c579a2a2" providerId="LiveId" clId="{E82940D3-A2BB-4E08-A019-E112E7489683}" dt="2022-04-29T12:22:33.701" v="184"/>
          <ac:spMkLst>
            <pc:docMk/>
            <pc:sldMk cId="264293981" sldId="27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F12130-04ED-471B-AFEC-DE96276F27C9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EAA30-203B-4162-9353-A8780B0FAC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249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AEAA30-203B-4162-9353-A8780B0FAC8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02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AEAA30-203B-4162-9353-A8780B0FAC8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718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0079-E3E4-420B-8E82-49972015FDDC}" type="datetimeFigureOut">
              <a:rPr lang="ko-KR" altLang="en-US" smtClean="0"/>
              <a:pPr/>
              <a:t>2024-07-11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2B517-AA7B-4068-B15C-32E2727484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52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0079-E3E4-420B-8E82-49972015FDDC}" type="datetimeFigureOut">
              <a:rPr lang="ko-KR" altLang="en-US" smtClean="0"/>
              <a:pPr/>
              <a:t>2024-07-11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2B517-AA7B-4068-B15C-32E2727484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781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0079-E3E4-420B-8E82-49972015FDDC}" type="datetimeFigureOut">
              <a:rPr lang="ko-KR" altLang="en-US" smtClean="0"/>
              <a:pPr/>
              <a:t>2024-07-11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2B517-AA7B-4068-B15C-32E2727484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70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0079-E3E4-420B-8E82-49972015FDDC}" type="datetimeFigureOut">
              <a:rPr lang="ko-KR" altLang="en-US" smtClean="0"/>
              <a:pPr/>
              <a:t>2024-07-11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2B517-AA7B-4068-B15C-32E2727484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52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0079-E3E4-420B-8E82-49972015FDDC}" type="datetimeFigureOut">
              <a:rPr lang="ko-KR" altLang="en-US" smtClean="0"/>
              <a:pPr/>
              <a:t>2024-07-11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2B517-AA7B-4068-B15C-32E2727484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57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0079-E3E4-420B-8E82-49972015FDDC}" type="datetimeFigureOut">
              <a:rPr lang="ko-KR" altLang="en-US" smtClean="0"/>
              <a:pPr/>
              <a:t>2024-07-11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2B517-AA7B-4068-B15C-32E2727484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792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0079-E3E4-420B-8E82-49972015FDDC}" type="datetimeFigureOut">
              <a:rPr lang="ko-KR" altLang="en-US" smtClean="0"/>
              <a:pPr/>
              <a:t>2024-07-11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2B517-AA7B-4068-B15C-32E2727484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2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0079-E3E4-420B-8E82-49972015FDDC}" type="datetimeFigureOut">
              <a:rPr lang="ko-KR" altLang="en-US" smtClean="0"/>
              <a:pPr/>
              <a:t>2024-07-11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2B517-AA7B-4068-B15C-32E2727484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81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0079-E3E4-420B-8E82-49972015FDDC}" type="datetimeFigureOut">
              <a:rPr lang="ko-KR" altLang="en-US" smtClean="0"/>
              <a:pPr/>
              <a:t>2024-07-11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2B517-AA7B-4068-B15C-32E2727484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580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0079-E3E4-420B-8E82-49972015FDDC}" type="datetimeFigureOut">
              <a:rPr lang="ko-KR" altLang="en-US" smtClean="0"/>
              <a:pPr/>
              <a:t>2024-07-11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2B517-AA7B-4068-B15C-32E2727484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88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0079-E3E4-420B-8E82-49972015FDDC}" type="datetimeFigureOut">
              <a:rPr lang="ko-KR" altLang="en-US" smtClean="0"/>
              <a:pPr/>
              <a:t>2024-07-11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2B517-AA7B-4068-B15C-32E2727484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571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90079-E3E4-420B-8E82-49972015FDDC}" type="datetimeFigureOut">
              <a:rPr lang="ko-KR" altLang="en-US" smtClean="0"/>
              <a:pPr/>
              <a:t>2024-07-11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2B517-AA7B-4068-B15C-32E2727484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17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1drv.ms/u/s!AqKiecXh2BZti7sbzAvyxGJCvvXXdw?e=1VCt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ko-KR" sz="9600" dirty="0"/>
              <a:t>Driect2D</a:t>
            </a:r>
            <a:endParaRPr lang="ko-KR" altLang="en-US" sz="96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게임베이스 원리 이해하기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8550" y="5934670"/>
            <a:ext cx="296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Ver. 1.05</a:t>
            </a:r>
          </a:p>
          <a:p>
            <a:pPr algn="r"/>
            <a:r>
              <a:rPr lang="en-US" altLang="ko-KR" dirty="0"/>
              <a:t>downkhg@gmail.com</a:t>
            </a:r>
          </a:p>
          <a:p>
            <a:pPr algn="r"/>
            <a:r>
              <a:rPr lang="ko-KR" altLang="en-US" dirty="0"/>
              <a:t>김홍규</a:t>
            </a:r>
          </a:p>
        </p:txBody>
      </p:sp>
    </p:spTree>
    <p:extLst>
      <p:ext uri="{BB962C8B-B14F-4D97-AF65-F5344CB8AC3E}">
        <p14:creationId xmlns:p14="http://schemas.microsoft.com/office/powerpoint/2010/main" val="4143706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다운로드 및 </a:t>
            </a:r>
            <a:r>
              <a:rPr lang="ko-KR" altLang="en-US" dirty="0" err="1"/>
              <a:t>빌드하기</a:t>
            </a:r>
            <a:endParaRPr lang="ko-KR" altLang="en-US" dirty="0"/>
          </a:p>
        </p:txBody>
      </p:sp>
      <p:pic>
        <p:nvPicPr>
          <p:cNvPr id="1028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1676375"/>
            <a:ext cx="962025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7574616" y="2756495"/>
            <a:ext cx="9181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다운로드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78A0CE-49FC-93E8-F99C-E023B2AD8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24" y="1417638"/>
            <a:ext cx="7048592" cy="487841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D03F23D-E82A-E0FC-D984-4AEE0ABBB4FD}"/>
              </a:ext>
            </a:extLst>
          </p:cNvPr>
          <p:cNvSpPr/>
          <p:nvPr/>
        </p:nvSpPr>
        <p:spPr>
          <a:xfrm>
            <a:off x="3583112" y="2429889"/>
            <a:ext cx="2376264" cy="21602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A5155F-426C-0A61-2615-261F0A236887}"/>
              </a:ext>
            </a:extLst>
          </p:cNvPr>
          <p:cNvSpPr txBox="1"/>
          <p:nvPr/>
        </p:nvSpPr>
        <p:spPr>
          <a:xfrm>
            <a:off x="3675593" y="4500535"/>
            <a:ext cx="5167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솔루션탐색기</a:t>
            </a:r>
            <a:r>
              <a:rPr lang="en-US" altLang="ko-KR" dirty="0"/>
              <a:t>&gt;</a:t>
            </a:r>
            <a:r>
              <a:rPr lang="ko-KR" altLang="en-US" dirty="0"/>
              <a:t>프로젝트명</a:t>
            </a:r>
            <a:r>
              <a:rPr lang="en-US" altLang="ko-KR" dirty="0"/>
              <a:t>&gt;</a:t>
            </a:r>
            <a:r>
              <a:rPr lang="ko-KR" altLang="en-US" dirty="0"/>
              <a:t>속성</a:t>
            </a:r>
            <a:r>
              <a:rPr lang="en-US" altLang="ko-KR" dirty="0"/>
              <a:t>&gt;</a:t>
            </a:r>
            <a:r>
              <a:rPr lang="ko-KR" altLang="en-US" dirty="0"/>
              <a:t>일반</a:t>
            </a:r>
            <a:br>
              <a:rPr lang="en-US" altLang="ko-KR" dirty="0"/>
            </a:br>
            <a:r>
              <a:rPr lang="en-US" altLang="ko-KR" dirty="0" err="1"/>
              <a:t>WindowsSDK</a:t>
            </a:r>
            <a:r>
              <a:rPr lang="ko-KR" altLang="en-US" dirty="0"/>
              <a:t>버전 </a:t>
            </a:r>
            <a:r>
              <a:rPr lang="en-US" altLang="ko-KR" dirty="0"/>
              <a:t>&gt; </a:t>
            </a:r>
            <a:r>
              <a:rPr lang="ko-KR" altLang="en-US" dirty="0"/>
              <a:t>설치된 버전으로 설정</a:t>
            </a:r>
          </a:p>
        </p:txBody>
      </p:sp>
    </p:spTree>
    <p:extLst>
      <p:ext uri="{BB962C8B-B14F-4D97-AF65-F5344CB8AC3E}">
        <p14:creationId xmlns:p14="http://schemas.microsoft.com/office/powerpoint/2010/main" val="3312254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6480720"/>
          </a:xfrm>
        </p:spPr>
        <p:txBody>
          <a:bodyPr>
            <a:normAutofit/>
          </a:bodyPr>
          <a:lstStyle/>
          <a:p>
            <a:r>
              <a:rPr lang="en-US" altLang="ko-KR" sz="6000" dirty="0"/>
              <a:t>Driect2D</a:t>
            </a:r>
            <a:r>
              <a:rPr lang="ko-KR" altLang="en-US" sz="6000" dirty="0"/>
              <a:t>의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4005064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D2D</a:t>
            </a:r>
            <a:r>
              <a:rPr lang="ko-KR" altLang="en-US" dirty="0"/>
              <a:t>를 이용하여 게임화면의 구성하기</a:t>
            </a:r>
          </a:p>
        </p:txBody>
      </p:sp>
    </p:spTree>
    <p:extLst>
      <p:ext uri="{BB962C8B-B14F-4D97-AF65-F5344CB8AC3E}">
        <p14:creationId xmlns:p14="http://schemas.microsoft.com/office/powerpoint/2010/main" val="367334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07504" y="1340768"/>
            <a:ext cx="2520280" cy="4680520"/>
            <a:chOff x="107504" y="1340768"/>
            <a:chExt cx="2520280" cy="4680520"/>
          </a:xfrm>
        </p:grpSpPr>
        <p:sp>
          <p:nvSpPr>
            <p:cNvPr id="3" name="직사각형 2"/>
            <p:cNvSpPr/>
            <p:nvPr/>
          </p:nvSpPr>
          <p:spPr>
            <a:xfrm>
              <a:off x="107504" y="1743545"/>
              <a:ext cx="2520280" cy="427774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7504" y="1340768"/>
              <a:ext cx="2520280" cy="40277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Win32</a:t>
              </a:r>
              <a:endParaRPr lang="ko-KR" altLang="en-US" dirty="0" err="1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Driect2D </a:t>
            </a:r>
            <a:r>
              <a:rPr lang="ko-KR" altLang="en-US" dirty="0"/>
              <a:t>구조도</a:t>
            </a:r>
          </a:p>
        </p:txBody>
      </p:sp>
      <p:cxnSp>
        <p:nvCxnSpPr>
          <p:cNvPr id="9" name="직선 화살표 연결선 8"/>
          <p:cNvCxnSpPr>
            <a:stCxn id="7" idx="1"/>
            <a:endCxn id="6" idx="3"/>
          </p:cNvCxnSpPr>
          <p:nvPr/>
        </p:nvCxnSpPr>
        <p:spPr>
          <a:xfrm flipH="1">
            <a:off x="2465613" y="1963592"/>
            <a:ext cx="968024" cy="1158047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4" idx="2"/>
            <a:endCxn id="6" idx="0"/>
          </p:cNvCxnSpPr>
          <p:nvPr/>
        </p:nvCxnSpPr>
        <p:spPr>
          <a:xfrm>
            <a:off x="1493505" y="2505087"/>
            <a:ext cx="0" cy="32852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6" idx="2"/>
            <a:endCxn id="5" idx="0"/>
          </p:cNvCxnSpPr>
          <p:nvPr/>
        </p:nvCxnSpPr>
        <p:spPr>
          <a:xfrm>
            <a:off x="1493505" y="3409671"/>
            <a:ext cx="0" cy="3885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14" idx="2"/>
            <a:endCxn id="14" idx="1"/>
          </p:cNvCxnSpPr>
          <p:nvPr/>
        </p:nvCxnSpPr>
        <p:spPr>
          <a:xfrm rot="5400000" flipH="1">
            <a:off x="859389" y="4791341"/>
            <a:ext cx="288032" cy="972108"/>
          </a:xfrm>
          <a:prstGeom prst="bentConnector4">
            <a:avLst>
              <a:gd name="adj1" fmla="val -79366"/>
              <a:gd name="adj2" fmla="val 12351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그룹 104"/>
          <p:cNvGrpSpPr/>
          <p:nvPr/>
        </p:nvGrpSpPr>
        <p:grpSpPr>
          <a:xfrm>
            <a:off x="107504" y="1675560"/>
            <a:ext cx="5270349" cy="4273720"/>
            <a:chOff x="107504" y="1675560"/>
            <a:chExt cx="5270349" cy="4273720"/>
          </a:xfrm>
        </p:grpSpPr>
        <p:grpSp>
          <p:nvGrpSpPr>
            <p:cNvPr id="104" name="그룹 103"/>
            <p:cNvGrpSpPr/>
            <p:nvPr/>
          </p:nvGrpSpPr>
          <p:grpSpPr>
            <a:xfrm>
              <a:off x="517351" y="1675560"/>
              <a:ext cx="4860502" cy="3745851"/>
              <a:chOff x="517351" y="1675560"/>
              <a:chExt cx="4860502" cy="3745851"/>
            </a:xfrm>
          </p:grpSpPr>
          <p:sp>
            <p:nvSpPr>
              <p:cNvPr id="4" name="직사각형 3"/>
              <p:cNvSpPr/>
              <p:nvPr/>
            </p:nvSpPr>
            <p:spPr>
              <a:xfrm>
                <a:off x="521397" y="1857015"/>
                <a:ext cx="1944216" cy="64807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err="1"/>
                  <a:t>WinMain</a:t>
                </a:r>
                <a:endParaRPr lang="ko-KR" altLang="en-US" dirty="0"/>
              </a:p>
            </p:txBody>
          </p:sp>
          <p:sp>
            <p:nvSpPr>
              <p:cNvPr id="5" name="직사각형 4"/>
              <p:cNvSpPr/>
              <p:nvPr/>
            </p:nvSpPr>
            <p:spPr>
              <a:xfrm>
                <a:off x="521397" y="3798194"/>
                <a:ext cx="1944216" cy="57606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err="1"/>
                  <a:t>InitInstance</a:t>
                </a:r>
                <a:endParaRPr lang="ko-KR" altLang="en-US" dirty="0"/>
              </a:p>
            </p:txBody>
          </p:sp>
          <p:sp>
            <p:nvSpPr>
              <p:cNvPr id="6" name="직사각형 5"/>
              <p:cNvSpPr/>
              <p:nvPr/>
            </p:nvSpPr>
            <p:spPr>
              <a:xfrm>
                <a:off x="521397" y="2833607"/>
                <a:ext cx="1944216" cy="57606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err="1"/>
                  <a:t>MyRegisterClass</a:t>
                </a:r>
                <a:endParaRPr lang="ko-KR" altLang="en-US" dirty="0"/>
              </a:p>
            </p:txBody>
          </p:sp>
          <p:sp>
            <p:nvSpPr>
              <p:cNvPr id="7" name="직사각형 6"/>
              <p:cNvSpPr/>
              <p:nvPr/>
            </p:nvSpPr>
            <p:spPr>
              <a:xfrm>
                <a:off x="3433637" y="1675560"/>
                <a:ext cx="1944216" cy="57606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err="1"/>
                  <a:t>WindowProc</a:t>
                </a:r>
                <a:endParaRPr lang="ko-KR" altLang="en-US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517351" y="4845347"/>
                <a:ext cx="1944216" cy="57606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err="1"/>
                  <a:t>MSGLoop</a:t>
                </a:r>
                <a:endParaRPr lang="ko-KR" altLang="en-US" dirty="0"/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107504" y="5703059"/>
              <a:ext cx="137560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메시지 처리 루프</a:t>
              </a:r>
            </a:p>
          </p:txBody>
        </p:sp>
      </p:grpSp>
      <p:sp>
        <p:nvSpPr>
          <p:cNvPr id="61" name="TextBox 60"/>
          <p:cNvSpPr txBox="1"/>
          <p:nvPr/>
        </p:nvSpPr>
        <p:spPr>
          <a:xfrm rot="18644994">
            <a:off x="2448912" y="2198132"/>
            <a:ext cx="10014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solidFill>
                  <a:srgbClr val="00B050"/>
                </a:solidFill>
              </a:rPr>
              <a:t>콜백함수</a:t>
            </a:r>
            <a:r>
              <a:rPr lang="ko-KR" altLang="en-US" sz="1000" b="1" dirty="0">
                <a:solidFill>
                  <a:srgbClr val="00B050"/>
                </a:solidFill>
              </a:rPr>
              <a:t> 등록</a:t>
            </a:r>
          </a:p>
        </p:txBody>
      </p:sp>
      <p:sp>
        <p:nvSpPr>
          <p:cNvPr id="72" name="TextBox 71"/>
          <p:cNvSpPr txBox="1"/>
          <p:nvPr/>
        </p:nvSpPr>
        <p:spPr>
          <a:xfrm rot="17260680">
            <a:off x="2307413" y="3217516"/>
            <a:ext cx="1618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solidFill>
                  <a:srgbClr val="FF0000"/>
                </a:solidFill>
              </a:rPr>
              <a:t>메시지큐에</a:t>
            </a:r>
            <a:r>
              <a:rPr lang="ko-KR" altLang="en-US" sz="1000" b="1" dirty="0">
                <a:solidFill>
                  <a:srgbClr val="FF0000"/>
                </a:solidFill>
              </a:rPr>
              <a:t> 넣어 전달</a:t>
            </a:r>
          </a:p>
        </p:txBody>
      </p:sp>
      <p:cxnSp>
        <p:nvCxnSpPr>
          <p:cNvPr id="74" name="직선 화살표 연결선 73"/>
          <p:cNvCxnSpPr>
            <a:stCxn id="14" idx="3"/>
            <a:endCxn id="7" idx="1"/>
          </p:cNvCxnSpPr>
          <p:nvPr/>
        </p:nvCxnSpPr>
        <p:spPr>
          <a:xfrm flipV="1">
            <a:off x="2461567" y="1963592"/>
            <a:ext cx="972070" cy="316978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그룹 106"/>
          <p:cNvGrpSpPr/>
          <p:nvPr/>
        </p:nvGrpSpPr>
        <p:grpSpPr>
          <a:xfrm>
            <a:off x="3397633" y="2445431"/>
            <a:ext cx="5602859" cy="3712067"/>
            <a:chOff x="3361629" y="2453236"/>
            <a:chExt cx="5602859" cy="3712067"/>
          </a:xfrm>
        </p:grpSpPr>
        <p:sp>
          <p:nvSpPr>
            <p:cNvPr id="106" name="직사각형 105"/>
            <p:cNvSpPr/>
            <p:nvPr/>
          </p:nvSpPr>
          <p:spPr>
            <a:xfrm>
              <a:off x="3361629" y="2715042"/>
              <a:ext cx="5530852" cy="345026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>
              <a:off x="3419872" y="2453236"/>
              <a:ext cx="5544616" cy="3496044"/>
              <a:chOff x="3419872" y="2453236"/>
              <a:chExt cx="5544616" cy="3496044"/>
            </a:xfrm>
          </p:grpSpPr>
          <p:grpSp>
            <p:nvGrpSpPr>
              <p:cNvPr id="65" name="그룹 64"/>
              <p:cNvGrpSpPr/>
              <p:nvPr/>
            </p:nvGrpSpPr>
            <p:grpSpPr>
              <a:xfrm>
                <a:off x="3419872" y="2839821"/>
                <a:ext cx="5400602" cy="723542"/>
                <a:chOff x="3055775" y="3866631"/>
                <a:chExt cx="5400602" cy="723542"/>
              </a:xfrm>
            </p:grpSpPr>
            <p:grpSp>
              <p:nvGrpSpPr>
                <p:cNvPr id="64" name="그룹 63"/>
                <p:cNvGrpSpPr/>
                <p:nvPr/>
              </p:nvGrpSpPr>
              <p:grpSpPr>
                <a:xfrm>
                  <a:off x="3055775" y="3866631"/>
                  <a:ext cx="5400602" cy="723542"/>
                  <a:chOff x="3055775" y="3866631"/>
                  <a:chExt cx="5400602" cy="723542"/>
                </a:xfrm>
              </p:grpSpPr>
              <p:sp>
                <p:nvSpPr>
                  <p:cNvPr id="60" name="직사각형 59"/>
                  <p:cNvSpPr/>
                  <p:nvPr/>
                </p:nvSpPr>
                <p:spPr>
                  <a:xfrm>
                    <a:off x="3440533" y="3866631"/>
                    <a:ext cx="5015844" cy="723542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9" name="직사각형 18"/>
                  <p:cNvSpPr/>
                  <p:nvPr/>
                </p:nvSpPr>
                <p:spPr>
                  <a:xfrm rot="16200000">
                    <a:off x="2886383" y="4036023"/>
                    <a:ext cx="723542" cy="38475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MSG</a:t>
                    </a:r>
                    <a:endParaRPr lang="ko-KR" altLang="en-US" dirty="0"/>
                  </a:p>
                </p:txBody>
              </p:sp>
            </p:grpSp>
            <p:sp>
              <p:nvSpPr>
                <p:cNvPr id="20" name="직사각형 19"/>
                <p:cNvSpPr/>
                <p:nvPr/>
              </p:nvSpPr>
              <p:spPr>
                <a:xfrm>
                  <a:off x="3667816" y="3948160"/>
                  <a:ext cx="1080120" cy="57606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Create</a:t>
                  </a:r>
                  <a:endParaRPr lang="ko-KR" altLang="en-US" dirty="0"/>
                </a:p>
              </p:txBody>
            </p:sp>
            <p:sp>
              <p:nvSpPr>
                <p:cNvPr id="21" name="직사각형 20"/>
                <p:cNvSpPr/>
                <p:nvPr/>
              </p:nvSpPr>
              <p:spPr>
                <a:xfrm>
                  <a:off x="5403337" y="3948160"/>
                  <a:ext cx="1080120" cy="57606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TIMER</a:t>
                  </a:r>
                  <a:endParaRPr lang="ko-KR" altLang="en-US" dirty="0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7198582" y="3939665"/>
                  <a:ext cx="1080120" cy="57606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PAINT</a:t>
                  </a:r>
                  <a:endParaRPr lang="ko-KR" altLang="en-US" dirty="0"/>
                </a:p>
              </p:txBody>
            </p:sp>
          </p:grpSp>
          <p:sp>
            <p:nvSpPr>
              <p:cNvPr id="25" name="직사각형 24"/>
              <p:cNvSpPr/>
              <p:nvPr/>
            </p:nvSpPr>
            <p:spPr>
              <a:xfrm>
                <a:off x="5561278" y="4897825"/>
                <a:ext cx="3115179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CreateD2DBitmapFomFile</a:t>
                </a:r>
                <a:endParaRPr lang="ko-KR" altLang="en-US" dirty="0"/>
              </a:p>
            </p:txBody>
          </p:sp>
          <p:grpSp>
            <p:nvGrpSpPr>
              <p:cNvPr id="76" name="그룹 75"/>
              <p:cNvGrpSpPr/>
              <p:nvPr/>
            </p:nvGrpSpPr>
            <p:grpSpPr>
              <a:xfrm>
                <a:off x="3804630" y="3792027"/>
                <a:ext cx="1544088" cy="2157253"/>
                <a:chOff x="3440533" y="4656122"/>
                <a:chExt cx="1544088" cy="2157253"/>
              </a:xfrm>
            </p:grpSpPr>
            <p:sp>
              <p:nvSpPr>
                <p:cNvPr id="45" name="직사각형 44"/>
                <p:cNvSpPr/>
                <p:nvPr/>
              </p:nvSpPr>
              <p:spPr>
                <a:xfrm>
                  <a:off x="3440533" y="4656122"/>
                  <a:ext cx="1544088" cy="2157253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3523800" y="4769768"/>
                  <a:ext cx="1368152" cy="4320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InitD2D</a:t>
                  </a:r>
                  <a:endParaRPr lang="ko-KR" altLang="en-US" dirty="0"/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3523800" y="5267440"/>
                  <a:ext cx="1368152" cy="4320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InitRect</a:t>
                  </a:r>
                  <a:endParaRPr lang="ko-KR" altLang="en-US" dirty="0"/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3523800" y="5761920"/>
                  <a:ext cx="1368152" cy="4320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ImageLoad</a:t>
                  </a:r>
                  <a:endParaRPr lang="ko-KR" altLang="en-US" dirty="0"/>
                </a:p>
              </p:txBody>
            </p:sp>
            <p:sp>
              <p:nvSpPr>
                <p:cNvPr id="28" name="직사각형 27"/>
                <p:cNvSpPr/>
                <p:nvPr/>
              </p:nvSpPr>
              <p:spPr>
                <a:xfrm>
                  <a:off x="3523800" y="6274387"/>
                  <a:ext cx="1368152" cy="43204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SetTimmer</a:t>
                  </a:r>
                  <a:endParaRPr lang="ko-KR" altLang="en-US" dirty="0"/>
                </a:p>
              </p:txBody>
            </p:sp>
          </p:grpSp>
          <p:grpSp>
            <p:nvGrpSpPr>
              <p:cNvPr id="88" name="그룹 87"/>
              <p:cNvGrpSpPr/>
              <p:nvPr/>
            </p:nvGrpSpPr>
            <p:grpSpPr>
              <a:xfrm>
                <a:off x="5434334" y="3917577"/>
                <a:ext cx="1756435" cy="633694"/>
                <a:chOff x="5633633" y="3696920"/>
                <a:chExt cx="1756435" cy="633694"/>
              </a:xfrm>
            </p:grpSpPr>
            <p:sp>
              <p:nvSpPr>
                <p:cNvPr id="29" name="직사각형 28"/>
                <p:cNvSpPr/>
                <p:nvPr/>
              </p:nvSpPr>
              <p:spPr>
                <a:xfrm>
                  <a:off x="5691816" y="3696920"/>
                  <a:ext cx="1643074" cy="42014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InvalidateRect</a:t>
                  </a:r>
                  <a:endParaRPr lang="ko-KR" altLang="en-US" dirty="0"/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5633633" y="4084393"/>
                  <a:ext cx="175643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dirty="0"/>
                    <a:t>Paint</a:t>
                  </a:r>
                  <a:r>
                    <a:rPr lang="ko-KR" altLang="en-US" sz="1000" dirty="0" err="1"/>
                    <a:t>메세지를</a:t>
                  </a:r>
                  <a:r>
                    <a:rPr lang="ko-KR" altLang="en-US" sz="1000" dirty="0"/>
                    <a:t> 발생시킴</a:t>
                  </a:r>
                </a:p>
              </p:txBody>
            </p:sp>
          </p:grpSp>
          <p:cxnSp>
            <p:nvCxnSpPr>
              <p:cNvPr id="33" name="직선 화살표 연결선 32"/>
              <p:cNvCxnSpPr>
                <a:stCxn id="20" idx="2"/>
                <a:endCxn id="45" idx="0"/>
              </p:cNvCxnSpPr>
              <p:nvPr/>
            </p:nvCxnSpPr>
            <p:spPr>
              <a:xfrm>
                <a:off x="4571973" y="3497414"/>
                <a:ext cx="4701" cy="294613"/>
              </a:xfrm>
              <a:prstGeom prst="straightConnector1">
                <a:avLst/>
              </a:prstGeom>
              <a:ln w="508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2" name="그룹 91"/>
              <p:cNvGrpSpPr/>
              <p:nvPr/>
            </p:nvGrpSpPr>
            <p:grpSpPr>
              <a:xfrm>
                <a:off x="7424078" y="3917577"/>
                <a:ext cx="1396397" cy="663551"/>
                <a:chOff x="7640101" y="3672902"/>
                <a:chExt cx="1396397" cy="663551"/>
              </a:xfrm>
            </p:grpSpPr>
            <p:sp>
              <p:nvSpPr>
                <p:cNvPr id="31" name="직사각형 30"/>
                <p:cNvSpPr/>
                <p:nvPr/>
              </p:nvSpPr>
              <p:spPr>
                <a:xfrm>
                  <a:off x="7640101" y="3672902"/>
                  <a:ext cx="1357322" cy="42014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Draw</a:t>
                  </a:r>
                  <a:endParaRPr lang="ko-KR" altLang="en-US" dirty="0"/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7640102" y="4090232"/>
                  <a:ext cx="139639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000" dirty="0"/>
                    <a:t>변형하고 그림</a:t>
                  </a:r>
                  <a:r>
                    <a:rPr lang="en-US" altLang="ko-KR" sz="1000" dirty="0"/>
                    <a:t>.</a:t>
                  </a:r>
                  <a:endParaRPr lang="ko-KR" altLang="en-US" sz="1000" dirty="0"/>
                </a:p>
              </p:txBody>
            </p:sp>
          </p:grpSp>
          <p:cxnSp>
            <p:nvCxnSpPr>
              <p:cNvPr id="52" name="직선 화살표 연결선 51"/>
              <p:cNvCxnSpPr>
                <a:stCxn id="26" idx="3"/>
                <a:endCxn id="25" idx="1"/>
              </p:cNvCxnSpPr>
              <p:nvPr/>
            </p:nvCxnSpPr>
            <p:spPr>
              <a:xfrm>
                <a:off x="5256049" y="5113849"/>
                <a:ext cx="305229" cy="0"/>
              </a:xfrm>
              <a:prstGeom prst="straightConnector1">
                <a:avLst/>
              </a:prstGeom>
              <a:ln w="508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/>
              <p:cNvSpPr txBox="1"/>
              <p:nvPr/>
            </p:nvSpPr>
            <p:spPr>
              <a:xfrm>
                <a:off x="7153906" y="2453236"/>
                <a:ext cx="181058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 err="1"/>
                  <a:t>메세지루프에서</a:t>
                </a:r>
                <a:r>
                  <a:rPr lang="ko-KR" altLang="en-US" sz="1000" dirty="0"/>
                  <a:t> 받은 </a:t>
                </a:r>
                <a:r>
                  <a:rPr lang="ko-KR" altLang="en-US" sz="1000" dirty="0" err="1"/>
                  <a:t>메세지</a:t>
                </a:r>
                <a:endParaRPr lang="ko-KR" altLang="en-US" sz="1000" dirty="0"/>
              </a:p>
            </p:txBody>
          </p:sp>
          <p:cxnSp>
            <p:nvCxnSpPr>
              <p:cNvPr id="81" name="직선 연결선 80"/>
              <p:cNvCxnSpPr>
                <a:stCxn id="22" idx="2"/>
                <a:endCxn id="31" idx="0"/>
              </p:cNvCxnSpPr>
              <p:nvPr/>
            </p:nvCxnSpPr>
            <p:spPr>
              <a:xfrm>
                <a:off x="8102739" y="3488919"/>
                <a:ext cx="0" cy="428658"/>
              </a:xfrm>
              <a:prstGeom prst="line">
                <a:avLst/>
              </a:prstGeom>
              <a:ln w="508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>
                <a:stCxn id="21" idx="2"/>
                <a:endCxn id="29" idx="0"/>
              </p:cNvCxnSpPr>
              <p:nvPr/>
            </p:nvCxnSpPr>
            <p:spPr>
              <a:xfrm>
                <a:off x="6307494" y="3497414"/>
                <a:ext cx="6560" cy="420163"/>
              </a:xfrm>
              <a:prstGeom prst="line">
                <a:avLst/>
              </a:prstGeom>
              <a:ln w="508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8" name="아래쪽 화살표 107"/>
          <p:cNvSpPr/>
          <p:nvPr/>
        </p:nvSpPr>
        <p:spPr>
          <a:xfrm>
            <a:off x="3648255" y="2306413"/>
            <a:ext cx="1453952" cy="4745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5220072" y="5703059"/>
            <a:ext cx="1368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/>
              <a:t>Timmer</a:t>
            </a:r>
            <a:r>
              <a:rPr lang="ko-KR" altLang="en-US" sz="1000" dirty="0"/>
              <a:t>를 시작함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cxnSp>
        <p:nvCxnSpPr>
          <p:cNvPr id="15" name="직선 화살표 연결선 14"/>
          <p:cNvCxnSpPr>
            <a:stCxn id="5" idx="2"/>
            <a:endCxn id="14" idx="0"/>
          </p:cNvCxnSpPr>
          <p:nvPr/>
        </p:nvCxnSpPr>
        <p:spPr>
          <a:xfrm flipH="1">
            <a:off x="1489459" y="4374258"/>
            <a:ext cx="4046" cy="471089"/>
          </a:xfrm>
          <a:prstGeom prst="straightConnector1">
            <a:avLst/>
          </a:prstGeom>
          <a:ln w="127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839367" y="3750890"/>
            <a:ext cx="1537219" cy="1604293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Driect2D</a:t>
            </a:r>
          </a:p>
          <a:p>
            <a:pPr algn="ctr"/>
            <a:r>
              <a:rPr lang="ko-KR" altLang="en-US" dirty="0"/>
              <a:t>초기화</a:t>
            </a:r>
          </a:p>
        </p:txBody>
      </p:sp>
    </p:spTree>
    <p:extLst>
      <p:ext uri="{BB962C8B-B14F-4D97-AF65-F5344CB8AC3E}">
        <p14:creationId xmlns:p14="http://schemas.microsoft.com/office/powerpoint/2010/main" val="2501054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렌더타겟과</a:t>
            </a:r>
            <a:r>
              <a:rPr lang="ko-KR" altLang="en-US" dirty="0"/>
              <a:t> </a:t>
            </a:r>
            <a:r>
              <a:rPr lang="ko-KR" altLang="en-US" dirty="0" err="1"/>
              <a:t>뷰포트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39552" y="4819499"/>
            <a:ext cx="1800200" cy="21602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69" y="3501008"/>
            <a:ext cx="8928992" cy="3183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725734"/>
            <a:ext cx="4752528" cy="2507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타원 6"/>
          <p:cNvSpPr/>
          <p:nvPr/>
        </p:nvSpPr>
        <p:spPr>
          <a:xfrm>
            <a:off x="3607842" y="1844824"/>
            <a:ext cx="72008" cy="72008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031778" y="1916832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err="1"/>
              <a:t>topleft</a:t>
            </a:r>
            <a:endParaRPr lang="ko-KR" alt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8028384" y="4251365"/>
            <a:ext cx="9800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err="1">
                <a:solidFill>
                  <a:schemeClr val="bg1"/>
                </a:solidFill>
              </a:rPr>
              <a:t>bottomRight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8352420" y="4179357"/>
            <a:ext cx="72008" cy="72008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35896" y="1880828"/>
            <a:ext cx="4752528" cy="235235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RenderTarget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Dricet2D</a:t>
            </a:r>
            <a:r>
              <a:rPr lang="ko-KR" altLang="en-US" dirty="0"/>
              <a:t>에서 그림을 그려줄 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990" y="3068168"/>
            <a:ext cx="3176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dirty="0" err="1"/>
              <a:t>렌더타겟은</a:t>
            </a:r>
            <a:r>
              <a:rPr lang="ko-KR" altLang="en-US" sz="1000" dirty="0"/>
              <a:t> 설정 시 </a:t>
            </a:r>
            <a:r>
              <a:rPr lang="ko-KR" altLang="en-US" sz="1000" dirty="0" err="1"/>
              <a:t>셋팅되므로</a:t>
            </a:r>
            <a:r>
              <a:rPr lang="en-US" altLang="ko-KR" sz="1000" dirty="0"/>
              <a:t>, </a:t>
            </a:r>
          </a:p>
          <a:p>
            <a:pPr algn="r"/>
            <a:r>
              <a:rPr lang="ko-KR" altLang="en-US" sz="1000" dirty="0"/>
              <a:t>창의 화면크기를 변경되어도 크기가 유지된다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208760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화살표 연결선 24"/>
          <p:cNvCxnSpPr>
            <a:stCxn id="13" idx="3"/>
            <a:endCxn id="4" idx="1"/>
          </p:cNvCxnSpPr>
          <p:nvPr/>
        </p:nvCxnSpPr>
        <p:spPr>
          <a:xfrm flipV="1">
            <a:off x="1672155" y="4331998"/>
            <a:ext cx="2603298" cy="610584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전역변수와 함수의 관계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60216" y="1692576"/>
            <a:ext cx="1066009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Factory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660216" y="2268640"/>
            <a:ext cx="1656184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ImageFactory</a:t>
            </a:r>
            <a:endParaRPr lang="ko-KR" altLang="en-US" dirty="0"/>
          </a:p>
        </p:txBody>
      </p:sp>
      <p:cxnSp>
        <p:nvCxnSpPr>
          <p:cNvPr id="15" name="직선 화살표 연결선 14"/>
          <p:cNvCxnSpPr>
            <a:stCxn id="8" idx="3"/>
            <a:endCxn id="5" idx="1"/>
          </p:cNvCxnSpPr>
          <p:nvPr/>
        </p:nvCxnSpPr>
        <p:spPr>
          <a:xfrm>
            <a:off x="1726225" y="1908600"/>
            <a:ext cx="2549228" cy="576064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1" idx="3"/>
            <a:endCxn id="5" idx="1"/>
          </p:cNvCxnSpPr>
          <p:nvPr/>
        </p:nvCxnSpPr>
        <p:spPr>
          <a:xfrm>
            <a:off x="2316400" y="2484664"/>
            <a:ext cx="1959053" cy="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8" idx="3"/>
            <a:endCxn id="6" idx="1"/>
          </p:cNvCxnSpPr>
          <p:nvPr/>
        </p:nvCxnSpPr>
        <p:spPr>
          <a:xfrm>
            <a:off x="1726225" y="1908600"/>
            <a:ext cx="2563718" cy="135051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9" idx="3"/>
            <a:endCxn id="6" idx="1"/>
          </p:cNvCxnSpPr>
          <p:nvPr/>
        </p:nvCxnSpPr>
        <p:spPr>
          <a:xfrm flipV="1">
            <a:off x="2316400" y="3259118"/>
            <a:ext cx="1973543" cy="9676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12" idx="3"/>
            <a:endCxn id="4" idx="1"/>
          </p:cNvCxnSpPr>
          <p:nvPr/>
        </p:nvCxnSpPr>
        <p:spPr>
          <a:xfrm>
            <a:off x="2694378" y="4330526"/>
            <a:ext cx="1581075" cy="1472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/>
          <p:cNvGrpSpPr/>
          <p:nvPr/>
        </p:nvGrpSpPr>
        <p:grpSpPr>
          <a:xfrm>
            <a:off x="649932" y="4726558"/>
            <a:ext cx="2178971" cy="667564"/>
            <a:chOff x="361900" y="4401096"/>
            <a:chExt cx="2178971" cy="667564"/>
          </a:xfrm>
        </p:grpSpPr>
        <p:sp>
          <p:nvSpPr>
            <p:cNvPr id="13" name="직사각형 12"/>
            <p:cNvSpPr/>
            <p:nvPr/>
          </p:nvSpPr>
          <p:spPr>
            <a:xfrm>
              <a:off x="361900" y="4401096"/>
              <a:ext cx="1022223" cy="43204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Bitmap</a:t>
              </a:r>
              <a:endParaRPr lang="ko-KR" altLang="en-US" dirty="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61900" y="4822439"/>
              <a:ext cx="21789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비트맵 이미지를 저장하는 객체</a:t>
              </a:r>
            </a:p>
          </p:txBody>
        </p:sp>
      </p:grpSp>
      <p:grpSp>
        <p:nvGrpSpPr>
          <p:cNvPr id="71" name="그룹 70"/>
          <p:cNvGrpSpPr/>
          <p:nvPr/>
        </p:nvGrpSpPr>
        <p:grpSpPr>
          <a:xfrm>
            <a:off x="649932" y="3868280"/>
            <a:ext cx="2044446" cy="678270"/>
            <a:chOff x="361900" y="3542818"/>
            <a:chExt cx="2044446" cy="678270"/>
          </a:xfrm>
        </p:grpSpPr>
        <p:sp>
          <p:nvSpPr>
            <p:cNvPr id="12" name="직사각형 11"/>
            <p:cNvSpPr/>
            <p:nvPr/>
          </p:nvSpPr>
          <p:spPr>
            <a:xfrm>
              <a:off x="361900" y="3789040"/>
              <a:ext cx="2044446" cy="43204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FormatConverter</a:t>
              </a:r>
              <a:endParaRPr lang="ko-KR" altLang="en-US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72184" y="3542818"/>
              <a:ext cx="2034162" cy="246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비트맵 이미지를 포맷을 변환</a:t>
              </a:r>
            </a:p>
          </p:txBody>
        </p:sp>
      </p:grpSp>
      <p:cxnSp>
        <p:nvCxnSpPr>
          <p:cNvPr id="70" name="직선 화살표 연결선 69"/>
          <p:cNvCxnSpPr>
            <a:stCxn id="9" idx="3"/>
            <a:endCxn id="4" idx="1"/>
          </p:cNvCxnSpPr>
          <p:nvPr/>
        </p:nvCxnSpPr>
        <p:spPr>
          <a:xfrm>
            <a:off x="2316400" y="3268794"/>
            <a:ext cx="1959053" cy="1063204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/>
          <p:cNvGrpSpPr/>
          <p:nvPr/>
        </p:nvGrpSpPr>
        <p:grpSpPr>
          <a:xfrm>
            <a:off x="649932" y="3052770"/>
            <a:ext cx="2034162" cy="685168"/>
            <a:chOff x="361900" y="2857650"/>
            <a:chExt cx="2034162" cy="685168"/>
          </a:xfrm>
        </p:grpSpPr>
        <p:sp>
          <p:nvSpPr>
            <p:cNvPr id="9" name="직사각형 8"/>
            <p:cNvSpPr/>
            <p:nvPr/>
          </p:nvSpPr>
          <p:spPr>
            <a:xfrm>
              <a:off x="372184" y="2857650"/>
              <a:ext cx="1656184" cy="43204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RenderTarget</a:t>
              </a:r>
              <a:endParaRPr lang="ko-KR" altLang="en-US" dirty="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61900" y="3296596"/>
              <a:ext cx="2034162" cy="246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객체를 그릴 화면</a:t>
              </a: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4180525" y="5054987"/>
            <a:ext cx="3157204" cy="678269"/>
            <a:chOff x="3892493" y="5373216"/>
            <a:chExt cx="3157204" cy="678269"/>
          </a:xfrm>
        </p:grpSpPr>
        <p:sp>
          <p:nvSpPr>
            <p:cNvPr id="7" name="직사각형 6"/>
            <p:cNvSpPr/>
            <p:nvPr/>
          </p:nvSpPr>
          <p:spPr>
            <a:xfrm>
              <a:off x="3987421" y="5373216"/>
              <a:ext cx="3062275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Draw</a:t>
              </a:r>
              <a:endParaRPr lang="ko-KR" alt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892493" y="5805264"/>
              <a:ext cx="31572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비트맵이미지를 그린다</a:t>
              </a:r>
              <a:r>
                <a:rPr lang="en-US" altLang="ko-KR" sz="1000" dirty="0"/>
                <a:t>.(</a:t>
              </a:r>
              <a:r>
                <a:rPr lang="ko-KR" altLang="en-US" sz="1000" dirty="0" err="1"/>
                <a:t>케릭터의</a:t>
              </a:r>
              <a:r>
                <a:rPr lang="ko-KR" altLang="en-US" sz="1000" dirty="0"/>
                <a:t> 컨트롤 코드 포함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cxnSp>
        <p:nvCxnSpPr>
          <p:cNvPr id="10" name="직선 화살표 연결선 9"/>
          <p:cNvCxnSpPr>
            <a:stCxn id="13" idx="3"/>
            <a:endCxn id="7" idx="1"/>
          </p:cNvCxnSpPr>
          <p:nvPr/>
        </p:nvCxnSpPr>
        <p:spPr>
          <a:xfrm>
            <a:off x="1672155" y="4942582"/>
            <a:ext cx="2603298" cy="328429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그룹 42"/>
          <p:cNvGrpSpPr/>
          <p:nvPr/>
        </p:nvGrpSpPr>
        <p:grpSpPr>
          <a:xfrm>
            <a:off x="4275453" y="2268640"/>
            <a:ext cx="3062277" cy="682254"/>
            <a:chOff x="3987421" y="2247734"/>
            <a:chExt cx="3062277" cy="682254"/>
          </a:xfrm>
        </p:grpSpPr>
        <p:sp>
          <p:nvSpPr>
            <p:cNvPr id="5" name="직사각형 4"/>
            <p:cNvSpPr/>
            <p:nvPr/>
          </p:nvSpPr>
          <p:spPr>
            <a:xfrm>
              <a:off x="3987421" y="2247734"/>
              <a:ext cx="3062277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InitD2D</a:t>
              </a:r>
              <a:endParaRPr lang="ko-KR" altLang="en-US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987421" y="2683767"/>
              <a:ext cx="30622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Direct2D</a:t>
              </a:r>
              <a:r>
                <a:rPr lang="ko-KR" altLang="en-US" sz="1000" dirty="0"/>
                <a:t>를 사용할 준비를 한다</a:t>
              </a: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4289943" y="3043094"/>
            <a:ext cx="3062276" cy="678269"/>
            <a:chOff x="4001911" y="3022188"/>
            <a:chExt cx="3062276" cy="678269"/>
          </a:xfrm>
        </p:grpSpPr>
        <p:sp>
          <p:nvSpPr>
            <p:cNvPr id="6" name="직사각형 5"/>
            <p:cNvSpPr/>
            <p:nvPr/>
          </p:nvSpPr>
          <p:spPr>
            <a:xfrm>
              <a:off x="4001911" y="3022188"/>
              <a:ext cx="3062276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InitRect</a:t>
              </a:r>
              <a:endParaRPr lang="ko-KR" altLang="en-US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001911" y="3454236"/>
              <a:ext cx="30622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윈도우 창안에 그릴 </a:t>
              </a:r>
              <a:r>
                <a:rPr lang="ko-KR" altLang="en-US" sz="1000" dirty="0" err="1"/>
                <a:t>렌더링타겟을</a:t>
              </a:r>
              <a:r>
                <a:rPr lang="ko-KR" altLang="en-US" sz="1000" dirty="0"/>
                <a:t> 준비한다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4271128" y="4115974"/>
            <a:ext cx="3253200" cy="644426"/>
            <a:chOff x="3983096" y="4095068"/>
            <a:chExt cx="3253200" cy="644426"/>
          </a:xfrm>
        </p:grpSpPr>
        <p:sp>
          <p:nvSpPr>
            <p:cNvPr id="4" name="직사각형 3"/>
            <p:cNvSpPr/>
            <p:nvPr/>
          </p:nvSpPr>
          <p:spPr>
            <a:xfrm>
              <a:off x="3987421" y="4095068"/>
              <a:ext cx="3062277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CreateD2DBitmapFomFile</a:t>
              </a:r>
              <a:endParaRPr lang="ko-KR" altLang="en-US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983096" y="4493273"/>
              <a:ext cx="32532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이미지를 읽어 포맷컨버터를 통해 비트맵이미지 생성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49932" y="1211783"/>
            <a:ext cx="1329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전역변수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180525" y="1268760"/>
            <a:ext cx="1329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함수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9210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6480720"/>
          </a:xfrm>
        </p:spPr>
        <p:txBody>
          <a:bodyPr>
            <a:normAutofit/>
          </a:bodyPr>
          <a:lstStyle/>
          <a:p>
            <a:r>
              <a:rPr lang="ko-KR" altLang="en-US" sz="6000" dirty="0"/>
              <a:t>이미지를 그리는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4005064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D2D</a:t>
            </a:r>
            <a:r>
              <a:rPr lang="ko-KR" altLang="en-US" dirty="0"/>
              <a:t>를 이용하여 이미지가 그려지는 원리이해하기</a:t>
            </a:r>
          </a:p>
        </p:txBody>
      </p:sp>
    </p:spTree>
    <p:extLst>
      <p:ext uri="{BB962C8B-B14F-4D97-AF65-F5344CB8AC3E}">
        <p14:creationId xmlns:p14="http://schemas.microsoft.com/office/powerpoint/2010/main" val="1200233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765" y="2787106"/>
            <a:ext cx="576064" cy="658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이미지와 행렬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834" y="1923068"/>
            <a:ext cx="576064" cy="658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42619" y="2036223"/>
            <a:ext cx="1022223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Bitmap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989260" y="2134391"/>
            <a:ext cx="1022223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(10,0)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629897" y="2134391"/>
            <a:ext cx="1022223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286081" y="2149379"/>
            <a:ext cx="1022223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곱셈 기호 2"/>
          <p:cNvSpPr/>
          <p:nvPr/>
        </p:nvSpPr>
        <p:spPr>
          <a:xfrm>
            <a:off x="4067944" y="2134391"/>
            <a:ext cx="504056" cy="504056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곱셈 기호 8"/>
          <p:cNvSpPr/>
          <p:nvPr/>
        </p:nvSpPr>
        <p:spPr>
          <a:xfrm>
            <a:off x="5710017" y="2149379"/>
            <a:ext cx="504056" cy="504056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1009128" y="2780928"/>
            <a:ext cx="2842792" cy="0"/>
          </a:xfrm>
          <a:prstGeom prst="straightConnector1">
            <a:avLst/>
          </a:prstGeom>
          <a:ln w="127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1009128" y="2780928"/>
            <a:ext cx="0" cy="3528392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/>
          <p:cNvSpPr/>
          <p:nvPr/>
        </p:nvSpPr>
        <p:spPr>
          <a:xfrm>
            <a:off x="3059832" y="2708920"/>
            <a:ext cx="144016" cy="144016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2410324" y="2780928"/>
            <a:ext cx="7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(10,0)</a:t>
            </a:r>
            <a:endParaRPr lang="ko-KR" altLang="en-US" dirty="0"/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52975" y="2787107"/>
            <a:ext cx="576064" cy="658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368431" y="2786665"/>
            <a:ext cx="1152900" cy="13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2989260" y="1773417"/>
            <a:ext cx="129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이동행렬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6106" y="1765059"/>
            <a:ext cx="129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회전행렬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081" y="1742453"/>
            <a:ext cx="129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크기행렬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7591" y="1759412"/>
            <a:ext cx="111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부모행렬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7852200" y="2149379"/>
            <a:ext cx="1256304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matParent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8" name="등호 27"/>
          <p:cNvSpPr/>
          <p:nvPr/>
        </p:nvSpPr>
        <p:spPr>
          <a:xfrm>
            <a:off x="7376525" y="2183568"/>
            <a:ext cx="389058" cy="333693"/>
          </a:xfrm>
          <a:prstGeom prst="mathEqual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1640" y="5301208"/>
            <a:ext cx="62646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Wingdings" pitchFamily="2" charset="2"/>
              <a:buChar char="§"/>
            </a:pPr>
            <a:r>
              <a:rPr lang="ko-KR" altLang="en-US" sz="1400" dirty="0"/>
              <a:t>행렬을 이용하여</a:t>
            </a:r>
            <a:r>
              <a:rPr lang="en-US" altLang="ko-KR" sz="1400" dirty="0"/>
              <a:t>, </a:t>
            </a:r>
            <a:r>
              <a:rPr lang="ko-KR" altLang="en-US" sz="1400" b="1" dirty="0"/>
              <a:t>이미지의 위치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크기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회전을 제어 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</a:t>
            </a:r>
          </a:p>
          <a:p>
            <a:pPr marL="400050" indent="-400050">
              <a:buFont typeface="Wingdings" pitchFamily="2" charset="2"/>
              <a:buChar char="§"/>
            </a:pPr>
            <a:r>
              <a:rPr lang="ko-KR" altLang="en-US" sz="1400" dirty="0"/>
              <a:t>이를 응용해</a:t>
            </a:r>
            <a:r>
              <a:rPr lang="en-US" altLang="ko-KR" sz="1400" dirty="0"/>
              <a:t> </a:t>
            </a:r>
            <a:r>
              <a:rPr lang="ko-KR" altLang="en-US" sz="1400" dirty="0"/>
              <a:t>이미지가 같은 이미지를 가진 대상이라면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ko-KR" altLang="en-US" sz="1400" b="1" dirty="0"/>
              <a:t>위치만 바꾸어 두 번 그려줌</a:t>
            </a:r>
            <a:r>
              <a:rPr lang="ko-KR" altLang="en-US" sz="1400" dirty="0"/>
              <a:t>으로 </a:t>
            </a:r>
            <a:r>
              <a:rPr lang="ko-KR" altLang="en-US" sz="1400" b="1" dirty="0"/>
              <a:t>다른 객체처럼 표현이 가능</a:t>
            </a:r>
            <a:r>
              <a:rPr lang="ko-KR" altLang="en-US" sz="1400" dirty="0"/>
              <a:t>하다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marL="400050" indent="-400050">
              <a:buFont typeface="Wingdings" pitchFamily="2" charset="2"/>
              <a:buChar char="§"/>
            </a:pPr>
            <a:endParaRPr lang="ko-KR" altLang="en-US" dirty="0"/>
          </a:p>
        </p:txBody>
      </p:sp>
      <p:grpSp>
        <p:nvGrpSpPr>
          <p:cNvPr id="14" name="그룹 13"/>
          <p:cNvGrpSpPr/>
          <p:nvPr/>
        </p:nvGrpSpPr>
        <p:grpSpPr>
          <a:xfrm>
            <a:off x="1304621" y="3764554"/>
            <a:ext cx="1899227" cy="1516190"/>
            <a:chOff x="1304621" y="3764554"/>
            <a:chExt cx="1899227" cy="1516190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4621" y="3764554"/>
              <a:ext cx="1899227" cy="1516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1617780" y="4653136"/>
              <a:ext cx="611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solidFill>
                    <a:schemeClr val="bg1"/>
                  </a:solidFill>
                </a:rPr>
                <a:t>부모객체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592248" y="4221088"/>
              <a:ext cx="6116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solidFill>
                    <a:schemeClr val="bg1"/>
                  </a:solidFill>
                </a:rPr>
                <a:t>자식객체</a:t>
              </a:r>
            </a:p>
          </p:txBody>
        </p:sp>
      </p:grpSp>
      <p:cxnSp>
        <p:nvCxnSpPr>
          <p:cNvPr id="16" name="직선 화살표 연결선 15"/>
          <p:cNvCxnSpPr>
            <a:stCxn id="1026" idx="2"/>
          </p:cNvCxnSpPr>
          <p:nvPr/>
        </p:nvCxnSpPr>
        <p:spPr>
          <a:xfrm>
            <a:off x="1749866" y="2581427"/>
            <a:ext cx="288032" cy="1855105"/>
          </a:xfrm>
          <a:prstGeom prst="straightConnector1">
            <a:avLst/>
          </a:prstGeom>
          <a:ln w="127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26" idx="2"/>
          </p:cNvCxnSpPr>
          <p:nvPr/>
        </p:nvCxnSpPr>
        <p:spPr>
          <a:xfrm>
            <a:off x="1749866" y="2581427"/>
            <a:ext cx="733902" cy="1567653"/>
          </a:xfrm>
          <a:prstGeom prst="straightConnector1">
            <a:avLst/>
          </a:prstGeom>
          <a:ln w="127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113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부모와 자식행렬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96" y="1268760"/>
            <a:ext cx="576064" cy="658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98017" y="2103718"/>
            <a:ext cx="1022223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Bitmap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689883" y="2738904"/>
            <a:ext cx="7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(0,1)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934311" y="1719010"/>
            <a:ext cx="111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부모행렬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5938458" y="2096448"/>
            <a:ext cx="1256304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matParent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2411760" y="4219308"/>
            <a:ext cx="1256304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MatCT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28260" y="3851756"/>
            <a:ext cx="111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자식행렬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251" y="5115168"/>
            <a:ext cx="7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(0,10)</a:t>
            </a:r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316306" y="2673074"/>
            <a:ext cx="670082" cy="3172461"/>
            <a:chOff x="2316306" y="2673074"/>
            <a:chExt cx="670082" cy="3172461"/>
          </a:xfrm>
        </p:grpSpPr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2680" y="5187176"/>
              <a:ext cx="576064" cy="658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0324" y="2745082"/>
              <a:ext cx="576064" cy="658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타원 16"/>
            <p:cNvSpPr/>
            <p:nvPr/>
          </p:nvSpPr>
          <p:spPr>
            <a:xfrm>
              <a:off x="2338316" y="2673074"/>
              <a:ext cx="144016" cy="144016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" name="직선 화살표 연결선 4"/>
            <p:cNvCxnSpPr/>
            <p:nvPr/>
          </p:nvCxnSpPr>
          <p:spPr>
            <a:xfrm flipH="1">
              <a:off x="2382680" y="2745082"/>
              <a:ext cx="27644" cy="2442094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타원 20"/>
            <p:cNvSpPr/>
            <p:nvPr/>
          </p:nvSpPr>
          <p:spPr>
            <a:xfrm>
              <a:off x="2316306" y="5115168"/>
              <a:ext cx="144016" cy="144016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직사각형 21"/>
          <p:cNvSpPr/>
          <p:nvPr/>
        </p:nvSpPr>
        <p:spPr>
          <a:xfrm>
            <a:off x="2195736" y="2103718"/>
            <a:ext cx="1256304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matT</a:t>
            </a:r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 rot="18900000">
            <a:off x="5172866" y="2121194"/>
            <a:ext cx="670082" cy="3172461"/>
            <a:chOff x="2316306" y="2673074"/>
            <a:chExt cx="670082" cy="3172461"/>
          </a:xfrm>
        </p:grpSpPr>
        <p:pic>
          <p:nvPicPr>
            <p:cNvPr id="2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2680" y="5187176"/>
              <a:ext cx="576064" cy="658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0324" y="2745082"/>
              <a:ext cx="576064" cy="658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1" name="타원 30"/>
            <p:cNvSpPr/>
            <p:nvPr/>
          </p:nvSpPr>
          <p:spPr>
            <a:xfrm>
              <a:off x="2338316" y="2673074"/>
              <a:ext cx="144016" cy="144016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 flipH="1">
              <a:off x="2382680" y="2745082"/>
              <a:ext cx="27644" cy="2442094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타원 32"/>
            <p:cNvSpPr/>
            <p:nvPr/>
          </p:nvSpPr>
          <p:spPr>
            <a:xfrm>
              <a:off x="2316306" y="5115168"/>
              <a:ext cx="144016" cy="144016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3635896" y="2802840"/>
            <a:ext cx="7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(0,1)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358338" y="4559805"/>
            <a:ext cx="7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(0,10)</a:t>
            </a:r>
            <a:endParaRPr lang="ko-KR" altLang="en-US" dirty="0"/>
          </a:p>
        </p:txBody>
      </p:sp>
      <p:sp>
        <p:nvSpPr>
          <p:cNvPr id="43" name="곱셈 기호 42"/>
          <p:cNvSpPr/>
          <p:nvPr/>
        </p:nvSpPr>
        <p:spPr>
          <a:xfrm>
            <a:off x="3491880" y="2059133"/>
            <a:ext cx="504056" cy="504056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등호 11"/>
          <p:cNvSpPr/>
          <p:nvPr/>
        </p:nvSpPr>
        <p:spPr>
          <a:xfrm>
            <a:off x="5436096" y="2123386"/>
            <a:ext cx="368474" cy="368474"/>
          </a:xfrm>
          <a:prstGeom prst="mathEqual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곱셈 기호 43"/>
          <p:cNvSpPr/>
          <p:nvPr/>
        </p:nvSpPr>
        <p:spPr>
          <a:xfrm>
            <a:off x="3668064" y="4155990"/>
            <a:ext cx="504056" cy="504056"/>
          </a:xfrm>
          <a:prstGeom prst="mathMultiply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4164926" y="4219308"/>
            <a:ext cx="1256304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matParent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8" name="직사각형 47"/>
          <p:cNvSpPr/>
          <p:nvPr/>
        </p:nvSpPr>
        <p:spPr>
          <a:xfrm>
            <a:off x="527635" y="4221088"/>
            <a:ext cx="1256304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matChild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9" name="등호 48"/>
          <p:cNvSpPr/>
          <p:nvPr/>
        </p:nvSpPr>
        <p:spPr>
          <a:xfrm>
            <a:off x="1945112" y="4282882"/>
            <a:ext cx="368474" cy="368474"/>
          </a:xfrm>
          <a:prstGeom prst="mathEqual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081236" y="2103718"/>
            <a:ext cx="1256304" cy="43204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matR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4607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911" y="1555626"/>
            <a:ext cx="4848225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 그리기와 행렬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323528" y="3482856"/>
            <a:ext cx="8352928" cy="2856334"/>
            <a:chOff x="323528" y="3482856"/>
            <a:chExt cx="8352928" cy="2856334"/>
          </a:xfrm>
        </p:grpSpPr>
        <p:grpSp>
          <p:nvGrpSpPr>
            <p:cNvPr id="10" name="그룹 9"/>
            <p:cNvGrpSpPr/>
            <p:nvPr/>
          </p:nvGrpSpPr>
          <p:grpSpPr>
            <a:xfrm>
              <a:off x="323528" y="3482856"/>
              <a:ext cx="2952328" cy="1798459"/>
              <a:chOff x="323528" y="2102659"/>
              <a:chExt cx="2952328" cy="1798459"/>
            </a:xfrm>
          </p:grpSpPr>
          <p:sp>
            <p:nvSpPr>
              <p:cNvPr id="4" name="직사각형 3"/>
              <p:cNvSpPr/>
              <p:nvPr/>
            </p:nvSpPr>
            <p:spPr>
              <a:xfrm>
                <a:off x="1000100" y="2285992"/>
                <a:ext cx="1368152" cy="12241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err="1"/>
                  <a:t>Rect</a:t>
                </a:r>
                <a:r>
                  <a:rPr lang="en-US" altLang="ko-KR" dirty="0"/>
                  <a:t>(Area)</a:t>
                </a:r>
                <a:endParaRPr lang="ko-KR" altLang="en-US" dirty="0"/>
              </a:p>
            </p:txBody>
          </p:sp>
          <p:grpSp>
            <p:nvGrpSpPr>
              <p:cNvPr id="9" name="그룹 8"/>
              <p:cNvGrpSpPr/>
              <p:nvPr/>
            </p:nvGrpSpPr>
            <p:grpSpPr>
              <a:xfrm>
                <a:off x="323528" y="2102659"/>
                <a:ext cx="768140" cy="400110"/>
                <a:chOff x="323528" y="2102659"/>
                <a:chExt cx="768140" cy="400110"/>
              </a:xfrm>
            </p:grpSpPr>
            <p:sp>
              <p:nvSpPr>
                <p:cNvPr id="5" name="타원 4"/>
                <p:cNvSpPr/>
                <p:nvPr/>
              </p:nvSpPr>
              <p:spPr>
                <a:xfrm>
                  <a:off x="938903" y="2209608"/>
                  <a:ext cx="152765" cy="15276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323528" y="2102659"/>
                  <a:ext cx="67080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dirty="0" err="1"/>
                    <a:t>TopLeft</a:t>
                  </a:r>
                  <a:br>
                    <a:rPr lang="en-US" altLang="ko-KR" sz="1000" dirty="0"/>
                  </a:br>
                  <a:r>
                    <a:rPr lang="en-US" altLang="ko-KR" sz="1000" dirty="0"/>
                    <a:t>(TL)</a:t>
                  </a:r>
                  <a:endParaRPr lang="ko-KR" altLang="en-US" sz="1000" dirty="0"/>
                </a:p>
              </p:txBody>
            </p:sp>
          </p:grpSp>
          <p:grpSp>
            <p:nvGrpSpPr>
              <p:cNvPr id="3" name="그룹 2"/>
              <p:cNvGrpSpPr/>
              <p:nvPr/>
            </p:nvGrpSpPr>
            <p:grpSpPr>
              <a:xfrm>
                <a:off x="2291490" y="3433745"/>
                <a:ext cx="984366" cy="467373"/>
                <a:chOff x="2291490" y="3433745"/>
                <a:chExt cx="984366" cy="467373"/>
              </a:xfrm>
            </p:grpSpPr>
            <p:sp>
              <p:nvSpPr>
                <p:cNvPr id="7" name="TextBox 6"/>
                <p:cNvSpPr txBox="1"/>
                <p:nvPr/>
              </p:nvSpPr>
              <p:spPr>
                <a:xfrm>
                  <a:off x="2361412" y="3501008"/>
                  <a:ext cx="91444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dirty="0" err="1"/>
                    <a:t>BottomRight</a:t>
                  </a:r>
                  <a:br>
                    <a:rPr lang="en-US" altLang="ko-KR" sz="1000" dirty="0"/>
                  </a:br>
                  <a:r>
                    <a:rPr lang="en-US" altLang="ko-KR" sz="1000" dirty="0"/>
                    <a:t>(BR)</a:t>
                  </a:r>
                  <a:endParaRPr lang="ko-KR" altLang="en-US" sz="1000" dirty="0"/>
                </a:p>
              </p:txBody>
            </p:sp>
            <p:sp>
              <p:nvSpPr>
                <p:cNvPr id="8" name="타원 7"/>
                <p:cNvSpPr/>
                <p:nvPr/>
              </p:nvSpPr>
              <p:spPr>
                <a:xfrm>
                  <a:off x="2291490" y="3433745"/>
                  <a:ext cx="152765" cy="15276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5285" y="5539090"/>
              <a:ext cx="6915150" cy="800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직사각형 10"/>
            <p:cNvSpPr/>
            <p:nvPr/>
          </p:nvSpPr>
          <p:spPr>
            <a:xfrm>
              <a:off x="2120219" y="5571088"/>
              <a:ext cx="507565" cy="24802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970056" y="5569803"/>
              <a:ext cx="1754072" cy="24802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5876528" y="5571088"/>
              <a:ext cx="1791816" cy="24802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화살표 연결선 14"/>
            <p:cNvCxnSpPr>
              <a:stCxn id="5" idx="5"/>
              <a:endCxn id="13" idx="0"/>
            </p:cNvCxnSpPr>
            <p:nvPr/>
          </p:nvCxnSpPr>
          <p:spPr>
            <a:xfrm>
              <a:off x="1069296" y="3720198"/>
              <a:ext cx="3777796" cy="1849605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/>
            <p:cNvCxnSpPr>
              <a:stCxn id="8" idx="6"/>
              <a:endCxn id="14" idx="0"/>
            </p:cNvCxnSpPr>
            <p:nvPr/>
          </p:nvCxnSpPr>
          <p:spPr>
            <a:xfrm>
              <a:off x="2444255" y="4890325"/>
              <a:ext cx="4328181" cy="680763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/>
            <p:cNvCxnSpPr>
              <a:stCxn id="4" idx="2"/>
              <a:endCxn id="11" idx="0"/>
            </p:cNvCxnSpPr>
            <p:nvPr/>
          </p:nvCxnSpPr>
          <p:spPr>
            <a:xfrm>
              <a:off x="1684176" y="4890325"/>
              <a:ext cx="689826" cy="680763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2515569" y="3654054"/>
              <a:ext cx="61608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상단왼쪽위치와 </a:t>
              </a:r>
              <a:r>
                <a:rPr lang="ko-KR" altLang="en-US" dirty="0" err="1"/>
                <a:t>하단아랫위치를</a:t>
              </a:r>
              <a:r>
                <a:rPr lang="ko-KR" altLang="en-US" dirty="0"/>
                <a:t> 조합해 </a:t>
              </a:r>
              <a:r>
                <a:rPr lang="en-US" altLang="ko-KR" dirty="0" err="1"/>
                <a:t>Rect</a:t>
              </a:r>
              <a:r>
                <a:rPr lang="ko-KR" altLang="en-US" dirty="0"/>
                <a:t>를 만들고</a:t>
              </a:r>
              <a:r>
                <a:rPr lang="en-US" altLang="ko-KR" dirty="0"/>
                <a:t>, </a:t>
              </a:r>
            </a:p>
            <a:p>
              <a:r>
                <a:rPr lang="ko-KR" altLang="en-US" dirty="0"/>
                <a:t>이 것을 이용해 그림을 위치에 그린다</a:t>
              </a:r>
              <a:r>
                <a:rPr lang="en-US" altLang="ko-KR" dirty="0"/>
                <a:t>. </a:t>
              </a:r>
              <a:endParaRPr lang="ko-KR" altLang="en-US" dirty="0"/>
            </a:p>
          </p:txBody>
        </p:sp>
      </p:grpSp>
      <p:sp>
        <p:nvSpPr>
          <p:cNvPr id="27" name="타원 26"/>
          <p:cNvSpPr/>
          <p:nvPr/>
        </p:nvSpPr>
        <p:spPr>
          <a:xfrm>
            <a:off x="2285029" y="3589806"/>
            <a:ext cx="152765" cy="1527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916531" y="4792808"/>
            <a:ext cx="152765" cy="1527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2254235" y="1596802"/>
            <a:ext cx="301541" cy="17601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254235" y="1837209"/>
            <a:ext cx="301541" cy="17601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2254235" y="2060848"/>
            <a:ext cx="301541" cy="17601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2251634" y="2276872"/>
            <a:ext cx="301541" cy="17601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3682639" y="2708920"/>
            <a:ext cx="385305" cy="176014"/>
          </a:xfrm>
          <a:prstGeom prst="rect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2251634" y="2708920"/>
            <a:ext cx="706560" cy="176014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2251634" y="2949327"/>
            <a:ext cx="706560" cy="176014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3664110" y="2949327"/>
            <a:ext cx="385305" cy="176014"/>
          </a:xfrm>
          <a:prstGeom prst="rect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3170363" y="2708920"/>
            <a:ext cx="249510" cy="17601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3170363" y="2949327"/>
            <a:ext cx="249510" cy="17601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2267744" y="3212976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C000"/>
                </a:solidFill>
              </a:rPr>
              <a:t>변형위치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= </a:t>
            </a:r>
            <a:r>
              <a:rPr lang="ko-KR" altLang="en-US" sz="1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원위치</a:t>
            </a:r>
            <a:r>
              <a:rPr lang="ko-KR" altLang="en-US" sz="1000" b="1" dirty="0"/>
              <a:t>  </a:t>
            </a:r>
            <a:r>
              <a:rPr lang="en-US" altLang="ko-KR" sz="1000" b="1" dirty="0"/>
              <a:t>* </a:t>
            </a:r>
            <a:r>
              <a:rPr lang="ko-KR" altLang="en-US" sz="1000" b="1" dirty="0">
                <a:solidFill>
                  <a:srgbClr val="92D050"/>
                </a:solidFill>
              </a:rPr>
              <a:t>변형행렬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818635" y="6021288"/>
            <a:ext cx="2028458" cy="21602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애니메이션 비트맵</a:t>
            </a:r>
          </a:p>
        </p:txBody>
      </p:sp>
    </p:spTree>
    <p:extLst>
      <p:ext uri="{BB962C8B-B14F-4D97-AF65-F5344CB8AC3E}">
        <p14:creationId xmlns:p14="http://schemas.microsoft.com/office/powerpoint/2010/main" val="1188045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53DC9-DC45-4B4C-89E5-F105CA59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비트맵 </a:t>
            </a:r>
            <a:r>
              <a:rPr lang="en-US" altLang="ko-KR" dirty="0"/>
              <a:t>1</a:t>
            </a:r>
            <a:r>
              <a:rPr lang="ko-KR" altLang="en-US" dirty="0"/>
              <a:t>개로 두개 그리기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819F831-A910-4966-BB83-16F8FF7CDAAF}"/>
              </a:ext>
            </a:extLst>
          </p:cNvPr>
          <p:cNvGrpSpPr/>
          <p:nvPr/>
        </p:nvGrpSpPr>
        <p:grpSpPr>
          <a:xfrm>
            <a:off x="468701" y="1790437"/>
            <a:ext cx="934947" cy="1206515"/>
            <a:chOff x="468701" y="1430397"/>
            <a:chExt cx="934947" cy="120651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EEB6822-DC26-4086-AE3B-5FB160F39DD8}"/>
                </a:ext>
              </a:extLst>
            </p:cNvPr>
            <p:cNvSpPr/>
            <p:nvPr/>
          </p:nvSpPr>
          <p:spPr>
            <a:xfrm>
              <a:off x="468701" y="1430397"/>
              <a:ext cx="934947" cy="120651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ko-KR" altLang="en-US" dirty="0"/>
                <a:t>메모리</a:t>
              </a: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762888C-E0BB-478B-A750-C330A61794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142" y="1844824"/>
              <a:ext cx="576064" cy="658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AA736A-98AB-4158-BA60-4E0F485C4CDC}"/>
              </a:ext>
            </a:extLst>
          </p:cNvPr>
          <p:cNvSpPr/>
          <p:nvPr/>
        </p:nvSpPr>
        <p:spPr>
          <a:xfrm>
            <a:off x="2123728" y="1803178"/>
            <a:ext cx="4104456" cy="277795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err="1"/>
              <a:t>렌더</a:t>
            </a:r>
            <a:r>
              <a:rPr lang="ko-KR" altLang="en-US" dirty="0"/>
              <a:t> </a:t>
            </a:r>
            <a:r>
              <a:rPr lang="ko-KR" altLang="en-US" dirty="0" err="1"/>
              <a:t>텍스쳐</a:t>
            </a:r>
            <a:endParaRPr lang="ko-KR" altLang="en-US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5505670-A36E-4D8C-9AFD-F0C5D7ED3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229685"/>
            <a:ext cx="576064" cy="658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8D162AEE-418D-4CC3-A15A-C980E0223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3645024"/>
            <a:ext cx="576064" cy="658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836D911-602A-47F7-8789-A8A28AC8CE99}"/>
              </a:ext>
            </a:extLst>
          </p:cNvPr>
          <p:cNvCxnSpPr>
            <a:endCxn id="11" idx="1"/>
          </p:cNvCxnSpPr>
          <p:nvPr/>
        </p:nvCxnSpPr>
        <p:spPr>
          <a:xfrm>
            <a:off x="1224206" y="2492896"/>
            <a:ext cx="1187554" cy="65969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4E3A61C-1837-49C6-9524-8D4484D02E00}"/>
              </a:ext>
            </a:extLst>
          </p:cNvPr>
          <p:cNvCxnSpPr>
            <a:endCxn id="12" idx="1"/>
          </p:cNvCxnSpPr>
          <p:nvPr/>
        </p:nvCxnSpPr>
        <p:spPr>
          <a:xfrm>
            <a:off x="1224206" y="2492896"/>
            <a:ext cx="1199386" cy="1481308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F5D057B-D6F1-4ACD-A833-A62D27FB19B0}"/>
              </a:ext>
            </a:extLst>
          </p:cNvPr>
          <p:cNvSpPr txBox="1"/>
          <p:nvPr/>
        </p:nvSpPr>
        <p:spPr>
          <a:xfrm>
            <a:off x="539552" y="4941168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메모리에 로드 된 </a:t>
            </a:r>
            <a:r>
              <a:rPr lang="ko-KR" altLang="en-US" dirty="0" err="1"/>
              <a:t>소닉이미지는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개이지만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 err="1"/>
              <a:t>렌더텍스처에</a:t>
            </a:r>
            <a:r>
              <a:rPr lang="ko-KR" altLang="en-US" dirty="0"/>
              <a:t> 이미지를 각 </a:t>
            </a:r>
            <a:r>
              <a:rPr lang="ko-KR" altLang="en-US" dirty="0" err="1"/>
              <a:t>각</a:t>
            </a:r>
            <a:r>
              <a:rPr lang="ko-KR" altLang="en-US" dirty="0"/>
              <a:t> </a:t>
            </a:r>
            <a:r>
              <a:rPr lang="ko-KR" altLang="en-US" dirty="0" err="1"/>
              <a:t>다른위치</a:t>
            </a:r>
            <a:r>
              <a:rPr lang="en-US" altLang="ko-KR" dirty="0"/>
              <a:t>(</a:t>
            </a:r>
            <a:r>
              <a:rPr lang="ko-KR" altLang="en-US" dirty="0"/>
              <a:t>행렬</a:t>
            </a:r>
            <a:r>
              <a:rPr lang="en-US" altLang="ko-KR" dirty="0"/>
              <a:t>)</a:t>
            </a:r>
            <a:r>
              <a:rPr lang="ko-KR" altLang="en-US" dirty="0"/>
              <a:t>에 그려 </a:t>
            </a:r>
            <a:r>
              <a:rPr lang="en-US" altLang="ko-KR" dirty="0"/>
              <a:t>2</a:t>
            </a:r>
            <a:r>
              <a:rPr lang="ko-KR" altLang="en-US" dirty="0"/>
              <a:t>마리처럼 보인다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50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882EB-D994-4466-9A56-6A720922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9621B2-39A7-42AF-B26F-F6497F3B2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49369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 err="1"/>
              <a:t>이것만으로</a:t>
            </a:r>
            <a:r>
              <a:rPr lang="ko-KR" altLang="en-US" dirty="0"/>
              <a:t> 게임을 만들 수 있을까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게임에는 어떤 요소가 더 필요한가</a:t>
            </a:r>
            <a:r>
              <a:rPr lang="en-US" altLang="ko-KR" dirty="0"/>
              <a:t>?</a:t>
            </a:r>
            <a:br>
              <a:rPr lang="en-US" altLang="ko-KR" sz="1600" dirty="0"/>
            </a:b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BB2DAC-ECE9-4631-AE9E-67EB82E4234F}"/>
              </a:ext>
            </a:extLst>
          </p:cNvPr>
          <p:cNvSpPr txBox="1"/>
          <p:nvPr/>
        </p:nvSpPr>
        <p:spPr>
          <a:xfrm>
            <a:off x="464509" y="2648719"/>
            <a:ext cx="8351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상호작용</a:t>
            </a:r>
            <a:r>
              <a:rPr lang="en-US" altLang="ko-KR" sz="1800" dirty="0"/>
              <a:t>: </a:t>
            </a:r>
            <a:r>
              <a:rPr lang="ko-KR" altLang="en-US" sz="1800" dirty="0"/>
              <a:t>게임내에 </a:t>
            </a:r>
            <a:r>
              <a:rPr lang="ko-KR" altLang="en-US" sz="1800" dirty="0" err="1"/>
              <a:t>물체끼리는</a:t>
            </a:r>
            <a:r>
              <a:rPr lang="ko-KR" altLang="en-US" sz="1800" dirty="0"/>
              <a:t> 상호작용을 통해 보여주는 것이 </a:t>
            </a:r>
            <a:r>
              <a:rPr lang="ko-KR" altLang="en-US" sz="1800" dirty="0" err="1"/>
              <a:t>달라져야한다</a:t>
            </a:r>
            <a:r>
              <a:rPr lang="en-US" altLang="ko-KR" sz="1800" dirty="0"/>
              <a:t>.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/>
              <a:t>충돌체크</a:t>
            </a:r>
            <a:br>
              <a:rPr lang="en-US" altLang="ko-KR" sz="1800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730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6480720"/>
          </a:xfrm>
        </p:spPr>
        <p:txBody>
          <a:bodyPr>
            <a:normAutofit/>
          </a:bodyPr>
          <a:lstStyle/>
          <a:p>
            <a:r>
              <a:rPr lang="ko-KR" altLang="en-US" sz="6000" dirty="0"/>
              <a:t>충돌 검사하기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4005064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수학기본원리를 응용한 충돌체크 원리이해하기</a:t>
            </a:r>
          </a:p>
        </p:txBody>
      </p:sp>
    </p:spTree>
    <p:extLst>
      <p:ext uri="{BB962C8B-B14F-4D97-AF65-F5344CB8AC3E}">
        <p14:creationId xmlns:p14="http://schemas.microsoft.com/office/powerpoint/2010/main" val="3937558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원형 충돌체크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1352160" y="2492896"/>
            <a:ext cx="2283736" cy="1510402"/>
            <a:chOff x="499423" y="2564904"/>
            <a:chExt cx="2283736" cy="1510402"/>
          </a:xfrm>
        </p:grpSpPr>
        <p:sp>
          <p:nvSpPr>
            <p:cNvPr id="4" name="타원 3"/>
            <p:cNvSpPr/>
            <p:nvPr/>
          </p:nvSpPr>
          <p:spPr>
            <a:xfrm>
              <a:off x="499423" y="2646546"/>
              <a:ext cx="1428760" cy="14287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1103824" y="3253769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연결선 6"/>
            <p:cNvCxnSpPr>
              <a:stCxn id="5" idx="6"/>
              <a:endCxn id="4" idx="6"/>
            </p:cNvCxnSpPr>
            <p:nvPr/>
          </p:nvCxnSpPr>
          <p:spPr>
            <a:xfrm>
              <a:off x="1318138" y="3360926"/>
              <a:ext cx="61004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타원 9"/>
            <p:cNvSpPr/>
            <p:nvPr/>
          </p:nvSpPr>
          <p:spPr>
            <a:xfrm>
              <a:off x="2568845" y="2564904"/>
              <a:ext cx="214314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연결선 14"/>
            <p:cNvCxnSpPr>
              <a:stCxn id="5" idx="7"/>
              <a:endCxn id="10" idx="3"/>
            </p:cNvCxnSpPr>
            <p:nvPr/>
          </p:nvCxnSpPr>
          <p:spPr>
            <a:xfrm flipV="1">
              <a:off x="1286752" y="2747832"/>
              <a:ext cx="1313479" cy="537323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타원 15"/>
          <p:cNvSpPr/>
          <p:nvPr/>
        </p:nvSpPr>
        <p:spPr>
          <a:xfrm>
            <a:off x="4644008" y="2570775"/>
            <a:ext cx="1428760" cy="1428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5251231" y="3177998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6156176" y="2539389"/>
            <a:ext cx="1428760" cy="1428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6763399" y="3146612"/>
            <a:ext cx="214314" cy="214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>
            <a:stCxn id="19" idx="1"/>
            <a:endCxn id="20" idx="1"/>
          </p:cNvCxnSpPr>
          <p:nvPr/>
        </p:nvCxnSpPr>
        <p:spPr>
          <a:xfrm>
            <a:off x="6365413" y="2748626"/>
            <a:ext cx="429372" cy="429372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18" idx="5"/>
            <a:endCxn id="16" idx="5"/>
          </p:cNvCxnSpPr>
          <p:nvPr/>
        </p:nvCxnSpPr>
        <p:spPr>
          <a:xfrm>
            <a:off x="5434159" y="3360926"/>
            <a:ext cx="429372" cy="429372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>
            <a:stCxn id="18" idx="6"/>
            <a:endCxn id="20" idx="2"/>
          </p:cNvCxnSpPr>
          <p:nvPr/>
        </p:nvCxnSpPr>
        <p:spPr>
          <a:xfrm flipV="1">
            <a:off x="5465545" y="3253769"/>
            <a:ext cx="1297854" cy="31386"/>
          </a:xfrm>
          <a:prstGeom prst="line">
            <a:avLst/>
          </a:prstGeom>
          <a:ln w="1270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0" y="4221088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rgbClr val="FFC000"/>
                </a:solidFill>
              </a:rPr>
              <a:t>dist</a:t>
            </a:r>
            <a:r>
              <a:rPr lang="en-US" altLang="ko-KR" b="1" dirty="0"/>
              <a:t> &lt;= </a:t>
            </a:r>
            <a:r>
              <a:rPr lang="en-US" altLang="ko-KR" b="1" dirty="0" err="1"/>
              <a:t>A.</a:t>
            </a:r>
            <a:r>
              <a:rPr lang="en-US" altLang="ko-KR" b="1" dirty="0" err="1">
                <a:solidFill>
                  <a:srgbClr val="FF0000"/>
                </a:solidFill>
              </a:rPr>
              <a:t>Rad</a:t>
            </a:r>
            <a:r>
              <a:rPr lang="en-US" altLang="ko-KR" b="1" dirty="0"/>
              <a:t> + </a:t>
            </a:r>
            <a:r>
              <a:rPr lang="en-US" altLang="ko-KR" b="1" dirty="0" err="1"/>
              <a:t>B.</a:t>
            </a:r>
            <a:r>
              <a:rPr lang="en-US" altLang="ko-KR" b="1" dirty="0" err="1">
                <a:solidFill>
                  <a:srgbClr val="FF0000"/>
                </a:solidFill>
              </a:rPr>
              <a:t>Rad</a:t>
            </a:r>
            <a:r>
              <a:rPr lang="en-US" altLang="ko-KR" b="1" dirty="0"/>
              <a:t>  </a:t>
            </a:r>
            <a:r>
              <a:rPr lang="ko-KR" altLang="en-US" b="1" dirty="0">
                <a:solidFill>
                  <a:srgbClr val="92D050"/>
                </a:solidFill>
              </a:rPr>
              <a:t>충돌 </a:t>
            </a:r>
            <a:r>
              <a:rPr lang="en-US" altLang="ko-KR" b="1" dirty="0">
                <a:solidFill>
                  <a:srgbClr val="92D050"/>
                </a:solidFill>
              </a:rPr>
              <a:t>O</a:t>
            </a:r>
          </a:p>
          <a:p>
            <a:endParaRPr lang="en-US" altLang="ko-KR" dirty="0"/>
          </a:p>
        </p:txBody>
      </p:sp>
      <p:sp>
        <p:nvSpPr>
          <p:cNvPr id="40" name="TextBox 39"/>
          <p:cNvSpPr txBox="1"/>
          <p:nvPr/>
        </p:nvSpPr>
        <p:spPr>
          <a:xfrm>
            <a:off x="1115616" y="4222829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rgbClr val="FFC000"/>
                </a:solidFill>
              </a:rPr>
              <a:t>dist</a:t>
            </a:r>
            <a:r>
              <a:rPr lang="en-US" altLang="ko-KR" b="1" dirty="0"/>
              <a:t> &lt;= </a:t>
            </a:r>
            <a:r>
              <a:rPr lang="en-US" altLang="ko-KR" b="1" dirty="0">
                <a:solidFill>
                  <a:srgbClr val="FF0000"/>
                </a:solidFill>
              </a:rPr>
              <a:t>Rad</a:t>
            </a:r>
            <a:r>
              <a:rPr lang="en-US" altLang="ko-KR" b="1" dirty="0"/>
              <a:t>  </a:t>
            </a:r>
            <a:r>
              <a:rPr lang="ko-KR" altLang="en-US" b="1" dirty="0">
                <a:solidFill>
                  <a:srgbClr val="92D050"/>
                </a:solidFill>
              </a:rPr>
              <a:t>충돌 </a:t>
            </a:r>
            <a:r>
              <a:rPr lang="en-US" altLang="ko-KR" b="1" dirty="0">
                <a:solidFill>
                  <a:srgbClr val="92D050"/>
                </a:solidFill>
              </a:rPr>
              <a:t>O</a:t>
            </a:r>
          </a:p>
          <a:p>
            <a:endParaRPr lang="en-US" altLang="ko-KR" dirty="0"/>
          </a:p>
        </p:txBody>
      </p:sp>
      <p:sp>
        <p:nvSpPr>
          <p:cNvPr id="41" name="TextBox 40"/>
          <p:cNvSpPr txBox="1"/>
          <p:nvPr/>
        </p:nvSpPr>
        <p:spPr>
          <a:xfrm>
            <a:off x="1115615" y="2132856"/>
            <a:ext cx="2413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/>
              <a:t>원과 점을 </a:t>
            </a:r>
            <a:r>
              <a:rPr lang="ko-KR" altLang="en-US" dirty="0" err="1"/>
              <a:t>충돌체크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562710" y="2132856"/>
            <a:ext cx="2413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/>
              <a:t>원과 원의 충돌체크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7623" y="1412776"/>
            <a:ext cx="5607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위치간의 관계를 이용하여</a:t>
            </a:r>
            <a:r>
              <a:rPr lang="en-US" altLang="ko-KR" dirty="0"/>
              <a:t>, </a:t>
            </a:r>
            <a:r>
              <a:rPr lang="ko-KR" altLang="en-US" dirty="0"/>
              <a:t>다음과 같이 물체가 충돌을 </a:t>
            </a:r>
            <a:r>
              <a:rPr lang="ko-KR" altLang="en-US" dirty="0" err="1"/>
              <a:t>검사할수있다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2" name="내용 개체 틀 4"/>
          <p:cNvSpPr>
            <a:spLocks noGrp="1"/>
          </p:cNvSpPr>
          <p:nvPr>
            <p:ph idx="1"/>
          </p:nvPr>
        </p:nvSpPr>
        <p:spPr>
          <a:xfrm>
            <a:off x="1115615" y="4939231"/>
            <a:ext cx="6830510" cy="11245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#</a:t>
            </a:r>
            <a:r>
              <a:rPr lang="ko-KR" altLang="en-US" sz="1800" dirty="0" err="1"/>
              <a:t>두점사이</a:t>
            </a:r>
            <a:r>
              <a:rPr lang="ko-KR" altLang="en-US" sz="1800" dirty="0"/>
              <a:t> </a:t>
            </a:r>
            <a:r>
              <a:rPr lang="ko-KR" altLang="en-US" sz="1800" dirty="0" err="1"/>
              <a:t>거리구하기</a:t>
            </a:r>
            <a:br>
              <a:rPr lang="en-US" altLang="ko-KR" sz="1800" dirty="0"/>
            </a:br>
            <a:r>
              <a:rPr lang="en-US" altLang="ko-KR" sz="1800" b="1" dirty="0" err="1">
                <a:solidFill>
                  <a:schemeClr val="accent1"/>
                </a:solidFill>
              </a:rPr>
              <a:t>dist</a:t>
            </a:r>
            <a:r>
              <a:rPr lang="en-US" altLang="ko-KR" sz="1800" dirty="0"/>
              <a:t> = </a:t>
            </a:r>
            <a:r>
              <a:rPr lang="en-US" altLang="ko-KR" sz="1800" dirty="0" err="1"/>
              <a:t>sqrt</a:t>
            </a:r>
            <a:r>
              <a:rPr lang="en-US" altLang="ko-KR" sz="1800" dirty="0"/>
              <a:t>( pow(</a:t>
            </a:r>
            <a:r>
              <a:rPr lang="en-US" altLang="ko-KR" sz="1800" dirty="0">
                <a:solidFill>
                  <a:srgbClr val="FF0000"/>
                </a:solidFill>
              </a:rPr>
              <a:t>p1</a:t>
            </a:r>
            <a:r>
              <a:rPr lang="en-US" altLang="ko-KR" sz="1800" dirty="0"/>
              <a:t>.x-</a:t>
            </a:r>
            <a:r>
              <a:rPr lang="en-US" altLang="ko-KR" sz="1800" dirty="0">
                <a:solidFill>
                  <a:srgbClr val="FF0000"/>
                </a:solidFill>
              </a:rPr>
              <a:t>p2</a:t>
            </a:r>
            <a:r>
              <a:rPr lang="en-US" altLang="ko-KR" sz="1800" dirty="0"/>
              <a:t>.x) * pow(</a:t>
            </a:r>
            <a:r>
              <a:rPr lang="en-US" altLang="ko-KR" sz="1800" dirty="0">
                <a:solidFill>
                  <a:srgbClr val="FF0000"/>
                </a:solidFill>
              </a:rPr>
              <a:t>p1</a:t>
            </a:r>
            <a:r>
              <a:rPr lang="en-US" altLang="ko-KR" sz="1800" dirty="0"/>
              <a:t>.x-</a:t>
            </a:r>
            <a:r>
              <a:rPr lang="en-US" altLang="ko-KR" sz="1800" dirty="0">
                <a:solidFill>
                  <a:srgbClr val="FF0000"/>
                </a:solidFill>
              </a:rPr>
              <a:t>p2</a:t>
            </a:r>
            <a:r>
              <a:rPr lang="en-US" altLang="ko-KR" sz="1800" dirty="0"/>
              <a:t>.x)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AABB / OBB </a:t>
            </a:r>
            <a:r>
              <a:rPr lang="ko-KR" altLang="en-US" dirty="0"/>
              <a:t>박스충돌체크</a:t>
            </a:r>
          </a:p>
        </p:txBody>
      </p:sp>
      <p:sp>
        <p:nvSpPr>
          <p:cNvPr id="31" name="직사각형 30"/>
          <p:cNvSpPr/>
          <p:nvPr/>
        </p:nvSpPr>
        <p:spPr>
          <a:xfrm rot="2700000">
            <a:off x="5392556" y="4792772"/>
            <a:ext cx="1368152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Player</a:t>
            </a:r>
            <a:endParaRPr lang="ko-KR" altLang="en-US" dirty="0"/>
          </a:p>
        </p:txBody>
      </p:sp>
      <p:grpSp>
        <p:nvGrpSpPr>
          <p:cNvPr id="66" name="그룹 65"/>
          <p:cNvGrpSpPr/>
          <p:nvPr/>
        </p:nvGrpSpPr>
        <p:grpSpPr>
          <a:xfrm>
            <a:off x="2197916" y="1853778"/>
            <a:ext cx="1502900" cy="1354558"/>
            <a:chOff x="939212" y="2220880"/>
            <a:chExt cx="1502900" cy="1354558"/>
          </a:xfrm>
        </p:grpSpPr>
        <p:sp>
          <p:nvSpPr>
            <p:cNvPr id="4" name="직사각형 3"/>
            <p:cNvSpPr/>
            <p:nvPr/>
          </p:nvSpPr>
          <p:spPr>
            <a:xfrm>
              <a:off x="1000100" y="2285992"/>
              <a:ext cx="1368152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Player</a:t>
              </a:r>
              <a:endParaRPr lang="ko-KR" altLang="en-US" dirty="0"/>
            </a:p>
          </p:txBody>
        </p:sp>
        <p:sp>
          <p:nvSpPr>
            <p:cNvPr id="41" name="타원 40"/>
            <p:cNvSpPr/>
            <p:nvPr/>
          </p:nvSpPr>
          <p:spPr>
            <a:xfrm>
              <a:off x="2294391" y="2220880"/>
              <a:ext cx="147721" cy="1477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/>
            <p:cNvSpPr/>
            <p:nvPr/>
          </p:nvSpPr>
          <p:spPr>
            <a:xfrm>
              <a:off x="2294390" y="3427717"/>
              <a:ext cx="147721" cy="147721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/>
            <p:cNvSpPr/>
            <p:nvPr/>
          </p:nvSpPr>
          <p:spPr>
            <a:xfrm>
              <a:off x="939212" y="3417711"/>
              <a:ext cx="147721" cy="1477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/>
            <p:cNvSpPr/>
            <p:nvPr/>
          </p:nvSpPr>
          <p:spPr>
            <a:xfrm>
              <a:off x="939212" y="2220880"/>
              <a:ext cx="147721" cy="147721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8" name="타원 37"/>
          <p:cNvSpPr/>
          <p:nvPr/>
        </p:nvSpPr>
        <p:spPr>
          <a:xfrm>
            <a:off x="2575363" y="2197801"/>
            <a:ext cx="147721" cy="1477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/>
          <p:cNvSpPr/>
          <p:nvPr/>
        </p:nvSpPr>
        <p:spPr>
          <a:xfrm>
            <a:off x="5928910" y="5098320"/>
            <a:ext cx="147721" cy="1477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4" name="그룹 73"/>
          <p:cNvGrpSpPr/>
          <p:nvPr/>
        </p:nvGrpSpPr>
        <p:grpSpPr>
          <a:xfrm>
            <a:off x="2190358" y="4616514"/>
            <a:ext cx="1505043" cy="1372714"/>
            <a:chOff x="1966287" y="4933306"/>
            <a:chExt cx="1505043" cy="1372714"/>
          </a:xfrm>
        </p:grpSpPr>
        <p:sp>
          <p:nvSpPr>
            <p:cNvPr id="26" name="직사각형 25"/>
            <p:cNvSpPr/>
            <p:nvPr/>
          </p:nvSpPr>
          <p:spPr>
            <a:xfrm>
              <a:off x="2039008" y="5004745"/>
              <a:ext cx="1368152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Player</a:t>
              </a:r>
              <a:endParaRPr lang="ko-KR" altLang="en-US" dirty="0"/>
            </a:p>
          </p:txBody>
        </p:sp>
        <p:sp>
          <p:nvSpPr>
            <p:cNvPr id="70" name="타원 69"/>
            <p:cNvSpPr/>
            <p:nvPr/>
          </p:nvSpPr>
          <p:spPr>
            <a:xfrm>
              <a:off x="1966287" y="4933307"/>
              <a:ext cx="147721" cy="1477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/>
            <p:cNvSpPr/>
            <p:nvPr/>
          </p:nvSpPr>
          <p:spPr>
            <a:xfrm>
              <a:off x="3323609" y="4933306"/>
              <a:ext cx="147721" cy="1477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/>
            <p:cNvSpPr/>
            <p:nvPr/>
          </p:nvSpPr>
          <p:spPr>
            <a:xfrm>
              <a:off x="1966287" y="6143698"/>
              <a:ext cx="147721" cy="1477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타원 72"/>
            <p:cNvSpPr/>
            <p:nvPr/>
          </p:nvSpPr>
          <p:spPr>
            <a:xfrm>
              <a:off x="3317008" y="6158299"/>
              <a:ext cx="147721" cy="1477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5" name="타원 74"/>
          <p:cNvSpPr/>
          <p:nvPr/>
        </p:nvSpPr>
        <p:spPr>
          <a:xfrm>
            <a:off x="5062597" y="5279447"/>
            <a:ext cx="147721" cy="1477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/>
          <p:cNvSpPr/>
          <p:nvPr/>
        </p:nvSpPr>
        <p:spPr>
          <a:xfrm>
            <a:off x="5928911" y="4414466"/>
            <a:ext cx="147721" cy="1477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/>
          <p:cNvSpPr/>
          <p:nvPr/>
        </p:nvSpPr>
        <p:spPr>
          <a:xfrm>
            <a:off x="6919284" y="5373000"/>
            <a:ext cx="147721" cy="1477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/>
          <p:cNvSpPr/>
          <p:nvPr/>
        </p:nvSpPr>
        <p:spPr>
          <a:xfrm>
            <a:off x="6013909" y="6219191"/>
            <a:ext cx="147721" cy="1477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9" name="그룹 78"/>
          <p:cNvGrpSpPr/>
          <p:nvPr/>
        </p:nvGrpSpPr>
        <p:grpSpPr>
          <a:xfrm>
            <a:off x="4753652" y="4004613"/>
            <a:ext cx="2786082" cy="2714620"/>
            <a:chOff x="4753652" y="4004613"/>
            <a:chExt cx="2786082" cy="2714620"/>
          </a:xfrm>
        </p:grpSpPr>
        <p:cxnSp>
          <p:nvCxnSpPr>
            <p:cNvPr id="40" name="직선 연결선 39"/>
            <p:cNvCxnSpPr/>
            <p:nvPr/>
          </p:nvCxnSpPr>
          <p:spPr>
            <a:xfrm rot="16200000" flipH="1">
              <a:off x="5539470" y="4004613"/>
              <a:ext cx="2000264" cy="2000264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 rot="5400000" flipH="1" flipV="1">
              <a:off x="4896528" y="4147489"/>
              <a:ext cx="1428760" cy="1428760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>
              <a:off x="4753652" y="5004745"/>
              <a:ext cx="1785950" cy="1714488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9" name="직선 연결선 48"/>
            <p:cNvCxnSpPr/>
            <p:nvPr/>
          </p:nvCxnSpPr>
          <p:spPr>
            <a:xfrm rot="5400000" flipH="1" flipV="1">
              <a:off x="5860941" y="5183340"/>
              <a:ext cx="1428760" cy="1357322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2" name="직선 화살표 연결선 51"/>
            <p:cNvCxnSpPr/>
            <p:nvPr/>
          </p:nvCxnSpPr>
          <p:spPr>
            <a:xfrm rot="16200000" flipH="1">
              <a:off x="6539602" y="5862001"/>
              <a:ext cx="571504" cy="571504"/>
            </a:xfrm>
            <a:prstGeom prst="straightConnector1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직선 화살표 연결선 54"/>
            <p:cNvCxnSpPr/>
            <p:nvPr/>
          </p:nvCxnSpPr>
          <p:spPr>
            <a:xfrm flipV="1">
              <a:off x="6468164" y="4361803"/>
              <a:ext cx="642942" cy="571504"/>
            </a:xfrm>
            <a:prstGeom prst="straightConnector1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7" name="직선 화살표 연결선 56"/>
            <p:cNvCxnSpPr/>
            <p:nvPr/>
          </p:nvCxnSpPr>
          <p:spPr>
            <a:xfrm rot="10800000">
              <a:off x="5039404" y="4361803"/>
              <a:ext cx="571504" cy="500066"/>
            </a:xfrm>
            <a:prstGeom prst="straightConnector1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" name="직선 화살표 연결선 59"/>
            <p:cNvCxnSpPr/>
            <p:nvPr/>
          </p:nvCxnSpPr>
          <p:spPr>
            <a:xfrm rot="5400000">
              <a:off x="5110842" y="5933439"/>
              <a:ext cx="571504" cy="571504"/>
            </a:xfrm>
            <a:prstGeom prst="straightConnector1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7" name="직사각형 36"/>
          <p:cNvSpPr/>
          <p:nvPr/>
        </p:nvSpPr>
        <p:spPr>
          <a:xfrm>
            <a:off x="1188578" y="4192744"/>
            <a:ext cx="6663284" cy="221455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OBB: </a:t>
            </a:r>
          </a:p>
          <a:p>
            <a:pPr algn="ctr"/>
            <a:r>
              <a:rPr lang="ko-KR" altLang="en-US" dirty="0" err="1">
                <a:solidFill>
                  <a:srgbClr val="FF0000"/>
                </a:solidFill>
              </a:rPr>
              <a:t>충돌점</a:t>
            </a:r>
            <a:r>
              <a:rPr lang="ko-KR" altLang="en-US" dirty="0" err="1"/>
              <a:t>이</a:t>
            </a:r>
            <a:br>
              <a:rPr lang="en-US" altLang="ko-KR" dirty="0"/>
            </a:br>
            <a:r>
              <a:rPr lang="ko-KR" altLang="en-US" dirty="0">
                <a:solidFill>
                  <a:srgbClr val="FF0000"/>
                </a:solidFill>
              </a:rPr>
              <a:t>모든 선분</a:t>
            </a:r>
            <a:r>
              <a:rPr lang="ko-KR" altLang="en-US" dirty="0"/>
              <a:t>에 뒷면이나 </a:t>
            </a:r>
            <a:r>
              <a:rPr lang="ko-KR" altLang="en-US" dirty="0" err="1"/>
              <a:t>겹칠때</a:t>
            </a:r>
            <a:endParaRPr lang="ko-KR" altLang="en-US" dirty="0"/>
          </a:p>
        </p:txBody>
      </p:sp>
      <p:grpSp>
        <p:nvGrpSpPr>
          <p:cNvPr id="54" name="그룹 53"/>
          <p:cNvGrpSpPr/>
          <p:nvPr/>
        </p:nvGrpSpPr>
        <p:grpSpPr>
          <a:xfrm rot="1800000">
            <a:off x="5416384" y="1802682"/>
            <a:ext cx="1502900" cy="1354558"/>
            <a:chOff x="939212" y="2220880"/>
            <a:chExt cx="1502900" cy="1354558"/>
          </a:xfrm>
        </p:grpSpPr>
        <p:sp>
          <p:nvSpPr>
            <p:cNvPr id="56" name="직사각형 55"/>
            <p:cNvSpPr/>
            <p:nvPr/>
          </p:nvSpPr>
          <p:spPr>
            <a:xfrm>
              <a:off x="1000100" y="2285992"/>
              <a:ext cx="1368152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Player</a:t>
              </a:r>
              <a:endParaRPr lang="ko-KR" altLang="en-US" dirty="0"/>
            </a:p>
          </p:txBody>
        </p:sp>
        <p:sp>
          <p:nvSpPr>
            <p:cNvPr id="58" name="타원 57"/>
            <p:cNvSpPr/>
            <p:nvPr/>
          </p:nvSpPr>
          <p:spPr>
            <a:xfrm>
              <a:off x="2294391" y="2220880"/>
              <a:ext cx="147721" cy="1477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/>
            <p:cNvSpPr/>
            <p:nvPr/>
          </p:nvSpPr>
          <p:spPr>
            <a:xfrm>
              <a:off x="2294390" y="3427717"/>
              <a:ext cx="147721" cy="147721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/>
            <p:cNvSpPr/>
            <p:nvPr/>
          </p:nvSpPr>
          <p:spPr>
            <a:xfrm>
              <a:off x="939212" y="3417711"/>
              <a:ext cx="147721" cy="1477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/>
            <p:cNvSpPr/>
            <p:nvPr/>
          </p:nvSpPr>
          <p:spPr>
            <a:xfrm>
              <a:off x="939212" y="2220880"/>
              <a:ext cx="147721" cy="147721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타원 62"/>
          <p:cNvSpPr/>
          <p:nvPr/>
        </p:nvSpPr>
        <p:spPr>
          <a:xfrm rot="2700000">
            <a:off x="5793831" y="2146705"/>
            <a:ext cx="147721" cy="1477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/>
          <p:cNvCxnSpPr>
            <a:stCxn id="62" idx="5"/>
          </p:cNvCxnSpPr>
          <p:nvPr/>
        </p:nvCxnSpPr>
        <p:spPr>
          <a:xfrm flipH="1">
            <a:off x="5896660" y="1689935"/>
            <a:ext cx="5190" cy="1752292"/>
          </a:xfrm>
          <a:prstGeom prst="line">
            <a:avLst/>
          </a:prstGeom>
          <a:ln>
            <a:solidFill>
              <a:srgbClr val="C00000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59" idx="0"/>
          </p:cNvCxnSpPr>
          <p:nvPr/>
        </p:nvCxnSpPr>
        <p:spPr>
          <a:xfrm flipV="1">
            <a:off x="6489864" y="1517695"/>
            <a:ext cx="31730" cy="1759672"/>
          </a:xfrm>
          <a:prstGeom prst="straightConnector1">
            <a:avLst/>
          </a:prstGeom>
          <a:ln w="127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endCxn id="62" idx="0"/>
          </p:cNvCxnSpPr>
          <p:nvPr/>
        </p:nvCxnSpPr>
        <p:spPr>
          <a:xfrm flipH="1">
            <a:off x="5919664" y="1548021"/>
            <a:ext cx="601930" cy="6605"/>
          </a:xfrm>
          <a:prstGeom prst="straightConnector1">
            <a:avLst/>
          </a:prstGeom>
          <a:ln w="127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/>
          <p:nvPr/>
        </p:nvCxnSpPr>
        <p:spPr>
          <a:xfrm flipH="1">
            <a:off x="5896660" y="3420032"/>
            <a:ext cx="601930" cy="6605"/>
          </a:xfrm>
          <a:prstGeom prst="straightConnector1">
            <a:avLst/>
          </a:prstGeom>
          <a:ln w="127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1187624" y="1357387"/>
            <a:ext cx="6664238" cy="221455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AABB:</a:t>
            </a:r>
          </a:p>
          <a:p>
            <a:pPr algn="ctr"/>
            <a:r>
              <a:rPr lang="ko-KR" altLang="en-US" dirty="0" err="1">
                <a:solidFill>
                  <a:srgbClr val="FF0000"/>
                </a:solidFill>
              </a:rPr>
              <a:t>충돌점</a:t>
            </a:r>
            <a:r>
              <a:rPr lang="ko-KR" altLang="en-US" dirty="0" err="1"/>
              <a:t>의</a:t>
            </a:r>
            <a:r>
              <a:rPr lang="ko-KR" altLang="en-US" dirty="0"/>
              <a:t> 좌표가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>
                <a:solidFill>
                  <a:srgbClr val="FFC000"/>
                </a:solidFill>
              </a:rPr>
              <a:t>오른쪽상단</a:t>
            </a:r>
            <a:r>
              <a:rPr lang="ko-KR" altLang="en-US" dirty="0"/>
              <a:t>보다 크고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>
                <a:solidFill>
                  <a:srgbClr val="00B050"/>
                </a:solidFill>
              </a:rPr>
              <a:t>왼쪽하단</a:t>
            </a:r>
            <a:r>
              <a:rPr lang="ko-KR" altLang="en-US" dirty="0"/>
              <a:t>보다 작을 때</a:t>
            </a:r>
            <a:r>
              <a:rPr lang="en-US" altLang="ko-KR" dirty="0"/>
              <a:t>,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8045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6480720"/>
          </a:xfrm>
        </p:spPr>
        <p:txBody>
          <a:bodyPr>
            <a:normAutofit/>
          </a:bodyPr>
          <a:lstStyle/>
          <a:p>
            <a:r>
              <a:rPr lang="ko-KR" altLang="en-US" sz="6000" dirty="0"/>
              <a:t>게임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4005064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구현한 것을 이용하여 게임을 만든다면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B777A34-DAB5-4058-B936-0ED8A9EA6C45}"/>
              </a:ext>
            </a:extLst>
          </p:cNvPr>
          <p:cNvGrpSpPr/>
          <p:nvPr/>
        </p:nvGrpSpPr>
        <p:grpSpPr>
          <a:xfrm>
            <a:off x="539552" y="332656"/>
            <a:ext cx="3600400" cy="2436798"/>
            <a:chOff x="589771" y="3584731"/>
            <a:chExt cx="3600400" cy="2436798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16F908CA-4DB1-46CB-A773-78BED43D2BB2}"/>
                </a:ext>
              </a:extLst>
            </p:cNvPr>
            <p:cNvGrpSpPr/>
            <p:nvPr/>
          </p:nvGrpSpPr>
          <p:grpSpPr>
            <a:xfrm>
              <a:off x="589771" y="3584731"/>
              <a:ext cx="3600400" cy="2436798"/>
              <a:chOff x="565270" y="3645024"/>
              <a:chExt cx="4104456" cy="2777950"/>
            </a:xfrm>
          </p:grpSpPr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E4EC599-2C20-488A-9BDF-B24CDB477994}"/>
                  </a:ext>
                </a:extLst>
              </p:cNvPr>
              <p:cNvSpPr/>
              <p:nvPr/>
            </p:nvSpPr>
            <p:spPr>
              <a:xfrm>
                <a:off x="565270" y="3645024"/>
                <a:ext cx="4104456" cy="277795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ko-KR" altLang="en-US" dirty="0"/>
                  <a:t>게임화면</a:t>
                </a:r>
              </a:p>
            </p:txBody>
          </p:sp>
          <p:pic>
            <p:nvPicPr>
              <p:cNvPr id="7" name="Picture 2">
                <a:extLst>
                  <a:ext uri="{FF2B5EF4-FFF2-40B4-BE49-F238E27FC236}">
                    <a16:creationId xmlns:a16="http://schemas.microsoft.com/office/drawing/2014/main" id="{E7BD5A35-46A0-4DA7-9FDD-F35EF3E9A2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3302" y="4221088"/>
                <a:ext cx="576064" cy="6583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8" name="Picture 2">
                <a:extLst>
                  <a:ext uri="{FF2B5EF4-FFF2-40B4-BE49-F238E27FC236}">
                    <a16:creationId xmlns:a16="http://schemas.microsoft.com/office/drawing/2014/main" id="{02EBEC68-E3CB-4AA7-ABC6-25EFC6CA60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95198" y="4422404"/>
                <a:ext cx="223759" cy="2557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" name="Picture 2">
                <a:extLst>
                  <a:ext uri="{FF2B5EF4-FFF2-40B4-BE49-F238E27FC236}">
                    <a16:creationId xmlns:a16="http://schemas.microsoft.com/office/drawing/2014/main" id="{020C278A-B98E-495F-8C47-780E0E505D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687540" y="4189301"/>
                <a:ext cx="536446" cy="6583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1CDA6B-269C-47E4-BE72-735C37313FA9}"/>
                </a:ext>
              </a:extLst>
            </p:cNvPr>
            <p:cNvSpPr txBox="1"/>
            <p:nvPr/>
          </p:nvSpPr>
          <p:spPr>
            <a:xfrm>
              <a:off x="3328604" y="4685401"/>
              <a:ext cx="470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적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C36AC2-BCFC-45A6-A1F7-FED92DAF08D0}"/>
                </a:ext>
              </a:extLst>
            </p:cNvPr>
            <p:cNvSpPr txBox="1"/>
            <p:nvPr/>
          </p:nvSpPr>
          <p:spPr>
            <a:xfrm>
              <a:off x="1563721" y="4532288"/>
              <a:ext cx="4705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총알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C71903-A68D-4002-A6D3-FDFF0B01F5CA}"/>
                </a:ext>
              </a:extLst>
            </p:cNvPr>
            <p:cNvSpPr txBox="1"/>
            <p:nvPr/>
          </p:nvSpPr>
          <p:spPr>
            <a:xfrm>
              <a:off x="827583" y="4653136"/>
              <a:ext cx="77514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플레이어</a:t>
              </a:r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577E86A9-BF58-4F42-97C0-882450CBF201}"/>
                </a:ext>
              </a:extLst>
            </p:cNvPr>
            <p:cNvSpPr/>
            <p:nvPr/>
          </p:nvSpPr>
          <p:spPr>
            <a:xfrm>
              <a:off x="1931293" y="4321472"/>
              <a:ext cx="1148145" cy="109523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2CAE460B-D7D5-42C6-86EA-B3D36EF9DE1D}"/>
                </a:ext>
              </a:extLst>
            </p:cNvPr>
            <p:cNvSpPr/>
            <p:nvPr/>
          </p:nvSpPr>
          <p:spPr>
            <a:xfrm>
              <a:off x="766820" y="4021891"/>
              <a:ext cx="689423" cy="689423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944B4BA-A1E1-48A6-BC15-0219A87ADF90}"/>
                </a:ext>
              </a:extLst>
            </p:cNvPr>
            <p:cNvSpPr/>
            <p:nvPr/>
          </p:nvSpPr>
          <p:spPr>
            <a:xfrm>
              <a:off x="1583224" y="4247696"/>
              <a:ext cx="243267" cy="243267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5C57B3B-639A-4C76-B73B-2A22CEFF5F6B}"/>
                </a:ext>
              </a:extLst>
            </p:cNvPr>
            <p:cNvSpPr/>
            <p:nvPr/>
          </p:nvSpPr>
          <p:spPr>
            <a:xfrm>
              <a:off x="3251435" y="4021891"/>
              <a:ext cx="624904" cy="62490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2436134-6A0E-4327-A79D-D3623CA24E0F}"/>
              </a:ext>
            </a:extLst>
          </p:cNvPr>
          <p:cNvSpPr txBox="1"/>
          <p:nvPr/>
        </p:nvSpPr>
        <p:spPr>
          <a:xfrm>
            <a:off x="4167312" y="2281289"/>
            <a:ext cx="4437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기능은 다 작동하지만</a:t>
            </a:r>
            <a:r>
              <a:rPr lang="en-US" altLang="ko-KR" sz="1400" dirty="0"/>
              <a:t>…</a:t>
            </a:r>
            <a:br>
              <a:rPr lang="en-US" altLang="ko-KR" sz="1400" dirty="0"/>
            </a:br>
            <a:r>
              <a:rPr lang="ko-KR" altLang="en-US" sz="1400" dirty="0"/>
              <a:t>이런 식으로 게임이라고 부르기는 어려울 것 이다</a:t>
            </a:r>
            <a:r>
              <a:rPr lang="en-US" altLang="ko-KR" sz="1400" dirty="0"/>
              <a:t>….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4233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만들기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2108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이미지 </a:t>
            </a:r>
            <a:r>
              <a:rPr lang="en-US" altLang="ko-KR" dirty="0"/>
              <a:t>1</a:t>
            </a:r>
            <a:r>
              <a:rPr lang="ko-KR" altLang="en-US" dirty="0"/>
              <a:t>개 더 띄우기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충돌체크하기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동시 키 입력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이미지를 띄우는 클래스 제작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간단한 슈팅게임 만들기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중력을 구현하여 </a:t>
            </a:r>
            <a:r>
              <a:rPr lang="ko-KR" altLang="en-US" dirty="0" err="1"/>
              <a:t>플랫포머</a:t>
            </a:r>
            <a:r>
              <a:rPr lang="ko-KR" altLang="en-US" dirty="0"/>
              <a:t> 게임 제작하기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4293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오브젝트 </a:t>
            </a:r>
            <a:r>
              <a:rPr lang="ko-KR" altLang="en-US" dirty="0" err="1"/>
              <a:t>풀링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48680"/>
          </a:xfrm>
        </p:spPr>
        <p:txBody>
          <a:bodyPr/>
          <a:lstStyle/>
          <a:p>
            <a:r>
              <a:rPr lang="ko-KR" altLang="en-US" dirty="0"/>
              <a:t>이미 만들어진 오브젝트를 재활용한다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491880" y="2632050"/>
            <a:ext cx="576064" cy="2592288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724128" y="2632050"/>
            <a:ext cx="576064" cy="2592288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58598" y="5327703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Use List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512105" y="5340949"/>
            <a:ext cx="150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Notuse</a:t>
            </a:r>
            <a:r>
              <a:rPr lang="ko-KR" altLang="en-US" dirty="0"/>
              <a:t> </a:t>
            </a:r>
            <a:r>
              <a:rPr lang="en-US" altLang="ko-KR" dirty="0"/>
              <a:t>List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77040" y="5250833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Object Array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021056" y="4715420"/>
            <a:ext cx="576064" cy="39319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0x01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1032189" y="4322226"/>
            <a:ext cx="576064" cy="39319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0x02</a:t>
            </a:r>
            <a:endParaRPr lang="ko-KR" altLang="en-US" sz="1000" dirty="0"/>
          </a:p>
        </p:txBody>
      </p:sp>
      <p:sp>
        <p:nvSpPr>
          <p:cNvPr id="18" name="직사각형 17"/>
          <p:cNvSpPr/>
          <p:nvPr/>
        </p:nvSpPr>
        <p:spPr>
          <a:xfrm>
            <a:off x="1034530" y="3928194"/>
            <a:ext cx="576064" cy="39319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0x03</a:t>
            </a:r>
            <a:endParaRPr lang="ko-KR" altLang="en-US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1045663" y="3535000"/>
            <a:ext cx="576064" cy="39319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0x04</a:t>
            </a:r>
            <a:endParaRPr lang="ko-KR" altLang="en-US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1043608" y="3140968"/>
            <a:ext cx="576064" cy="39319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0x05</a:t>
            </a:r>
            <a:endParaRPr lang="ko-KR" altLang="en-US" sz="1000" dirty="0"/>
          </a:p>
        </p:txBody>
      </p:sp>
      <p:sp>
        <p:nvSpPr>
          <p:cNvPr id="21" name="직사각형 20"/>
          <p:cNvSpPr/>
          <p:nvPr/>
        </p:nvSpPr>
        <p:spPr>
          <a:xfrm>
            <a:off x="1054741" y="2747774"/>
            <a:ext cx="576064" cy="39319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0x06</a:t>
            </a:r>
            <a:endParaRPr lang="ko-KR" altLang="en-US" sz="1000" dirty="0"/>
          </a:p>
        </p:txBody>
      </p:sp>
      <p:sp>
        <p:nvSpPr>
          <p:cNvPr id="22" name="직사각형 21"/>
          <p:cNvSpPr/>
          <p:nvPr/>
        </p:nvSpPr>
        <p:spPr>
          <a:xfrm>
            <a:off x="3491880" y="4051914"/>
            <a:ext cx="576064" cy="39319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0x01</a:t>
            </a:r>
            <a:endParaRPr lang="ko-KR" altLang="en-US" sz="1000" dirty="0"/>
          </a:p>
        </p:txBody>
      </p:sp>
      <p:sp>
        <p:nvSpPr>
          <p:cNvPr id="23" name="직사각형 22"/>
          <p:cNvSpPr/>
          <p:nvPr/>
        </p:nvSpPr>
        <p:spPr>
          <a:xfrm>
            <a:off x="3505212" y="4439543"/>
            <a:ext cx="576064" cy="39319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0x02</a:t>
            </a:r>
            <a:endParaRPr lang="ko-KR" altLang="en-US" sz="1000" dirty="0"/>
          </a:p>
        </p:txBody>
      </p:sp>
      <p:sp>
        <p:nvSpPr>
          <p:cNvPr id="24" name="직사각형 23"/>
          <p:cNvSpPr/>
          <p:nvPr/>
        </p:nvSpPr>
        <p:spPr>
          <a:xfrm>
            <a:off x="3504184" y="4828629"/>
            <a:ext cx="576064" cy="39319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0x03</a:t>
            </a:r>
            <a:endParaRPr lang="ko-KR" altLang="en-US" sz="1000" dirty="0"/>
          </a:p>
        </p:txBody>
      </p:sp>
      <p:sp>
        <p:nvSpPr>
          <p:cNvPr id="25" name="직사각형 24"/>
          <p:cNvSpPr/>
          <p:nvPr/>
        </p:nvSpPr>
        <p:spPr>
          <a:xfrm>
            <a:off x="5726183" y="4831144"/>
            <a:ext cx="576064" cy="393194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0x04</a:t>
            </a:r>
            <a:endParaRPr lang="ko-KR" altLang="en-US" sz="1000" dirty="0"/>
          </a:p>
        </p:txBody>
      </p:sp>
      <p:sp>
        <p:nvSpPr>
          <p:cNvPr id="26" name="직사각형 25"/>
          <p:cNvSpPr/>
          <p:nvPr/>
        </p:nvSpPr>
        <p:spPr>
          <a:xfrm>
            <a:off x="5724128" y="4437112"/>
            <a:ext cx="576064" cy="393194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0x05</a:t>
            </a:r>
            <a:endParaRPr lang="ko-KR" altLang="en-US" sz="1000" dirty="0"/>
          </a:p>
        </p:txBody>
      </p:sp>
      <p:sp>
        <p:nvSpPr>
          <p:cNvPr id="27" name="직사각형 26"/>
          <p:cNvSpPr/>
          <p:nvPr/>
        </p:nvSpPr>
        <p:spPr>
          <a:xfrm>
            <a:off x="5735261" y="4043918"/>
            <a:ext cx="576064" cy="393194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0x06</a:t>
            </a:r>
            <a:endParaRPr lang="ko-KR" altLang="en-US" sz="1000" dirty="0"/>
          </a:p>
        </p:txBody>
      </p:sp>
      <p:sp>
        <p:nvSpPr>
          <p:cNvPr id="28" name="오른쪽 화살표 27"/>
          <p:cNvSpPr/>
          <p:nvPr/>
        </p:nvSpPr>
        <p:spPr>
          <a:xfrm>
            <a:off x="4283968" y="3856186"/>
            <a:ext cx="1228137" cy="528363"/>
          </a:xfrm>
          <a:prstGeom prst="rightArrow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사용완료</a:t>
            </a:r>
            <a:endParaRPr lang="ko-KR" altLang="en-US" sz="1000" dirty="0"/>
          </a:p>
        </p:txBody>
      </p:sp>
      <p:sp>
        <p:nvSpPr>
          <p:cNvPr id="30" name="왼쪽 화살표 29"/>
          <p:cNvSpPr/>
          <p:nvPr/>
        </p:nvSpPr>
        <p:spPr>
          <a:xfrm>
            <a:off x="4283967" y="4879515"/>
            <a:ext cx="1228137" cy="432048"/>
          </a:xfrm>
          <a:prstGeom prst="lef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사용시작</a:t>
            </a:r>
            <a:endParaRPr lang="ko-KR" altLang="en-US" sz="1000" dirty="0"/>
          </a:p>
        </p:txBody>
      </p:sp>
      <p:cxnSp>
        <p:nvCxnSpPr>
          <p:cNvPr id="40" name="직선 화살표 연결선 39"/>
          <p:cNvCxnSpPr>
            <a:stCxn id="22" idx="1"/>
            <a:endCxn id="10" idx="3"/>
          </p:cNvCxnSpPr>
          <p:nvPr/>
        </p:nvCxnSpPr>
        <p:spPr>
          <a:xfrm flipH="1">
            <a:off x="1597120" y="4248511"/>
            <a:ext cx="1894760" cy="663506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23" idx="1"/>
            <a:endCxn id="17" idx="3"/>
          </p:cNvCxnSpPr>
          <p:nvPr/>
        </p:nvCxnSpPr>
        <p:spPr>
          <a:xfrm flipH="1" flipV="1">
            <a:off x="1608253" y="4518823"/>
            <a:ext cx="1896959" cy="117317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endCxn id="18" idx="3"/>
          </p:cNvCxnSpPr>
          <p:nvPr/>
        </p:nvCxnSpPr>
        <p:spPr>
          <a:xfrm flipH="1" flipV="1">
            <a:off x="1610594" y="4124791"/>
            <a:ext cx="1881286" cy="900435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27" idx="1"/>
            <a:endCxn id="21" idx="3"/>
          </p:cNvCxnSpPr>
          <p:nvPr/>
        </p:nvCxnSpPr>
        <p:spPr>
          <a:xfrm flipH="1" flipV="1">
            <a:off x="1630805" y="2944371"/>
            <a:ext cx="4104456" cy="1296144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26" idx="1"/>
            <a:endCxn id="20" idx="3"/>
          </p:cNvCxnSpPr>
          <p:nvPr/>
        </p:nvCxnSpPr>
        <p:spPr>
          <a:xfrm flipH="1" flipV="1">
            <a:off x="1619672" y="3337565"/>
            <a:ext cx="4104456" cy="1296144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stCxn id="25" idx="1"/>
            <a:endCxn id="19" idx="3"/>
          </p:cNvCxnSpPr>
          <p:nvPr/>
        </p:nvCxnSpPr>
        <p:spPr>
          <a:xfrm flipH="1" flipV="1">
            <a:off x="1621727" y="3731597"/>
            <a:ext cx="4104456" cy="1296144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427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alpha val="5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FFC0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3178</TotalTime>
  <Words>507</Words>
  <Application>Microsoft Office PowerPoint</Application>
  <PresentationFormat>화면 슬라이드 쇼(4:3)</PresentationFormat>
  <Paragraphs>160</Paragraphs>
  <Slides>18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테마</vt:lpstr>
      <vt:lpstr>Driect2D</vt:lpstr>
      <vt:lpstr>다운로드 및 빌드하기</vt:lpstr>
      <vt:lpstr>Driect2D의 원리</vt:lpstr>
      <vt:lpstr>Driect2D 구조도</vt:lpstr>
      <vt:lpstr>렌더타겟과 뷰포트</vt:lpstr>
      <vt:lpstr>전역변수와 함수의 관계</vt:lpstr>
      <vt:lpstr>이미지를 그리는 원리</vt:lpstr>
      <vt:lpstr>이미지와 행렬</vt:lpstr>
      <vt:lpstr>부모와 자식행렬</vt:lpstr>
      <vt:lpstr>이미지 그리기와 행렬</vt:lpstr>
      <vt:lpstr>비트맵 1개로 두개 그리기</vt:lpstr>
      <vt:lpstr>PowerPoint 프레젠테이션</vt:lpstr>
      <vt:lpstr>충돌 검사하기</vt:lpstr>
      <vt:lpstr>원형 충돌체크</vt:lpstr>
      <vt:lpstr>AABB / OBB 박스충돌체크</vt:lpstr>
      <vt:lpstr>게임 만들기</vt:lpstr>
      <vt:lpstr>게임 만들기</vt:lpstr>
      <vt:lpstr>오브젝트 풀링</vt:lpstr>
    </vt:vector>
  </TitlesOfParts>
  <Company>SBS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김 홍규</cp:lastModifiedBy>
  <cp:revision>99</cp:revision>
  <dcterms:created xsi:type="dcterms:W3CDTF">2018-07-05T12:30:30Z</dcterms:created>
  <dcterms:modified xsi:type="dcterms:W3CDTF">2024-07-12T03:48:24Z</dcterms:modified>
</cp:coreProperties>
</file>