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97"/>
  </p:notesMasterIdLst>
  <p:sldIdLst>
    <p:sldId id="256" r:id="rId2"/>
    <p:sldId id="257" r:id="rId3"/>
    <p:sldId id="258" r:id="rId4"/>
    <p:sldId id="259" r:id="rId5"/>
    <p:sldId id="260" r:id="rId6"/>
    <p:sldId id="338" r:id="rId7"/>
    <p:sldId id="339" r:id="rId8"/>
    <p:sldId id="261" r:id="rId9"/>
    <p:sldId id="340" r:id="rId10"/>
    <p:sldId id="262" r:id="rId11"/>
    <p:sldId id="342" r:id="rId12"/>
    <p:sldId id="341" r:id="rId13"/>
    <p:sldId id="332" r:id="rId14"/>
    <p:sldId id="331" r:id="rId15"/>
    <p:sldId id="343" r:id="rId16"/>
    <p:sldId id="263" r:id="rId17"/>
    <p:sldId id="264" r:id="rId18"/>
    <p:sldId id="333" r:id="rId19"/>
    <p:sldId id="334" r:id="rId20"/>
    <p:sldId id="335" r:id="rId21"/>
    <p:sldId id="265" r:id="rId22"/>
    <p:sldId id="266" r:id="rId23"/>
    <p:sldId id="267" r:id="rId24"/>
    <p:sldId id="344" r:id="rId25"/>
    <p:sldId id="268" r:id="rId26"/>
    <p:sldId id="269" r:id="rId27"/>
    <p:sldId id="336" r:id="rId28"/>
    <p:sldId id="270" r:id="rId29"/>
    <p:sldId id="271" r:id="rId30"/>
    <p:sldId id="272" r:id="rId31"/>
    <p:sldId id="273" r:id="rId32"/>
    <p:sldId id="274" r:id="rId33"/>
    <p:sldId id="275" r:id="rId34"/>
    <p:sldId id="277" r:id="rId35"/>
    <p:sldId id="278" r:id="rId36"/>
    <p:sldId id="279" r:id="rId37"/>
    <p:sldId id="280" r:id="rId38"/>
    <p:sldId id="281" r:id="rId39"/>
    <p:sldId id="345" r:id="rId40"/>
    <p:sldId id="282" r:id="rId41"/>
    <p:sldId id="283" r:id="rId42"/>
    <p:sldId id="284" r:id="rId43"/>
    <p:sldId id="285" r:id="rId44"/>
    <p:sldId id="286" r:id="rId45"/>
    <p:sldId id="287" r:id="rId46"/>
    <p:sldId id="288" r:id="rId47"/>
    <p:sldId id="289" r:id="rId48"/>
    <p:sldId id="290" r:id="rId49"/>
    <p:sldId id="291" r:id="rId50"/>
    <p:sldId id="292" r:id="rId51"/>
    <p:sldId id="327" r:id="rId52"/>
    <p:sldId id="293" r:id="rId53"/>
    <p:sldId id="353" r:id="rId54"/>
    <p:sldId id="294" r:id="rId55"/>
    <p:sldId id="295" r:id="rId56"/>
    <p:sldId id="296" r:id="rId57"/>
    <p:sldId id="297" r:id="rId58"/>
    <p:sldId id="298" r:id="rId59"/>
    <p:sldId id="299" r:id="rId60"/>
    <p:sldId id="301" r:id="rId61"/>
    <p:sldId id="300" r:id="rId62"/>
    <p:sldId id="346" r:id="rId63"/>
    <p:sldId id="302" r:id="rId64"/>
    <p:sldId id="303" r:id="rId65"/>
    <p:sldId id="304" r:id="rId66"/>
    <p:sldId id="305" r:id="rId67"/>
    <p:sldId id="306" r:id="rId68"/>
    <p:sldId id="320" r:id="rId69"/>
    <p:sldId id="307" r:id="rId70"/>
    <p:sldId id="321" r:id="rId71"/>
    <p:sldId id="322" r:id="rId72"/>
    <p:sldId id="323" r:id="rId73"/>
    <p:sldId id="324" r:id="rId74"/>
    <p:sldId id="325" r:id="rId75"/>
    <p:sldId id="326" r:id="rId76"/>
    <p:sldId id="308" r:id="rId77"/>
    <p:sldId id="309" r:id="rId78"/>
    <p:sldId id="310" r:id="rId79"/>
    <p:sldId id="311" r:id="rId80"/>
    <p:sldId id="312" r:id="rId81"/>
    <p:sldId id="313" r:id="rId82"/>
    <p:sldId id="347" r:id="rId83"/>
    <p:sldId id="349" r:id="rId84"/>
    <p:sldId id="350" r:id="rId85"/>
    <p:sldId id="351" r:id="rId86"/>
    <p:sldId id="328" r:id="rId87"/>
    <p:sldId id="330" r:id="rId88"/>
    <p:sldId id="352" r:id="rId89"/>
    <p:sldId id="316" r:id="rId90"/>
    <p:sldId id="317" r:id="rId91"/>
    <p:sldId id="348" r:id="rId92"/>
    <p:sldId id="329" r:id="rId93"/>
    <p:sldId id="315" r:id="rId94"/>
    <p:sldId id="318" r:id="rId95"/>
    <p:sldId id="319" r:id="rId9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99"/>
    <a:srgbClr val="FF9900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EA886A-C012-14E4-A02C-EA066F120447}" v="15" dt="2025-08-22T04:45:43.6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9" d="100"/>
          <a:sy n="149" d="100"/>
        </p:scale>
        <p:origin x="50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microsoft.com/office/2016/11/relationships/changesInfo" Target="changesInfos/changesInfo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presProps" Target="presProps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 홍규" userId="6d16d8e1c579a2a2" providerId="LiveId" clId="{8666CCD0-20CC-4BF0-A9D6-AC017088B49E}"/>
    <pc:docChg chg="undo custSel addSld delSld modSld sldOrd">
      <pc:chgData name="김 홍규" userId="6d16d8e1c579a2a2" providerId="LiveId" clId="{8666CCD0-20CC-4BF0-A9D6-AC017088B49E}" dt="2023-01-25T03:28:58.974" v="255" actId="207"/>
      <pc:docMkLst>
        <pc:docMk/>
      </pc:docMkLst>
      <pc:sldChg chg="modSp del mod">
        <pc:chgData name="김 홍규" userId="6d16d8e1c579a2a2" providerId="LiveId" clId="{8666CCD0-20CC-4BF0-A9D6-AC017088B49E}" dt="2023-01-25T03:24:55.967" v="148" actId="47"/>
        <pc:sldMkLst>
          <pc:docMk/>
          <pc:sldMk cId="0" sldId="314"/>
        </pc:sldMkLst>
      </pc:sldChg>
      <pc:sldChg chg="modSp add mod ord">
        <pc:chgData name="김 홍규" userId="6d16d8e1c579a2a2" providerId="LiveId" clId="{8666CCD0-20CC-4BF0-A9D6-AC017088B49E}" dt="2023-01-25T03:20:51.270" v="130" actId="20577"/>
        <pc:sldMkLst>
          <pc:docMk/>
          <pc:sldMk cId="1874121424" sldId="328"/>
        </pc:sldMkLst>
      </pc:sldChg>
      <pc:sldChg chg="modSp add mod">
        <pc:chgData name="김 홍규" userId="6d16d8e1c579a2a2" providerId="LiveId" clId="{8666CCD0-20CC-4BF0-A9D6-AC017088B49E}" dt="2023-01-25T03:28:58.974" v="255" actId="207"/>
        <pc:sldMkLst>
          <pc:docMk/>
          <pc:sldMk cId="3977882144" sldId="329"/>
        </pc:sldMkLst>
      </pc:sldChg>
      <pc:sldChg chg="addSp modSp add mod ord">
        <pc:chgData name="김 홍규" userId="6d16d8e1c579a2a2" providerId="LiveId" clId="{8666CCD0-20CC-4BF0-A9D6-AC017088B49E}" dt="2023-01-25T03:27:13.684" v="235" actId="14100"/>
        <pc:sldMkLst>
          <pc:docMk/>
          <pc:sldMk cId="3500258351" sldId="330"/>
        </pc:sldMkLst>
      </pc:sldChg>
    </pc:docChg>
  </pc:docChgLst>
  <pc:docChgLst>
    <pc:chgData name="김 홍규" userId="6d16d8e1c579a2a2" providerId="Windows Live" clId="Web-{22491258-24EA-4FDF-A95D-0251AFC30931}"/>
    <pc:docChg chg="modSld sldOrd">
      <pc:chgData name="김 홍규" userId="6d16d8e1c579a2a2" providerId="Windows Live" clId="Web-{22491258-24EA-4FDF-A95D-0251AFC30931}" dt="2024-01-04T09:19:19.027" v="41" actId="1076"/>
      <pc:docMkLst>
        <pc:docMk/>
      </pc:docMkLst>
      <pc:sldChg chg="modSp">
        <pc:chgData name="김 홍규" userId="6d16d8e1c579a2a2" providerId="Windows Live" clId="Web-{22491258-24EA-4FDF-A95D-0251AFC30931}" dt="2024-01-04T09:09:35.275" v="20" actId="20577"/>
        <pc:sldMkLst>
          <pc:docMk/>
          <pc:sldMk cId="0" sldId="283"/>
        </pc:sldMkLst>
      </pc:sldChg>
      <pc:sldChg chg="modSp">
        <pc:chgData name="김 홍규" userId="6d16d8e1c579a2a2" providerId="Windows Live" clId="Web-{22491258-24EA-4FDF-A95D-0251AFC30931}" dt="2024-01-04T09:12:38.937" v="37" actId="20577"/>
        <pc:sldMkLst>
          <pc:docMk/>
          <pc:sldMk cId="0" sldId="286"/>
        </pc:sldMkLst>
      </pc:sldChg>
      <pc:sldChg chg="modSp">
        <pc:chgData name="김 홍규" userId="6d16d8e1c579a2a2" providerId="Windows Live" clId="Web-{22491258-24EA-4FDF-A95D-0251AFC30931}" dt="2024-01-04T09:12:06.170" v="33" actId="20577"/>
        <pc:sldMkLst>
          <pc:docMk/>
          <pc:sldMk cId="0" sldId="287"/>
        </pc:sldMkLst>
      </pc:sldChg>
      <pc:sldChg chg="ord">
        <pc:chgData name="김 홍규" userId="6d16d8e1c579a2a2" providerId="Windows Live" clId="Web-{22491258-24EA-4FDF-A95D-0251AFC30931}" dt="2024-01-04T09:16:47.273" v="38"/>
        <pc:sldMkLst>
          <pc:docMk/>
          <pc:sldMk cId="0" sldId="300"/>
        </pc:sldMkLst>
      </pc:sldChg>
      <pc:sldChg chg="modSp">
        <pc:chgData name="김 홍규" userId="6d16d8e1c579a2a2" providerId="Windows Live" clId="Web-{22491258-24EA-4FDF-A95D-0251AFC30931}" dt="2024-01-04T09:08:09.757" v="8"/>
        <pc:sldMkLst>
          <pc:docMk/>
          <pc:sldMk cId="996373148" sldId="345"/>
        </pc:sldMkLst>
      </pc:sldChg>
      <pc:sldChg chg="modSp">
        <pc:chgData name="김 홍규" userId="6d16d8e1c579a2a2" providerId="Windows Live" clId="Web-{22491258-24EA-4FDF-A95D-0251AFC30931}" dt="2024-01-04T09:19:19.027" v="41" actId="1076"/>
        <pc:sldMkLst>
          <pc:docMk/>
          <pc:sldMk cId="921629926" sldId="349"/>
        </pc:sldMkLst>
      </pc:sldChg>
    </pc:docChg>
  </pc:docChgLst>
  <pc:docChgLst>
    <pc:chgData name="홍규 김" userId="6d16d8e1c579a2a2" providerId="Windows Live" clId="Web-{27EA886A-C012-14E4-A02C-EA066F120447}"/>
    <pc:docChg chg="addSld delSld modSld">
      <pc:chgData name="홍규 김" userId="6d16d8e1c579a2a2" providerId="Windows Live" clId="Web-{27EA886A-C012-14E4-A02C-EA066F120447}" dt="2025-08-22T04:45:43.633" v="13" actId="14100"/>
      <pc:docMkLst>
        <pc:docMk/>
      </pc:docMkLst>
      <pc:sldChg chg="addSp delSp modSp">
        <pc:chgData name="홍규 김" userId="6d16d8e1c579a2a2" providerId="Windows Live" clId="Web-{27EA886A-C012-14E4-A02C-EA066F120447}" dt="2025-08-22T04:45:43.633" v="13" actId="14100"/>
        <pc:sldMkLst>
          <pc:docMk/>
          <pc:sldMk cId="0" sldId="293"/>
        </pc:sldMkLst>
        <pc:spChg chg="mod">
          <ac:chgData name="홍규 김" userId="6d16d8e1c579a2a2" providerId="Windows Live" clId="Web-{27EA886A-C012-14E4-A02C-EA066F120447}" dt="2025-08-22T04:44:37.365" v="5" actId="20577"/>
          <ac:spMkLst>
            <pc:docMk/>
            <pc:sldMk cId="0" sldId="293"/>
            <ac:spMk id="1596" creationId="{00000000-0000-0000-0000-000000000000}"/>
          </ac:spMkLst>
        </pc:spChg>
        <pc:cxnChg chg="mod">
          <ac:chgData name="홍규 김" userId="6d16d8e1c579a2a2" providerId="Windows Live" clId="Web-{27EA886A-C012-14E4-A02C-EA066F120447}" dt="2025-08-22T04:45:37.414" v="12" actId="14100"/>
          <ac:cxnSpMkLst>
            <pc:docMk/>
            <pc:sldMk cId="0" sldId="293"/>
            <ac:cxnSpMk id="1598" creationId="{00000000-0000-0000-0000-000000000000}"/>
          </ac:cxnSpMkLst>
        </pc:cxnChg>
        <pc:cxnChg chg="del mod">
          <ac:chgData name="홍규 김" userId="6d16d8e1c579a2a2" providerId="Windows Live" clId="Web-{27EA886A-C012-14E4-A02C-EA066F120447}" dt="2025-08-22T04:44:48.897" v="8"/>
          <ac:cxnSpMkLst>
            <pc:docMk/>
            <pc:sldMk cId="0" sldId="293"/>
            <ac:cxnSpMk id="1605" creationId="{00000000-0000-0000-0000-000000000000}"/>
          </ac:cxnSpMkLst>
        </pc:cxnChg>
        <pc:cxnChg chg="add del mod">
          <ac:chgData name="홍규 김" userId="6d16d8e1c579a2a2" providerId="Windows Live" clId="Web-{27EA886A-C012-14E4-A02C-EA066F120447}" dt="2025-08-22T04:45:43.633" v="13" actId="14100"/>
          <ac:cxnSpMkLst>
            <pc:docMk/>
            <pc:sldMk cId="0" sldId="293"/>
            <ac:cxnSpMk id="1606" creationId="{00000000-0000-0000-0000-000000000000}"/>
          </ac:cxnSpMkLst>
        </pc:cxnChg>
      </pc:sldChg>
      <pc:sldChg chg="add del replId">
        <pc:chgData name="홍규 김" userId="6d16d8e1c579a2a2" providerId="Windows Live" clId="Web-{27EA886A-C012-14E4-A02C-EA066F120447}" dt="2025-08-22T04:44:10.458" v="3"/>
        <pc:sldMkLst>
          <pc:docMk/>
          <pc:sldMk cId="1705723719" sldId="353"/>
        </pc:sldMkLst>
      </pc:sldChg>
      <pc:sldChg chg="add replId">
        <pc:chgData name="홍규 김" userId="6d16d8e1c579a2a2" providerId="Windows Live" clId="Web-{27EA886A-C012-14E4-A02C-EA066F120447}" dt="2025-08-22T04:44:23.115" v="4"/>
        <pc:sldMkLst>
          <pc:docMk/>
          <pc:sldMk cId="3208817663" sldId="353"/>
        </pc:sldMkLst>
      </pc:sldChg>
    </pc:docChg>
  </pc:docChgLst>
  <pc:docChgLst>
    <pc:chgData name="김 홍규" userId="6d16d8e1c579a2a2" providerId="LiveId" clId="{8EF1BA94-EFD8-47D4-9192-76C57B8CC444}"/>
    <pc:docChg chg="undo custSel addSld delSld modSld">
      <pc:chgData name="김 홍규" userId="6d16d8e1c579a2a2" providerId="LiveId" clId="{8EF1BA94-EFD8-47D4-9192-76C57B8CC444}" dt="2022-04-22T10:01:33.235" v="1555" actId="207"/>
      <pc:docMkLst>
        <pc:docMk/>
      </pc:docMkLst>
      <pc:sldChg chg="addSp modSp mod modNotes">
        <pc:chgData name="김 홍규" userId="6d16d8e1c579a2a2" providerId="LiveId" clId="{8EF1BA94-EFD8-47D4-9192-76C57B8CC444}" dt="2022-04-19T09:40:50.818" v="1378" actId="20577"/>
        <pc:sldMkLst>
          <pc:docMk/>
          <pc:sldMk cId="0" sldId="256"/>
        </pc:sldMkLst>
      </pc:sldChg>
      <pc:sldChg chg="modSp mod">
        <pc:chgData name="김 홍규" userId="6d16d8e1c579a2a2" providerId="LiveId" clId="{8EF1BA94-EFD8-47D4-9192-76C57B8CC444}" dt="2022-04-12T04:01:17.653" v="0" actId="27636"/>
        <pc:sldMkLst>
          <pc:docMk/>
          <pc:sldMk cId="0" sldId="259"/>
        </pc:sldMkLst>
      </pc:sldChg>
      <pc:sldChg chg="addSp modSp mod">
        <pc:chgData name="김 홍규" userId="6d16d8e1c579a2a2" providerId="LiveId" clId="{8EF1BA94-EFD8-47D4-9192-76C57B8CC444}" dt="2022-04-19T09:24:23.931" v="178" actId="207"/>
        <pc:sldMkLst>
          <pc:docMk/>
          <pc:sldMk cId="0" sldId="261"/>
        </pc:sldMkLst>
      </pc:sldChg>
      <pc:sldChg chg="addSp delSp modSp mod modNotes">
        <pc:chgData name="김 홍규" userId="6d16d8e1c579a2a2" providerId="LiveId" clId="{8EF1BA94-EFD8-47D4-9192-76C57B8CC444}" dt="2022-04-19T09:29:40.027" v="652" actId="1076"/>
        <pc:sldMkLst>
          <pc:docMk/>
          <pc:sldMk cId="0" sldId="262"/>
        </pc:sldMkLst>
      </pc:sldChg>
      <pc:sldChg chg="addSp modSp mod modNotes">
        <pc:chgData name="김 홍규" userId="6d16d8e1c579a2a2" providerId="LiveId" clId="{8EF1BA94-EFD8-47D4-9192-76C57B8CC444}" dt="2022-04-19T09:29:34.044" v="651" actId="1076"/>
        <pc:sldMkLst>
          <pc:docMk/>
          <pc:sldMk cId="0" sldId="263"/>
        </pc:sldMkLst>
      </pc:sldChg>
      <pc:sldChg chg="addSp modSp mod modNotes">
        <pc:chgData name="김 홍규" userId="6d16d8e1c579a2a2" providerId="LiveId" clId="{8EF1BA94-EFD8-47D4-9192-76C57B8CC444}" dt="2022-04-19T09:33:08.064" v="859" actId="207"/>
        <pc:sldMkLst>
          <pc:docMk/>
          <pc:sldMk cId="0" sldId="264"/>
        </pc:sldMkLst>
      </pc:sldChg>
      <pc:sldChg chg="addSp delSp modSp mod modNotes">
        <pc:chgData name="김 홍규" userId="6d16d8e1c579a2a2" providerId="LiveId" clId="{8EF1BA94-EFD8-47D4-9192-76C57B8CC444}" dt="2022-04-19T09:38:52.693" v="1364" actId="1037"/>
        <pc:sldMkLst>
          <pc:docMk/>
          <pc:sldMk cId="0" sldId="265"/>
        </pc:sldMkLst>
      </pc:sldChg>
      <pc:sldChg chg="modSp mod">
        <pc:chgData name="김 홍규" userId="6d16d8e1c579a2a2" providerId="LiveId" clId="{8EF1BA94-EFD8-47D4-9192-76C57B8CC444}" dt="2022-04-19T09:47:16.677" v="1380" actId="1076"/>
        <pc:sldMkLst>
          <pc:docMk/>
          <pc:sldMk cId="0" sldId="272"/>
        </pc:sldMkLst>
      </pc:sldChg>
      <pc:sldChg chg="modSp mod">
        <pc:chgData name="김 홍규" userId="6d16d8e1c579a2a2" providerId="LiveId" clId="{8EF1BA94-EFD8-47D4-9192-76C57B8CC444}" dt="2022-04-19T07:24:48.244" v="3" actId="692"/>
        <pc:sldMkLst>
          <pc:docMk/>
          <pc:sldMk cId="0" sldId="290"/>
        </pc:sldMkLst>
      </pc:sldChg>
      <pc:sldChg chg="addSp delSp modSp mod">
        <pc:chgData name="김 홍규" userId="6d16d8e1c579a2a2" providerId="LiveId" clId="{8EF1BA94-EFD8-47D4-9192-76C57B8CC444}" dt="2022-04-21T09:45:34.506" v="1429" actId="571"/>
        <pc:sldMkLst>
          <pc:docMk/>
          <pc:sldMk cId="0" sldId="297"/>
        </pc:sldMkLst>
      </pc:sldChg>
      <pc:sldChg chg="modSp mod">
        <pc:chgData name="김 홍규" userId="6d16d8e1c579a2a2" providerId="LiveId" clId="{8EF1BA94-EFD8-47D4-9192-76C57B8CC444}" dt="2022-04-21T10:57:18.485" v="1433" actId="20577"/>
        <pc:sldMkLst>
          <pc:docMk/>
          <pc:sldMk cId="0" sldId="298"/>
        </pc:sldMkLst>
      </pc:sldChg>
      <pc:sldChg chg="modSp mod">
        <pc:chgData name="김 홍규" userId="6d16d8e1c579a2a2" providerId="LiveId" clId="{8EF1BA94-EFD8-47D4-9192-76C57B8CC444}" dt="2022-04-21T10:57:44.382" v="1436" actId="14100"/>
        <pc:sldMkLst>
          <pc:docMk/>
          <pc:sldMk cId="0" sldId="300"/>
        </pc:sldMkLst>
      </pc:sldChg>
      <pc:sldChg chg="modSp mod">
        <pc:chgData name="김 홍규" userId="6d16d8e1c579a2a2" providerId="LiveId" clId="{8EF1BA94-EFD8-47D4-9192-76C57B8CC444}" dt="2022-04-21T10:57:51.412" v="1439" actId="20577"/>
        <pc:sldMkLst>
          <pc:docMk/>
          <pc:sldMk cId="0" sldId="301"/>
        </pc:sldMkLst>
      </pc:sldChg>
      <pc:sldChg chg="modSp mod">
        <pc:chgData name="김 홍규" userId="6d16d8e1c579a2a2" providerId="LiveId" clId="{8EF1BA94-EFD8-47D4-9192-76C57B8CC444}" dt="2022-04-21T10:58:01.318" v="1442" actId="14100"/>
        <pc:sldMkLst>
          <pc:docMk/>
          <pc:sldMk cId="0" sldId="302"/>
        </pc:sldMkLst>
      </pc:sldChg>
      <pc:sldChg chg="modSp mod">
        <pc:chgData name="김 홍규" userId="6d16d8e1c579a2a2" providerId="LiveId" clId="{8EF1BA94-EFD8-47D4-9192-76C57B8CC444}" dt="2022-04-22T08:41:53.495" v="1443" actId="1076"/>
        <pc:sldMkLst>
          <pc:docMk/>
          <pc:sldMk cId="0" sldId="305"/>
        </pc:sldMkLst>
      </pc:sldChg>
      <pc:sldChg chg="addSp delSp modSp mod">
        <pc:chgData name="김 홍규" userId="6d16d8e1c579a2a2" providerId="LiveId" clId="{8EF1BA94-EFD8-47D4-9192-76C57B8CC444}" dt="2022-04-22T08:45:26.747" v="1471" actId="692"/>
        <pc:sldMkLst>
          <pc:docMk/>
          <pc:sldMk cId="0" sldId="306"/>
        </pc:sldMkLst>
      </pc:sldChg>
      <pc:sldChg chg="addSp delSp modSp mod">
        <pc:chgData name="김 홍규" userId="6d16d8e1c579a2a2" providerId="LiveId" clId="{8EF1BA94-EFD8-47D4-9192-76C57B8CC444}" dt="2022-04-22T08:47:23.185" v="1487" actId="20577"/>
        <pc:sldMkLst>
          <pc:docMk/>
          <pc:sldMk cId="0" sldId="307"/>
        </pc:sldMkLst>
      </pc:sldChg>
      <pc:sldChg chg="modSp mod">
        <pc:chgData name="김 홍규" userId="6d16d8e1c579a2a2" providerId="LiveId" clId="{8EF1BA94-EFD8-47D4-9192-76C57B8CC444}" dt="2022-04-12T04:01:18.658" v="1" actId="27636"/>
        <pc:sldMkLst>
          <pc:docMk/>
          <pc:sldMk cId="0" sldId="319"/>
        </pc:sldMkLst>
      </pc:sldChg>
      <pc:sldChg chg="add del">
        <pc:chgData name="김 홍규" userId="6d16d8e1c579a2a2" providerId="LiveId" clId="{8EF1BA94-EFD8-47D4-9192-76C57B8CC444}" dt="2022-04-21T09:39:38.564" v="1382" actId="2890"/>
        <pc:sldMkLst>
          <pc:docMk/>
          <pc:sldMk cId="3447794712" sldId="320"/>
        </pc:sldMkLst>
      </pc:sldChg>
      <pc:sldChg chg="addSp delSp modSp add mod">
        <pc:chgData name="김 홍규" userId="6d16d8e1c579a2a2" providerId="LiveId" clId="{8EF1BA94-EFD8-47D4-9192-76C57B8CC444}" dt="2022-04-22T08:47:19.672" v="1485" actId="20577"/>
        <pc:sldMkLst>
          <pc:docMk/>
          <pc:sldMk cId="3721797738" sldId="320"/>
        </pc:sldMkLst>
      </pc:sldChg>
      <pc:sldChg chg="delSp modSp add mod">
        <pc:chgData name="김 홍규" userId="6d16d8e1c579a2a2" providerId="LiveId" clId="{8EF1BA94-EFD8-47D4-9192-76C57B8CC444}" dt="2022-04-22T08:48:19.824" v="1491" actId="478"/>
        <pc:sldMkLst>
          <pc:docMk/>
          <pc:sldMk cId="4293062555" sldId="321"/>
        </pc:sldMkLst>
      </pc:sldChg>
      <pc:sldChg chg="modSp add mod">
        <pc:chgData name="김 홍규" userId="6d16d8e1c579a2a2" providerId="LiveId" clId="{8EF1BA94-EFD8-47D4-9192-76C57B8CC444}" dt="2022-04-22T08:49:38.964" v="1503" actId="20577"/>
        <pc:sldMkLst>
          <pc:docMk/>
          <pc:sldMk cId="1787891222" sldId="322"/>
        </pc:sldMkLst>
      </pc:sldChg>
      <pc:sldChg chg="delSp modSp add mod">
        <pc:chgData name="김 홍규" userId="6d16d8e1c579a2a2" providerId="LiveId" clId="{8EF1BA94-EFD8-47D4-9192-76C57B8CC444}" dt="2022-04-22T08:50:24.494" v="1517" actId="20577"/>
        <pc:sldMkLst>
          <pc:docMk/>
          <pc:sldMk cId="1536122859" sldId="323"/>
        </pc:sldMkLst>
      </pc:sldChg>
      <pc:sldChg chg="modSp add mod">
        <pc:chgData name="김 홍규" userId="6d16d8e1c579a2a2" providerId="LiveId" clId="{8EF1BA94-EFD8-47D4-9192-76C57B8CC444}" dt="2022-04-22T08:50:49.546" v="1525" actId="207"/>
        <pc:sldMkLst>
          <pc:docMk/>
          <pc:sldMk cId="2879980200" sldId="324"/>
        </pc:sldMkLst>
      </pc:sldChg>
      <pc:sldChg chg="modSp add mod">
        <pc:chgData name="김 홍규" userId="6d16d8e1c579a2a2" providerId="LiveId" clId="{8EF1BA94-EFD8-47D4-9192-76C57B8CC444}" dt="2022-04-22T08:51:57.794" v="1542" actId="692"/>
        <pc:sldMkLst>
          <pc:docMk/>
          <pc:sldMk cId="130688641" sldId="325"/>
        </pc:sldMkLst>
      </pc:sldChg>
      <pc:sldChg chg="modSp add mod">
        <pc:chgData name="김 홍규" userId="6d16d8e1c579a2a2" providerId="LiveId" clId="{8EF1BA94-EFD8-47D4-9192-76C57B8CC444}" dt="2022-04-22T10:01:33.235" v="1555" actId="207"/>
        <pc:sldMkLst>
          <pc:docMk/>
          <pc:sldMk cId="1492345799" sldId="326"/>
        </pc:sldMkLst>
      </pc:sldChg>
    </pc:docChg>
  </pc:docChgLst>
  <pc:docChgLst>
    <pc:chgData name="김 홍규" userId="6d16d8e1c579a2a2" providerId="Windows Live" clId="Web-{7919AD49-F7CF-4109-A7D6-AC4A8FEB8EF3}"/>
    <pc:docChg chg="addSld delSld modSld sldOrd">
      <pc:chgData name="김 홍규" userId="6d16d8e1c579a2a2" providerId="Windows Live" clId="Web-{7919AD49-F7CF-4109-A7D6-AC4A8FEB8EF3}" dt="2024-01-04T09:04:55.801" v="111"/>
      <pc:docMkLst>
        <pc:docMk/>
      </pc:docMkLst>
      <pc:sldChg chg="addSp modSp">
        <pc:chgData name="김 홍규" userId="6d16d8e1c579a2a2" providerId="Windows Live" clId="Web-{7919AD49-F7CF-4109-A7D6-AC4A8FEB8EF3}" dt="2024-01-04T07:58:29.234" v="28" actId="20577"/>
        <pc:sldMkLst>
          <pc:docMk/>
          <pc:sldMk cId="0" sldId="301"/>
        </pc:sldMkLst>
      </pc:sldChg>
      <pc:sldChg chg="ord">
        <pc:chgData name="김 홍규" userId="6d16d8e1c579a2a2" providerId="Windows Live" clId="Web-{7919AD49-F7CF-4109-A7D6-AC4A8FEB8EF3}" dt="2024-01-04T07:58:29.687" v="29"/>
        <pc:sldMkLst>
          <pc:docMk/>
          <pc:sldMk cId="0" sldId="302"/>
        </pc:sldMkLst>
      </pc:sldChg>
      <pc:sldChg chg="modSp">
        <pc:chgData name="김 홍규" userId="6d16d8e1c579a2a2" providerId="Windows Live" clId="Web-{7919AD49-F7CF-4109-A7D6-AC4A8FEB8EF3}" dt="2024-01-04T07:59:29.313" v="31" actId="1076"/>
        <pc:sldMkLst>
          <pc:docMk/>
          <pc:sldMk cId="0" sldId="304"/>
        </pc:sldMkLst>
      </pc:sldChg>
      <pc:sldChg chg="delSp modSp">
        <pc:chgData name="김 홍규" userId="6d16d8e1c579a2a2" providerId="Windows Live" clId="Web-{7919AD49-F7CF-4109-A7D6-AC4A8FEB8EF3}" dt="2024-01-04T08:03:37.818" v="44" actId="20577"/>
        <pc:sldMkLst>
          <pc:docMk/>
          <pc:sldMk cId="0" sldId="306"/>
        </pc:sldMkLst>
      </pc:sldChg>
      <pc:sldChg chg="delSp modSp">
        <pc:chgData name="김 홍규" userId="6d16d8e1c579a2a2" providerId="Windows Live" clId="Web-{7919AD49-F7CF-4109-A7D6-AC4A8FEB8EF3}" dt="2024-01-04T08:29:00.018" v="104"/>
        <pc:sldMkLst>
          <pc:docMk/>
          <pc:sldMk cId="0" sldId="312"/>
        </pc:sldMkLst>
      </pc:sldChg>
      <pc:sldChg chg="delSp modSp">
        <pc:chgData name="김 홍규" userId="6d16d8e1c579a2a2" providerId="Windows Live" clId="Web-{7919AD49-F7CF-4109-A7D6-AC4A8FEB8EF3}" dt="2024-01-04T08:28:41.080" v="103"/>
        <pc:sldMkLst>
          <pc:docMk/>
          <pc:sldMk cId="0" sldId="313"/>
        </pc:sldMkLst>
      </pc:sldChg>
      <pc:sldChg chg="ord">
        <pc:chgData name="김 홍규" userId="6d16d8e1c579a2a2" providerId="Windows Live" clId="Web-{7919AD49-F7CF-4109-A7D6-AC4A8FEB8EF3}" dt="2024-01-04T08:29:31.909" v="105"/>
        <pc:sldMkLst>
          <pc:docMk/>
          <pc:sldMk cId="0" sldId="315"/>
        </pc:sldMkLst>
      </pc:sldChg>
      <pc:sldChg chg="modSp">
        <pc:chgData name="김 홍규" userId="6d16d8e1c579a2a2" providerId="Windows Live" clId="Web-{7919AD49-F7CF-4109-A7D6-AC4A8FEB8EF3}" dt="2024-01-04T08:13:37.845" v="65" actId="14100"/>
        <pc:sldMkLst>
          <pc:docMk/>
          <pc:sldMk cId="1874121424" sldId="328"/>
        </pc:sldMkLst>
      </pc:sldChg>
      <pc:sldChg chg="ord">
        <pc:chgData name="김 홍규" userId="6d16d8e1c579a2a2" providerId="Windows Live" clId="Web-{7919AD49-F7CF-4109-A7D6-AC4A8FEB8EF3}" dt="2024-01-04T08:29:38.316" v="107"/>
        <pc:sldMkLst>
          <pc:docMk/>
          <pc:sldMk cId="3977882144" sldId="329"/>
        </pc:sldMkLst>
      </pc:sldChg>
      <pc:sldChg chg="ord">
        <pc:chgData name="김 홍규" userId="6d16d8e1c579a2a2" providerId="Windows Live" clId="Web-{7919AD49-F7CF-4109-A7D6-AC4A8FEB8EF3}" dt="2024-01-04T08:30:14.645" v="110"/>
        <pc:sldMkLst>
          <pc:docMk/>
          <pc:sldMk cId="3500258351" sldId="330"/>
        </pc:sldMkLst>
      </pc:sldChg>
      <pc:sldChg chg="add replId">
        <pc:chgData name="김 홍규" userId="6d16d8e1c579a2a2" providerId="Windows Live" clId="Web-{7919AD49-F7CF-4109-A7D6-AC4A8FEB8EF3}" dt="2024-01-04T07:53:56.072" v="0"/>
        <pc:sldMkLst>
          <pc:docMk/>
          <pc:sldMk cId="4176892192" sldId="346"/>
        </pc:sldMkLst>
      </pc:sldChg>
      <pc:sldChg chg="add del ord replId">
        <pc:chgData name="김 홍규" userId="6d16d8e1c579a2a2" providerId="Windows Live" clId="Web-{7919AD49-F7CF-4109-A7D6-AC4A8FEB8EF3}" dt="2024-01-04T08:02:42.770" v="35"/>
        <pc:sldMkLst>
          <pc:docMk/>
          <pc:sldMk cId="2827525635" sldId="347"/>
        </pc:sldMkLst>
      </pc:sldChg>
      <pc:sldChg chg="delSp modSp add replId">
        <pc:chgData name="김 홍규" userId="6d16d8e1c579a2a2" providerId="Windows Live" clId="Web-{7919AD49-F7CF-4109-A7D6-AC4A8FEB8EF3}" dt="2024-01-04T08:28:33.861" v="102"/>
        <pc:sldMkLst>
          <pc:docMk/>
          <pc:sldMk cId="3905108256" sldId="347"/>
        </pc:sldMkLst>
      </pc:sldChg>
      <pc:sldChg chg="add ord replId">
        <pc:chgData name="김 홍규" userId="6d16d8e1c579a2a2" providerId="Windows Live" clId="Web-{7919AD49-F7CF-4109-A7D6-AC4A8FEB8EF3}" dt="2024-01-04T08:29:57.879" v="109"/>
        <pc:sldMkLst>
          <pc:docMk/>
          <pc:sldMk cId="1043976533" sldId="348"/>
        </pc:sldMkLst>
      </pc:sldChg>
      <pc:sldChg chg="addSp delSp modSp add replId">
        <pc:chgData name="김 홍규" userId="6d16d8e1c579a2a2" providerId="Windows Live" clId="Web-{7919AD49-F7CF-4109-A7D6-AC4A8FEB8EF3}" dt="2024-01-04T08:27:11.625" v="91"/>
        <pc:sldMkLst>
          <pc:docMk/>
          <pc:sldMk cId="921629926" sldId="349"/>
        </pc:sldMkLst>
      </pc:sldChg>
      <pc:sldChg chg="add del ord replId">
        <pc:chgData name="김 홍규" userId="6d16d8e1c579a2a2" providerId="Windows Live" clId="Web-{7919AD49-F7CF-4109-A7D6-AC4A8FEB8EF3}" dt="2024-01-04T08:26:59.156" v="89"/>
        <pc:sldMkLst>
          <pc:docMk/>
          <pc:sldMk cId="64932725" sldId="350"/>
        </pc:sldMkLst>
      </pc:sldChg>
      <pc:sldChg chg="addSp delSp modSp add replId">
        <pc:chgData name="김 홍규" userId="6d16d8e1c579a2a2" providerId="Windows Live" clId="Web-{7919AD49-F7CF-4109-A7D6-AC4A8FEB8EF3}" dt="2024-01-04T08:27:56.704" v="96"/>
        <pc:sldMkLst>
          <pc:docMk/>
          <pc:sldMk cId="1852138150" sldId="350"/>
        </pc:sldMkLst>
      </pc:sldChg>
      <pc:sldChg chg="addSp delSp modSp add replId">
        <pc:chgData name="김 홍규" userId="6d16d8e1c579a2a2" providerId="Windows Live" clId="Web-{7919AD49-F7CF-4109-A7D6-AC4A8FEB8EF3}" dt="2024-01-04T08:28:16.267" v="101"/>
        <pc:sldMkLst>
          <pc:docMk/>
          <pc:sldMk cId="3909054321" sldId="351"/>
        </pc:sldMkLst>
      </pc:sldChg>
      <pc:sldChg chg="new">
        <pc:chgData name="김 홍규" userId="6d16d8e1c579a2a2" providerId="Windows Live" clId="Web-{7919AD49-F7CF-4109-A7D6-AC4A8FEB8EF3}" dt="2024-01-04T09:04:55.801" v="111"/>
        <pc:sldMkLst>
          <pc:docMk/>
          <pc:sldMk cId="2575850404" sldId="352"/>
        </pc:sldMkLst>
      </pc:sldChg>
    </pc:docChg>
  </pc:docChgLst>
  <pc:docChgLst>
    <pc:chgData name="김 홍규" userId="6d16d8e1c579a2a2" providerId="LiveId" clId="{D9C3617A-4CF6-4631-AC15-B92B26DA2C14}"/>
    <pc:docChg chg="addSld modSld">
      <pc:chgData name="김 홍규" userId="6d16d8e1c579a2a2" providerId="LiveId" clId="{D9C3617A-4CF6-4631-AC15-B92B26DA2C14}" dt="2022-09-28T04:24:51.132" v="2" actId="2890"/>
      <pc:docMkLst>
        <pc:docMk/>
      </pc:docMkLst>
      <pc:sldChg chg="modSp mod">
        <pc:chgData name="김 홍규" userId="6d16d8e1c579a2a2" providerId="LiveId" clId="{D9C3617A-4CF6-4631-AC15-B92B26DA2C14}" dt="2022-09-28T04:02:05.668" v="1" actId="20577"/>
        <pc:sldMkLst>
          <pc:docMk/>
          <pc:sldMk cId="0" sldId="276"/>
        </pc:sldMkLst>
      </pc:sldChg>
      <pc:sldChg chg="add">
        <pc:chgData name="김 홍규" userId="6d16d8e1c579a2a2" providerId="LiveId" clId="{D9C3617A-4CF6-4631-AC15-B92B26DA2C14}" dt="2022-09-28T04:24:51.132" v="2" actId="2890"/>
        <pc:sldMkLst>
          <pc:docMk/>
          <pc:sldMk cId="3292039979" sldId="327"/>
        </pc:sldMkLst>
      </pc:sldChg>
    </pc:docChg>
  </pc:docChgLst>
  <pc:docChgLst>
    <pc:chgData name="김 홍규" userId="6d16d8e1c579a2a2" providerId="Windows Live" clId="Web-{D1859B6D-9CE3-4742-B2A5-45F2F368301F}"/>
    <pc:docChg chg="addSld delSld modSld sldOrd">
      <pc:chgData name="김 홍규" userId="6d16d8e1c579a2a2" providerId="Windows Live" clId="Web-{D1859B6D-9CE3-4742-B2A5-45F2F368301F}" dt="2024-01-02T08:49:47.005" v="361"/>
      <pc:docMkLst>
        <pc:docMk/>
      </pc:docMkLst>
      <pc:sldChg chg="delSp modSp">
        <pc:chgData name="김 홍규" userId="6d16d8e1c579a2a2" providerId="Windows Live" clId="Web-{D1859B6D-9CE3-4742-B2A5-45F2F368301F}" dt="2024-01-02T07:29:03.794" v="200" actId="20577"/>
        <pc:sldMkLst>
          <pc:docMk/>
          <pc:sldMk cId="0" sldId="261"/>
        </pc:sldMkLst>
      </pc:sldChg>
      <pc:sldChg chg="addSp delSp modSp">
        <pc:chgData name="김 홍규" userId="6d16d8e1c579a2a2" providerId="Windows Live" clId="Web-{D1859B6D-9CE3-4742-B2A5-45F2F368301F}" dt="2024-01-02T07:29:22.843" v="201" actId="20577"/>
        <pc:sldMkLst>
          <pc:docMk/>
          <pc:sldMk cId="0" sldId="262"/>
        </pc:sldMkLst>
      </pc:sldChg>
      <pc:sldChg chg="modSp">
        <pc:chgData name="김 홍규" userId="6d16d8e1c579a2a2" providerId="Windows Live" clId="Web-{D1859B6D-9CE3-4742-B2A5-45F2F368301F}" dt="2024-01-02T07:26:51.613" v="180" actId="20577"/>
        <pc:sldMkLst>
          <pc:docMk/>
          <pc:sldMk cId="0" sldId="263"/>
        </pc:sldMkLst>
      </pc:sldChg>
      <pc:sldChg chg="addSp delSp modSp">
        <pc:chgData name="김 홍규" userId="6d16d8e1c579a2a2" providerId="Windows Live" clId="Web-{D1859B6D-9CE3-4742-B2A5-45F2F368301F}" dt="2024-01-02T07:32:21.370" v="210" actId="20577"/>
        <pc:sldMkLst>
          <pc:docMk/>
          <pc:sldMk cId="0" sldId="264"/>
        </pc:sldMkLst>
      </pc:sldChg>
      <pc:sldChg chg="modSp">
        <pc:chgData name="김 홍규" userId="6d16d8e1c579a2a2" providerId="Windows Live" clId="Web-{D1859B6D-9CE3-4742-B2A5-45F2F368301F}" dt="2024-01-02T07:33:15.093" v="216" actId="20577"/>
        <pc:sldMkLst>
          <pc:docMk/>
          <pc:sldMk cId="0" sldId="265"/>
        </pc:sldMkLst>
      </pc:sldChg>
      <pc:sldChg chg="modSp">
        <pc:chgData name="김 홍규" userId="6d16d8e1c579a2a2" providerId="Windows Live" clId="Web-{D1859B6D-9CE3-4742-B2A5-45F2F368301F}" dt="2024-01-02T07:35:26.805" v="224"/>
        <pc:sldMkLst>
          <pc:docMk/>
          <pc:sldMk cId="0" sldId="266"/>
        </pc:sldMkLst>
      </pc:sldChg>
      <pc:sldChg chg="modSp">
        <pc:chgData name="김 홍규" userId="6d16d8e1c579a2a2" providerId="Windows Live" clId="Web-{D1859B6D-9CE3-4742-B2A5-45F2F368301F}" dt="2024-01-02T07:35:53.479" v="227"/>
        <pc:sldMkLst>
          <pc:docMk/>
          <pc:sldMk cId="0" sldId="267"/>
        </pc:sldMkLst>
      </pc:sldChg>
      <pc:sldChg chg="delSp modSp">
        <pc:chgData name="김 홍규" userId="6d16d8e1c579a2a2" providerId="Windows Live" clId="Web-{D1859B6D-9CE3-4742-B2A5-45F2F368301F}" dt="2024-01-02T06:52:47.174" v="39"/>
        <pc:sldMkLst>
          <pc:docMk/>
          <pc:sldMk cId="0" sldId="268"/>
        </pc:sldMkLst>
      </pc:sldChg>
      <pc:sldChg chg="modSp ord">
        <pc:chgData name="김 홍규" userId="6d16d8e1c579a2a2" providerId="Windows Live" clId="Web-{D1859B6D-9CE3-4742-B2A5-45F2F368301F}" dt="2024-01-02T07:41:06.281" v="281" actId="20577"/>
        <pc:sldMkLst>
          <pc:docMk/>
          <pc:sldMk cId="0" sldId="269"/>
        </pc:sldMkLst>
      </pc:sldChg>
      <pc:sldChg chg="modSp">
        <pc:chgData name="김 홍규" userId="6d16d8e1c579a2a2" providerId="Windows Live" clId="Web-{D1859B6D-9CE3-4742-B2A5-45F2F368301F}" dt="2024-01-02T08:15:04.670" v="294" actId="1076"/>
        <pc:sldMkLst>
          <pc:docMk/>
          <pc:sldMk cId="0" sldId="275"/>
        </pc:sldMkLst>
      </pc:sldChg>
      <pc:sldChg chg="del ord">
        <pc:chgData name="김 홍규" userId="6d16d8e1c579a2a2" providerId="Windows Live" clId="Web-{D1859B6D-9CE3-4742-B2A5-45F2F368301F}" dt="2024-01-02T08:16:18.032" v="300"/>
        <pc:sldMkLst>
          <pc:docMk/>
          <pc:sldMk cId="0" sldId="276"/>
        </pc:sldMkLst>
      </pc:sldChg>
      <pc:sldChg chg="modSp">
        <pc:chgData name="김 홍규" userId="6d16d8e1c579a2a2" providerId="Windows Live" clId="Web-{D1859B6D-9CE3-4742-B2A5-45F2F368301F}" dt="2024-01-02T08:15:36.906" v="299"/>
        <pc:sldMkLst>
          <pc:docMk/>
          <pc:sldMk cId="0" sldId="277"/>
        </pc:sldMkLst>
      </pc:sldChg>
      <pc:sldChg chg="modSp">
        <pc:chgData name="김 홍규" userId="6d16d8e1c579a2a2" providerId="Windows Live" clId="Web-{D1859B6D-9CE3-4742-B2A5-45F2F368301F}" dt="2024-01-02T08:17:39.130" v="315" actId="20577"/>
        <pc:sldMkLst>
          <pc:docMk/>
          <pc:sldMk cId="0" sldId="279"/>
        </pc:sldMkLst>
      </pc:sldChg>
      <pc:sldChg chg="delSp modSp">
        <pc:chgData name="김 홍규" userId="6d16d8e1c579a2a2" providerId="Windows Live" clId="Web-{D1859B6D-9CE3-4742-B2A5-45F2F368301F}" dt="2024-01-02T08:47:10.593" v="339" actId="20577"/>
        <pc:sldMkLst>
          <pc:docMk/>
          <pc:sldMk cId="0" sldId="280"/>
        </pc:sldMkLst>
      </pc:sldChg>
      <pc:sldChg chg="delSp modSp">
        <pc:chgData name="김 홍규" userId="6d16d8e1c579a2a2" providerId="Windows Live" clId="Web-{D1859B6D-9CE3-4742-B2A5-45F2F368301F}" dt="2024-01-02T08:47:03.624" v="338" actId="20577"/>
        <pc:sldMkLst>
          <pc:docMk/>
          <pc:sldMk cId="0" sldId="281"/>
        </pc:sldMkLst>
      </pc:sldChg>
      <pc:sldChg chg="addSp delSp modSp add ord replId">
        <pc:chgData name="김 홍규" userId="6d16d8e1c579a2a2" providerId="Windows Live" clId="Web-{D1859B6D-9CE3-4742-B2A5-45F2F368301F}" dt="2024-01-02T07:30:54.927" v="204"/>
        <pc:sldMkLst>
          <pc:docMk/>
          <pc:sldMk cId="1296398585" sldId="331"/>
        </pc:sldMkLst>
      </pc:sldChg>
      <pc:sldChg chg="modSp add replId">
        <pc:chgData name="김 홍규" userId="6d16d8e1c579a2a2" providerId="Windows Live" clId="Web-{D1859B6D-9CE3-4742-B2A5-45F2F368301F}" dt="2024-01-02T07:27:07.208" v="181" actId="20577"/>
        <pc:sldMkLst>
          <pc:docMk/>
          <pc:sldMk cId="2027889956" sldId="332"/>
        </pc:sldMkLst>
      </pc:sldChg>
      <pc:sldChg chg="modSp add replId">
        <pc:chgData name="김 홍규" userId="6d16d8e1c579a2a2" providerId="Windows Live" clId="Web-{D1859B6D-9CE3-4742-B2A5-45F2F368301F}" dt="2024-01-02T07:32:36.512" v="212" actId="20577"/>
        <pc:sldMkLst>
          <pc:docMk/>
          <pc:sldMk cId="340652192" sldId="333"/>
        </pc:sldMkLst>
      </pc:sldChg>
      <pc:sldChg chg="modSp add ord replId">
        <pc:chgData name="김 홍규" userId="6d16d8e1c579a2a2" providerId="Windows Live" clId="Web-{D1859B6D-9CE3-4742-B2A5-45F2F368301F}" dt="2024-01-02T07:32:52.372" v="213"/>
        <pc:sldMkLst>
          <pc:docMk/>
          <pc:sldMk cId="2071831829" sldId="334"/>
        </pc:sldMkLst>
      </pc:sldChg>
      <pc:sldChg chg="delSp modSp add ord replId">
        <pc:chgData name="김 홍규" userId="6d16d8e1c579a2a2" providerId="Windows Live" clId="Web-{D1859B6D-9CE3-4742-B2A5-45F2F368301F}" dt="2024-01-02T07:33:04.123" v="214" actId="20577"/>
        <pc:sldMkLst>
          <pc:docMk/>
          <pc:sldMk cId="4273867022" sldId="335"/>
        </pc:sldMkLst>
      </pc:sldChg>
      <pc:sldChg chg="modSp add replId">
        <pc:chgData name="김 홍규" userId="6d16d8e1c579a2a2" providerId="Windows Live" clId="Web-{D1859B6D-9CE3-4742-B2A5-45F2F368301F}" dt="2024-01-02T07:42:45.944" v="283" actId="20577"/>
        <pc:sldMkLst>
          <pc:docMk/>
          <pc:sldMk cId="2255450262" sldId="336"/>
        </pc:sldMkLst>
      </pc:sldChg>
      <pc:sldChg chg="addSp delSp modSp add del replId">
        <pc:chgData name="김 홍규" userId="6d16d8e1c579a2a2" providerId="Windows Live" clId="Web-{D1859B6D-9CE3-4742-B2A5-45F2F368301F}" dt="2024-01-02T07:28:08.447" v="190"/>
        <pc:sldMkLst>
          <pc:docMk/>
          <pc:sldMk cId="1624269420" sldId="337"/>
        </pc:sldMkLst>
      </pc:sldChg>
      <pc:sldChg chg="delSp modSp add ord replId">
        <pc:chgData name="김 홍규" userId="6d16d8e1c579a2a2" providerId="Windows Live" clId="Web-{D1859B6D-9CE3-4742-B2A5-45F2F368301F}" dt="2024-01-02T07:28:47.903" v="195" actId="20577"/>
        <pc:sldMkLst>
          <pc:docMk/>
          <pc:sldMk cId="1297368147" sldId="338"/>
        </pc:sldMkLst>
      </pc:sldChg>
      <pc:sldChg chg="modSp add replId">
        <pc:chgData name="김 홍규" userId="6d16d8e1c579a2a2" providerId="Windows Live" clId="Web-{D1859B6D-9CE3-4742-B2A5-45F2F368301F}" dt="2024-01-02T07:28:52.575" v="196" actId="20577"/>
        <pc:sldMkLst>
          <pc:docMk/>
          <pc:sldMk cId="570186136" sldId="339"/>
        </pc:sldMkLst>
      </pc:sldChg>
      <pc:sldChg chg="addSp delSp modSp add ord replId">
        <pc:chgData name="김 홍규" userId="6d16d8e1c579a2a2" providerId="Windows Live" clId="Web-{D1859B6D-9CE3-4742-B2A5-45F2F368301F}" dt="2024-01-02T07:29:43.610" v="203" actId="20577"/>
        <pc:sldMkLst>
          <pc:docMk/>
          <pc:sldMk cId="4137638207" sldId="340"/>
        </pc:sldMkLst>
      </pc:sldChg>
      <pc:sldChg chg="modSp add ord replId">
        <pc:chgData name="김 홍규" userId="6d16d8e1c579a2a2" providerId="Windows Live" clId="Web-{D1859B6D-9CE3-4742-B2A5-45F2F368301F}" dt="2024-01-02T07:27:16.834" v="183" actId="20577"/>
        <pc:sldMkLst>
          <pc:docMk/>
          <pc:sldMk cId="896095415" sldId="341"/>
        </pc:sldMkLst>
      </pc:sldChg>
      <pc:sldChg chg="modSp add ord replId">
        <pc:chgData name="김 홍규" userId="6d16d8e1c579a2a2" providerId="Windows Live" clId="Web-{D1859B6D-9CE3-4742-B2A5-45F2F368301F}" dt="2024-01-02T07:27:33.319" v="187"/>
        <pc:sldMkLst>
          <pc:docMk/>
          <pc:sldMk cId="3601048423" sldId="342"/>
        </pc:sldMkLst>
      </pc:sldChg>
      <pc:sldChg chg="addSp modSp add replId">
        <pc:chgData name="김 홍규" userId="6d16d8e1c579a2a2" providerId="Windows Live" clId="Web-{D1859B6D-9CE3-4742-B2A5-45F2F368301F}" dt="2024-01-02T07:31:58.478" v="208" actId="20577"/>
        <pc:sldMkLst>
          <pc:docMk/>
          <pc:sldMk cId="4216522794" sldId="343"/>
        </pc:sldMkLst>
      </pc:sldChg>
      <pc:sldChg chg="delSp modSp add replId">
        <pc:chgData name="김 홍규" userId="6d16d8e1c579a2a2" providerId="Windows Live" clId="Web-{D1859B6D-9CE3-4742-B2A5-45F2F368301F}" dt="2024-01-02T08:11:50.505" v="288" actId="20577"/>
        <pc:sldMkLst>
          <pc:docMk/>
          <pc:sldMk cId="2358225972" sldId="344"/>
        </pc:sldMkLst>
      </pc:sldChg>
      <pc:sldChg chg="modSp add del replId">
        <pc:chgData name="김 홍규" userId="6d16d8e1c579a2a2" providerId="Windows Live" clId="Web-{D1859B6D-9CE3-4742-B2A5-45F2F368301F}" dt="2024-01-02T07:36:49.826" v="245"/>
        <pc:sldMkLst>
          <pc:docMk/>
          <pc:sldMk cId="3206044765" sldId="344"/>
        </pc:sldMkLst>
      </pc:sldChg>
      <pc:sldChg chg="addSp modSp add ord replId">
        <pc:chgData name="김 홍규" userId="6d16d8e1c579a2a2" providerId="Windows Live" clId="Web-{D1859B6D-9CE3-4742-B2A5-45F2F368301F}" dt="2024-01-02T08:49:47.005" v="361"/>
        <pc:sldMkLst>
          <pc:docMk/>
          <pc:sldMk cId="996373148" sldId="345"/>
        </pc:sldMkLst>
      </pc:sldChg>
      <pc:sldChg chg="add del replId">
        <pc:chgData name="김 홍규" userId="6d16d8e1c579a2a2" providerId="Windows Live" clId="Web-{D1859B6D-9CE3-4742-B2A5-45F2F368301F}" dt="2024-01-02T08:18:10.943" v="318"/>
        <pc:sldMkLst>
          <pc:docMk/>
          <pc:sldMk cId="1157824339" sldId="345"/>
        </pc:sldMkLst>
      </pc:sldChg>
    </pc:docChg>
  </pc:docChgLst>
  <pc:docChgLst>
    <pc:chgData name="김 홍규" userId="6d16d8e1c579a2a2" providerId="Windows Live" clId="Web-{DFC8C4C7-239B-4A15-BD9E-D41451B7F8D4}"/>
    <pc:docChg chg="addSld delSld modSld">
      <pc:chgData name="김 홍규" userId="6d16d8e1c579a2a2" providerId="Windows Live" clId="Web-{DFC8C4C7-239B-4A15-BD9E-D41451B7F8D4}" dt="2024-01-03T05:24:12.404" v="37" actId="20577"/>
      <pc:docMkLst>
        <pc:docMk/>
      </pc:docMkLst>
      <pc:sldChg chg="modSp">
        <pc:chgData name="김 홍규" userId="6d16d8e1c579a2a2" providerId="Windows Live" clId="Web-{DFC8C4C7-239B-4A15-BD9E-D41451B7F8D4}" dt="2024-01-03T05:24:12.404" v="37" actId="20577"/>
        <pc:sldMkLst>
          <pc:docMk/>
          <pc:sldMk cId="0" sldId="256"/>
        </pc:sldMkLst>
      </pc:sldChg>
      <pc:sldChg chg="add del">
        <pc:chgData name="김 홍규" userId="6d16d8e1c579a2a2" providerId="Windows Live" clId="Web-{DFC8C4C7-239B-4A15-BD9E-D41451B7F8D4}" dt="2024-01-03T05:24:04.856" v="28"/>
        <pc:sldMkLst>
          <pc:docMk/>
          <pc:sldMk cId="0" sldId="261"/>
        </pc:sldMkLst>
      </pc:sldChg>
      <pc:sldChg chg="add del">
        <pc:chgData name="김 홍규" userId="6d16d8e1c579a2a2" providerId="Windows Live" clId="Web-{DFC8C4C7-239B-4A15-BD9E-D41451B7F8D4}" dt="2024-01-03T05:24:00.059" v="26"/>
        <pc:sldMkLst>
          <pc:docMk/>
          <pc:sldMk cId="0" sldId="262"/>
        </pc:sldMkLst>
      </pc:sldChg>
      <pc:sldChg chg="add del">
        <pc:chgData name="김 홍규" userId="6d16d8e1c579a2a2" providerId="Windows Live" clId="Web-{DFC8C4C7-239B-4A15-BD9E-D41451B7F8D4}" dt="2024-01-03T05:23:46.902" v="20"/>
        <pc:sldMkLst>
          <pc:docMk/>
          <pc:sldMk cId="0" sldId="263"/>
        </pc:sldMkLst>
      </pc:sldChg>
      <pc:sldChg chg="add del">
        <pc:chgData name="김 홍규" userId="6d16d8e1c579a2a2" providerId="Windows Live" clId="Web-{DFC8C4C7-239B-4A15-BD9E-D41451B7F8D4}" dt="2024-01-03T05:22:14.661" v="19"/>
        <pc:sldMkLst>
          <pc:docMk/>
          <pc:sldMk cId="0" sldId="264"/>
        </pc:sldMkLst>
      </pc:sldChg>
      <pc:sldChg chg="add del">
        <pc:chgData name="김 홍규" userId="6d16d8e1c579a2a2" providerId="Windows Live" clId="Web-{DFC8C4C7-239B-4A15-BD9E-D41451B7F8D4}" dt="2024-01-03T05:23:51.449" v="22"/>
        <pc:sldMkLst>
          <pc:docMk/>
          <pc:sldMk cId="1296398585" sldId="331"/>
        </pc:sldMkLst>
      </pc:sldChg>
      <pc:sldChg chg="add del">
        <pc:chgData name="김 홍규" userId="6d16d8e1c579a2a2" providerId="Windows Live" clId="Web-{DFC8C4C7-239B-4A15-BD9E-D41451B7F8D4}" dt="2024-01-03T05:23:53.824" v="23"/>
        <pc:sldMkLst>
          <pc:docMk/>
          <pc:sldMk cId="2027889956" sldId="332"/>
        </pc:sldMkLst>
      </pc:sldChg>
      <pc:sldChg chg="add del">
        <pc:chgData name="김 홍규" userId="6d16d8e1c579a2a2" providerId="Windows Live" clId="Web-{DFC8C4C7-239B-4A15-BD9E-D41451B7F8D4}" dt="2024-01-03T05:24:08.091" v="30"/>
        <pc:sldMkLst>
          <pc:docMk/>
          <pc:sldMk cId="1297368147" sldId="338"/>
        </pc:sldMkLst>
      </pc:sldChg>
      <pc:sldChg chg="add del">
        <pc:chgData name="김 홍규" userId="6d16d8e1c579a2a2" providerId="Windows Live" clId="Web-{DFC8C4C7-239B-4A15-BD9E-D41451B7F8D4}" dt="2024-01-03T05:24:06.560" v="29"/>
        <pc:sldMkLst>
          <pc:docMk/>
          <pc:sldMk cId="570186136" sldId="339"/>
        </pc:sldMkLst>
      </pc:sldChg>
      <pc:sldChg chg="add del">
        <pc:chgData name="김 홍규" userId="6d16d8e1c579a2a2" providerId="Windows Live" clId="Web-{DFC8C4C7-239B-4A15-BD9E-D41451B7F8D4}" dt="2024-01-03T05:24:02.075" v="27"/>
        <pc:sldMkLst>
          <pc:docMk/>
          <pc:sldMk cId="4137638207" sldId="340"/>
        </pc:sldMkLst>
      </pc:sldChg>
      <pc:sldChg chg="add del">
        <pc:chgData name="김 홍규" userId="6d16d8e1c579a2a2" providerId="Windows Live" clId="Web-{DFC8C4C7-239B-4A15-BD9E-D41451B7F8D4}" dt="2024-01-03T05:23:56.075" v="24"/>
        <pc:sldMkLst>
          <pc:docMk/>
          <pc:sldMk cId="896095415" sldId="341"/>
        </pc:sldMkLst>
      </pc:sldChg>
      <pc:sldChg chg="add del">
        <pc:chgData name="김 홍규" userId="6d16d8e1c579a2a2" providerId="Windows Live" clId="Web-{DFC8C4C7-239B-4A15-BD9E-D41451B7F8D4}" dt="2024-01-03T05:23:58.434" v="25"/>
        <pc:sldMkLst>
          <pc:docMk/>
          <pc:sldMk cId="3601048423" sldId="342"/>
        </pc:sldMkLst>
      </pc:sldChg>
      <pc:sldChg chg="add del">
        <pc:chgData name="김 홍규" userId="6d16d8e1c579a2a2" providerId="Windows Live" clId="Web-{DFC8C4C7-239B-4A15-BD9E-D41451B7F8D4}" dt="2024-01-03T05:23:48.996" v="21"/>
        <pc:sldMkLst>
          <pc:docMk/>
          <pc:sldMk cId="4216522794" sldId="34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ed7de4efa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ed7de4efa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ed7de4efb7_8_4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ed7de4efb7_8_4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ed7de4efb7_6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ed7de4efb7_6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ed7de4efb7_8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ed7de4efb7_8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>
          <a:extLst>
            <a:ext uri="{FF2B5EF4-FFF2-40B4-BE49-F238E27FC236}">
              <a16:creationId xmlns:a16="http://schemas.microsoft.com/office/drawing/2014/main" id="{61E60F12-FE4D-5BB5-077F-24A876529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ed7de4efb7_6_26:notes">
            <a:extLst>
              <a:ext uri="{FF2B5EF4-FFF2-40B4-BE49-F238E27FC236}">
                <a16:creationId xmlns:a16="http://schemas.microsoft.com/office/drawing/2014/main" id="{267166F9-51F5-B0BA-7820-85015F7D63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ed7de4efb7_6_26:notes">
            <a:extLst>
              <a:ext uri="{FF2B5EF4-FFF2-40B4-BE49-F238E27FC236}">
                <a16:creationId xmlns:a16="http://schemas.microsoft.com/office/drawing/2014/main" id="{B351023E-92BD-CD83-76B7-BCE749964B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16022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>
          <a:extLst>
            <a:ext uri="{FF2B5EF4-FFF2-40B4-BE49-F238E27FC236}">
              <a16:creationId xmlns:a16="http://schemas.microsoft.com/office/drawing/2014/main" id="{91B76EA3-87BE-3906-A7EB-0F21DBA06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ed7de4efb7_6_26:notes">
            <a:extLst>
              <a:ext uri="{FF2B5EF4-FFF2-40B4-BE49-F238E27FC236}">
                <a16:creationId xmlns:a16="http://schemas.microsoft.com/office/drawing/2014/main" id="{F8F83CE1-FB1C-48E9-4811-AE09FAE957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ed7de4efb7_6_26:notes">
            <a:extLst>
              <a:ext uri="{FF2B5EF4-FFF2-40B4-BE49-F238E27FC236}">
                <a16:creationId xmlns:a16="http://schemas.microsoft.com/office/drawing/2014/main" id="{898084B6-0D44-C8FC-80B9-266AE7A611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38772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ed7de4efb7_6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ed7de4efb7_6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>
          <a:extLst>
            <a:ext uri="{FF2B5EF4-FFF2-40B4-BE49-F238E27FC236}">
              <a16:creationId xmlns:a16="http://schemas.microsoft.com/office/drawing/2014/main" id="{D708A51D-CA97-584A-45C1-DBBDBB2E3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ed7de4efb7_6_26:notes">
            <a:extLst>
              <a:ext uri="{FF2B5EF4-FFF2-40B4-BE49-F238E27FC236}">
                <a16:creationId xmlns:a16="http://schemas.microsoft.com/office/drawing/2014/main" id="{8A74AE55-BD73-AFF6-9F85-DF6E44A564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ed7de4efb7_6_26:notes">
            <a:extLst>
              <a:ext uri="{FF2B5EF4-FFF2-40B4-BE49-F238E27FC236}">
                <a16:creationId xmlns:a16="http://schemas.microsoft.com/office/drawing/2014/main" id="{95592E5B-19E4-00EF-A4B2-8D89D707CD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90903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ed7de4efb7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ed7de4efb7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>
          <a:extLst>
            <a:ext uri="{FF2B5EF4-FFF2-40B4-BE49-F238E27FC236}">
              <a16:creationId xmlns:a16="http://schemas.microsoft.com/office/drawing/2014/main" id="{C723EEB0-1355-F80A-198E-C34C04EB4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ed7de4efb7_0_1:notes">
            <a:extLst>
              <a:ext uri="{FF2B5EF4-FFF2-40B4-BE49-F238E27FC236}">
                <a16:creationId xmlns:a16="http://schemas.microsoft.com/office/drawing/2014/main" id="{ABFCD2E0-CC4F-5BBF-00D1-3EBBA13232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ed7de4efb7_0_1:notes">
            <a:extLst>
              <a:ext uri="{FF2B5EF4-FFF2-40B4-BE49-F238E27FC236}">
                <a16:creationId xmlns:a16="http://schemas.microsoft.com/office/drawing/2014/main" id="{9E7F5E7D-FB49-8F9D-0DAA-9CC0D61509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54690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>
          <a:extLst>
            <a:ext uri="{FF2B5EF4-FFF2-40B4-BE49-F238E27FC236}">
              <a16:creationId xmlns:a16="http://schemas.microsoft.com/office/drawing/2014/main" id="{6B45C166-EEA4-F9F9-B7FA-0AA542515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ed7de4efb7_6_26:notes">
            <a:extLst>
              <a:ext uri="{FF2B5EF4-FFF2-40B4-BE49-F238E27FC236}">
                <a16:creationId xmlns:a16="http://schemas.microsoft.com/office/drawing/2014/main" id="{8611C28E-D6BC-3B96-2E68-F4D443A6ED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ed7de4efb7_6_26:notes">
            <a:extLst>
              <a:ext uri="{FF2B5EF4-FFF2-40B4-BE49-F238E27FC236}">
                <a16:creationId xmlns:a16="http://schemas.microsoft.com/office/drawing/2014/main" id="{5E9C74CB-8DC7-AE6A-7FAC-4E5236AE71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04956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>
          <a:extLst>
            <a:ext uri="{FF2B5EF4-FFF2-40B4-BE49-F238E27FC236}">
              <a16:creationId xmlns:a16="http://schemas.microsoft.com/office/drawing/2014/main" id="{5460EDCD-CAC6-8675-430F-B68CDE67A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ed7de4efb7_0_1:notes">
            <a:extLst>
              <a:ext uri="{FF2B5EF4-FFF2-40B4-BE49-F238E27FC236}">
                <a16:creationId xmlns:a16="http://schemas.microsoft.com/office/drawing/2014/main" id="{2E78C749-E358-4AE4-3138-80FE2E660F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ed7de4efb7_0_1:notes">
            <a:extLst>
              <a:ext uri="{FF2B5EF4-FFF2-40B4-BE49-F238E27FC236}">
                <a16:creationId xmlns:a16="http://schemas.microsoft.com/office/drawing/2014/main" id="{5A00460D-1AE0-0A59-C4BA-0B68CBF1E1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90102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>
          <a:extLst>
            <a:ext uri="{FF2B5EF4-FFF2-40B4-BE49-F238E27FC236}">
              <a16:creationId xmlns:a16="http://schemas.microsoft.com/office/drawing/2014/main" id="{DF85A8EC-46DD-AF8E-50D5-CE89EC6F5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ed7de4efb7_0_1:notes">
            <a:extLst>
              <a:ext uri="{FF2B5EF4-FFF2-40B4-BE49-F238E27FC236}">
                <a16:creationId xmlns:a16="http://schemas.microsoft.com/office/drawing/2014/main" id="{1BB53FC3-B1B6-C25A-747A-FEF06FC96D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ed7de4efb7_0_1:notes">
            <a:extLst>
              <a:ext uri="{FF2B5EF4-FFF2-40B4-BE49-F238E27FC236}">
                <a16:creationId xmlns:a16="http://schemas.microsoft.com/office/drawing/2014/main" id="{0F35AA9D-04F0-927D-50F0-FBD2634FA4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04578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>
          <a:extLst>
            <a:ext uri="{FF2B5EF4-FFF2-40B4-BE49-F238E27FC236}">
              <a16:creationId xmlns:a16="http://schemas.microsoft.com/office/drawing/2014/main" id="{46E0B360-5199-20BD-8627-4879F1DF7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ed7de4efb7_0_1:notes">
            <a:extLst>
              <a:ext uri="{FF2B5EF4-FFF2-40B4-BE49-F238E27FC236}">
                <a16:creationId xmlns:a16="http://schemas.microsoft.com/office/drawing/2014/main" id="{3991BAE6-A8EE-684B-7926-6535301CD2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ed7de4efb7_0_1:notes">
            <a:extLst>
              <a:ext uri="{FF2B5EF4-FFF2-40B4-BE49-F238E27FC236}">
                <a16:creationId xmlns:a16="http://schemas.microsoft.com/office/drawing/2014/main" id="{5C137C3E-0DAF-45D5-5C2C-17DDD7AF72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12870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ed7de4efa9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ed7de4efa9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ed7de4efb7_6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ed7de4efb7_6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>
          <a:extLst>
            <a:ext uri="{FF2B5EF4-FFF2-40B4-BE49-F238E27FC236}">
              <a16:creationId xmlns:a16="http://schemas.microsoft.com/office/drawing/2014/main" id="{52D2F763-FCF0-CAED-4D21-E0EFEBFCE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ed7de4efb7_6_60:notes">
            <a:extLst>
              <a:ext uri="{FF2B5EF4-FFF2-40B4-BE49-F238E27FC236}">
                <a16:creationId xmlns:a16="http://schemas.microsoft.com/office/drawing/2014/main" id="{2DE3A29F-1DA8-E20C-FC82-1166FFAD28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ed7de4efb7_6_60:notes">
            <a:extLst>
              <a:ext uri="{FF2B5EF4-FFF2-40B4-BE49-F238E27FC236}">
                <a16:creationId xmlns:a16="http://schemas.microsoft.com/office/drawing/2014/main" id="{ABB1143F-20A1-D83C-8C8E-85186735B9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85339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>
          <a:extLst>
            <a:ext uri="{FF2B5EF4-FFF2-40B4-BE49-F238E27FC236}">
              <a16:creationId xmlns:a16="http://schemas.microsoft.com/office/drawing/2014/main" id="{B0ACE4D6-49A1-6AA6-6499-53F411B5E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ed7de4efb7_0_33:notes">
            <a:extLst>
              <a:ext uri="{FF2B5EF4-FFF2-40B4-BE49-F238E27FC236}">
                <a16:creationId xmlns:a16="http://schemas.microsoft.com/office/drawing/2014/main" id="{34174446-D4E9-8B88-CBBE-44226055F9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ed7de4efb7_0_33:notes">
            <a:extLst>
              <a:ext uri="{FF2B5EF4-FFF2-40B4-BE49-F238E27FC236}">
                <a16:creationId xmlns:a16="http://schemas.microsoft.com/office/drawing/2014/main" id="{BCE9322D-CFD6-F0FE-4FAA-7B42C1CAD7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79467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>
          <a:extLst>
            <a:ext uri="{FF2B5EF4-FFF2-40B4-BE49-F238E27FC236}">
              <a16:creationId xmlns:a16="http://schemas.microsoft.com/office/drawing/2014/main" id="{A8E1EA09-8E7A-954A-F77D-450E61B19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ed7de4efb7_0_33:notes">
            <a:extLst>
              <a:ext uri="{FF2B5EF4-FFF2-40B4-BE49-F238E27FC236}">
                <a16:creationId xmlns:a16="http://schemas.microsoft.com/office/drawing/2014/main" id="{8443BDDB-D7C7-5120-8AA8-2F3735F2C8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ed7de4efb7_0_33:notes">
            <a:extLst>
              <a:ext uri="{FF2B5EF4-FFF2-40B4-BE49-F238E27FC236}">
                <a16:creationId xmlns:a16="http://schemas.microsoft.com/office/drawing/2014/main" id="{2F09C63A-3678-E21B-E994-8C40A47AEA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2992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ed7de4efb7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ed7de4efb7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ed7de4efb7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ed7de4efb7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ed7de4efb7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ed7de4efb7_0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>
          <a:extLst>
            <a:ext uri="{FF2B5EF4-FFF2-40B4-BE49-F238E27FC236}">
              <a16:creationId xmlns:a16="http://schemas.microsoft.com/office/drawing/2014/main" id="{2A1735DF-20B0-0721-1E47-06420930E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ed7de4efb7_0_109:notes">
            <a:extLst>
              <a:ext uri="{FF2B5EF4-FFF2-40B4-BE49-F238E27FC236}">
                <a16:creationId xmlns:a16="http://schemas.microsoft.com/office/drawing/2014/main" id="{CFB58750-9EDC-9966-5CA4-FE83E7E321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ed7de4efb7_0_109:notes">
            <a:extLst>
              <a:ext uri="{FF2B5EF4-FFF2-40B4-BE49-F238E27FC236}">
                <a16:creationId xmlns:a16="http://schemas.microsoft.com/office/drawing/2014/main" id="{D8A16D12-C069-90ED-32D3-D5A81AD188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483638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ed7de4efb7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ed7de4efb7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d7de4efb7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d7de4efb7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>
          <a:extLst>
            <a:ext uri="{FF2B5EF4-FFF2-40B4-BE49-F238E27FC236}">
              <a16:creationId xmlns:a16="http://schemas.microsoft.com/office/drawing/2014/main" id="{3B499223-3C59-B1CF-8CAF-61E14DDC8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ed7de4efb7_0_146:notes">
            <a:extLst>
              <a:ext uri="{FF2B5EF4-FFF2-40B4-BE49-F238E27FC236}">
                <a16:creationId xmlns:a16="http://schemas.microsoft.com/office/drawing/2014/main" id="{BAC686D8-8131-E2F2-DAE6-3C35CDF47C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ed7de4efb7_0_146:notes">
            <a:extLst>
              <a:ext uri="{FF2B5EF4-FFF2-40B4-BE49-F238E27FC236}">
                <a16:creationId xmlns:a16="http://schemas.microsoft.com/office/drawing/2014/main" id="{8E035570-4556-21BB-63B2-6FBB9A3EDF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964645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ed7de4efb7_0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ed7de4efb7_0_2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ed7de4efb7_0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ed7de4efb7_0_2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ed7de4efb7_0_3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ed7de4efb7_0_3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ed7de4efb7_8_3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ed7de4efb7_8_3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ed7de4efb7_6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3" name="Google Shape;683;ged7de4efb7_6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ed7de4efb7_0_3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ged7de4efb7_0_3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ed7de4efb7_0_4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ed7de4efb7_0_4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ed7de4efb7_0_4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9" name="Google Shape;819;ged7de4efb7_0_4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ee691cba31_1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4" name="Google Shape;844;gee691cba31_1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ee691cba31_1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3" name="Google Shape;883;gee691cba31_1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gee691cba31_1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2" name="Google Shape;932;gee691cba31_1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1">
          <a:extLst>
            <a:ext uri="{FF2B5EF4-FFF2-40B4-BE49-F238E27FC236}">
              <a16:creationId xmlns:a16="http://schemas.microsoft.com/office/drawing/2014/main" id="{82FB0CF3-783C-CA66-09D9-37BD81BB0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ee691cba31_1_85:notes">
            <a:extLst>
              <a:ext uri="{FF2B5EF4-FFF2-40B4-BE49-F238E27FC236}">
                <a16:creationId xmlns:a16="http://schemas.microsoft.com/office/drawing/2014/main" id="{922A4528-CF4C-4E22-68D6-32D3BE1CDD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3" name="Google Shape;883;gee691cba31_1_85:notes">
            <a:extLst>
              <a:ext uri="{FF2B5EF4-FFF2-40B4-BE49-F238E27FC236}">
                <a16:creationId xmlns:a16="http://schemas.microsoft.com/office/drawing/2014/main" id="{9C2E51AB-3D9B-006F-5826-3509BC852D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542880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gee691cba31_1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7" name="Google Shape;977;gee691cba31_1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gee691cba31_1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2" name="Google Shape;1012;gee691cba31_1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gee691cba31_1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8" name="Google Shape;1068;gee691cba31_1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gee691cba31_1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7" name="Google Shape;1117;gee691cba31_10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gee691cba31_10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4" name="Google Shape;1154;gee691cba31_10_2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gee691cba31_10_3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6" name="Google Shape;1216;gee691cba31_10_3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gee691cba31_10_3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2" name="Google Shape;1272;gee691cba31_10_3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Google Shape;1314;ged7de4efb7_8_4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5" name="Google Shape;1315;ged7de4efb7_8_4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gee691cba31_10_4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5" name="Google Shape;1345;gee691cba31_10_4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gee691cba31_10_5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3" name="Google Shape;1413;gee691cba31_10_5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Google Shape;1480;gee691cba31_10_5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1" name="Google Shape;1481;gee691cba31_10_5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Google Shape;1480;gee691cba31_10_5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1" name="Google Shape;1481;gee691cba31_10_5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170096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" name="Google Shape;1543;gee691cba31_10_6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4" name="Google Shape;1544;gee691cba31_10_6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2">
          <a:extLst>
            <a:ext uri="{FF2B5EF4-FFF2-40B4-BE49-F238E27FC236}">
              <a16:creationId xmlns:a16="http://schemas.microsoft.com/office/drawing/2014/main" id="{2DED369B-A9E4-15DC-35AA-5FF9A9235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" name="Google Shape;1543;gee691cba31_10_641:notes">
            <a:extLst>
              <a:ext uri="{FF2B5EF4-FFF2-40B4-BE49-F238E27FC236}">
                <a16:creationId xmlns:a16="http://schemas.microsoft.com/office/drawing/2014/main" id="{401BFC13-B36D-E5FF-BB88-634BADA114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4" name="Google Shape;1544;gee691cba31_10_641:notes">
            <a:extLst>
              <a:ext uri="{FF2B5EF4-FFF2-40B4-BE49-F238E27FC236}">
                <a16:creationId xmlns:a16="http://schemas.microsoft.com/office/drawing/2014/main" id="{56DF165C-1638-F0EF-7889-A4F5D81CFC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043069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8" name="Google Shape;1608;gee691cba31_10_7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9" name="Google Shape;1609;gee691cba31_10_7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2" name="Google Shape;1672;gee691cba31_10_7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3" name="Google Shape;1673;gee691cba31_10_7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6" name="Google Shape;1736;ged7de4efb7_8_6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7" name="Google Shape;1737;ged7de4efb7_8_6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4" name="Google Shape;1764;ged7de4efb7_8_6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5" name="Google Shape;1765;ged7de4efb7_8_6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4" name="Google Shape;1814;gee691cba31_10_8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5" name="Google Shape;1815;gee691cba31_10_8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3" name="Google Shape;1883;gee691cba31_10_9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4" name="Google Shape;1884;gee691cba31_10_9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" name="Google Shape;2037;gee9ff19f5d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8" name="Google Shape;2038;gee9ff19f5d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9" name="Google Shape;1959;gee9ff19f5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0" name="Google Shape;1960;gee9ff19f5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3">
          <a:extLst>
            <a:ext uri="{FF2B5EF4-FFF2-40B4-BE49-F238E27FC236}">
              <a16:creationId xmlns:a16="http://schemas.microsoft.com/office/drawing/2014/main" id="{27C436E6-2290-E188-C31A-A1CD0E2DC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4" name="Google Shape;2114;gee9ff19f5d_0_247:notes">
            <a:extLst>
              <a:ext uri="{FF2B5EF4-FFF2-40B4-BE49-F238E27FC236}">
                <a16:creationId xmlns:a16="http://schemas.microsoft.com/office/drawing/2014/main" id="{5CB1AFF1-CFEA-7877-EAA6-D98BFEAAF5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5" name="Google Shape;2115;gee9ff19f5d_0_247:notes">
            <a:extLst>
              <a:ext uri="{FF2B5EF4-FFF2-40B4-BE49-F238E27FC236}">
                <a16:creationId xmlns:a16="http://schemas.microsoft.com/office/drawing/2014/main" id="{2B459BF3-10C6-1A2F-9971-4A2AB47781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3545584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4" name="Google Shape;2114;gee9ff19f5d_0_2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5" name="Google Shape;2115;gee9ff19f5d_0_2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8" name="Google Shape;2178;ged7de4efb7_8_5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9" name="Google Shape;2179;ged7de4efb7_8_5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0" name="Google Shape;2210;gee691cba31_1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1" name="Google Shape;2211;gee691cba31_1_2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1" name="Google Shape;2241;gee9ff19f5d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2" name="Google Shape;2242;gee9ff19f5d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3" name="Google Shape;2313;gee9ff19f5d_0_4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4" name="Google Shape;2314;gee9ff19f5d_0_4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3" name="Google Shape;2313;gee9ff19f5d_0_4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4" name="Google Shape;2314;gee9ff19f5d_0_4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0934093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9" name="Google Shape;2389;gee9ff19f5d_0_5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0" name="Google Shape;2390;gee9ff19f5d_0_5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9" name="Google Shape;2389;gee9ff19f5d_0_5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0" name="Google Shape;2390;gee9ff19f5d_0_5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262436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9" name="Google Shape;2389;gee9ff19f5d_0_5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0" name="Google Shape;2390;gee9ff19f5d_0_5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23774009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9" name="Google Shape;2389;gee9ff19f5d_0_5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0" name="Google Shape;2390;gee9ff19f5d_0_5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3819064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9" name="Google Shape;2389;gee9ff19f5d_0_5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0" name="Google Shape;2390;gee9ff19f5d_0_5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6476105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9" name="Google Shape;2389;gee9ff19f5d_0_5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0" name="Google Shape;2390;gee9ff19f5d_0_5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6685389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9" name="Google Shape;2389;gee9ff19f5d_0_5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0" name="Google Shape;2390;gee9ff19f5d_0_5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02675632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" name="Google Shape;2467;gee9ff19f5d_0_6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8" name="Google Shape;2468;gee9ff19f5d_0_6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5" name="Google Shape;2515;gee691cba31_1_2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6" name="Google Shape;2516;gee691cba31_1_2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8" name="Google Shape;2548;gee691cba31_1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9" name="Google Shape;2549;gee691cba31_1_2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7" name="Google Shape;2577;gee9ff19f5d_0_8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8" name="Google Shape;2578;gee9ff19f5d_0_8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8" name="Google Shape;2638;gee9ff19f5d_0_7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9" name="Google Shape;2639;gee9ff19f5d_0_7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0" name="Google Shape;2700;gee9ff19f5d_0_10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1" name="Google Shape;2701;gee9ff19f5d_0_10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9">
          <a:extLst>
            <a:ext uri="{FF2B5EF4-FFF2-40B4-BE49-F238E27FC236}">
              <a16:creationId xmlns:a16="http://schemas.microsoft.com/office/drawing/2014/main" id="{851F2A82-0699-8310-ABE4-C84412087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0" name="Google Shape;2700;gee9ff19f5d_0_1009:notes">
            <a:extLst>
              <a:ext uri="{FF2B5EF4-FFF2-40B4-BE49-F238E27FC236}">
                <a16:creationId xmlns:a16="http://schemas.microsoft.com/office/drawing/2014/main" id="{0FD24A57-2E06-EBD4-A1E1-9A122007B5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1" name="Google Shape;2701;gee9ff19f5d_0_1009:notes">
            <a:extLst>
              <a:ext uri="{FF2B5EF4-FFF2-40B4-BE49-F238E27FC236}">
                <a16:creationId xmlns:a16="http://schemas.microsoft.com/office/drawing/2014/main" id="{A042E453-1374-717B-4F4E-F46CF413E7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6661687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9">
          <a:extLst>
            <a:ext uri="{FF2B5EF4-FFF2-40B4-BE49-F238E27FC236}">
              <a16:creationId xmlns:a16="http://schemas.microsoft.com/office/drawing/2014/main" id="{39890DD4-4636-702F-7FDC-FA49EF7C1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0" name="Google Shape;2700;gee9ff19f5d_0_1009:notes">
            <a:extLst>
              <a:ext uri="{FF2B5EF4-FFF2-40B4-BE49-F238E27FC236}">
                <a16:creationId xmlns:a16="http://schemas.microsoft.com/office/drawing/2014/main" id="{57A53D1E-B09C-33B9-3FE3-FA1D39B627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1" name="Google Shape;2701;gee9ff19f5d_0_1009:notes">
            <a:extLst>
              <a:ext uri="{FF2B5EF4-FFF2-40B4-BE49-F238E27FC236}">
                <a16:creationId xmlns:a16="http://schemas.microsoft.com/office/drawing/2014/main" id="{E80681F7-B352-824D-3C7C-48E7E4477B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0615655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9">
          <a:extLst>
            <a:ext uri="{FF2B5EF4-FFF2-40B4-BE49-F238E27FC236}">
              <a16:creationId xmlns:a16="http://schemas.microsoft.com/office/drawing/2014/main" id="{F2F4580E-28CE-F3EA-403C-B9FE03470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0" name="Google Shape;2700;gee9ff19f5d_0_1009:notes">
            <a:extLst>
              <a:ext uri="{FF2B5EF4-FFF2-40B4-BE49-F238E27FC236}">
                <a16:creationId xmlns:a16="http://schemas.microsoft.com/office/drawing/2014/main" id="{1B47C79F-9E23-2108-CB76-0E10EF698A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1" name="Google Shape;2701;gee9ff19f5d_0_1009:notes">
            <a:extLst>
              <a:ext uri="{FF2B5EF4-FFF2-40B4-BE49-F238E27FC236}">
                <a16:creationId xmlns:a16="http://schemas.microsoft.com/office/drawing/2014/main" id="{7AED05B0-CE27-25BB-592B-94F0633711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5538879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9">
          <a:extLst>
            <a:ext uri="{FF2B5EF4-FFF2-40B4-BE49-F238E27FC236}">
              <a16:creationId xmlns:a16="http://schemas.microsoft.com/office/drawing/2014/main" id="{42816AB4-2DF8-13D8-5F72-F2864DF08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0" name="Google Shape;2700;gee9ff19f5d_0_1009:notes">
            <a:extLst>
              <a:ext uri="{FF2B5EF4-FFF2-40B4-BE49-F238E27FC236}">
                <a16:creationId xmlns:a16="http://schemas.microsoft.com/office/drawing/2014/main" id="{BF2235E5-2DB8-84DF-9295-1A0AD720CC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1" name="Google Shape;2701;gee9ff19f5d_0_1009:notes">
            <a:extLst>
              <a:ext uri="{FF2B5EF4-FFF2-40B4-BE49-F238E27FC236}">
                <a16:creationId xmlns:a16="http://schemas.microsoft.com/office/drawing/2014/main" id="{94E5FE0A-62B7-BB7F-4EB7-99EBD9F1ED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9430518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2" name="Google Shape;2762;gee9ff19f5d_0_10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3" name="Google Shape;2763;gee9ff19f5d_0_10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222576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0" name="Google Shape;2700;gee9ff19f5d_0_10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1" name="Google Shape;2701;gee9ff19f5d_0_10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4866584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5" name="Google Shape;2885;gee9ff19f5d_0_7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6" name="Google Shape;2886;gee9ff19f5d_0_7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2" name="Google Shape;2902;gee691cba31_1_3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3" name="Google Shape;2903;gee691cba31_1_3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1">
          <a:extLst>
            <a:ext uri="{FF2B5EF4-FFF2-40B4-BE49-F238E27FC236}">
              <a16:creationId xmlns:a16="http://schemas.microsoft.com/office/drawing/2014/main" id="{D28C228D-068B-1945-30CC-62650E6DE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2" name="Google Shape;2762;gee9ff19f5d_0_1070:notes">
            <a:extLst>
              <a:ext uri="{FF2B5EF4-FFF2-40B4-BE49-F238E27FC236}">
                <a16:creationId xmlns:a16="http://schemas.microsoft.com/office/drawing/2014/main" id="{D559580E-4623-17A9-7B51-846D150943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3" name="Google Shape;2763;gee9ff19f5d_0_1070:notes">
            <a:extLst>
              <a:ext uri="{FF2B5EF4-FFF2-40B4-BE49-F238E27FC236}">
                <a16:creationId xmlns:a16="http://schemas.microsoft.com/office/drawing/2014/main" id="{172B285F-A43C-E472-7519-795E1DE314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7599138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2" name="Google Shape;2762;gee9ff19f5d_0_10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3" name="Google Shape;2763;gee9ff19f5d_0_10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8949948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5" name="Google Shape;2825;gee9ff19f5d_0_1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6" name="Google Shape;2826;gee9ff19f5d_0_1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1" name="Google Shape;2931;gee9ff19f5d_0_1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2" name="Google Shape;2932;gee9ff19f5d_0_1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7" name="Google Shape;2937;gee9ff19f5d_0_1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8" name="Google Shape;2938;gee9ff19f5d_0_1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단일 연결리스트 그리기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자료구조 그리기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8B5BBD-686C-42EC-A477-0F6FD9E9984F}"/>
              </a:ext>
            </a:extLst>
          </p:cNvPr>
          <p:cNvSpPr txBox="1"/>
          <p:nvPr/>
        </p:nvSpPr>
        <p:spPr>
          <a:xfrm>
            <a:off x="6178550" y="4220170"/>
            <a:ext cx="29654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/>
              <a:t>Ver. 0.05</a:t>
            </a:r>
          </a:p>
          <a:p>
            <a:pPr algn="r"/>
            <a:r>
              <a:rPr lang="en-US" altLang="ko-KR"/>
              <a:t>downkhg@gmail.com</a:t>
            </a:r>
          </a:p>
          <a:p>
            <a:pPr algn="r"/>
            <a:r>
              <a:rPr lang="ko-KR" altLang="en-US"/>
              <a:t>김홍규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4657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그림 설명</a:t>
            </a:r>
            <a:endParaRPr/>
          </a:p>
        </p:txBody>
      </p:sp>
      <p:sp>
        <p:nvSpPr>
          <p:cNvPr id="61" name="Google Shape;61;p14"/>
          <p:cNvSpPr/>
          <p:nvPr/>
        </p:nvSpPr>
        <p:spPr>
          <a:xfrm>
            <a:off x="241800" y="1301288"/>
            <a:ext cx="4288200" cy="5592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저장부(데이터,주소값)</a:t>
            </a:r>
            <a:endParaRPr/>
          </a:p>
        </p:txBody>
      </p:sp>
      <p:sp>
        <p:nvSpPr>
          <p:cNvPr id="62" name="Google Shape;62;p14"/>
          <p:cNvSpPr/>
          <p:nvPr/>
        </p:nvSpPr>
        <p:spPr>
          <a:xfrm>
            <a:off x="235500" y="1061450"/>
            <a:ext cx="4288200" cy="2823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식별부(메모리영역)</a:t>
            </a:r>
            <a:endParaRPr/>
          </a:p>
        </p:txBody>
      </p:sp>
      <p:grpSp>
        <p:nvGrpSpPr>
          <p:cNvPr id="63" name="Google Shape;63;p14"/>
          <p:cNvGrpSpPr/>
          <p:nvPr/>
        </p:nvGrpSpPr>
        <p:grpSpPr>
          <a:xfrm>
            <a:off x="530125" y="1061450"/>
            <a:ext cx="803700" cy="559200"/>
            <a:chOff x="725125" y="742575"/>
            <a:chExt cx="803700" cy="559200"/>
          </a:xfrm>
        </p:grpSpPr>
        <p:sp>
          <p:nvSpPr>
            <p:cNvPr id="64" name="Google Shape;64;p1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변수명</a:t>
              </a:r>
              <a:endParaRPr/>
            </a:p>
          </p:txBody>
        </p:sp>
        <p:sp>
          <p:nvSpPr>
            <p:cNvPr id="65" name="Google Shape;65;p1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데이터</a:t>
              </a:r>
              <a:endParaRPr/>
            </a:p>
          </p:txBody>
        </p:sp>
      </p:grpSp>
      <p:grpSp>
        <p:nvGrpSpPr>
          <p:cNvPr id="66" name="Google Shape;66;p14"/>
          <p:cNvGrpSpPr/>
          <p:nvPr/>
        </p:nvGrpSpPr>
        <p:grpSpPr>
          <a:xfrm>
            <a:off x="1644475" y="1061450"/>
            <a:ext cx="803700" cy="838800"/>
            <a:chOff x="6538675" y="262075"/>
            <a:chExt cx="803700" cy="838800"/>
          </a:xfrm>
        </p:grpSpPr>
        <p:grpSp>
          <p:nvGrpSpPr>
            <p:cNvPr id="67" name="Google Shape;67;p14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68" name="Google Shape;68;p14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구조체</a:t>
                </a:r>
                <a:endParaRPr/>
              </a:p>
            </p:txBody>
          </p:sp>
          <p:sp>
            <p:nvSpPr>
              <p:cNvPr id="69" name="Google Shape;69;p14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데이터</a:t>
                </a:r>
                <a:endParaRPr/>
              </a:p>
            </p:txBody>
          </p:sp>
        </p:grpSp>
        <p:sp>
          <p:nvSpPr>
            <p:cNvPr id="70" name="Google Shape;70;p14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다음주소</a:t>
              </a:r>
              <a:endParaRPr sz="1200"/>
            </a:p>
          </p:txBody>
        </p:sp>
      </p:grpSp>
      <p:sp>
        <p:nvSpPr>
          <p:cNvPr id="71" name="Google Shape;71;p14"/>
          <p:cNvSpPr txBox="1"/>
          <p:nvPr/>
        </p:nvSpPr>
        <p:spPr>
          <a:xfrm>
            <a:off x="806200" y="2284000"/>
            <a:ext cx="3683400" cy="3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참조: 해당메모리를 가르키고 접근할수있다.</a:t>
            </a:r>
            <a:endParaRPr/>
          </a:p>
        </p:txBody>
      </p:sp>
      <p:grpSp>
        <p:nvGrpSpPr>
          <p:cNvPr id="72" name="Google Shape;72;p14"/>
          <p:cNvGrpSpPr/>
          <p:nvPr/>
        </p:nvGrpSpPr>
        <p:grpSpPr>
          <a:xfrm>
            <a:off x="269925" y="1957075"/>
            <a:ext cx="3064780" cy="203400"/>
            <a:chOff x="4942250" y="1301775"/>
            <a:chExt cx="3064780" cy="203400"/>
          </a:xfrm>
        </p:grpSpPr>
        <p:cxnSp>
          <p:nvCxnSpPr>
            <p:cNvPr id="73" name="Google Shape;73;p14"/>
            <p:cNvCxnSpPr/>
            <p:nvPr/>
          </p:nvCxnSpPr>
          <p:spPr>
            <a:xfrm>
              <a:off x="4942250" y="1479675"/>
              <a:ext cx="5421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sp>
          <p:nvSpPr>
            <p:cNvPr id="74" name="Google Shape;74;p14"/>
            <p:cNvSpPr txBox="1"/>
            <p:nvPr/>
          </p:nvSpPr>
          <p:spPr>
            <a:xfrm>
              <a:off x="5484330" y="1301775"/>
              <a:ext cx="2522700" cy="20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복사: 메모리 값을 복사한다.</a:t>
              </a:r>
              <a:endParaRPr/>
            </a:p>
          </p:txBody>
        </p:sp>
      </p:grpSp>
      <p:cxnSp>
        <p:nvCxnSpPr>
          <p:cNvPr id="75" name="Google Shape;75;p14"/>
          <p:cNvCxnSpPr/>
          <p:nvPr/>
        </p:nvCxnSpPr>
        <p:spPr>
          <a:xfrm>
            <a:off x="235500" y="1052300"/>
            <a:ext cx="42882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76" name="Google Shape;76;p14"/>
          <p:cNvCxnSpPr/>
          <p:nvPr/>
        </p:nvCxnSpPr>
        <p:spPr>
          <a:xfrm>
            <a:off x="235500" y="1343750"/>
            <a:ext cx="42882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77" name="Google Shape;77;p14"/>
          <p:cNvCxnSpPr/>
          <p:nvPr/>
        </p:nvCxnSpPr>
        <p:spPr>
          <a:xfrm>
            <a:off x="241800" y="1900250"/>
            <a:ext cx="42882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78" name="Google Shape;78;p14"/>
          <p:cNvCxnSpPr/>
          <p:nvPr/>
        </p:nvCxnSpPr>
        <p:spPr>
          <a:xfrm>
            <a:off x="269925" y="2468063"/>
            <a:ext cx="5421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79" name="Google Shape;79;p14"/>
          <p:cNvGrpSpPr/>
          <p:nvPr/>
        </p:nvGrpSpPr>
        <p:grpSpPr>
          <a:xfrm>
            <a:off x="4598350" y="1387375"/>
            <a:ext cx="3965625" cy="368100"/>
            <a:chOff x="4473050" y="2195775"/>
            <a:chExt cx="3965625" cy="368100"/>
          </a:xfrm>
        </p:grpSpPr>
        <p:sp>
          <p:nvSpPr>
            <p:cNvPr id="80" name="Google Shape;80;p14"/>
            <p:cNvSpPr/>
            <p:nvPr/>
          </p:nvSpPr>
          <p:spPr>
            <a:xfrm>
              <a:off x="4473050" y="2240025"/>
              <a:ext cx="803700" cy="2796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14"/>
            <p:cNvSpPr txBox="1"/>
            <p:nvPr/>
          </p:nvSpPr>
          <p:spPr>
            <a:xfrm>
              <a:off x="5373875" y="2195775"/>
              <a:ext cx="3064800" cy="36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할당된 메모리</a:t>
              </a:r>
              <a:endParaRPr/>
            </a:p>
          </p:txBody>
        </p:sp>
      </p:grpSp>
      <p:grpSp>
        <p:nvGrpSpPr>
          <p:cNvPr id="82" name="Google Shape;82;p14"/>
          <p:cNvGrpSpPr/>
          <p:nvPr/>
        </p:nvGrpSpPr>
        <p:grpSpPr>
          <a:xfrm>
            <a:off x="4598350" y="1738600"/>
            <a:ext cx="3965625" cy="368100"/>
            <a:chOff x="4473050" y="2547000"/>
            <a:chExt cx="3965625" cy="368100"/>
          </a:xfrm>
        </p:grpSpPr>
        <p:sp>
          <p:nvSpPr>
            <p:cNvPr id="83" name="Google Shape;83;p14"/>
            <p:cNvSpPr/>
            <p:nvPr/>
          </p:nvSpPr>
          <p:spPr>
            <a:xfrm>
              <a:off x="4473050" y="2591250"/>
              <a:ext cx="803700" cy="2796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4"/>
            <p:cNvSpPr txBox="1"/>
            <p:nvPr/>
          </p:nvSpPr>
          <p:spPr>
            <a:xfrm>
              <a:off x="5373875" y="2547000"/>
              <a:ext cx="3064800" cy="36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접근할 수 없는 메모리</a:t>
              </a:r>
              <a:endParaRPr/>
            </a:p>
          </p:txBody>
        </p:sp>
      </p:grpSp>
      <p:sp>
        <p:nvSpPr>
          <p:cNvPr id="85" name="Google Shape;85;p14"/>
          <p:cNvSpPr/>
          <p:nvPr/>
        </p:nvSpPr>
        <p:spPr>
          <a:xfrm>
            <a:off x="4598350" y="2171150"/>
            <a:ext cx="803700" cy="2796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/>
              <a:t>매개변수</a:t>
            </a:r>
            <a:endParaRPr sz="1000" b="1"/>
          </a:p>
        </p:txBody>
      </p:sp>
      <p:sp>
        <p:nvSpPr>
          <p:cNvPr id="86" name="Google Shape;86;p14"/>
          <p:cNvSpPr txBox="1"/>
          <p:nvPr/>
        </p:nvSpPr>
        <p:spPr>
          <a:xfrm>
            <a:off x="5499175" y="2126900"/>
            <a:ext cx="3683400" cy="3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함수외부에서 전달받는 변수의 식별부</a:t>
            </a:r>
            <a:endParaRPr/>
          </a:p>
        </p:txBody>
      </p:sp>
      <p:grpSp>
        <p:nvGrpSpPr>
          <p:cNvPr id="87" name="Google Shape;87;p14"/>
          <p:cNvGrpSpPr/>
          <p:nvPr/>
        </p:nvGrpSpPr>
        <p:grpSpPr>
          <a:xfrm>
            <a:off x="4598350" y="2515200"/>
            <a:ext cx="4787625" cy="368100"/>
            <a:chOff x="4473050" y="3323600"/>
            <a:chExt cx="4787625" cy="368100"/>
          </a:xfrm>
        </p:grpSpPr>
        <p:sp>
          <p:nvSpPr>
            <p:cNvPr id="88" name="Google Shape;88;p14"/>
            <p:cNvSpPr/>
            <p:nvPr/>
          </p:nvSpPr>
          <p:spPr>
            <a:xfrm>
              <a:off x="4473050" y="3367850"/>
              <a:ext cx="803700" cy="279600"/>
            </a:xfrm>
            <a:prstGeom prst="rect">
              <a:avLst/>
            </a:prstGeom>
            <a:solidFill>
              <a:srgbClr val="CFE2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 b="1"/>
                <a:t>지역변수</a:t>
              </a:r>
              <a:endParaRPr sz="1000" b="1"/>
            </a:p>
          </p:txBody>
        </p:sp>
        <p:sp>
          <p:nvSpPr>
            <p:cNvPr id="89" name="Google Shape;89;p14"/>
            <p:cNvSpPr txBox="1"/>
            <p:nvPr/>
          </p:nvSpPr>
          <p:spPr>
            <a:xfrm>
              <a:off x="5373875" y="3323600"/>
              <a:ext cx="3886800" cy="36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해당함수 내부에서 접근가능한 변수의 식별부</a:t>
              </a:r>
              <a:endParaRPr/>
            </a:p>
          </p:txBody>
        </p:sp>
      </p:grpSp>
      <p:grpSp>
        <p:nvGrpSpPr>
          <p:cNvPr id="90" name="Google Shape;90;p14"/>
          <p:cNvGrpSpPr/>
          <p:nvPr/>
        </p:nvGrpSpPr>
        <p:grpSpPr>
          <a:xfrm>
            <a:off x="4598350" y="2903500"/>
            <a:ext cx="3965625" cy="368100"/>
            <a:chOff x="4473050" y="3711900"/>
            <a:chExt cx="3965625" cy="368100"/>
          </a:xfrm>
        </p:grpSpPr>
        <p:sp>
          <p:nvSpPr>
            <p:cNvPr id="91" name="Google Shape;91;p14"/>
            <p:cNvSpPr/>
            <p:nvPr/>
          </p:nvSpPr>
          <p:spPr>
            <a:xfrm>
              <a:off x="4473050" y="3756150"/>
              <a:ext cx="803700" cy="279600"/>
            </a:xfrm>
            <a:prstGeom prst="rect">
              <a:avLst/>
            </a:prstGeom>
            <a:solidFill>
              <a:srgbClr val="D9EA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 b="1"/>
                <a:t>0x01</a:t>
              </a:r>
              <a:endParaRPr sz="1000" b="1"/>
            </a:p>
          </p:txBody>
        </p:sp>
        <p:sp>
          <p:nvSpPr>
            <p:cNvPr id="92" name="Google Shape;92;p14"/>
            <p:cNvSpPr txBox="1"/>
            <p:nvPr/>
          </p:nvSpPr>
          <p:spPr>
            <a:xfrm>
              <a:off x="5373875" y="3711900"/>
              <a:ext cx="3064800" cy="36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동적할당된 변수의 식별부</a:t>
              </a:r>
              <a:endParaRPr/>
            </a:p>
          </p:txBody>
        </p:sp>
      </p:grpSp>
      <p:grpSp>
        <p:nvGrpSpPr>
          <p:cNvPr id="93" name="Google Shape;93;p14"/>
          <p:cNvGrpSpPr/>
          <p:nvPr/>
        </p:nvGrpSpPr>
        <p:grpSpPr>
          <a:xfrm>
            <a:off x="4579100" y="3275825"/>
            <a:ext cx="3965625" cy="368100"/>
            <a:chOff x="4453800" y="4160425"/>
            <a:chExt cx="3965625" cy="368100"/>
          </a:xfrm>
        </p:grpSpPr>
        <p:sp>
          <p:nvSpPr>
            <p:cNvPr id="94" name="Google Shape;94;p14"/>
            <p:cNvSpPr/>
            <p:nvPr/>
          </p:nvSpPr>
          <p:spPr>
            <a:xfrm>
              <a:off x="4453800" y="4220650"/>
              <a:ext cx="803700" cy="279600"/>
            </a:xfrm>
            <a:prstGeom prst="rect">
              <a:avLst/>
            </a:prstGeom>
            <a:solidFill>
              <a:srgbClr val="CFE2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 b="1"/>
                <a:t>Node</a:t>
              </a:r>
              <a:endParaRPr sz="1000" b="1"/>
            </a:p>
          </p:txBody>
        </p:sp>
        <p:sp>
          <p:nvSpPr>
            <p:cNvPr id="95" name="Google Shape;95;p14"/>
            <p:cNvSpPr txBox="1"/>
            <p:nvPr/>
          </p:nvSpPr>
          <p:spPr>
            <a:xfrm>
              <a:off x="5354625" y="4160425"/>
              <a:ext cx="3064800" cy="36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정적할당된 변수의 식별부</a:t>
              </a:r>
              <a:endParaRPr/>
            </a:p>
          </p:txBody>
        </p:sp>
      </p:grpSp>
      <p:grpSp>
        <p:nvGrpSpPr>
          <p:cNvPr id="96" name="Google Shape;96;p14"/>
          <p:cNvGrpSpPr/>
          <p:nvPr/>
        </p:nvGrpSpPr>
        <p:grpSpPr>
          <a:xfrm>
            <a:off x="4579100" y="3724350"/>
            <a:ext cx="3965625" cy="368100"/>
            <a:chOff x="4453800" y="4608950"/>
            <a:chExt cx="3965625" cy="368100"/>
          </a:xfrm>
        </p:grpSpPr>
        <p:sp>
          <p:nvSpPr>
            <p:cNvPr id="97" name="Google Shape;97;p14"/>
            <p:cNvSpPr/>
            <p:nvPr/>
          </p:nvSpPr>
          <p:spPr>
            <a:xfrm>
              <a:off x="4453800" y="4653200"/>
              <a:ext cx="803700" cy="279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 b="1"/>
                <a:t>데이터</a:t>
              </a:r>
              <a:endParaRPr sz="600" b="1"/>
            </a:p>
          </p:txBody>
        </p:sp>
        <p:sp>
          <p:nvSpPr>
            <p:cNvPr id="98" name="Google Shape;98;p14"/>
            <p:cNvSpPr txBox="1"/>
            <p:nvPr/>
          </p:nvSpPr>
          <p:spPr>
            <a:xfrm>
              <a:off x="5354625" y="4608950"/>
              <a:ext cx="3064800" cy="36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데이터가 저장된 영역</a:t>
              </a:r>
              <a:endParaRPr/>
            </a:p>
          </p:txBody>
        </p:sp>
      </p:grpSp>
      <p:grpSp>
        <p:nvGrpSpPr>
          <p:cNvPr id="99" name="Google Shape;99;p14"/>
          <p:cNvGrpSpPr/>
          <p:nvPr/>
        </p:nvGrpSpPr>
        <p:grpSpPr>
          <a:xfrm>
            <a:off x="4565800" y="4112650"/>
            <a:ext cx="3965625" cy="368100"/>
            <a:chOff x="4440500" y="5073450"/>
            <a:chExt cx="3965625" cy="368100"/>
          </a:xfrm>
        </p:grpSpPr>
        <p:sp>
          <p:nvSpPr>
            <p:cNvPr id="100" name="Google Shape;100;p14"/>
            <p:cNvSpPr/>
            <p:nvPr/>
          </p:nvSpPr>
          <p:spPr>
            <a:xfrm>
              <a:off x="4440500" y="5117700"/>
              <a:ext cx="803700" cy="279600"/>
            </a:xfrm>
            <a:prstGeom prst="rect">
              <a:avLst/>
            </a:prstGeom>
            <a:solidFill>
              <a:srgbClr val="F4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 b="1"/>
                <a:t>식별부</a:t>
              </a:r>
              <a:endParaRPr sz="600" b="1"/>
            </a:p>
          </p:txBody>
        </p:sp>
        <p:sp>
          <p:nvSpPr>
            <p:cNvPr id="101" name="Google Shape;101;p14"/>
            <p:cNvSpPr txBox="1"/>
            <p:nvPr/>
          </p:nvSpPr>
          <p:spPr>
            <a:xfrm>
              <a:off x="5341325" y="5073450"/>
              <a:ext cx="3064800" cy="36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메모리가 해제된 식별부</a:t>
              </a:r>
              <a:endParaRPr/>
            </a:p>
          </p:txBody>
        </p:sp>
      </p:grpSp>
      <p:sp>
        <p:nvSpPr>
          <p:cNvPr id="102" name="Google Shape;102;p14"/>
          <p:cNvSpPr txBox="1"/>
          <p:nvPr/>
        </p:nvSpPr>
        <p:spPr>
          <a:xfrm>
            <a:off x="148400" y="2622499"/>
            <a:ext cx="4090200" cy="24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b="1"/>
              <a:t>식별부 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데이터의 영역을 구별하는데 사용한다.</a:t>
            </a:r>
            <a:br>
              <a:rPr lang="ko"/>
            </a:br>
            <a:r>
              <a:rPr lang="ko"/>
              <a:t>메모리의 주소값이나 변수명이 있다.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b="1"/>
              <a:t>저장부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변수에 데이터를 저장하는 영역이다.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아래 칸수는 저장하는 변수의 개수로 보면된다.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b="1"/>
              <a:t>복사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변수에 있는 메모리값을 복사하여 넘긴다.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b="1"/>
              <a:t>참조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해당메모리의 주소값을 저장하여 </a:t>
            </a:r>
            <a:br>
              <a:rPr lang="ko"/>
            </a:br>
            <a:r>
              <a:rPr lang="ko"/>
              <a:t>접근가능하게 한다.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3736625" y="39000"/>
            <a:ext cx="5400900" cy="8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b="1">
                <a:solidFill>
                  <a:srgbClr val="FF0000"/>
                </a:solidFill>
              </a:rPr>
              <a:t>※ 이 그림에서는 전역변수를 활용하지않는다. </a:t>
            </a:r>
            <a:br>
              <a:rPr lang="ko" b="1">
                <a:solidFill>
                  <a:srgbClr val="FF0000"/>
                </a:solidFill>
              </a:rPr>
            </a:br>
            <a:r>
              <a:rPr lang="ko" b="1">
                <a:solidFill>
                  <a:srgbClr val="FF0000"/>
                </a:solidFill>
              </a:rPr>
              <a:t>    매개변수의 역할과 참조에 의한 호출을 이해하기위한 과정이니,</a:t>
            </a:r>
            <a:br>
              <a:rPr lang="ko" b="1">
                <a:solidFill>
                  <a:srgbClr val="FF0000"/>
                </a:solidFill>
              </a:rPr>
            </a:br>
            <a:r>
              <a:rPr lang="ko" b="1">
                <a:solidFill>
                  <a:srgbClr val="FF0000"/>
                </a:solidFill>
              </a:rPr>
              <a:t>    불편 하더라도 감수하고 따라 그려보도록하자.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4489600" y="1017725"/>
            <a:ext cx="447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b="1"/>
              <a:t>#식별부 및 메모리 표시</a:t>
            </a:r>
            <a:endParaRPr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프로그램에서 사용되는 그림 설명</a:t>
            </a:r>
            <a:endParaRPr/>
          </a:p>
        </p:txBody>
      </p:sp>
      <p:grpSp>
        <p:nvGrpSpPr>
          <p:cNvPr id="110" name="Google Shape;110;p15"/>
          <p:cNvGrpSpPr/>
          <p:nvPr/>
        </p:nvGrpSpPr>
        <p:grpSpPr>
          <a:xfrm>
            <a:off x="517150" y="2190750"/>
            <a:ext cx="803700" cy="559200"/>
            <a:chOff x="725125" y="742575"/>
            <a:chExt cx="803700" cy="559200"/>
          </a:xfrm>
        </p:grpSpPr>
        <p:sp>
          <p:nvSpPr>
            <p:cNvPr id="111" name="Google Shape;111;p15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지역변수</a:t>
              </a:r>
              <a:endParaRPr sz="1200"/>
            </a:p>
          </p:txBody>
        </p:sp>
        <p:sp>
          <p:nvSpPr>
            <p:cNvPr id="112" name="Google Shape;112;p15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value</a:t>
              </a:r>
              <a:endParaRPr/>
            </a:p>
          </p:txBody>
        </p:sp>
      </p:grpSp>
      <p:grpSp>
        <p:nvGrpSpPr>
          <p:cNvPr id="113" name="Google Shape;113;p15"/>
          <p:cNvGrpSpPr/>
          <p:nvPr/>
        </p:nvGrpSpPr>
        <p:grpSpPr>
          <a:xfrm>
            <a:off x="517150" y="2943225"/>
            <a:ext cx="803700" cy="838800"/>
            <a:chOff x="6538675" y="262075"/>
            <a:chExt cx="803700" cy="838800"/>
          </a:xfrm>
        </p:grpSpPr>
        <p:grpSp>
          <p:nvGrpSpPr>
            <p:cNvPr id="114" name="Google Shape;114;p15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15" name="Google Shape;115;p15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1200"/>
                  <a:t>동적할당</a:t>
                </a:r>
                <a:endParaRPr sz="1200"/>
              </a:p>
            </p:txBody>
          </p:sp>
          <p:sp>
            <p:nvSpPr>
              <p:cNvPr id="116" name="Google Shape;116;p15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data</a:t>
                </a:r>
                <a:endParaRPr/>
              </a:p>
            </p:txBody>
          </p:sp>
        </p:grpSp>
        <p:sp>
          <p:nvSpPr>
            <p:cNvPr id="117" name="Google Shape;117;p15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pNext</a:t>
              </a:r>
              <a:endParaRPr sz="1200"/>
            </a:p>
          </p:txBody>
        </p:sp>
      </p:grpSp>
      <p:grpSp>
        <p:nvGrpSpPr>
          <p:cNvPr id="118" name="Google Shape;118;p15"/>
          <p:cNvGrpSpPr/>
          <p:nvPr/>
        </p:nvGrpSpPr>
        <p:grpSpPr>
          <a:xfrm>
            <a:off x="517150" y="1390650"/>
            <a:ext cx="803700" cy="559200"/>
            <a:chOff x="725125" y="742575"/>
            <a:chExt cx="803700" cy="559200"/>
          </a:xfrm>
        </p:grpSpPr>
        <p:sp>
          <p:nvSpPr>
            <p:cNvPr id="119" name="Google Shape;119;p15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매개변수</a:t>
              </a:r>
              <a:endParaRPr sz="1200"/>
            </a:p>
          </p:txBody>
        </p:sp>
        <p:sp>
          <p:nvSpPr>
            <p:cNvPr id="120" name="Google Shape;120;p15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value</a:t>
              </a:r>
              <a:endParaRPr/>
            </a:p>
          </p:txBody>
        </p:sp>
      </p:grpSp>
      <p:sp>
        <p:nvSpPr>
          <p:cNvPr id="121" name="Google Shape;121;p15"/>
          <p:cNvSpPr txBox="1"/>
          <p:nvPr/>
        </p:nvSpPr>
        <p:spPr>
          <a:xfrm>
            <a:off x="1390650" y="1362450"/>
            <a:ext cx="4800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b="1"/>
              <a:t>매개변수</a:t>
            </a:r>
            <a:br>
              <a:rPr lang="ko"/>
            </a:br>
            <a:r>
              <a:rPr lang="ko"/>
              <a:t>함수안에 다른함수의 값을 전달하는 용도로 사용됨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1419225" y="2162550"/>
            <a:ext cx="4800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b="1"/>
              <a:t>지역변수</a:t>
            </a:r>
            <a:br>
              <a:rPr lang="ko"/>
            </a:br>
            <a:r>
              <a:rPr lang="ko"/>
              <a:t>함수안에서 동적할당된 메모리에 접근하는 용도로 사용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1419225" y="2962650"/>
            <a:ext cx="5686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b="1"/>
              <a:t>구조체 동적할당</a:t>
            </a:r>
            <a:br>
              <a:rPr lang="ko"/>
            </a:br>
            <a:r>
              <a:rPr lang="ko"/>
              <a:t>노드는 다음노드를 가르켜야하므로, 일반 변수로는 나타낼수 없다.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1053849" y="4436650"/>
            <a:ext cx="8814000" cy="3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참조: 해당메모리를 가르키고 접근할수있다. 동적할당된 노드를 동적할당된것을 참조한다. </a:t>
            </a:r>
            <a:endParaRPr/>
          </a:p>
        </p:txBody>
      </p:sp>
      <p:grpSp>
        <p:nvGrpSpPr>
          <p:cNvPr id="125" name="Google Shape;125;p15"/>
          <p:cNvGrpSpPr/>
          <p:nvPr/>
        </p:nvGrpSpPr>
        <p:grpSpPr>
          <a:xfrm>
            <a:off x="517575" y="3957325"/>
            <a:ext cx="8007276" cy="203400"/>
            <a:chOff x="4942250" y="1149375"/>
            <a:chExt cx="8007276" cy="203400"/>
          </a:xfrm>
        </p:grpSpPr>
        <p:cxnSp>
          <p:nvCxnSpPr>
            <p:cNvPr id="126" name="Google Shape;126;p15"/>
            <p:cNvCxnSpPr/>
            <p:nvPr/>
          </p:nvCxnSpPr>
          <p:spPr>
            <a:xfrm>
              <a:off x="4942250" y="1327275"/>
              <a:ext cx="5421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sp>
          <p:nvSpPr>
            <p:cNvPr id="127" name="Google Shape;127;p15"/>
            <p:cNvSpPr txBox="1"/>
            <p:nvPr/>
          </p:nvSpPr>
          <p:spPr>
            <a:xfrm>
              <a:off x="5484326" y="1149375"/>
              <a:ext cx="7465200" cy="20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복사: 다른 포인터가 참조값을 매개변수로  넘기거나, 변수의 값을 복사하는데 사용된다.</a:t>
              </a:r>
              <a:endParaRPr/>
            </a:p>
          </p:txBody>
        </p:sp>
      </p:grpSp>
      <p:cxnSp>
        <p:nvCxnSpPr>
          <p:cNvPr id="128" name="Google Shape;128;p15"/>
          <p:cNvCxnSpPr/>
          <p:nvPr/>
        </p:nvCxnSpPr>
        <p:spPr>
          <a:xfrm>
            <a:off x="517575" y="4620713"/>
            <a:ext cx="5421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연결리스트 추가</a:t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1073700" y="2846975"/>
            <a:ext cx="2090100" cy="435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CreateNode(pEnd, 20)</a:t>
            </a:r>
            <a:endParaRPr/>
          </a:p>
        </p:txBody>
      </p:sp>
      <p:sp>
        <p:nvSpPr>
          <p:cNvPr id="135" name="Google Shape;135;p16"/>
          <p:cNvSpPr/>
          <p:nvPr/>
        </p:nvSpPr>
        <p:spPr>
          <a:xfrm>
            <a:off x="1073700" y="3344225"/>
            <a:ext cx="2090100" cy="435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CreateNode(pEnd, 30)</a:t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1073700" y="3841475"/>
            <a:ext cx="2090100" cy="435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CreateNode(pEnd, 40)</a:t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1073700" y="4338725"/>
            <a:ext cx="2090100" cy="435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CreateNode(pEnd, 50)</a:t>
            </a:r>
            <a:endParaRPr/>
          </a:p>
        </p:txBody>
      </p:sp>
      <p:sp>
        <p:nvSpPr>
          <p:cNvPr id="138" name="Google Shape;138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8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ko"/>
              <a:t>연결리스트를 추가를 수행하였으나 왜 노드들은 연결되지않았는가?</a:t>
            </a:r>
            <a:br>
              <a:rPr lang="ko"/>
            </a:br>
            <a:r>
              <a:rPr lang="ko"/>
              <a:t>그림을 그리며 연결리스트에 생긴 문제를 살펴보자. </a:t>
            </a:r>
            <a:endParaRPr/>
          </a:p>
        </p:txBody>
      </p:sp>
      <p:sp>
        <p:nvSpPr>
          <p:cNvPr id="139" name="Google Shape;139;p16"/>
          <p:cNvSpPr/>
          <p:nvPr/>
        </p:nvSpPr>
        <p:spPr>
          <a:xfrm>
            <a:off x="1073700" y="2349725"/>
            <a:ext cx="2090100" cy="435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CreateNode(pEnd, 10)</a:t>
            </a:r>
            <a:endParaRPr/>
          </a:p>
        </p:txBody>
      </p:sp>
      <p:cxnSp>
        <p:nvCxnSpPr>
          <p:cNvPr id="140" name="Google Shape;140;p16"/>
          <p:cNvCxnSpPr/>
          <p:nvPr/>
        </p:nvCxnSpPr>
        <p:spPr>
          <a:xfrm rot="10800000" flipH="1">
            <a:off x="609600" y="2349725"/>
            <a:ext cx="3533700" cy="3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1" name="Google Shape;141;p16"/>
          <p:cNvCxnSpPr/>
          <p:nvPr/>
        </p:nvCxnSpPr>
        <p:spPr>
          <a:xfrm rot="10800000" flipH="1">
            <a:off x="609600" y="4735925"/>
            <a:ext cx="3533700" cy="3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2" name="Google Shape;142;p16"/>
          <p:cNvSpPr txBox="1"/>
          <p:nvPr/>
        </p:nvSpPr>
        <p:spPr>
          <a:xfrm>
            <a:off x="3676650" y="2343150"/>
            <a:ext cx="409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43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3657600" y="4752975"/>
            <a:ext cx="457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49</a:t>
            </a:r>
            <a:endParaRPr/>
          </a:p>
        </p:txBody>
      </p:sp>
      <p:grpSp>
        <p:nvGrpSpPr>
          <p:cNvPr id="144" name="Google Shape;144;p16"/>
          <p:cNvGrpSpPr/>
          <p:nvPr/>
        </p:nvGrpSpPr>
        <p:grpSpPr>
          <a:xfrm>
            <a:off x="4988475" y="2387825"/>
            <a:ext cx="2090100" cy="1098400"/>
            <a:chOff x="261375" y="2343650"/>
            <a:chExt cx="2090100" cy="1098400"/>
          </a:xfrm>
        </p:grpSpPr>
        <p:sp>
          <p:nvSpPr>
            <p:cNvPr id="145" name="Google Shape;145;p16"/>
            <p:cNvSpPr/>
            <p:nvPr/>
          </p:nvSpPr>
          <p:spPr>
            <a:xfrm>
              <a:off x="261375" y="2343650"/>
              <a:ext cx="2090100" cy="3153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>
                  <a:solidFill>
                    <a:schemeClr val="dk1"/>
                  </a:solidFill>
                </a:rPr>
                <a:t>main()</a:t>
              </a:r>
              <a:endParaRPr/>
            </a:p>
          </p:txBody>
        </p:sp>
        <p:sp>
          <p:nvSpPr>
            <p:cNvPr id="146" name="Google Shape;146;p16"/>
            <p:cNvSpPr/>
            <p:nvPr/>
          </p:nvSpPr>
          <p:spPr>
            <a:xfrm>
              <a:off x="261375" y="2647950"/>
              <a:ext cx="2090100" cy="794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7" name="Google Shape;147;p16"/>
          <p:cNvSpPr/>
          <p:nvPr/>
        </p:nvSpPr>
        <p:spPr>
          <a:xfrm>
            <a:off x="5112300" y="2933463"/>
            <a:ext cx="803700" cy="3048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pBegin</a:t>
            </a:r>
            <a:endParaRPr/>
          </a:p>
        </p:txBody>
      </p:sp>
      <p:sp>
        <p:nvSpPr>
          <p:cNvPr id="148" name="Google Shape;148;p16"/>
          <p:cNvSpPr/>
          <p:nvPr/>
        </p:nvSpPr>
        <p:spPr>
          <a:xfrm>
            <a:off x="6097600" y="2933463"/>
            <a:ext cx="803700" cy="3048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pEnd</a:t>
            </a:r>
            <a:endParaRPr/>
          </a:p>
        </p:txBody>
      </p:sp>
      <p:sp>
        <p:nvSpPr>
          <p:cNvPr id="149" name="Google Shape;149;p16"/>
          <p:cNvSpPr/>
          <p:nvPr/>
        </p:nvSpPr>
        <p:spPr>
          <a:xfrm>
            <a:off x="5052875" y="4033913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10</a:t>
            </a:r>
            <a:endParaRPr/>
          </a:p>
        </p:txBody>
      </p:sp>
      <p:sp>
        <p:nvSpPr>
          <p:cNvPr id="150" name="Google Shape;150;p16"/>
          <p:cNvSpPr/>
          <p:nvPr/>
        </p:nvSpPr>
        <p:spPr>
          <a:xfrm>
            <a:off x="5632600" y="4033913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20</a:t>
            </a:r>
            <a:endParaRPr/>
          </a:p>
        </p:txBody>
      </p:sp>
      <p:sp>
        <p:nvSpPr>
          <p:cNvPr id="151" name="Google Shape;151;p16"/>
          <p:cNvSpPr/>
          <p:nvPr/>
        </p:nvSpPr>
        <p:spPr>
          <a:xfrm>
            <a:off x="6212325" y="4033913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30</a:t>
            </a:r>
            <a:endParaRPr/>
          </a:p>
        </p:txBody>
      </p:sp>
      <p:sp>
        <p:nvSpPr>
          <p:cNvPr id="152" name="Google Shape;152;p16"/>
          <p:cNvSpPr/>
          <p:nvPr/>
        </p:nvSpPr>
        <p:spPr>
          <a:xfrm>
            <a:off x="6765600" y="4033913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40</a:t>
            </a:r>
            <a:endParaRPr/>
          </a:p>
        </p:txBody>
      </p:sp>
      <p:sp>
        <p:nvSpPr>
          <p:cNvPr id="153" name="Google Shape;153;p16"/>
          <p:cNvSpPr/>
          <p:nvPr/>
        </p:nvSpPr>
        <p:spPr>
          <a:xfrm>
            <a:off x="7327725" y="4033913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50</a:t>
            </a:r>
            <a:endParaRPr/>
          </a:p>
        </p:txBody>
      </p:sp>
      <p:cxnSp>
        <p:nvCxnSpPr>
          <p:cNvPr id="154" name="Google Shape;154;p16"/>
          <p:cNvCxnSpPr>
            <a:stCxn id="147" idx="3"/>
            <a:endCxn id="149" idx="1"/>
          </p:cNvCxnSpPr>
          <p:nvPr/>
        </p:nvCxnSpPr>
        <p:spPr>
          <a:xfrm flipH="1">
            <a:off x="5052900" y="3085863"/>
            <a:ext cx="863100" cy="110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5" name="Google Shape;155;p16"/>
          <p:cNvCxnSpPr>
            <a:stCxn id="148" idx="3"/>
            <a:endCxn id="153" idx="3"/>
          </p:cNvCxnSpPr>
          <p:nvPr/>
        </p:nvCxnSpPr>
        <p:spPr>
          <a:xfrm>
            <a:off x="6901300" y="3085863"/>
            <a:ext cx="831000" cy="110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추가 문제점 - 모든노드가 연결되어 있지않음.</a:t>
            </a:r>
            <a:endParaRPr/>
          </a:p>
        </p:txBody>
      </p:sp>
      <p:sp>
        <p:nvSpPr>
          <p:cNvPr id="161" name="Google Shape;161;p17"/>
          <p:cNvSpPr/>
          <p:nvPr/>
        </p:nvSpPr>
        <p:spPr>
          <a:xfrm>
            <a:off x="5006038" y="2529175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10</a:t>
            </a:r>
            <a:endParaRPr/>
          </a:p>
        </p:txBody>
      </p:sp>
      <p:sp>
        <p:nvSpPr>
          <p:cNvPr id="162" name="Google Shape;162;p17"/>
          <p:cNvSpPr/>
          <p:nvPr/>
        </p:nvSpPr>
        <p:spPr>
          <a:xfrm>
            <a:off x="5585763" y="2529175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20</a:t>
            </a:r>
            <a:endParaRPr/>
          </a:p>
        </p:txBody>
      </p:sp>
      <p:sp>
        <p:nvSpPr>
          <p:cNvPr id="163" name="Google Shape;163;p17"/>
          <p:cNvSpPr/>
          <p:nvPr/>
        </p:nvSpPr>
        <p:spPr>
          <a:xfrm>
            <a:off x="6165488" y="2529175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30</a:t>
            </a:r>
            <a:endParaRPr/>
          </a:p>
        </p:txBody>
      </p:sp>
      <p:sp>
        <p:nvSpPr>
          <p:cNvPr id="164" name="Google Shape;164;p17"/>
          <p:cNvSpPr/>
          <p:nvPr/>
        </p:nvSpPr>
        <p:spPr>
          <a:xfrm>
            <a:off x="539850" y="2562975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10</a:t>
            </a:r>
            <a:endParaRPr/>
          </a:p>
        </p:txBody>
      </p:sp>
      <p:grpSp>
        <p:nvGrpSpPr>
          <p:cNvPr id="165" name="Google Shape;165;p17"/>
          <p:cNvGrpSpPr/>
          <p:nvPr/>
        </p:nvGrpSpPr>
        <p:grpSpPr>
          <a:xfrm>
            <a:off x="340275" y="1158400"/>
            <a:ext cx="2090100" cy="998500"/>
            <a:chOff x="261375" y="2343650"/>
            <a:chExt cx="2090100" cy="998500"/>
          </a:xfrm>
        </p:grpSpPr>
        <p:sp>
          <p:nvSpPr>
            <p:cNvPr id="166" name="Google Shape;166;p17"/>
            <p:cNvSpPr/>
            <p:nvPr/>
          </p:nvSpPr>
          <p:spPr>
            <a:xfrm>
              <a:off x="261375" y="2343650"/>
              <a:ext cx="2090100" cy="3153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>
                  <a:solidFill>
                    <a:schemeClr val="dk1"/>
                  </a:solidFill>
                </a:rPr>
                <a:t>main()</a:t>
              </a:r>
              <a:endParaRPr/>
            </a:p>
          </p:txBody>
        </p:sp>
        <p:sp>
          <p:nvSpPr>
            <p:cNvPr id="167" name="Google Shape;167;p17"/>
            <p:cNvSpPr/>
            <p:nvPr/>
          </p:nvSpPr>
          <p:spPr>
            <a:xfrm>
              <a:off x="261375" y="2647950"/>
              <a:ext cx="2090100" cy="694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8" name="Google Shape;168;p17"/>
          <p:cNvSpPr/>
          <p:nvPr/>
        </p:nvSpPr>
        <p:spPr>
          <a:xfrm>
            <a:off x="464100" y="1704038"/>
            <a:ext cx="803700" cy="3048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pBegin</a:t>
            </a:r>
            <a:endParaRPr/>
          </a:p>
        </p:txBody>
      </p:sp>
      <p:sp>
        <p:nvSpPr>
          <p:cNvPr id="169" name="Google Shape;169;p17"/>
          <p:cNvSpPr/>
          <p:nvPr/>
        </p:nvSpPr>
        <p:spPr>
          <a:xfrm>
            <a:off x="1449400" y="1704038"/>
            <a:ext cx="803700" cy="3048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pEnd</a:t>
            </a:r>
            <a:endParaRPr/>
          </a:p>
        </p:txBody>
      </p:sp>
      <p:sp>
        <p:nvSpPr>
          <p:cNvPr id="170" name="Google Shape;170;p17"/>
          <p:cNvSpPr/>
          <p:nvPr/>
        </p:nvSpPr>
        <p:spPr>
          <a:xfrm>
            <a:off x="2772950" y="2562963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10</a:t>
            </a:r>
            <a:endParaRPr/>
          </a:p>
        </p:txBody>
      </p:sp>
      <p:grpSp>
        <p:nvGrpSpPr>
          <p:cNvPr id="171" name="Google Shape;171;p17"/>
          <p:cNvGrpSpPr/>
          <p:nvPr/>
        </p:nvGrpSpPr>
        <p:grpSpPr>
          <a:xfrm>
            <a:off x="2573450" y="1192188"/>
            <a:ext cx="2090100" cy="998500"/>
            <a:chOff x="2421050" y="2030388"/>
            <a:chExt cx="2090100" cy="998500"/>
          </a:xfrm>
        </p:grpSpPr>
        <p:grpSp>
          <p:nvGrpSpPr>
            <p:cNvPr id="172" name="Google Shape;172;p17"/>
            <p:cNvGrpSpPr/>
            <p:nvPr/>
          </p:nvGrpSpPr>
          <p:grpSpPr>
            <a:xfrm>
              <a:off x="2421050" y="2030388"/>
              <a:ext cx="2090100" cy="998500"/>
              <a:chOff x="261375" y="2343650"/>
              <a:chExt cx="2090100" cy="998500"/>
            </a:xfrm>
          </p:grpSpPr>
          <p:sp>
            <p:nvSpPr>
              <p:cNvPr id="173" name="Google Shape;173;p17"/>
              <p:cNvSpPr/>
              <p:nvPr/>
            </p:nvSpPr>
            <p:spPr>
              <a:xfrm>
                <a:off x="261375" y="2343650"/>
                <a:ext cx="2090100" cy="3153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>
                    <a:solidFill>
                      <a:schemeClr val="dk1"/>
                    </a:solidFill>
                  </a:rPr>
                  <a:t>main()</a:t>
                </a:r>
                <a:endParaRPr/>
              </a:p>
            </p:txBody>
          </p:sp>
          <p:sp>
            <p:nvSpPr>
              <p:cNvPr id="174" name="Google Shape;174;p17"/>
              <p:cNvSpPr/>
              <p:nvPr/>
            </p:nvSpPr>
            <p:spPr>
              <a:xfrm>
                <a:off x="261375" y="2647950"/>
                <a:ext cx="2090100" cy="6942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5" name="Google Shape;175;p17"/>
            <p:cNvSpPr/>
            <p:nvPr/>
          </p:nvSpPr>
          <p:spPr>
            <a:xfrm>
              <a:off x="2544875" y="2584213"/>
              <a:ext cx="803700" cy="3048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pBegin</a:t>
              </a:r>
              <a:endParaRPr/>
            </a:p>
          </p:txBody>
        </p:sp>
        <p:sp>
          <p:nvSpPr>
            <p:cNvPr id="176" name="Google Shape;176;p17"/>
            <p:cNvSpPr/>
            <p:nvPr/>
          </p:nvSpPr>
          <p:spPr>
            <a:xfrm>
              <a:off x="3530175" y="2576025"/>
              <a:ext cx="803700" cy="3048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pEnd</a:t>
              </a:r>
              <a:endParaRPr/>
            </a:p>
          </p:txBody>
        </p:sp>
      </p:grpSp>
      <p:sp>
        <p:nvSpPr>
          <p:cNvPr id="177" name="Google Shape;177;p17"/>
          <p:cNvSpPr/>
          <p:nvPr/>
        </p:nvSpPr>
        <p:spPr>
          <a:xfrm>
            <a:off x="3353238" y="2559000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20</a:t>
            </a:r>
            <a:endParaRPr/>
          </a:p>
        </p:txBody>
      </p:sp>
      <p:cxnSp>
        <p:nvCxnSpPr>
          <p:cNvPr id="178" name="Google Shape;178;p17"/>
          <p:cNvCxnSpPr>
            <a:stCxn id="176" idx="3"/>
            <a:endCxn id="177" idx="1"/>
          </p:cNvCxnSpPr>
          <p:nvPr/>
        </p:nvCxnSpPr>
        <p:spPr>
          <a:xfrm flipH="1">
            <a:off x="3353175" y="1890225"/>
            <a:ext cx="1133100" cy="821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9" name="Google Shape;179;p17"/>
          <p:cNvCxnSpPr>
            <a:stCxn id="175" idx="3"/>
            <a:endCxn id="170" idx="1"/>
          </p:cNvCxnSpPr>
          <p:nvPr/>
        </p:nvCxnSpPr>
        <p:spPr>
          <a:xfrm flipH="1">
            <a:off x="2772875" y="1898413"/>
            <a:ext cx="728100" cy="816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0" name="Google Shape;180;p17"/>
          <p:cNvCxnSpPr>
            <a:stCxn id="168" idx="3"/>
            <a:endCxn id="164" idx="1"/>
          </p:cNvCxnSpPr>
          <p:nvPr/>
        </p:nvCxnSpPr>
        <p:spPr>
          <a:xfrm flipH="1">
            <a:off x="540000" y="1856438"/>
            <a:ext cx="727800" cy="858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81" name="Google Shape;181;p17"/>
          <p:cNvGrpSpPr/>
          <p:nvPr/>
        </p:nvGrpSpPr>
        <p:grpSpPr>
          <a:xfrm>
            <a:off x="4858288" y="1192188"/>
            <a:ext cx="2090100" cy="998500"/>
            <a:chOff x="2421050" y="2030388"/>
            <a:chExt cx="2090100" cy="998500"/>
          </a:xfrm>
        </p:grpSpPr>
        <p:grpSp>
          <p:nvGrpSpPr>
            <p:cNvPr id="182" name="Google Shape;182;p17"/>
            <p:cNvGrpSpPr/>
            <p:nvPr/>
          </p:nvGrpSpPr>
          <p:grpSpPr>
            <a:xfrm>
              <a:off x="2421050" y="2030388"/>
              <a:ext cx="2090100" cy="998500"/>
              <a:chOff x="261375" y="2343650"/>
              <a:chExt cx="2090100" cy="998500"/>
            </a:xfrm>
          </p:grpSpPr>
          <p:sp>
            <p:nvSpPr>
              <p:cNvPr id="183" name="Google Shape;183;p17"/>
              <p:cNvSpPr/>
              <p:nvPr/>
            </p:nvSpPr>
            <p:spPr>
              <a:xfrm>
                <a:off x="261375" y="2343650"/>
                <a:ext cx="2090100" cy="3153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>
                    <a:solidFill>
                      <a:schemeClr val="dk1"/>
                    </a:solidFill>
                  </a:rPr>
                  <a:t>main()</a:t>
                </a:r>
                <a:endParaRPr/>
              </a:p>
            </p:txBody>
          </p:sp>
          <p:sp>
            <p:nvSpPr>
              <p:cNvPr id="184" name="Google Shape;184;p17"/>
              <p:cNvSpPr/>
              <p:nvPr/>
            </p:nvSpPr>
            <p:spPr>
              <a:xfrm>
                <a:off x="261375" y="2647950"/>
                <a:ext cx="2090100" cy="6942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85" name="Google Shape;185;p17"/>
            <p:cNvSpPr/>
            <p:nvPr/>
          </p:nvSpPr>
          <p:spPr>
            <a:xfrm>
              <a:off x="2544875" y="2584213"/>
              <a:ext cx="803700" cy="3048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pBegin</a:t>
              </a:r>
              <a:endParaRPr/>
            </a:p>
          </p:txBody>
        </p:sp>
        <p:sp>
          <p:nvSpPr>
            <p:cNvPr id="186" name="Google Shape;186;p17"/>
            <p:cNvSpPr/>
            <p:nvPr/>
          </p:nvSpPr>
          <p:spPr>
            <a:xfrm>
              <a:off x="3530175" y="2576025"/>
              <a:ext cx="803700" cy="3048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pEnd</a:t>
              </a:r>
              <a:endParaRPr/>
            </a:p>
          </p:txBody>
        </p:sp>
      </p:grpSp>
      <p:cxnSp>
        <p:nvCxnSpPr>
          <p:cNvPr id="187" name="Google Shape;187;p17"/>
          <p:cNvCxnSpPr>
            <a:stCxn id="169" idx="3"/>
            <a:endCxn id="164" idx="1"/>
          </p:cNvCxnSpPr>
          <p:nvPr/>
        </p:nvCxnSpPr>
        <p:spPr>
          <a:xfrm flipH="1">
            <a:off x="539800" y="1856438"/>
            <a:ext cx="1713300" cy="858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8" name="Google Shape;188;p17"/>
          <p:cNvCxnSpPr>
            <a:stCxn id="185" idx="3"/>
            <a:endCxn id="161" idx="1"/>
          </p:cNvCxnSpPr>
          <p:nvPr/>
        </p:nvCxnSpPr>
        <p:spPr>
          <a:xfrm flipH="1">
            <a:off x="5006113" y="1898413"/>
            <a:ext cx="779700" cy="783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9" name="Google Shape;189;p17"/>
          <p:cNvCxnSpPr>
            <a:stCxn id="186" idx="3"/>
            <a:endCxn id="163" idx="1"/>
          </p:cNvCxnSpPr>
          <p:nvPr/>
        </p:nvCxnSpPr>
        <p:spPr>
          <a:xfrm flipH="1">
            <a:off x="6165413" y="1890225"/>
            <a:ext cx="605700" cy="791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0" name="Google Shape;190;p17"/>
          <p:cNvSpPr/>
          <p:nvPr/>
        </p:nvSpPr>
        <p:spPr>
          <a:xfrm>
            <a:off x="443563" y="4608900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10</a:t>
            </a:r>
            <a:endParaRPr/>
          </a:p>
        </p:txBody>
      </p:sp>
      <p:sp>
        <p:nvSpPr>
          <p:cNvPr id="191" name="Google Shape;191;p17"/>
          <p:cNvSpPr/>
          <p:nvPr/>
        </p:nvSpPr>
        <p:spPr>
          <a:xfrm>
            <a:off x="1023288" y="4608900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20</a:t>
            </a:r>
            <a:endParaRPr/>
          </a:p>
        </p:txBody>
      </p:sp>
      <p:sp>
        <p:nvSpPr>
          <p:cNvPr id="192" name="Google Shape;192;p17"/>
          <p:cNvSpPr/>
          <p:nvPr/>
        </p:nvSpPr>
        <p:spPr>
          <a:xfrm>
            <a:off x="1603013" y="4608900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30</a:t>
            </a:r>
            <a:endParaRPr/>
          </a:p>
        </p:txBody>
      </p:sp>
      <p:grpSp>
        <p:nvGrpSpPr>
          <p:cNvPr id="193" name="Google Shape;193;p17"/>
          <p:cNvGrpSpPr/>
          <p:nvPr/>
        </p:nvGrpSpPr>
        <p:grpSpPr>
          <a:xfrm>
            <a:off x="295813" y="3195713"/>
            <a:ext cx="2090100" cy="998500"/>
            <a:chOff x="2421050" y="2030388"/>
            <a:chExt cx="2090100" cy="998500"/>
          </a:xfrm>
        </p:grpSpPr>
        <p:grpSp>
          <p:nvGrpSpPr>
            <p:cNvPr id="194" name="Google Shape;194;p17"/>
            <p:cNvGrpSpPr/>
            <p:nvPr/>
          </p:nvGrpSpPr>
          <p:grpSpPr>
            <a:xfrm>
              <a:off x="2421050" y="2030388"/>
              <a:ext cx="2090100" cy="998500"/>
              <a:chOff x="261375" y="2343650"/>
              <a:chExt cx="2090100" cy="998500"/>
            </a:xfrm>
          </p:grpSpPr>
          <p:sp>
            <p:nvSpPr>
              <p:cNvPr id="195" name="Google Shape;195;p17"/>
              <p:cNvSpPr/>
              <p:nvPr/>
            </p:nvSpPr>
            <p:spPr>
              <a:xfrm>
                <a:off x="261375" y="2343650"/>
                <a:ext cx="2090100" cy="3153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>
                    <a:solidFill>
                      <a:schemeClr val="dk1"/>
                    </a:solidFill>
                  </a:rPr>
                  <a:t>main()</a:t>
                </a:r>
                <a:endParaRPr/>
              </a:p>
            </p:txBody>
          </p:sp>
          <p:sp>
            <p:nvSpPr>
              <p:cNvPr id="196" name="Google Shape;196;p17"/>
              <p:cNvSpPr/>
              <p:nvPr/>
            </p:nvSpPr>
            <p:spPr>
              <a:xfrm>
                <a:off x="261375" y="2647950"/>
                <a:ext cx="2090100" cy="6942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97" name="Google Shape;197;p17"/>
            <p:cNvSpPr/>
            <p:nvPr/>
          </p:nvSpPr>
          <p:spPr>
            <a:xfrm>
              <a:off x="2544875" y="2584213"/>
              <a:ext cx="803700" cy="3048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pBegin</a:t>
              </a:r>
              <a:endParaRPr/>
            </a:p>
          </p:txBody>
        </p:sp>
        <p:sp>
          <p:nvSpPr>
            <p:cNvPr id="198" name="Google Shape;198;p17"/>
            <p:cNvSpPr/>
            <p:nvPr/>
          </p:nvSpPr>
          <p:spPr>
            <a:xfrm>
              <a:off x="3530175" y="2576025"/>
              <a:ext cx="803700" cy="3048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pEnd</a:t>
              </a:r>
              <a:endParaRPr/>
            </a:p>
          </p:txBody>
        </p:sp>
      </p:grpSp>
      <p:cxnSp>
        <p:nvCxnSpPr>
          <p:cNvPr id="199" name="Google Shape;199;p17"/>
          <p:cNvCxnSpPr>
            <a:stCxn id="197" idx="3"/>
            <a:endCxn id="190" idx="1"/>
          </p:cNvCxnSpPr>
          <p:nvPr/>
        </p:nvCxnSpPr>
        <p:spPr>
          <a:xfrm flipH="1">
            <a:off x="443638" y="3901938"/>
            <a:ext cx="779700" cy="859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0" name="Google Shape;200;p17"/>
          <p:cNvCxnSpPr>
            <a:stCxn id="198" idx="3"/>
            <a:endCxn id="201" idx="1"/>
          </p:cNvCxnSpPr>
          <p:nvPr/>
        </p:nvCxnSpPr>
        <p:spPr>
          <a:xfrm flipH="1">
            <a:off x="2168738" y="3893750"/>
            <a:ext cx="39900" cy="867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1" name="Google Shape;201;p17"/>
          <p:cNvSpPr/>
          <p:nvPr/>
        </p:nvSpPr>
        <p:spPr>
          <a:xfrm>
            <a:off x="2168738" y="4608888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40</a:t>
            </a:r>
            <a:endParaRPr/>
          </a:p>
        </p:txBody>
      </p:sp>
      <p:grpSp>
        <p:nvGrpSpPr>
          <p:cNvPr id="202" name="Google Shape;202;p17"/>
          <p:cNvGrpSpPr/>
          <p:nvPr/>
        </p:nvGrpSpPr>
        <p:grpSpPr>
          <a:xfrm>
            <a:off x="2726575" y="3195713"/>
            <a:ext cx="2090100" cy="998500"/>
            <a:chOff x="2421050" y="2030388"/>
            <a:chExt cx="2090100" cy="998500"/>
          </a:xfrm>
        </p:grpSpPr>
        <p:grpSp>
          <p:nvGrpSpPr>
            <p:cNvPr id="203" name="Google Shape;203;p17"/>
            <p:cNvGrpSpPr/>
            <p:nvPr/>
          </p:nvGrpSpPr>
          <p:grpSpPr>
            <a:xfrm>
              <a:off x="2421050" y="2030388"/>
              <a:ext cx="2090100" cy="998500"/>
              <a:chOff x="261375" y="2343650"/>
              <a:chExt cx="2090100" cy="998500"/>
            </a:xfrm>
          </p:grpSpPr>
          <p:sp>
            <p:nvSpPr>
              <p:cNvPr id="204" name="Google Shape;204;p17"/>
              <p:cNvSpPr/>
              <p:nvPr/>
            </p:nvSpPr>
            <p:spPr>
              <a:xfrm>
                <a:off x="261375" y="2343650"/>
                <a:ext cx="2090100" cy="3153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>
                    <a:solidFill>
                      <a:schemeClr val="dk1"/>
                    </a:solidFill>
                  </a:rPr>
                  <a:t>main()</a:t>
                </a:r>
                <a:endParaRPr/>
              </a:p>
            </p:txBody>
          </p:sp>
          <p:sp>
            <p:nvSpPr>
              <p:cNvPr id="205" name="Google Shape;205;p17"/>
              <p:cNvSpPr/>
              <p:nvPr/>
            </p:nvSpPr>
            <p:spPr>
              <a:xfrm>
                <a:off x="261375" y="2647950"/>
                <a:ext cx="2090100" cy="6942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06" name="Google Shape;206;p17"/>
            <p:cNvSpPr/>
            <p:nvPr/>
          </p:nvSpPr>
          <p:spPr>
            <a:xfrm>
              <a:off x="2544875" y="2584213"/>
              <a:ext cx="803700" cy="3048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pBegin</a:t>
              </a:r>
              <a:endParaRPr/>
            </a:p>
          </p:txBody>
        </p:sp>
        <p:sp>
          <p:nvSpPr>
            <p:cNvPr id="207" name="Google Shape;207;p17"/>
            <p:cNvSpPr/>
            <p:nvPr/>
          </p:nvSpPr>
          <p:spPr>
            <a:xfrm>
              <a:off x="3530175" y="2576025"/>
              <a:ext cx="803700" cy="3048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pEnd</a:t>
              </a:r>
              <a:endParaRPr/>
            </a:p>
          </p:txBody>
        </p:sp>
      </p:grpSp>
      <p:cxnSp>
        <p:nvCxnSpPr>
          <p:cNvPr id="208" name="Google Shape;208;p17"/>
          <p:cNvCxnSpPr>
            <a:stCxn id="207" idx="3"/>
            <a:endCxn id="209" idx="1"/>
          </p:cNvCxnSpPr>
          <p:nvPr/>
        </p:nvCxnSpPr>
        <p:spPr>
          <a:xfrm>
            <a:off x="4639400" y="3893750"/>
            <a:ext cx="450000" cy="867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0" name="Google Shape;210;p17"/>
          <p:cNvSpPr txBox="1"/>
          <p:nvPr/>
        </p:nvSpPr>
        <p:spPr>
          <a:xfrm>
            <a:off x="229321" y="2312413"/>
            <a:ext cx="1558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CreateNode(pEnd,10)</a:t>
            </a:r>
            <a:endParaRPr sz="1100"/>
          </a:p>
        </p:txBody>
      </p:sp>
      <p:sp>
        <p:nvSpPr>
          <p:cNvPr id="211" name="Google Shape;211;p17"/>
          <p:cNvSpPr txBox="1"/>
          <p:nvPr/>
        </p:nvSpPr>
        <p:spPr>
          <a:xfrm>
            <a:off x="3196021" y="2279213"/>
            <a:ext cx="1558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CreateNode(pEnd,20)</a:t>
            </a:r>
            <a:endParaRPr sz="1100"/>
          </a:p>
        </p:txBody>
      </p:sp>
      <p:sp>
        <p:nvSpPr>
          <p:cNvPr id="212" name="Google Shape;212;p17"/>
          <p:cNvSpPr txBox="1"/>
          <p:nvPr/>
        </p:nvSpPr>
        <p:spPr>
          <a:xfrm>
            <a:off x="5785821" y="2261288"/>
            <a:ext cx="1558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CreateNode(pEnd,30)</a:t>
            </a:r>
            <a:endParaRPr sz="1100"/>
          </a:p>
        </p:txBody>
      </p:sp>
      <p:sp>
        <p:nvSpPr>
          <p:cNvPr id="213" name="Google Shape;213;p17"/>
          <p:cNvSpPr txBox="1"/>
          <p:nvPr/>
        </p:nvSpPr>
        <p:spPr>
          <a:xfrm>
            <a:off x="1118571" y="4224550"/>
            <a:ext cx="1558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CreateNode(pEnd,40)</a:t>
            </a:r>
            <a:endParaRPr sz="1100"/>
          </a:p>
        </p:txBody>
      </p:sp>
      <p:sp>
        <p:nvSpPr>
          <p:cNvPr id="214" name="Google Shape;214;p17"/>
          <p:cNvSpPr txBox="1"/>
          <p:nvPr/>
        </p:nvSpPr>
        <p:spPr>
          <a:xfrm>
            <a:off x="3973946" y="4341038"/>
            <a:ext cx="1558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CreateNode(pEnd,50)</a:t>
            </a:r>
            <a:endParaRPr sz="1100"/>
          </a:p>
        </p:txBody>
      </p:sp>
      <p:sp>
        <p:nvSpPr>
          <p:cNvPr id="215" name="Google Shape;215;p17"/>
          <p:cNvSpPr/>
          <p:nvPr/>
        </p:nvSpPr>
        <p:spPr>
          <a:xfrm>
            <a:off x="2814400" y="4608888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10</a:t>
            </a:r>
            <a:endParaRPr/>
          </a:p>
        </p:txBody>
      </p:sp>
      <p:sp>
        <p:nvSpPr>
          <p:cNvPr id="216" name="Google Shape;216;p17"/>
          <p:cNvSpPr/>
          <p:nvPr/>
        </p:nvSpPr>
        <p:spPr>
          <a:xfrm>
            <a:off x="3394125" y="4608888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20</a:t>
            </a:r>
            <a:endParaRPr/>
          </a:p>
        </p:txBody>
      </p:sp>
      <p:sp>
        <p:nvSpPr>
          <p:cNvPr id="217" name="Google Shape;217;p17"/>
          <p:cNvSpPr/>
          <p:nvPr/>
        </p:nvSpPr>
        <p:spPr>
          <a:xfrm>
            <a:off x="3973850" y="4608888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30</a:t>
            </a:r>
            <a:endParaRPr/>
          </a:p>
        </p:txBody>
      </p:sp>
      <p:sp>
        <p:nvSpPr>
          <p:cNvPr id="218" name="Google Shape;218;p17"/>
          <p:cNvSpPr/>
          <p:nvPr/>
        </p:nvSpPr>
        <p:spPr>
          <a:xfrm>
            <a:off x="4527125" y="4608888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40</a:t>
            </a:r>
            <a:endParaRPr/>
          </a:p>
        </p:txBody>
      </p:sp>
      <p:sp>
        <p:nvSpPr>
          <p:cNvPr id="209" name="Google Shape;209;p17"/>
          <p:cNvSpPr/>
          <p:nvPr/>
        </p:nvSpPr>
        <p:spPr>
          <a:xfrm>
            <a:off x="5089250" y="4608888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50</a:t>
            </a:r>
            <a:endParaRPr/>
          </a:p>
        </p:txBody>
      </p:sp>
      <p:cxnSp>
        <p:nvCxnSpPr>
          <p:cNvPr id="219" name="Google Shape;219;p17"/>
          <p:cNvCxnSpPr>
            <a:stCxn id="206" idx="3"/>
            <a:endCxn id="215" idx="1"/>
          </p:cNvCxnSpPr>
          <p:nvPr/>
        </p:nvCxnSpPr>
        <p:spPr>
          <a:xfrm flipH="1">
            <a:off x="2814400" y="3901938"/>
            <a:ext cx="839700" cy="859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>
          <a:extLst>
            <a:ext uri="{FF2B5EF4-FFF2-40B4-BE49-F238E27FC236}">
              <a16:creationId xmlns:a16="http://schemas.microsoft.com/office/drawing/2014/main" id="{9E3E10E0-CCF1-37D5-68DA-7288278EE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8">
            <a:extLst>
              <a:ext uri="{FF2B5EF4-FFF2-40B4-BE49-F238E27FC236}">
                <a16:creationId xmlns:a16="http://schemas.microsoft.com/office/drawing/2014/main" id="{8BE4DC1F-3A9C-29A5-2443-DB22D7B75C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연결리스트 추가(10)</a:t>
            </a:r>
            <a:endParaRPr/>
          </a:p>
        </p:txBody>
      </p:sp>
      <p:sp>
        <p:nvSpPr>
          <p:cNvPr id="225" name="Google Shape;225;p18">
            <a:extLst>
              <a:ext uri="{FF2B5EF4-FFF2-40B4-BE49-F238E27FC236}">
                <a16:creationId xmlns:a16="http://schemas.microsoft.com/office/drawing/2014/main" id="{1B243613-5B81-29F8-E97D-02977AE2010A}"/>
              </a:ext>
            </a:extLst>
          </p:cNvPr>
          <p:cNvSpPr txBox="1"/>
          <p:nvPr/>
        </p:nvSpPr>
        <p:spPr>
          <a:xfrm>
            <a:off x="387900" y="1190175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34 main()</a:t>
            </a:r>
            <a:endParaRPr/>
          </a:p>
        </p:txBody>
      </p:sp>
      <p:grpSp>
        <p:nvGrpSpPr>
          <p:cNvPr id="226" name="Google Shape;226;p18">
            <a:extLst>
              <a:ext uri="{FF2B5EF4-FFF2-40B4-BE49-F238E27FC236}">
                <a16:creationId xmlns:a16="http://schemas.microsoft.com/office/drawing/2014/main" id="{A592DD7B-35BD-1D14-B66B-B211ECEDBC1C}"/>
              </a:ext>
            </a:extLst>
          </p:cNvPr>
          <p:cNvGrpSpPr/>
          <p:nvPr/>
        </p:nvGrpSpPr>
        <p:grpSpPr>
          <a:xfrm>
            <a:off x="498900" y="1670450"/>
            <a:ext cx="803700" cy="559200"/>
            <a:chOff x="725125" y="742575"/>
            <a:chExt cx="803700" cy="559200"/>
          </a:xfrm>
        </p:grpSpPr>
        <p:sp>
          <p:nvSpPr>
            <p:cNvPr id="227" name="Google Shape;227;p18">
              <a:extLst>
                <a:ext uri="{FF2B5EF4-FFF2-40B4-BE49-F238E27FC236}">
                  <a16:creationId xmlns:a16="http://schemas.microsoft.com/office/drawing/2014/main" id="{FAA32FED-AE12-E075-0AF1-293A04784AA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</a:t>
              </a:r>
              <a:r>
                <a:rPr lang="en-US" altLang="ko"/>
                <a:t>e</a:t>
              </a:r>
              <a:r>
                <a:rPr lang="ko"/>
                <a:t>gin</a:t>
              </a:r>
              <a:endParaRPr/>
            </a:p>
          </p:txBody>
        </p:sp>
        <p:sp>
          <p:nvSpPr>
            <p:cNvPr id="228" name="Google Shape;228;p18">
              <a:extLst>
                <a:ext uri="{FF2B5EF4-FFF2-40B4-BE49-F238E27FC236}">
                  <a16:creationId xmlns:a16="http://schemas.microsoft.com/office/drawing/2014/main" id="{31C5E016-83A1-D8EC-D94A-851569DCD060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altLang="en-US" dirty="0" err="1"/>
                <a:t>data</a:t>
              </a:r>
            </a:p>
          </p:txBody>
        </p:sp>
      </p:grpSp>
      <p:sp>
        <p:nvSpPr>
          <p:cNvPr id="243" name="Google Shape;243;p18">
            <a:extLst>
              <a:ext uri="{FF2B5EF4-FFF2-40B4-BE49-F238E27FC236}">
                <a16:creationId xmlns:a16="http://schemas.microsoft.com/office/drawing/2014/main" id="{109E3E60-FAB7-BDF7-2C38-26751EC6CB43}"/>
              </a:ext>
            </a:extLst>
          </p:cNvPr>
          <p:cNvSpPr txBox="1"/>
          <p:nvPr/>
        </p:nvSpPr>
        <p:spPr>
          <a:xfrm>
            <a:off x="76200" y="1654625"/>
            <a:ext cx="387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solidFill>
                  <a:srgbClr val="00B050"/>
                </a:solidFill>
              </a:rPr>
              <a:t>39</a:t>
            </a:r>
            <a:endParaRPr dirty="0">
              <a:solidFill>
                <a:srgbClr val="00B05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170901-9730-5A92-70B4-21FEC921C459}"/>
              </a:ext>
            </a:extLst>
          </p:cNvPr>
          <p:cNvSpPr txBox="1"/>
          <p:nvPr/>
        </p:nvSpPr>
        <p:spPr>
          <a:xfrm>
            <a:off x="3864864" y="1390275"/>
            <a:ext cx="3631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추가된 노드가 아직 </a:t>
            </a:r>
            <a:r>
              <a:rPr lang="ko-KR" altLang="en-US">
                <a:solidFill>
                  <a:srgbClr val="FF0000"/>
                </a:solidFill>
              </a:rPr>
              <a:t>존재하지 않으므로</a:t>
            </a:r>
            <a:r>
              <a:rPr lang="en-US" altLang="ko-KR"/>
              <a:t>,</a:t>
            </a:r>
            <a:br>
              <a:rPr lang="en-US" altLang="ko-KR"/>
            </a:br>
            <a:r>
              <a:rPr lang="en-US" altLang="ko-KR" err="1"/>
              <a:t>pBegin</a:t>
            </a:r>
            <a:r>
              <a:rPr lang="ko-KR" altLang="en-US"/>
              <a:t>과 </a:t>
            </a:r>
            <a:r>
              <a:rPr lang="en-US" altLang="ko-KR" err="1"/>
              <a:t>pEnd</a:t>
            </a:r>
            <a:r>
              <a:rPr lang="ko-KR" altLang="en-US"/>
              <a:t>는 </a:t>
            </a:r>
            <a:r>
              <a:rPr lang="en-US" altLang="ko-KR">
                <a:solidFill>
                  <a:srgbClr val="FF0000"/>
                </a:solidFill>
              </a:rPr>
              <a:t>NULL </a:t>
            </a:r>
            <a:r>
              <a:rPr lang="ko-KR" altLang="en-US">
                <a:solidFill>
                  <a:srgbClr val="FF0000"/>
                </a:solidFill>
              </a:rPr>
              <a:t>값</a:t>
            </a:r>
            <a:r>
              <a:rPr lang="ko-KR" altLang="en-US"/>
              <a:t>을 가진다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7368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>
          <a:extLst>
            <a:ext uri="{FF2B5EF4-FFF2-40B4-BE49-F238E27FC236}">
              <a16:creationId xmlns:a16="http://schemas.microsoft.com/office/drawing/2014/main" id="{72C384CA-6E44-F39A-0BBB-D8DFDF784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8">
            <a:extLst>
              <a:ext uri="{FF2B5EF4-FFF2-40B4-BE49-F238E27FC236}">
                <a16:creationId xmlns:a16="http://schemas.microsoft.com/office/drawing/2014/main" id="{189589B9-6100-F700-8A88-F6C686A0E7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연결리스트 추가(10)</a:t>
            </a:r>
            <a:endParaRPr/>
          </a:p>
        </p:txBody>
      </p:sp>
      <p:sp>
        <p:nvSpPr>
          <p:cNvPr id="225" name="Google Shape;225;p18">
            <a:extLst>
              <a:ext uri="{FF2B5EF4-FFF2-40B4-BE49-F238E27FC236}">
                <a16:creationId xmlns:a16="http://schemas.microsoft.com/office/drawing/2014/main" id="{9CBD60DB-A762-4396-D573-A2915B4C04E4}"/>
              </a:ext>
            </a:extLst>
          </p:cNvPr>
          <p:cNvSpPr txBox="1"/>
          <p:nvPr/>
        </p:nvSpPr>
        <p:spPr>
          <a:xfrm>
            <a:off x="387900" y="1190175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34 main()</a:t>
            </a:r>
            <a:endParaRPr/>
          </a:p>
        </p:txBody>
      </p:sp>
      <p:grpSp>
        <p:nvGrpSpPr>
          <p:cNvPr id="226" name="Google Shape;226;p18">
            <a:extLst>
              <a:ext uri="{FF2B5EF4-FFF2-40B4-BE49-F238E27FC236}">
                <a16:creationId xmlns:a16="http://schemas.microsoft.com/office/drawing/2014/main" id="{7E19A09E-893C-BED9-1691-0066A8FA1B3D}"/>
              </a:ext>
            </a:extLst>
          </p:cNvPr>
          <p:cNvGrpSpPr/>
          <p:nvPr/>
        </p:nvGrpSpPr>
        <p:grpSpPr>
          <a:xfrm>
            <a:off x="498900" y="1670450"/>
            <a:ext cx="803700" cy="559200"/>
            <a:chOff x="725125" y="742575"/>
            <a:chExt cx="803700" cy="559200"/>
          </a:xfrm>
        </p:grpSpPr>
        <p:sp>
          <p:nvSpPr>
            <p:cNvPr id="227" name="Google Shape;227;p18">
              <a:extLst>
                <a:ext uri="{FF2B5EF4-FFF2-40B4-BE49-F238E27FC236}">
                  <a16:creationId xmlns:a16="http://schemas.microsoft.com/office/drawing/2014/main" id="{55B11063-BB4D-4690-7959-00569C0249F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</a:t>
              </a:r>
              <a:r>
                <a:rPr lang="en-US" altLang="ko"/>
                <a:t>e</a:t>
              </a:r>
              <a:r>
                <a:rPr lang="ko"/>
                <a:t>gin</a:t>
              </a:r>
              <a:endParaRPr/>
            </a:p>
          </p:txBody>
        </p:sp>
        <p:sp>
          <p:nvSpPr>
            <p:cNvPr id="228" name="Google Shape;228;p18">
              <a:extLst>
                <a:ext uri="{FF2B5EF4-FFF2-40B4-BE49-F238E27FC236}">
                  <a16:creationId xmlns:a16="http://schemas.microsoft.com/office/drawing/2014/main" id="{137077E5-0ECB-1371-AD77-DDE5C54696F8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altLang="en-US" dirty="0" err="1">
                  <a:solidFill>
                    <a:srgbClr val="00B050"/>
                  </a:solidFill>
                </a:rPr>
                <a:t>N</a:t>
              </a:r>
              <a:endParaRPr lang="ko-KR" altLang="en-US">
                <a:solidFill>
                  <a:srgbClr val="00B050"/>
                </a:solidFill>
              </a:endParaRPr>
            </a:p>
          </p:txBody>
        </p:sp>
      </p:grpSp>
      <p:sp>
        <p:nvSpPr>
          <p:cNvPr id="243" name="Google Shape;243;p18">
            <a:extLst>
              <a:ext uri="{FF2B5EF4-FFF2-40B4-BE49-F238E27FC236}">
                <a16:creationId xmlns:a16="http://schemas.microsoft.com/office/drawing/2014/main" id="{4BA56A78-7288-FD4C-6EB9-948242872FD8}"/>
              </a:ext>
            </a:extLst>
          </p:cNvPr>
          <p:cNvSpPr txBox="1"/>
          <p:nvPr/>
        </p:nvSpPr>
        <p:spPr>
          <a:xfrm>
            <a:off x="76200" y="1654625"/>
            <a:ext cx="387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solidFill>
                  <a:srgbClr val="00B050"/>
                </a:solidFill>
              </a:rPr>
              <a:t>39</a:t>
            </a:r>
            <a:endParaRPr dirty="0">
              <a:solidFill>
                <a:srgbClr val="00B05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E9D932-BE31-7FFD-5168-A57B794DB6C8}"/>
              </a:ext>
            </a:extLst>
          </p:cNvPr>
          <p:cNvSpPr txBox="1"/>
          <p:nvPr/>
        </p:nvSpPr>
        <p:spPr>
          <a:xfrm>
            <a:off x="3864864" y="1390275"/>
            <a:ext cx="3631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추가된 노드가 아직 </a:t>
            </a:r>
            <a:r>
              <a:rPr lang="ko-KR" altLang="en-US">
                <a:solidFill>
                  <a:srgbClr val="FF0000"/>
                </a:solidFill>
              </a:rPr>
              <a:t>존재하지 않으므로</a:t>
            </a:r>
            <a:r>
              <a:rPr lang="en-US" altLang="ko-KR"/>
              <a:t>,</a:t>
            </a:r>
            <a:br>
              <a:rPr lang="en-US" altLang="ko-KR"/>
            </a:br>
            <a:r>
              <a:rPr lang="en-US" altLang="ko-KR" err="1"/>
              <a:t>pBegin</a:t>
            </a:r>
            <a:r>
              <a:rPr lang="ko-KR" altLang="en-US"/>
              <a:t>과 </a:t>
            </a:r>
            <a:r>
              <a:rPr lang="en-US" altLang="ko-KR" err="1"/>
              <a:t>pEnd</a:t>
            </a:r>
            <a:r>
              <a:rPr lang="ko-KR" altLang="en-US"/>
              <a:t>는 </a:t>
            </a:r>
            <a:r>
              <a:rPr lang="en-US" altLang="ko-KR">
                <a:solidFill>
                  <a:srgbClr val="FF0000"/>
                </a:solidFill>
              </a:rPr>
              <a:t>NULL </a:t>
            </a:r>
            <a:r>
              <a:rPr lang="ko-KR" altLang="en-US">
                <a:solidFill>
                  <a:srgbClr val="FF0000"/>
                </a:solidFill>
              </a:rPr>
              <a:t>값</a:t>
            </a:r>
            <a:r>
              <a:rPr lang="ko-KR" altLang="en-US"/>
              <a:t>을 가진다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01861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연결리스트 추가(10)</a:t>
            </a:r>
            <a:endParaRPr/>
          </a:p>
        </p:txBody>
      </p:sp>
      <p:sp>
        <p:nvSpPr>
          <p:cNvPr id="225" name="Google Shape;225;p18"/>
          <p:cNvSpPr txBox="1"/>
          <p:nvPr/>
        </p:nvSpPr>
        <p:spPr>
          <a:xfrm>
            <a:off x="387900" y="1190175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34 main()</a:t>
            </a:r>
            <a:endParaRPr/>
          </a:p>
        </p:txBody>
      </p:sp>
      <p:grpSp>
        <p:nvGrpSpPr>
          <p:cNvPr id="226" name="Google Shape;226;p18"/>
          <p:cNvGrpSpPr/>
          <p:nvPr/>
        </p:nvGrpSpPr>
        <p:grpSpPr>
          <a:xfrm>
            <a:off x="498900" y="1670450"/>
            <a:ext cx="803700" cy="559200"/>
            <a:chOff x="725125" y="742575"/>
            <a:chExt cx="803700" cy="559200"/>
          </a:xfrm>
        </p:grpSpPr>
        <p:sp>
          <p:nvSpPr>
            <p:cNvPr id="227" name="Google Shape;227;p18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</a:t>
              </a:r>
              <a:r>
                <a:rPr lang="en-US" altLang="ko"/>
                <a:t>e</a:t>
              </a:r>
              <a:r>
                <a:rPr lang="ko"/>
                <a:t>gin</a:t>
              </a:r>
              <a:endParaRPr/>
            </a:p>
          </p:txBody>
        </p:sp>
        <p:sp>
          <p:nvSpPr>
            <p:cNvPr id="228" name="Google Shape;228;p18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N</a:t>
              </a:r>
              <a:endParaRPr/>
            </a:p>
          </p:txBody>
        </p:sp>
      </p:grpSp>
      <p:grpSp>
        <p:nvGrpSpPr>
          <p:cNvPr id="229" name="Google Shape;229;p18"/>
          <p:cNvGrpSpPr/>
          <p:nvPr/>
        </p:nvGrpSpPr>
        <p:grpSpPr>
          <a:xfrm>
            <a:off x="1647725" y="1670450"/>
            <a:ext cx="803700" cy="559200"/>
            <a:chOff x="725125" y="742575"/>
            <a:chExt cx="803700" cy="559200"/>
          </a:xfrm>
        </p:grpSpPr>
        <p:sp>
          <p:nvSpPr>
            <p:cNvPr id="230" name="Google Shape;230;p18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ko"/>
                <a:t>p</a:t>
              </a:r>
              <a:r>
                <a:rPr lang="ko"/>
                <a:t>End</a:t>
              </a:r>
              <a:endParaRPr/>
            </a:p>
          </p:txBody>
        </p:sp>
        <p:sp>
          <p:nvSpPr>
            <p:cNvPr id="231" name="Google Shape;231;p18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 err="1">
                  <a:solidFill>
                    <a:srgbClr val="00B050"/>
                  </a:solidFill>
                </a:rPr>
                <a:t>N</a:t>
              </a:r>
              <a:endParaRPr lang="ko-KR" altLang="en-US" dirty="0">
                <a:solidFill>
                  <a:srgbClr val="00B050"/>
                </a:solidFill>
              </a:endParaRPr>
            </a:p>
          </p:txBody>
        </p:sp>
      </p:grpSp>
      <p:sp>
        <p:nvSpPr>
          <p:cNvPr id="243" name="Google Shape;243;p18"/>
          <p:cNvSpPr txBox="1"/>
          <p:nvPr/>
        </p:nvSpPr>
        <p:spPr>
          <a:xfrm>
            <a:off x="76200" y="1654625"/>
            <a:ext cx="387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39</a:t>
            </a:r>
            <a:endParaRPr/>
          </a:p>
        </p:txBody>
      </p:sp>
      <p:sp>
        <p:nvSpPr>
          <p:cNvPr id="244" name="Google Shape;244;p18"/>
          <p:cNvSpPr txBox="1"/>
          <p:nvPr/>
        </p:nvSpPr>
        <p:spPr>
          <a:xfrm>
            <a:off x="1272450" y="1654625"/>
            <a:ext cx="387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solidFill>
                  <a:srgbClr val="00B050"/>
                </a:solidFill>
              </a:rPr>
              <a:t>40</a:t>
            </a:r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B40B7D-E1BA-4F88-8719-607E569956DF}"/>
              </a:ext>
            </a:extLst>
          </p:cNvPr>
          <p:cNvSpPr txBox="1"/>
          <p:nvPr/>
        </p:nvSpPr>
        <p:spPr>
          <a:xfrm>
            <a:off x="3864864" y="1390275"/>
            <a:ext cx="3631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추가된 노드가 아직 </a:t>
            </a:r>
            <a:r>
              <a:rPr lang="ko-KR" altLang="en-US">
                <a:solidFill>
                  <a:srgbClr val="FF0000"/>
                </a:solidFill>
              </a:rPr>
              <a:t>존재하지 않으므로</a:t>
            </a:r>
            <a:r>
              <a:rPr lang="en-US" altLang="ko-KR"/>
              <a:t>,</a:t>
            </a:r>
            <a:br>
              <a:rPr lang="en-US" altLang="ko-KR"/>
            </a:br>
            <a:r>
              <a:rPr lang="en-US" altLang="ko-KR" err="1"/>
              <a:t>pBegin</a:t>
            </a:r>
            <a:r>
              <a:rPr lang="ko-KR" altLang="en-US"/>
              <a:t>과 </a:t>
            </a:r>
            <a:r>
              <a:rPr lang="en-US" altLang="ko-KR" err="1"/>
              <a:t>pEnd</a:t>
            </a:r>
            <a:r>
              <a:rPr lang="ko-KR" altLang="en-US"/>
              <a:t>는 </a:t>
            </a:r>
            <a:r>
              <a:rPr lang="en-US" altLang="ko-KR">
                <a:solidFill>
                  <a:srgbClr val="FF0000"/>
                </a:solidFill>
              </a:rPr>
              <a:t>NULL </a:t>
            </a:r>
            <a:r>
              <a:rPr lang="ko-KR" altLang="en-US">
                <a:solidFill>
                  <a:srgbClr val="FF0000"/>
                </a:solidFill>
              </a:rPr>
              <a:t>값</a:t>
            </a:r>
            <a:r>
              <a:rPr lang="ko-KR" altLang="en-US"/>
              <a:t>을 가진다</a:t>
            </a:r>
            <a:r>
              <a:rPr lang="en-US" altLang="ko-KR"/>
              <a:t>.</a:t>
            </a:r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>
          <a:extLst>
            <a:ext uri="{FF2B5EF4-FFF2-40B4-BE49-F238E27FC236}">
              <a16:creationId xmlns:a16="http://schemas.microsoft.com/office/drawing/2014/main" id="{44D3D4B2-C8E9-4FAF-D3B9-A7DA68CC7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8">
            <a:extLst>
              <a:ext uri="{FF2B5EF4-FFF2-40B4-BE49-F238E27FC236}">
                <a16:creationId xmlns:a16="http://schemas.microsoft.com/office/drawing/2014/main" id="{C8309207-AC53-686D-F65C-DC9110DE27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연결리스트 추가(10)</a:t>
            </a:r>
            <a:endParaRPr dirty="0"/>
          </a:p>
        </p:txBody>
      </p:sp>
      <p:sp>
        <p:nvSpPr>
          <p:cNvPr id="225" name="Google Shape;225;p18">
            <a:extLst>
              <a:ext uri="{FF2B5EF4-FFF2-40B4-BE49-F238E27FC236}">
                <a16:creationId xmlns:a16="http://schemas.microsoft.com/office/drawing/2014/main" id="{521242C4-F40C-B4D0-1B6D-BEAE77A9BAE1}"/>
              </a:ext>
            </a:extLst>
          </p:cNvPr>
          <p:cNvSpPr txBox="1"/>
          <p:nvPr/>
        </p:nvSpPr>
        <p:spPr>
          <a:xfrm>
            <a:off x="387900" y="1190175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34 </a:t>
            </a:r>
            <a:r>
              <a:rPr lang="ko" dirty="0" err="1"/>
              <a:t>main</a:t>
            </a:r>
            <a:r>
              <a:rPr lang="ko" dirty="0"/>
              <a:t>()</a:t>
            </a:r>
            <a:endParaRPr dirty="0"/>
          </a:p>
        </p:txBody>
      </p:sp>
      <p:grpSp>
        <p:nvGrpSpPr>
          <p:cNvPr id="226" name="Google Shape;226;p18">
            <a:extLst>
              <a:ext uri="{FF2B5EF4-FFF2-40B4-BE49-F238E27FC236}">
                <a16:creationId xmlns:a16="http://schemas.microsoft.com/office/drawing/2014/main" id="{3F77418A-9BF3-84B5-7385-BFB89DF62AE6}"/>
              </a:ext>
            </a:extLst>
          </p:cNvPr>
          <p:cNvGrpSpPr/>
          <p:nvPr/>
        </p:nvGrpSpPr>
        <p:grpSpPr>
          <a:xfrm>
            <a:off x="498900" y="1670450"/>
            <a:ext cx="803700" cy="559200"/>
            <a:chOff x="725125" y="742575"/>
            <a:chExt cx="803700" cy="559200"/>
          </a:xfrm>
        </p:grpSpPr>
        <p:sp>
          <p:nvSpPr>
            <p:cNvPr id="227" name="Google Shape;227;p18">
              <a:extLst>
                <a:ext uri="{FF2B5EF4-FFF2-40B4-BE49-F238E27FC236}">
                  <a16:creationId xmlns:a16="http://schemas.microsoft.com/office/drawing/2014/main" id="{D4555D76-44C5-1DA6-5BEF-C7A323680D63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</a:t>
              </a:r>
              <a:r>
                <a:rPr lang="en-US" altLang="ko"/>
                <a:t>e</a:t>
              </a:r>
              <a:r>
                <a:rPr lang="ko"/>
                <a:t>gin</a:t>
              </a:r>
              <a:endParaRPr/>
            </a:p>
          </p:txBody>
        </p:sp>
        <p:sp>
          <p:nvSpPr>
            <p:cNvPr id="228" name="Google Shape;228;p18">
              <a:extLst>
                <a:ext uri="{FF2B5EF4-FFF2-40B4-BE49-F238E27FC236}">
                  <a16:creationId xmlns:a16="http://schemas.microsoft.com/office/drawing/2014/main" id="{776D8888-956A-8DEB-6CCC-BEC8AC07435C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N</a:t>
              </a:r>
              <a:endParaRPr/>
            </a:p>
          </p:txBody>
        </p:sp>
      </p:grpSp>
      <p:grpSp>
        <p:nvGrpSpPr>
          <p:cNvPr id="229" name="Google Shape;229;p18">
            <a:extLst>
              <a:ext uri="{FF2B5EF4-FFF2-40B4-BE49-F238E27FC236}">
                <a16:creationId xmlns:a16="http://schemas.microsoft.com/office/drawing/2014/main" id="{D4DDCE0B-17F0-9EA0-9259-A6447776F8D1}"/>
              </a:ext>
            </a:extLst>
          </p:cNvPr>
          <p:cNvGrpSpPr/>
          <p:nvPr/>
        </p:nvGrpSpPr>
        <p:grpSpPr>
          <a:xfrm>
            <a:off x="1647725" y="1670450"/>
            <a:ext cx="803700" cy="559200"/>
            <a:chOff x="725125" y="742575"/>
            <a:chExt cx="803700" cy="559200"/>
          </a:xfrm>
        </p:grpSpPr>
        <p:sp>
          <p:nvSpPr>
            <p:cNvPr id="230" name="Google Shape;230;p18">
              <a:extLst>
                <a:ext uri="{FF2B5EF4-FFF2-40B4-BE49-F238E27FC236}">
                  <a16:creationId xmlns:a16="http://schemas.microsoft.com/office/drawing/2014/main" id="{F4256C7C-3FF2-C32F-A41E-6CB3E709F1C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ko"/>
                <a:t>p</a:t>
              </a:r>
              <a:r>
                <a:rPr lang="ko"/>
                <a:t>End</a:t>
              </a:r>
              <a:endParaRPr/>
            </a:p>
          </p:txBody>
        </p:sp>
        <p:sp>
          <p:nvSpPr>
            <p:cNvPr id="231" name="Google Shape;231;p18">
              <a:extLst>
                <a:ext uri="{FF2B5EF4-FFF2-40B4-BE49-F238E27FC236}">
                  <a16:creationId xmlns:a16="http://schemas.microsoft.com/office/drawing/2014/main" id="{9D9EDFB6-EEE9-F79A-FD6E-7BF3A59D2C4E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N</a:t>
              </a:r>
              <a:endParaRPr/>
            </a:p>
          </p:txBody>
        </p:sp>
      </p:grpSp>
      <p:sp>
        <p:nvSpPr>
          <p:cNvPr id="232" name="Google Shape;232;p18">
            <a:extLst>
              <a:ext uri="{FF2B5EF4-FFF2-40B4-BE49-F238E27FC236}">
                <a16:creationId xmlns:a16="http://schemas.microsoft.com/office/drawing/2014/main" id="{3735812D-354F-56BE-C62E-787CBC7E2F7F}"/>
              </a:ext>
            </a:extLst>
          </p:cNvPr>
          <p:cNvSpPr txBox="1"/>
          <p:nvPr/>
        </p:nvSpPr>
        <p:spPr>
          <a:xfrm>
            <a:off x="311700" y="2571750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ko" altLang="en-US" dirty="0">
                <a:solidFill>
                  <a:schemeClr val="dk1"/>
                </a:solidFill>
              </a:rPr>
              <a:t> </a:t>
            </a:r>
            <a:r>
              <a:rPr lang="ko" dirty="0">
                <a:solidFill>
                  <a:srgbClr val="00B050"/>
                </a:solidFill>
              </a:rPr>
              <a:t>43</a:t>
            </a:r>
            <a:r>
              <a:rPr lang="ko" dirty="0">
                <a:solidFill>
                  <a:schemeClr val="dk1"/>
                </a:solidFill>
              </a:rPr>
              <a:t> </a:t>
            </a:r>
            <a:r>
              <a:rPr lang="ko" err="1">
                <a:solidFill>
                  <a:schemeClr val="dk1"/>
                </a:solidFill>
              </a:rPr>
              <a:t>CreateNode</a:t>
            </a:r>
            <a:r>
              <a:rPr lang="ko" dirty="0">
                <a:solidFill>
                  <a:schemeClr val="dk1"/>
                </a:solidFill>
              </a:rPr>
              <a:t>(</a:t>
            </a:r>
            <a:r>
              <a:rPr lang="ko" err="1">
                <a:solidFill>
                  <a:schemeClr val="dk1"/>
                </a:solidFill>
              </a:rPr>
              <a:t>pEnd</a:t>
            </a:r>
            <a:r>
              <a:rPr lang="ko" dirty="0">
                <a:solidFill>
                  <a:schemeClr val="dk1"/>
                </a:solidFill>
              </a:rPr>
              <a:t>, 10)</a:t>
            </a:r>
            <a:endParaRPr dirty="0">
              <a:solidFill>
                <a:schemeClr val="dk1"/>
              </a:solidFill>
            </a:endParaRPr>
          </a:p>
        </p:txBody>
      </p:sp>
      <p:grpSp>
        <p:nvGrpSpPr>
          <p:cNvPr id="233" name="Google Shape;233;p18">
            <a:extLst>
              <a:ext uri="{FF2B5EF4-FFF2-40B4-BE49-F238E27FC236}">
                <a16:creationId xmlns:a16="http://schemas.microsoft.com/office/drawing/2014/main" id="{B853B5F1-DF41-9C0D-3D1D-37517F0FA864}"/>
              </a:ext>
            </a:extLst>
          </p:cNvPr>
          <p:cNvGrpSpPr/>
          <p:nvPr/>
        </p:nvGrpSpPr>
        <p:grpSpPr>
          <a:xfrm>
            <a:off x="1565700" y="3129125"/>
            <a:ext cx="803700" cy="559200"/>
            <a:chOff x="725125" y="742575"/>
            <a:chExt cx="803700" cy="559200"/>
          </a:xfrm>
        </p:grpSpPr>
        <p:sp>
          <p:nvSpPr>
            <p:cNvPr id="234" name="Google Shape;234;p18">
              <a:extLst>
                <a:ext uri="{FF2B5EF4-FFF2-40B4-BE49-F238E27FC236}">
                  <a16:creationId xmlns:a16="http://schemas.microsoft.com/office/drawing/2014/main" id="{50D8AB47-DB28-6E18-5E90-DB59BFAE3BEE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 err="1"/>
                <a:t>pNode</a:t>
              </a:r>
              <a:endParaRPr dirty="0" err="1"/>
            </a:p>
          </p:txBody>
        </p:sp>
        <p:sp>
          <p:nvSpPr>
            <p:cNvPr id="235" name="Google Shape;235;p18">
              <a:extLst>
                <a:ext uri="{FF2B5EF4-FFF2-40B4-BE49-F238E27FC236}">
                  <a16:creationId xmlns:a16="http://schemas.microsoft.com/office/drawing/2014/main" id="{D8598C0D-1B38-B3C8-B328-A56AFC535AD4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ko" dirty="0"/>
                <a:t>data</a:t>
              </a:r>
              <a:endParaRPr lang="ko" altLang="en-US" dirty="0"/>
            </a:p>
          </p:txBody>
        </p:sp>
      </p:grpSp>
      <p:grpSp>
        <p:nvGrpSpPr>
          <p:cNvPr id="236" name="Google Shape;236;p18">
            <a:extLst>
              <a:ext uri="{FF2B5EF4-FFF2-40B4-BE49-F238E27FC236}">
                <a16:creationId xmlns:a16="http://schemas.microsoft.com/office/drawing/2014/main" id="{FA9402F2-62C3-3CEB-BFF2-A4178497D829}"/>
              </a:ext>
            </a:extLst>
          </p:cNvPr>
          <p:cNvGrpSpPr/>
          <p:nvPr/>
        </p:nvGrpSpPr>
        <p:grpSpPr>
          <a:xfrm>
            <a:off x="2638325" y="3129125"/>
            <a:ext cx="803700" cy="559200"/>
            <a:chOff x="725125" y="742575"/>
            <a:chExt cx="803700" cy="559200"/>
          </a:xfrm>
        </p:grpSpPr>
        <p:sp>
          <p:nvSpPr>
            <p:cNvPr id="237" name="Google Shape;237;p18">
              <a:extLst>
                <a:ext uri="{FF2B5EF4-FFF2-40B4-BE49-F238E27FC236}">
                  <a16:creationId xmlns:a16="http://schemas.microsoft.com/office/drawing/2014/main" id="{A6120F6D-98D2-0687-13B2-F82B26A161BF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data</a:t>
              </a:r>
              <a:endParaRPr/>
            </a:p>
          </p:txBody>
        </p:sp>
        <p:sp>
          <p:nvSpPr>
            <p:cNvPr id="238" name="Google Shape;238;p18">
              <a:extLst>
                <a:ext uri="{FF2B5EF4-FFF2-40B4-BE49-F238E27FC236}">
                  <a16:creationId xmlns:a16="http://schemas.microsoft.com/office/drawing/2014/main" id="{F90767CF-62B4-EF8B-EE06-78A968546C6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ko" dirty="0"/>
                <a:t>data</a:t>
              </a:r>
              <a:endParaRPr dirty="0"/>
            </a:p>
          </p:txBody>
        </p:sp>
      </p:grpSp>
      <p:sp>
        <p:nvSpPr>
          <p:cNvPr id="243" name="Google Shape;243;p18">
            <a:extLst>
              <a:ext uri="{FF2B5EF4-FFF2-40B4-BE49-F238E27FC236}">
                <a16:creationId xmlns:a16="http://schemas.microsoft.com/office/drawing/2014/main" id="{29B88FB2-FC71-C8D8-B8B3-9C8536B5F102}"/>
              </a:ext>
            </a:extLst>
          </p:cNvPr>
          <p:cNvSpPr txBox="1"/>
          <p:nvPr/>
        </p:nvSpPr>
        <p:spPr>
          <a:xfrm>
            <a:off x="76200" y="1654625"/>
            <a:ext cx="387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39</a:t>
            </a:r>
            <a:endParaRPr/>
          </a:p>
        </p:txBody>
      </p:sp>
      <p:sp>
        <p:nvSpPr>
          <p:cNvPr id="244" name="Google Shape;244;p18">
            <a:extLst>
              <a:ext uri="{FF2B5EF4-FFF2-40B4-BE49-F238E27FC236}">
                <a16:creationId xmlns:a16="http://schemas.microsoft.com/office/drawing/2014/main" id="{B94FB3AA-38EE-846A-CD30-4C8B024A901D}"/>
              </a:ext>
            </a:extLst>
          </p:cNvPr>
          <p:cNvSpPr txBox="1"/>
          <p:nvPr/>
        </p:nvSpPr>
        <p:spPr>
          <a:xfrm>
            <a:off x="1272450" y="1654625"/>
            <a:ext cx="387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40</a:t>
            </a:r>
            <a:endParaRPr/>
          </a:p>
        </p:txBody>
      </p:sp>
      <p:sp>
        <p:nvSpPr>
          <p:cNvPr id="245" name="Google Shape;245;p18">
            <a:extLst>
              <a:ext uri="{FF2B5EF4-FFF2-40B4-BE49-F238E27FC236}">
                <a16:creationId xmlns:a16="http://schemas.microsoft.com/office/drawing/2014/main" id="{783C13BB-2E6D-5E93-30D4-CE57887DE0F6}"/>
              </a:ext>
            </a:extLst>
          </p:cNvPr>
          <p:cNvSpPr txBox="1"/>
          <p:nvPr/>
        </p:nvSpPr>
        <p:spPr>
          <a:xfrm>
            <a:off x="387900" y="2971950"/>
            <a:ext cx="550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ko" dirty="0">
                <a:solidFill>
                  <a:srgbClr val="00B050"/>
                </a:solidFill>
              </a:rPr>
              <a:t>70</a:t>
            </a:r>
            <a:r>
              <a:rPr lang="ko" altLang="en-US" dirty="0"/>
              <a:t> 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926C23-7409-DC3C-6999-317DF0C9FA1C}"/>
              </a:ext>
            </a:extLst>
          </p:cNvPr>
          <p:cNvSpPr txBox="1"/>
          <p:nvPr/>
        </p:nvSpPr>
        <p:spPr>
          <a:xfrm>
            <a:off x="3864864" y="1390275"/>
            <a:ext cx="3631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추가된 노드가 아직 </a:t>
            </a:r>
            <a:r>
              <a:rPr lang="ko-KR" altLang="en-US">
                <a:solidFill>
                  <a:srgbClr val="FF0000"/>
                </a:solidFill>
              </a:rPr>
              <a:t>존재하지 않으므로</a:t>
            </a:r>
            <a:r>
              <a:rPr lang="en-US" altLang="ko-KR"/>
              <a:t>,</a:t>
            </a:r>
            <a:br>
              <a:rPr lang="en-US" altLang="ko-KR"/>
            </a:br>
            <a:r>
              <a:rPr lang="en-US" altLang="ko-KR" err="1"/>
              <a:t>pBegin</a:t>
            </a:r>
            <a:r>
              <a:rPr lang="ko-KR" altLang="en-US"/>
              <a:t>과 </a:t>
            </a:r>
            <a:r>
              <a:rPr lang="en-US" altLang="ko-KR" err="1"/>
              <a:t>pEnd</a:t>
            </a:r>
            <a:r>
              <a:rPr lang="ko-KR" altLang="en-US"/>
              <a:t>는 </a:t>
            </a:r>
            <a:r>
              <a:rPr lang="en-US" altLang="ko-KR">
                <a:solidFill>
                  <a:srgbClr val="FF0000"/>
                </a:solidFill>
              </a:rPr>
              <a:t>NULL </a:t>
            </a:r>
            <a:r>
              <a:rPr lang="ko-KR" altLang="en-US">
                <a:solidFill>
                  <a:srgbClr val="FF0000"/>
                </a:solidFill>
              </a:rPr>
              <a:t>값</a:t>
            </a:r>
            <a:r>
              <a:rPr lang="ko-KR" altLang="en-US"/>
              <a:t>을 가진다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76382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연결리스트 추가(10)</a:t>
            </a:r>
            <a:endParaRPr dirty="0"/>
          </a:p>
        </p:txBody>
      </p:sp>
      <p:sp>
        <p:nvSpPr>
          <p:cNvPr id="252" name="Google Shape;252;p19"/>
          <p:cNvSpPr txBox="1"/>
          <p:nvPr/>
        </p:nvSpPr>
        <p:spPr>
          <a:xfrm>
            <a:off x="387900" y="1190175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34 </a:t>
            </a:r>
            <a:r>
              <a:rPr lang="ko" dirty="0" err="1"/>
              <a:t>main</a:t>
            </a:r>
            <a:r>
              <a:rPr lang="ko" dirty="0"/>
              <a:t>()</a:t>
            </a:r>
            <a:endParaRPr dirty="0"/>
          </a:p>
        </p:txBody>
      </p:sp>
      <p:grpSp>
        <p:nvGrpSpPr>
          <p:cNvPr id="253" name="Google Shape;253;p19"/>
          <p:cNvGrpSpPr/>
          <p:nvPr/>
        </p:nvGrpSpPr>
        <p:grpSpPr>
          <a:xfrm>
            <a:off x="498900" y="1670450"/>
            <a:ext cx="803700" cy="559200"/>
            <a:chOff x="725125" y="742575"/>
            <a:chExt cx="803700" cy="559200"/>
          </a:xfrm>
        </p:grpSpPr>
        <p:sp>
          <p:nvSpPr>
            <p:cNvPr id="254" name="Google Shape;254;p19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ko" dirty="0" err="1"/>
                <a:t>pBegin</a:t>
              </a:r>
              <a:endParaRPr dirty="0" err="1"/>
            </a:p>
          </p:txBody>
        </p:sp>
        <p:sp>
          <p:nvSpPr>
            <p:cNvPr id="255" name="Google Shape;255;p19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 err="1"/>
                <a:t>N</a:t>
              </a:r>
              <a:endParaRPr dirty="0" err="1"/>
            </a:p>
          </p:txBody>
        </p:sp>
      </p:grpSp>
      <p:grpSp>
        <p:nvGrpSpPr>
          <p:cNvPr id="256" name="Google Shape;256;p19"/>
          <p:cNvGrpSpPr/>
          <p:nvPr/>
        </p:nvGrpSpPr>
        <p:grpSpPr>
          <a:xfrm>
            <a:off x="1647725" y="1670450"/>
            <a:ext cx="803700" cy="559200"/>
            <a:chOff x="725125" y="742575"/>
            <a:chExt cx="803700" cy="559200"/>
          </a:xfrm>
        </p:grpSpPr>
        <p:sp>
          <p:nvSpPr>
            <p:cNvPr id="257" name="Google Shape;257;p19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 err="1"/>
                <a:t>End</a:t>
              </a:r>
              <a:endParaRPr dirty="0" err="1"/>
            </a:p>
          </p:txBody>
        </p:sp>
        <p:sp>
          <p:nvSpPr>
            <p:cNvPr id="258" name="Google Shape;258;p19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 err="1"/>
                <a:t>N</a:t>
              </a:r>
              <a:endParaRPr dirty="0" err="1"/>
            </a:p>
          </p:txBody>
        </p:sp>
      </p:grpSp>
      <p:sp>
        <p:nvSpPr>
          <p:cNvPr id="259" name="Google Shape;259;p19"/>
          <p:cNvSpPr txBox="1"/>
          <p:nvPr/>
        </p:nvSpPr>
        <p:spPr>
          <a:xfrm>
            <a:off x="346500" y="2571750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ko" altLang="en-US" dirty="0">
                <a:solidFill>
                  <a:schemeClr val="dk1"/>
                </a:solidFill>
              </a:rPr>
              <a:t> </a:t>
            </a:r>
            <a:r>
              <a:rPr lang="ko" dirty="0">
                <a:solidFill>
                  <a:srgbClr val="00B050"/>
                </a:solidFill>
              </a:rPr>
              <a:t>43</a:t>
            </a:r>
            <a:r>
              <a:rPr lang="ko" dirty="0">
                <a:solidFill>
                  <a:schemeClr val="dk1"/>
                </a:solidFill>
              </a:rPr>
              <a:t> </a:t>
            </a:r>
            <a:r>
              <a:rPr lang="ko" err="1">
                <a:solidFill>
                  <a:schemeClr val="dk1"/>
                </a:solidFill>
              </a:rPr>
              <a:t>CreateNode</a:t>
            </a:r>
            <a:r>
              <a:rPr lang="ko" dirty="0">
                <a:solidFill>
                  <a:schemeClr val="dk1"/>
                </a:solidFill>
              </a:rPr>
              <a:t>(</a:t>
            </a:r>
            <a:r>
              <a:rPr lang="ko" err="1">
                <a:solidFill>
                  <a:schemeClr val="dk1"/>
                </a:solidFill>
              </a:rPr>
              <a:t>pEnd</a:t>
            </a:r>
            <a:r>
              <a:rPr lang="ko" dirty="0">
                <a:solidFill>
                  <a:schemeClr val="dk1"/>
                </a:solidFill>
              </a:rPr>
              <a:t>, 10)</a:t>
            </a:r>
            <a:endParaRPr dirty="0">
              <a:solidFill>
                <a:schemeClr val="dk1"/>
              </a:solidFill>
            </a:endParaRPr>
          </a:p>
        </p:txBody>
      </p:sp>
      <p:grpSp>
        <p:nvGrpSpPr>
          <p:cNvPr id="260" name="Google Shape;260;p19"/>
          <p:cNvGrpSpPr/>
          <p:nvPr/>
        </p:nvGrpSpPr>
        <p:grpSpPr>
          <a:xfrm>
            <a:off x="1565700" y="3129125"/>
            <a:ext cx="803700" cy="559200"/>
            <a:chOff x="725125" y="742575"/>
            <a:chExt cx="803700" cy="559200"/>
          </a:xfrm>
        </p:grpSpPr>
        <p:sp>
          <p:nvSpPr>
            <p:cNvPr id="261" name="Google Shape;261;p19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 err="1"/>
                <a:t>pNode</a:t>
              </a:r>
              <a:endParaRPr dirty="0" err="1"/>
            </a:p>
          </p:txBody>
        </p:sp>
        <p:sp>
          <p:nvSpPr>
            <p:cNvPr id="262" name="Google Shape;262;p19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err="1">
                  <a:solidFill>
                    <a:srgbClr val="00B050"/>
                  </a:solidFill>
                </a:rPr>
                <a:t>N</a:t>
              </a:r>
              <a:endParaRPr lang="ko-KR" altLang="en-US" err="1">
                <a:solidFill>
                  <a:srgbClr val="00B050"/>
                </a:solidFill>
              </a:endParaRPr>
            </a:p>
          </p:txBody>
        </p:sp>
      </p:grpSp>
      <p:grpSp>
        <p:nvGrpSpPr>
          <p:cNvPr id="263" name="Google Shape;263;p19"/>
          <p:cNvGrpSpPr/>
          <p:nvPr/>
        </p:nvGrpSpPr>
        <p:grpSpPr>
          <a:xfrm>
            <a:off x="2638325" y="3129125"/>
            <a:ext cx="803700" cy="559200"/>
            <a:chOff x="725125" y="742575"/>
            <a:chExt cx="803700" cy="559200"/>
          </a:xfrm>
        </p:grpSpPr>
        <p:sp>
          <p:nvSpPr>
            <p:cNvPr id="264" name="Google Shape;264;p19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 err="1"/>
                <a:t>data</a:t>
              </a:r>
              <a:endParaRPr dirty="0" err="1"/>
            </a:p>
          </p:txBody>
        </p:sp>
        <p:sp>
          <p:nvSpPr>
            <p:cNvPr id="265" name="Google Shape;265;p19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>
                  <a:solidFill>
                    <a:srgbClr val="00B050"/>
                  </a:solidFill>
                </a:rPr>
                <a:t>10</a:t>
              </a:r>
              <a:endParaRPr lang="ko-KR" altLang="en-US" dirty="0">
                <a:solidFill>
                  <a:srgbClr val="00B050"/>
                </a:solidFill>
              </a:endParaRPr>
            </a:p>
          </p:txBody>
        </p:sp>
      </p:grpSp>
      <p:cxnSp>
        <p:nvCxnSpPr>
          <p:cNvPr id="266" name="Google Shape;266;p19"/>
          <p:cNvCxnSpPr>
            <a:stCxn id="258" idx="2"/>
            <a:endCxn id="262" idx="0"/>
          </p:cNvCxnSpPr>
          <p:nvPr/>
        </p:nvCxnSpPr>
        <p:spPr>
          <a:xfrm flipH="1">
            <a:off x="1967675" y="2229650"/>
            <a:ext cx="81900" cy="1179000"/>
          </a:xfrm>
          <a:prstGeom prst="straightConnector1">
            <a:avLst/>
          </a:prstGeom>
          <a:noFill/>
          <a:ln w="9525" cap="flat" cmpd="sng">
            <a:solidFill>
              <a:srgbClr val="00B050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276" name="Google Shape;276;p19"/>
          <p:cNvSpPr txBox="1"/>
          <p:nvPr/>
        </p:nvSpPr>
        <p:spPr>
          <a:xfrm>
            <a:off x="76200" y="1654625"/>
            <a:ext cx="387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39</a:t>
            </a:r>
            <a:endParaRPr/>
          </a:p>
        </p:txBody>
      </p:sp>
      <p:sp>
        <p:nvSpPr>
          <p:cNvPr id="277" name="Google Shape;277;p19"/>
          <p:cNvSpPr txBox="1"/>
          <p:nvPr/>
        </p:nvSpPr>
        <p:spPr>
          <a:xfrm>
            <a:off x="1272450" y="1654625"/>
            <a:ext cx="387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40</a:t>
            </a:r>
            <a:endParaRPr/>
          </a:p>
        </p:txBody>
      </p:sp>
      <p:sp>
        <p:nvSpPr>
          <p:cNvPr id="278" name="Google Shape;278;p19"/>
          <p:cNvSpPr txBox="1"/>
          <p:nvPr/>
        </p:nvSpPr>
        <p:spPr>
          <a:xfrm>
            <a:off x="387900" y="2971950"/>
            <a:ext cx="550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ko" dirty="0">
                <a:solidFill>
                  <a:srgbClr val="00B050"/>
                </a:solidFill>
              </a:rPr>
              <a:t>70</a:t>
            </a:r>
            <a:r>
              <a:rPr lang="ko" altLang="en-US" dirty="0">
                <a:solidFill>
                  <a:srgbClr val="00B050"/>
                </a:solidFill>
              </a:rPr>
              <a:t> </a:t>
            </a:r>
            <a:endParaRPr lang="ko-KR" altLang="en-US">
              <a:solidFill>
                <a:srgbClr val="00B05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940ACF-3788-88DC-00A5-3A9832DACD9C}"/>
              </a:ext>
            </a:extLst>
          </p:cNvPr>
          <p:cNvSpPr txBox="1"/>
          <p:nvPr/>
        </p:nvSpPr>
        <p:spPr>
          <a:xfrm>
            <a:off x="3972622" y="3129310"/>
            <a:ext cx="376353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/>
              <a:t>인수가 복제되어 매개변수에 복사된다.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>
          <a:extLst>
            <a:ext uri="{FF2B5EF4-FFF2-40B4-BE49-F238E27FC236}">
              <a16:creationId xmlns:a16="http://schemas.microsoft.com/office/drawing/2014/main" id="{4E6D2F1B-4071-75D2-A8D8-541560464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9">
            <a:extLst>
              <a:ext uri="{FF2B5EF4-FFF2-40B4-BE49-F238E27FC236}">
                <a16:creationId xmlns:a16="http://schemas.microsoft.com/office/drawing/2014/main" id="{6AA7128B-A133-8F05-25E7-068298C81B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연결리스트 추가(10)</a:t>
            </a:r>
            <a:endParaRPr dirty="0"/>
          </a:p>
        </p:txBody>
      </p:sp>
      <p:sp>
        <p:nvSpPr>
          <p:cNvPr id="252" name="Google Shape;252;p19">
            <a:extLst>
              <a:ext uri="{FF2B5EF4-FFF2-40B4-BE49-F238E27FC236}">
                <a16:creationId xmlns:a16="http://schemas.microsoft.com/office/drawing/2014/main" id="{285AFF51-34BD-AC53-AD9C-48E1AA4A4B5F}"/>
              </a:ext>
            </a:extLst>
          </p:cNvPr>
          <p:cNvSpPr txBox="1"/>
          <p:nvPr/>
        </p:nvSpPr>
        <p:spPr>
          <a:xfrm>
            <a:off x="387900" y="1190175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34 </a:t>
            </a:r>
            <a:r>
              <a:rPr lang="ko" dirty="0" err="1"/>
              <a:t>main</a:t>
            </a:r>
            <a:r>
              <a:rPr lang="ko" dirty="0"/>
              <a:t>()</a:t>
            </a:r>
            <a:endParaRPr dirty="0"/>
          </a:p>
        </p:txBody>
      </p:sp>
      <p:grpSp>
        <p:nvGrpSpPr>
          <p:cNvPr id="253" name="Google Shape;253;p19">
            <a:extLst>
              <a:ext uri="{FF2B5EF4-FFF2-40B4-BE49-F238E27FC236}">
                <a16:creationId xmlns:a16="http://schemas.microsoft.com/office/drawing/2014/main" id="{1E201F49-1D0F-1F68-00BA-037F0C30BD09}"/>
              </a:ext>
            </a:extLst>
          </p:cNvPr>
          <p:cNvGrpSpPr/>
          <p:nvPr/>
        </p:nvGrpSpPr>
        <p:grpSpPr>
          <a:xfrm>
            <a:off x="498900" y="1670450"/>
            <a:ext cx="803700" cy="559200"/>
            <a:chOff x="725125" y="742575"/>
            <a:chExt cx="803700" cy="559200"/>
          </a:xfrm>
        </p:grpSpPr>
        <p:sp>
          <p:nvSpPr>
            <p:cNvPr id="254" name="Google Shape;254;p19">
              <a:extLst>
                <a:ext uri="{FF2B5EF4-FFF2-40B4-BE49-F238E27FC236}">
                  <a16:creationId xmlns:a16="http://schemas.microsoft.com/office/drawing/2014/main" id="{739AD39E-2135-9B3C-4CE6-EF50C3E0C944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 err="1"/>
                <a:t>pBgin</a:t>
              </a:r>
              <a:endParaRPr dirty="0" err="1"/>
            </a:p>
          </p:txBody>
        </p:sp>
        <p:sp>
          <p:nvSpPr>
            <p:cNvPr id="255" name="Google Shape;255;p19">
              <a:extLst>
                <a:ext uri="{FF2B5EF4-FFF2-40B4-BE49-F238E27FC236}">
                  <a16:creationId xmlns:a16="http://schemas.microsoft.com/office/drawing/2014/main" id="{CC6BC947-32A9-E8D1-6F2A-B231C18D7D56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 err="1"/>
                <a:t>N</a:t>
              </a:r>
              <a:endParaRPr dirty="0" err="1"/>
            </a:p>
          </p:txBody>
        </p:sp>
      </p:grpSp>
      <p:grpSp>
        <p:nvGrpSpPr>
          <p:cNvPr id="256" name="Google Shape;256;p19">
            <a:extLst>
              <a:ext uri="{FF2B5EF4-FFF2-40B4-BE49-F238E27FC236}">
                <a16:creationId xmlns:a16="http://schemas.microsoft.com/office/drawing/2014/main" id="{21B2CD5C-6736-5BBD-1EC2-B97689D35797}"/>
              </a:ext>
            </a:extLst>
          </p:cNvPr>
          <p:cNvGrpSpPr/>
          <p:nvPr/>
        </p:nvGrpSpPr>
        <p:grpSpPr>
          <a:xfrm>
            <a:off x="1647725" y="1670450"/>
            <a:ext cx="803700" cy="559200"/>
            <a:chOff x="725125" y="742575"/>
            <a:chExt cx="803700" cy="559200"/>
          </a:xfrm>
        </p:grpSpPr>
        <p:sp>
          <p:nvSpPr>
            <p:cNvPr id="257" name="Google Shape;257;p19">
              <a:extLst>
                <a:ext uri="{FF2B5EF4-FFF2-40B4-BE49-F238E27FC236}">
                  <a16:creationId xmlns:a16="http://schemas.microsoft.com/office/drawing/2014/main" id="{C70C3694-00D3-45CB-5477-F5CF748D0AA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 err="1"/>
                <a:t>End</a:t>
              </a:r>
              <a:endParaRPr dirty="0" err="1"/>
            </a:p>
          </p:txBody>
        </p:sp>
        <p:sp>
          <p:nvSpPr>
            <p:cNvPr id="258" name="Google Shape;258;p19">
              <a:extLst>
                <a:ext uri="{FF2B5EF4-FFF2-40B4-BE49-F238E27FC236}">
                  <a16:creationId xmlns:a16="http://schemas.microsoft.com/office/drawing/2014/main" id="{B6E4DC9C-B0F3-FA8F-104E-472D9D7B88EC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 err="1"/>
                <a:t>N</a:t>
              </a:r>
              <a:endParaRPr dirty="0" err="1"/>
            </a:p>
          </p:txBody>
        </p:sp>
      </p:grpSp>
      <p:sp>
        <p:nvSpPr>
          <p:cNvPr id="259" name="Google Shape;259;p19">
            <a:extLst>
              <a:ext uri="{FF2B5EF4-FFF2-40B4-BE49-F238E27FC236}">
                <a16:creationId xmlns:a16="http://schemas.microsoft.com/office/drawing/2014/main" id="{C0051DBC-39CF-4C07-89AC-5B4C186BA7F0}"/>
              </a:ext>
            </a:extLst>
          </p:cNvPr>
          <p:cNvSpPr txBox="1"/>
          <p:nvPr/>
        </p:nvSpPr>
        <p:spPr>
          <a:xfrm>
            <a:off x="346500" y="2571750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solidFill>
                  <a:schemeClr val="dk1"/>
                </a:solidFill>
              </a:rPr>
              <a:t> 43 </a:t>
            </a:r>
            <a:r>
              <a:rPr lang="ko" dirty="0" err="1">
                <a:solidFill>
                  <a:schemeClr val="dk1"/>
                </a:solidFill>
              </a:rPr>
              <a:t>CreateNode</a:t>
            </a:r>
            <a:r>
              <a:rPr lang="ko" dirty="0">
                <a:solidFill>
                  <a:schemeClr val="dk1"/>
                </a:solidFill>
              </a:rPr>
              <a:t>(</a:t>
            </a:r>
            <a:r>
              <a:rPr lang="ko" dirty="0" err="1">
                <a:solidFill>
                  <a:schemeClr val="dk1"/>
                </a:solidFill>
              </a:rPr>
              <a:t>pEnd</a:t>
            </a:r>
            <a:r>
              <a:rPr lang="ko" dirty="0">
                <a:solidFill>
                  <a:schemeClr val="dk1"/>
                </a:solidFill>
              </a:rPr>
              <a:t>, 10)</a:t>
            </a:r>
            <a:endParaRPr dirty="0"/>
          </a:p>
        </p:txBody>
      </p:sp>
      <p:grpSp>
        <p:nvGrpSpPr>
          <p:cNvPr id="260" name="Google Shape;260;p19">
            <a:extLst>
              <a:ext uri="{FF2B5EF4-FFF2-40B4-BE49-F238E27FC236}">
                <a16:creationId xmlns:a16="http://schemas.microsoft.com/office/drawing/2014/main" id="{24353064-1AFB-2CF9-8836-1B6CD5965079}"/>
              </a:ext>
            </a:extLst>
          </p:cNvPr>
          <p:cNvGrpSpPr/>
          <p:nvPr/>
        </p:nvGrpSpPr>
        <p:grpSpPr>
          <a:xfrm>
            <a:off x="1565700" y="3129125"/>
            <a:ext cx="803700" cy="559200"/>
            <a:chOff x="725125" y="742575"/>
            <a:chExt cx="803700" cy="559200"/>
          </a:xfrm>
        </p:grpSpPr>
        <p:sp>
          <p:nvSpPr>
            <p:cNvPr id="261" name="Google Shape;261;p19">
              <a:extLst>
                <a:ext uri="{FF2B5EF4-FFF2-40B4-BE49-F238E27FC236}">
                  <a16:creationId xmlns:a16="http://schemas.microsoft.com/office/drawing/2014/main" id="{74BE55C4-0B49-E727-0933-517386AE5DA2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 err="1"/>
                <a:t>pNode</a:t>
              </a:r>
              <a:endParaRPr dirty="0" err="1"/>
            </a:p>
          </p:txBody>
        </p:sp>
        <p:sp>
          <p:nvSpPr>
            <p:cNvPr id="262" name="Google Shape;262;p19">
              <a:extLst>
                <a:ext uri="{FF2B5EF4-FFF2-40B4-BE49-F238E27FC236}">
                  <a16:creationId xmlns:a16="http://schemas.microsoft.com/office/drawing/2014/main" id="{CE4C83B9-F282-7BB5-E3CC-6DD7CB972F53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err="1">
                  <a:solidFill>
                    <a:schemeClr val="tx1"/>
                  </a:solidFill>
                </a:rPr>
                <a:t>N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63" name="Google Shape;263;p19">
            <a:extLst>
              <a:ext uri="{FF2B5EF4-FFF2-40B4-BE49-F238E27FC236}">
                <a16:creationId xmlns:a16="http://schemas.microsoft.com/office/drawing/2014/main" id="{A10F2416-2A5D-5FBA-4DFE-EC1381E51A59}"/>
              </a:ext>
            </a:extLst>
          </p:cNvPr>
          <p:cNvGrpSpPr/>
          <p:nvPr/>
        </p:nvGrpSpPr>
        <p:grpSpPr>
          <a:xfrm>
            <a:off x="2638325" y="3129125"/>
            <a:ext cx="803700" cy="559200"/>
            <a:chOff x="725125" y="742575"/>
            <a:chExt cx="803700" cy="559200"/>
          </a:xfrm>
        </p:grpSpPr>
        <p:sp>
          <p:nvSpPr>
            <p:cNvPr id="264" name="Google Shape;264;p19">
              <a:extLst>
                <a:ext uri="{FF2B5EF4-FFF2-40B4-BE49-F238E27FC236}">
                  <a16:creationId xmlns:a16="http://schemas.microsoft.com/office/drawing/2014/main" id="{CCDAD6B5-662D-79D9-1952-BE60F5299FDD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 err="1"/>
                <a:t>data</a:t>
              </a:r>
              <a:endParaRPr dirty="0" err="1"/>
            </a:p>
          </p:txBody>
        </p:sp>
        <p:sp>
          <p:nvSpPr>
            <p:cNvPr id="265" name="Google Shape;265;p19">
              <a:extLst>
                <a:ext uri="{FF2B5EF4-FFF2-40B4-BE49-F238E27FC236}">
                  <a16:creationId xmlns:a16="http://schemas.microsoft.com/office/drawing/2014/main" id="{C4E53D1C-C376-AE13-3DBE-0109D6B813A6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>
                  <a:solidFill>
                    <a:schemeClr val="tx1"/>
                  </a:solidFill>
                </a:rPr>
                <a:t>10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266" name="Google Shape;266;p19">
            <a:extLst>
              <a:ext uri="{FF2B5EF4-FFF2-40B4-BE49-F238E27FC236}">
                <a16:creationId xmlns:a16="http://schemas.microsoft.com/office/drawing/2014/main" id="{3B0CF80B-C6C7-3007-6898-3780DA15B1DD}"/>
              </a:ext>
            </a:extLst>
          </p:cNvPr>
          <p:cNvCxnSpPr>
            <a:stCxn id="258" idx="2"/>
            <a:endCxn id="262" idx="0"/>
          </p:cNvCxnSpPr>
          <p:nvPr/>
        </p:nvCxnSpPr>
        <p:spPr>
          <a:xfrm flipH="1">
            <a:off x="1967675" y="2229650"/>
            <a:ext cx="81900" cy="117900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dash"/>
            <a:round/>
            <a:headEnd type="none" w="med" len="med"/>
            <a:tailEnd type="triangle" w="med" len="med"/>
          </a:ln>
        </p:spPr>
      </p:cxnSp>
      <p:grpSp>
        <p:nvGrpSpPr>
          <p:cNvPr id="267" name="Google Shape;267;p19">
            <a:extLst>
              <a:ext uri="{FF2B5EF4-FFF2-40B4-BE49-F238E27FC236}">
                <a16:creationId xmlns:a16="http://schemas.microsoft.com/office/drawing/2014/main" id="{427F9F82-5364-E367-2727-7D523F9ACAD8}"/>
              </a:ext>
            </a:extLst>
          </p:cNvPr>
          <p:cNvGrpSpPr/>
          <p:nvPr/>
        </p:nvGrpSpPr>
        <p:grpSpPr>
          <a:xfrm>
            <a:off x="498900" y="3825825"/>
            <a:ext cx="803700" cy="559200"/>
            <a:chOff x="725125" y="742575"/>
            <a:chExt cx="803700" cy="559200"/>
          </a:xfrm>
        </p:grpSpPr>
        <p:sp>
          <p:nvSpPr>
            <p:cNvPr id="268" name="Google Shape;268;p19">
              <a:extLst>
                <a:ext uri="{FF2B5EF4-FFF2-40B4-BE49-F238E27FC236}">
                  <a16:creationId xmlns:a16="http://schemas.microsoft.com/office/drawing/2014/main" id="{4C8B95A1-BDE0-3F44-9C91-5FC439EAF23B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 err="1"/>
                <a:t>pTemp</a:t>
              </a:r>
              <a:endParaRPr dirty="0" err="1"/>
            </a:p>
          </p:txBody>
        </p:sp>
        <p:sp>
          <p:nvSpPr>
            <p:cNvPr id="269" name="Google Shape;269;p19">
              <a:extLst>
                <a:ext uri="{FF2B5EF4-FFF2-40B4-BE49-F238E27FC236}">
                  <a16:creationId xmlns:a16="http://schemas.microsoft.com/office/drawing/2014/main" id="{67E39604-D2C7-7544-7A4C-22F89E381162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ko" dirty="0"/>
                <a:t>N</a:t>
              </a:r>
              <a:endParaRPr dirty="0"/>
            </a:p>
          </p:txBody>
        </p:sp>
      </p:grpSp>
      <p:grpSp>
        <p:nvGrpSpPr>
          <p:cNvPr id="270" name="Google Shape;270;p19">
            <a:extLst>
              <a:ext uri="{FF2B5EF4-FFF2-40B4-BE49-F238E27FC236}">
                <a16:creationId xmlns:a16="http://schemas.microsoft.com/office/drawing/2014/main" id="{78608592-1E15-3967-6BE6-2E2751AABD12}"/>
              </a:ext>
            </a:extLst>
          </p:cNvPr>
          <p:cNvGrpSpPr/>
          <p:nvPr/>
        </p:nvGrpSpPr>
        <p:grpSpPr>
          <a:xfrm>
            <a:off x="1630225" y="4047925"/>
            <a:ext cx="803700" cy="838800"/>
            <a:chOff x="6538675" y="262075"/>
            <a:chExt cx="803700" cy="838800"/>
          </a:xfrm>
        </p:grpSpPr>
        <p:grpSp>
          <p:nvGrpSpPr>
            <p:cNvPr id="271" name="Google Shape;271;p19">
              <a:extLst>
                <a:ext uri="{FF2B5EF4-FFF2-40B4-BE49-F238E27FC236}">
                  <a16:creationId xmlns:a16="http://schemas.microsoft.com/office/drawing/2014/main" id="{14613CBE-39E2-6BB5-61B5-D67C81B12D35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72" name="Google Shape;272;p19">
                <a:extLst>
                  <a:ext uri="{FF2B5EF4-FFF2-40B4-BE49-F238E27FC236}">
                    <a16:creationId xmlns:a16="http://schemas.microsoft.com/office/drawing/2014/main" id="{CF1E4B25-70F4-E96E-ACE8-AEB82EB656FC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B05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dirty="0"/>
                  <a:t>0x01</a:t>
                </a:r>
                <a:endParaRPr dirty="0"/>
              </a:p>
            </p:txBody>
          </p:sp>
          <p:sp>
            <p:nvSpPr>
              <p:cNvPr id="273" name="Google Shape;273;p19">
                <a:extLst>
                  <a:ext uri="{FF2B5EF4-FFF2-40B4-BE49-F238E27FC236}">
                    <a16:creationId xmlns:a16="http://schemas.microsoft.com/office/drawing/2014/main" id="{42AB7272-8109-6B85-6155-29BDFB631490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B05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dirty="0" err="1"/>
                  <a:t>data</a:t>
                </a:r>
                <a:endParaRPr dirty="0" err="1"/>
              </a:p>
            </p:txBody>
          </p:sp>
        </p:grpSp>
        <p:sp>
          <p:nvSpPr>
            <p:cNvPr id="274" name="Google Shape;274;p19">
              <a:extLst>
                <a:ext uri="{FF2B5EF4-FFF2-40B4-BE49-F238E27FC236}">
                  <a16:creationId xmlns:a16="http://schemas.microsoft.com/office/drawing/2014/main" id="{223081E1-765C-3014-41D1-FE9CEDCC392A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 dirty="0" err="1"/>
                <a:t>pNext</a:t>
              </a:r>
              <a:endParaRPr sz="1200" dirty="0" err="1"/>
            </a:p>
          </p:txBody>
        </p:sp>
      </p:grpSp>
      <p:sp>
        <p:nvSpPr>
          <p:cNvPr id="276" name="Google Shape;276;p19">
            <a:extLst>
              <a:ext uri="{FF2B5EF4-FFF2-40B4-BE49-F238E27FC236}">
                <a16:creationId xmlns:a16="http://schemas.microsoft.com/office/drawing/2014/main" id="{3D6293F3-9F7B-CCF3-BE9C-CDAC40558E17}"/>
              </a:ext>
            </a:extLst>
          </p:cNvPr>
          <p:cNvSpPr txBox="1"/>
          <p:nvPr/>
        </p:nvSpPr>
        <p:spPr>
          <a:xfrm>
            <a:off x="76200" y="1654625"/>
            <a:ext cx="387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39</a:t>
            </a:r>
            <a:endParaRPr/>
          </a:p>
        </p:txBody>
      </p:sp>
      <p:sp>
        <p:nvSpPr>
          <p:cNvPr id="277" name="Google Shape;277;p19">
            <a:extLst>
              <a:ext uri="{FF2B5EF4-FFF2-40B4-BE49-F238E27FC236}">
                <a16:creationId xmlns:a16="http://schemas.microsoft.com/office/drawing/2014/main" id="{7F1CD28B-8F50-E7A9-15F5-6E74B67B7F5C}"/>
              </a:ext>
            </a:extLst>
          </p:cNvPr>
          <p:cNvSpPr txBox="1"/>
          <p:nvPr/>
        </p:nvSpPr>
        <p:spPr>
          <a:xfrm>
            <a:off x="1272450" y="1654625"/>
            <a:ext cx="387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40</a:t>
            </a:r>
            <a:endParaRPr/>
          </a:p>
        </p:txBody>
      </p:sp>
      <p:sp>
        <p:nvSpPr>
          <p:cNvPr id="278" name="Google Shape;278;p19">
            <a:extLst>
              <a:ext uri="{FF2B5EF4-FFF2-40B4-BE49-F238E27FC236}">
                <a16:creationId xmlns:a16="http://schemas.microsoft.com/office/drawing/2014/main" id="{AD6560C8-D03C-BBC6-5997-B77E43A51FFE}"/>
              </a:ext>
            </a:extLst>
          </p:cNvPr>
          <p:cNvSpPr txBox="1"/>
          <p:nvPr/>
        </p:nvSpPr>
        <p:spPr>
          <a:xfrm>
            <a:off x="387900" y="2971950"/>
            <a:ext cx="550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70 </a:t>
            </a:r>
            <a:endParaRPr/>
          </a:p>
        </p:txBody>
      </p:sp>
      <p:sp>
        <p:nvSpPr>
          <p:cNvPr id="279" name="Google Shape;279;p19">
            <a:extLst>
              <a:ext uri="{FF2B5EF4-FFF2-40B4-BE49-F238E27FC236}">
                <a16:creationId xmlns:a16="http://schemas.microsoft.com/office/drawing/2014/main" id="{98CE5642-DC56-6F8F-CEDA-109336271FEC}"/>
              </a:ext>
            </a:extLst>
          </p:cNvPr>
          <p:cNvSpPr txBox="1"/>
          <p:nvPr/>
        </p:nvSpPr>
        <p:spPr>
          <a:xfrm>
            <a:off x="76200" y="3825825"/>
            <a:ext cx="422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dirty="0">
                <a:solidFill>
                  <a:srgbClr val="00B050"/>
                </a:solidFill>
              </a:rPr>
              <a:t>74</a:t>
            </a:r>
            <a:endParaRPr lang="ko-KR" altLang="en-US">
              <a:solidFill>
                <a:srgbClr val="00B05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44FF577-AD63-1CCE-3A2D-0786E6AFD429}"/>
              </a:ext>
            </a:extLst>
          </p:cNvPr>
          <p:cNvSpPr txBox="1"/>
          <p:nvPr/>
        </p:nvSpPr>
        <p:spPr>
          <a:xfrm>
            <a:off x="2898900" y="3953325"/>
            <a:ext cx="55665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pTemp</a:t>
            </a:r>
            <a:r>
              <a:rPr lang="ko-KR" altLang="en-US" dirty="0"/>
              <a:t>는 </a:t>
            </a:r>
            <a:r>
              <a:rPr lang="ko-KR" altLang="en-US" dirty="0">
                <a:solidFill>
                  <a:srgbClr val="FF0000"/>
                </a:solidFill>
              </a:rPr>
              <a:t>포인터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 err="1">
                <a:solidFill>
                  <a:srgbClr val="FF0000"/>
                </a:solidFill>
              </a:rPr>
              <a:t>가르키다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  <a:r>
              <a:rPr lang="ko-KR" altLang="en-US" dirty="0"/>
              <a:t>이므로 주소 값만 가질 수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그러므로 </a:t>
            </a:r>
            <a:r>
              <a:rPr lang="en-US" altLang="ko-KR" dirty="0" err="1"/>
              <a:t>pTemp</a:t>
            </a:r>
            <a:r>
              <a:rPr lang="en-US" altLang="ko-KR" dirty="0"/>
              <a:t> = new Node()</a:t>
            </a:r>
            <a:r>
              <a:rPr lang="ko-KR" altLang="en-US" dirty="0" err="1"/>
              <a:t>를</a:t>
            </a:r>
            <a:r>
              <a:rPr lang="en-US" altLang="ko-KR" dirty="0"/>
              <a:t> </a:t>
            </a:r>
            <a:r>
              <a:rPr lang="ko-KR" altLang="en-US" dirty="0"/>
              <a:t>하면</a:t>
            </a:r>
            <a:r>
              <a:rPr lang="en-US" altLang="ko-KR" dirty="0"/>
              <a:t>,</a:t>
            </a:r>
            <a:br>
              <a:rPr lang="en-US" altLang="ko-KR"/>
            </a:br>
            <a:r>
              <a:rPr lang="en-US" altLang="ko-KR" dirty="0" err="1"/>
              <a:t>pTemp</a:t>
            </a:r>
            <a:r>
              <a:rPr lang="ko-KR" altLang="en-US" dirty="0"/>
              <a:t>의 값은 </a:t>
            </a:r>
            <a:r>
              <a:rPr lang="en-US" altLang="ko-KR" dirty="0"/>
              <a:t>0x01</a:t>
            </a:r>
            <a:r>
              <a:rPr lang="ko-KR" altLang="en-US" dirty="0"/>
              <a:t>이 되어 동적할당 된 노드를 </a:t>
            </a:r>
            <a:r>
              <a:rPr lang="ko-KR" altLang="en-US" dirty="0" err="1">
                <a:solidFill>
                  <a:srgbClr val="FF0000"/>
                </a:solidFill>
              </a:rPr>
              <a:t>가르킨다</a:t>
            </a:r>
            <a:r>
              <a:rPr lang="en-US" altLang="ko-KR" dirty="0">
                <a:solidFill>
                  <a:srgbClr val="FF0000"/>
                </a:solidFill>
              </a:rPr>
              <a:t>.(</a:t>
            </a:r>
            <a:r>
              <a:rPr lang="ko-KR" altLang="en-US" dirty="0">
                <a:solidFill>
                  <a:srgbClr val="FF0000"/>
                </a:solidFill>
              </a:rPr>
              <a:t>참조한다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  <a:r>
              <a:rPr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010484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>
          <a:extLst>
            <a:ext uri="{FF2B5EF4-FFF2-40B4-BE49-F238E27FC236}">
              <a16:creationId xmlns:a16="http://schemas.microsoft.com/office/drawing/2014/main" id="{05AF2ADC-9D44-3431-25E9-061F9039E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8">
            <a:extLst>
              <a:ext uri="{FF2B5EF4-FFF2-40B4-BE49-F238E27FC236}">
                <a16:creationId xmlns:a16="http://schemas.microsoft.com/office/drawing/2014/main" id="{C2778321-9A20-5009-E1AD-B72D242D42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연결리스트 추가(10)</a:t>
            </a:r>
            <a:endParaRPr/>
          </a:p>
        </p:txBody>
      </p:sp>
      <p:sp>
        <p:nvSpPr>
          <p:cNvPr id="225" name="Google Shape;225;p18">
            <a:extLst>
              <a:ext uri="{FF2B5EF4-FFF2-40B4-BE49-F238E27FC236}">
                <a16:creationId xmlns:a16="http://schemas.microsoft.com/office/drawing/2014/main" id="{95A0F2D2-D7FF-721E-A901-32E7E5D29D2F}"/>
              </a:ext>
            </a:extLst>
          </p:cNvPr>
          <p:cNvSpPr txBox="1"/>
          <p:nvPr/>
        </p:nvSpPr>
        <p:spPr>
          <a:xfrm>
            <a:off x="387900" y="1190175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34 main()</a:t>
            </a:r>
            <a:endParaRPr/>
          </a:p>
        </p:txBody>
      </p:sp>
      <p:grpSp>
        <p:nvGrpSpPr>
          <p:cNvPr id="226" name="Google Shape;226;p18">
            <a:extLst>
              <a:ext uri="{FF2B5EF4-FFF2-40B4-BE49-F238E27FC236}">
                <a16:creationId xmlns:a16="http://schemas.microsoft.com/office/drawing/2014/main" id="{39BC4686-0A7B-A457-7F66-5F08853931EA}"/>
              </a:ext>
            </a:extLst>
          </p:cNvPr>
          <p:cNvGrpSpPr/>
          <p:nvPr/>
        </p:nvGrpSpPr>
        <p:grpSpPr>
          <a:xfrm>
            <a:off x="498900" y="1670450"/>
            <a:ext cx="803700" cy="559200"/>
            <a:chOff x="725125" y="742575"/>
            <a:chExt cx="803700" cy="559200"/>
          </a:xfrm>
        </p:grpSpPr>
        <p:sp>
          <p:nvSpPr>
            <p:cNvPr id="227" name="Google Shape;227;p18">
              <a:extLst>
                <a:ext uri="{FF2B5EF4-FFF2-40B4-BE49-F238E27FC236}">
                  <a16:creationId xmlns:a16="http://schemas.microsoft.com/office/drawing/2014/main" id="{D99F4A47-4FD6-06B1-B147-A4CDF64D96D2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</a:t>
              </a:r>
              <a:r>
                <a:rPr lang="en-US" altLang="ko"/>
                <a:t>e</a:t>
              </a:r>
              <a:r>
                <a:rPr lang="ko"/>
                <a:t>gin</a:t>
              </a:r>
              <a:endParaRPr/>
            </a:p>
          </p:txBody>
        </p:sp>
        <p:sp>
          <p:nvSpPr>
            <p:cNvPr id="228" name="Google Shape;228;p18">
              <a:extLst>
                <a:ext uri="{FF2B5EF4-FFF2-40B4-BE49-F238E27FC236}">
                  <a16:creationId xmlns:a16="http://schemas.microsoft.com/office/drawing/2014/main" id="{768E4F94-55AF-AD45-CB69-41494C6607A6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N</a:t>
              </a:r>
              <a:endParaRPr/>
            </a:p>
          </p:txBody>
        </p:sp>
      </p:grpSp>
      <p:grpSp>
        <p:nvGrpSpPr>
          <p:cNvPr id="229" name="Google Shape;229;p18">
            <a:extLst>
              <a:ext uri="{FF2B5EF4-FFF2-40B4-BE49-F238E27FC236}">
                <a16:creationId xmlns:a16="http://schemas.microsoft.com/office/drawing/2014/main" id="{500A369F-C0D4-823E-B4FE-A789247E0C82}"/>
              </a:ext>
            </a:extLst>
          </p:cNvPr>
          <p:cNvGrpSpPr/>
          <p:nvPr/>
        </p:nvGrpSpPr>
        <p:grpSpPr>
          <a:xfrm>
            <a:off x="1647725" y="1670450"/>
            <a:ext cx="803700" cy="559200"/>
            <a:chOff x="725125" y="742575"/>
            <a:chExt cx="803700" cy="559200"/>
          </a:xfrm>
        </p:grpSpPr>
        <p:sp>
          <p:nvSpPr>
            <p:cNvPr id="230" name="Google Shape;230;p18">
              <a:extLst>
                <a:ext uri="{FF2B5EF4-FFF2-40B4-BE49-F238E27FC236}">
                  <a16:creationId xmlns:a16="http://schemas.microsoft.com/office/drawing/2014/main" id="{487801D5-5CDB-CD3B-286A-8B92B04AF55D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ko"/>
                <a:t>p</a:t>
              </a:r>
              <a:r>
                <a:rPr lang="ko"/>
                <a:t>End</a:t>
              </a:r>
              <a:endParaRPr/>
            </a:p>
          </p:txBody>
        </p:sp>
        <p:sp>
          <p:nvSpPr>
            <p:cNvPr id="231" name="Google Shape;231;p18">
              <a:extLst>
                <a:ext uri="{FF2B5EF4-FFF2-40B4-BE49-F238E27FC236}">
                  <a16:creationId xmlns:a16="http://schemas.microsoft.com/office/drawing/2014/main" id="{F0068B39-1455-18A8-168B-BA879DDB0CD2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N</a:t>
              </a:r>
              <a:endParaRPr/>
            </a:p>
          </p:txBody>
        </p:sp>
      </p:grpSp>
      <p:sp>
        <p:nvSpPr>
          <p:cNvPr id="232" name="Google Shape;232;p18">
            <a:extLst>
              <a:ext uri="{FF2B5EF4-FFF2-40B4-BE49-F238E27FC236}">
                <a16:creationId xmlns:a16="http://schemas.microsoft.com/office/drawing/2014/main" id="{A033588C-B86B-DB89-6038-126F26022349}"/>
              </a:ext>
            </a:extLst>
          </p:cNvPr>
          <p:cNvSpPr txBox="1"/>
          <p:nvPr/>
        </p:nvSpPr>
        <p:spPr>
          <a:xfrm>
            <a:off x="311700" y="2571750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 43 CreateNode(pEnd, 10)</a:t>
            </a:r>
            <a:endParaRPr/>
          </a:p>
        </p:txBody>
      </p:sp>
      <p:grpSp>
        <p:nvGrpSpPr>
          <p:cNvPr id="233" name="Google Shape;233;p18">
            <a:extLst>
              <a:ext uri="{FF2B5EF4-FFF2-40B4-BE49-F238E27FC236}">
                <a16:creationId xmlns:a16="http://schemas.microsoft.com/office/drawing/2014/main" id="{0EEC5E5E-F6BD-1966-3632-AAE374123BE8}"/>
              </a:ext>
            </a:extLst>
          </p:cNvPr>
          <p:cNvGrpSpPr/>
          <p:nvPr/>
        </p:nvGrpSpPr>
        <p:grpSpPr>
          <a:xfrm>
            <a:off x="1565700" y="3129125"/>
            <a:ext cx="803700" cy="559200"/>
            <a:chOff x="725125" y="742575"/>
            <a:chExt cx="803700" cy="559200"/>
          </a:xfrm>
        </p:grpSpPr>
        <p:sp>
          <p:nvSpPr>
            <p:cNvPr id="234" name="Google Shape;234;p18">
              <a:extLst>
                <a:ext uri="{FF2B5EF4-FFF2-40B4-BE49-F238E27FC236}">
                  <a16:creationId xmlns:a16="http://schemas.microsoft.com/office/drawing/2014/main" id="{1FB7D67F-DEE3-5DE7-8151-5F14AA7C1CA5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pNode</a:t>
              </a:r>
              <a:endParaRPr/>
            </a:p>
          </p:txBody>
        </p:sp>
        <p:sp>
          <p:nvSpPr>
            <p:cNvPr id="235" name="Google Shape;235;p18">
              <a:extLst>
                <a:ext uri="{FF2B5EF4-FFF2-40B4-BE49-F238E27FC236}">
                  <a16:creationId xmlns:a16="http://schemas.microsoft.com/office/drawing/2014/main" id="{8A78D851-6EC1-1A70-E4A5-E44C55E8FD18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err="1">
                  <a:solidFill>
                    <a:schemeClr val="tx1"/>
                  </a:solidFill>
                </a:rPr>
                <a:t>N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36" name="Google Shape;236;p18">
            <a:extLst>
              <a:ext uri="{FF2B5EF4-FFF2-40B4-BE49-F238E27FC236}">
                <a16:creationId xmlns:a16="http://schemas.microsoft.com/office/drawing/2014/main" id="{FBB2A805-AD70-950D-F54C-EA4A73648255}"/>
              </a:ext>
            </a:extLst>
          </p:cNvPr>
          <p:cNvGrpSpPr/>
          <p:nvPr/>
        </p:nvGrpSpPr>
        <p:grpSpPr>
          <a:xfrm>
            <a:off x="2638325" y="3129125"/>
            <a:ext cx="803700" cy="559200"/>
            <a:chOff x="725125" y="742575"/>
            <a:chExt cx="803700" cy="559200"/>
          </a:xfrm>
        </p:grpSpPr>
        <p:sp>
          <p:nvSpPr>
            <p:cNvPr id="237" name="Google Shape;237;p18">
              <a:extLst>
                <a:ext uri="{FF2B5EF4-FFF2-40B4-BE49-F238E27FC236}">
                  <a16:creationId xmlns:a16="http://schemas.microsoft.com/office/drawing/2014/main" id="{886C5656-F947-3F63-C3C2-C0DBB4E95167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 err="1"/>
                <a:t>data</a:t>
              </a:r>
              <a:endParaRPr dirty="0" err="1"/>
            </a:p>
          </p:txBody>
        </p:sp>
        <p:sp>
          <p:nvSpPr>
            <p:cNvPr id="238" name="Google Shape;238;p18">
              <a:extLst>
                <a:ext uri="{FF2B5EF4-FFF2-40B4-BE49-F238E27FC236}">
                  <a16:creationId xmlns:a16="http://schemas.microsoft.com/office/drawing/2014/main" id="{C198D72A-C24F-BE75-5CA0-01AB5EB6E52E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10</a:t>
              </a:r>
              <a:endParaRPr/>
            </a:p>
          </p:txBody>
        </p:sp>
      </p:grpSp>
      <p:cxnSp>
        <p:nvCxnSpPr>
          <p:cNvPr id="239" name="Google Shape;239;p18">
            <a:extLst>
              <a:ext uri="{FF2B5EF4-FFF2-40B4-BE49-F238E27FC236}">
                <a16:creationId xmlns:a16="http://schemas.microsoft.com/office/drawing/2014/main" id="{39B3B7A1-4F6A-B089-386D-DAC74BBEB524}"/>
              </a:ext>
            </a:extLst>
          </p:cNvPr>
          <p:cNvCxnSpPr>
            <a:stCxn id="231" idx="2"/>
            <a:endCxn id="235" idx="0"/>
          </p:cNvCxnSpPr>
          <p:nvPr/>
        </p:nvCxnSpPr>
        <p:spPr>
          <a:xfrm flipH="1">
            <a:off x="1967675" y="2229650"/>
            <a:ext cx="81900" cy="117900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dash"/>
            <a:round/>
            <a:headEnd type="none" w="med" len="med"/>
            <a:tailEnd type="triangle" w="med" len="med"/>
          </a:ln>
        </p:spPr>
      </p:cxnSp>
      <p:grpSp>
        <p:nvGrpSpPr>
          <p:cNvPr id="240" name="Google Shape;240;p18">
            <a:extLst>
              <a:ext uri="{FF2B5EF4-FFF2-40B4-BE49-F238E27FC236}">
                <a16:creationId xmlns:a16="http://schemas.microsoft.com/office/drawing/2014/main" id="{8A6155FB-6B75-FA7B-1D20-1744812206FA}"/>
              </a:ext>
            </a:extLst>
          </p:cNvPr>
          <p:cNvGrpSpPr/>
          <p:nvPr/>
        </p:nvGrpSpPr>
        <p:grpSpPr>
          <a:xfrm>
            <a:off x="498900" y="3825825"/>
            <a:ext cx="803700" cy="559200"/>
            <a:chOff x="725125" y="742575"/>
            <a:chExt cx="803700" cy="559200"/>
          </a:xfrm>
        </p:grpSpPr>
        <p:sp>
          <p:nvSpPr>
            <p:cNvPr id="241" name="Google Shape;241;p18">
              <a:extLst>
                <a:ext uri="{FF2B5EF4-FFF2-40B4-BE49-F238E27FC236}">
                  <a16:creationId xmlns:a16="http://schemas.microsoft.com/office/drawing/2014/main" id="{D9671650-EFE7-B08B-78DD-F7C86C441EEC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 err="1"/>
                <a:t>pTemp</a:t>
              </a:r>
              <a:endParaRPr dirty="0" err="1"/>
            </a:p>
          </p:txBody>
        </p:sp>
        <p:sp>
          <p:nvSpPr>
            <p:cNvPr id="242" name="Google Shape;242;p18">
              <a:extLst>
                <a:ext uri="{FF2B5EF4-FFF2-40B4-BE49-F238E27FC236}">
                  <a16:creationId xmlns:a16="http://schemas.microsoft.com/office/drawing/2014/main" id="{CE5563A7-5329-2DB7-80DD-A183DDE26435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ko" dirty="0"/>
                <a:t>data</a:t>
              </a:r>
              <a:endParaRPr lang="ko-KR" altLang="en-US" dirty="0"/>
            </a:p>
          </p:txBody>
        </p:sp>
      </p:grpSp>
      <p:sp>
        <p:nvSpPr>
          <p:cNvPr id="243" name="Google Shape;243;p18">
            <a:extLst>
              <a:ext uri="{FF2B5EF4-FFF2-40B4-BE49-F238E27FC236}">
                <a16:creationId xmlns:a16="http://schemas.microsoft.com/office/drawing/2014/main" id="{140B1CA8-E454-318D-2C00-ED22446A801D}"/>
              </a:ext>
            </a:extLst>
          </p:cNvPr>
          <p:cNvSpPr txBox="1"/>
          <p:nvPr/>
        </p:nvSpPr>
        <p:spPr>
          <a:xfrm>
            <a:off x="76200" y="1654625"/>
            <a:ext cx="387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39</a:t>
            </a:r>
            <a:endParaRPr/>
          </a:p>
        </p:txBody>
      </p:sp>
      <p:sp>
        <p:nvSpPr>
          <p:cNvPr id="244" name="Google Shape;244;p18">
            <a:extLst>
              <a:ext uri="{FF2B5EF4-FFF2-40B4-BE49-F238E27FC236}">
                <a16:creationId xmlns:a16="http://schemas.microsoft.com/office/drawing/2014/main" id="{208D13C1-5E26-B224-E267-B6F34C894AE9}"/>
              </a:ext>
            </a:extLst>
          </p:cNvPr>
          <p:cNvSpPr txBox="1"/>
          <p:nvPr/>
        </p:nvSpPr>
        <p:spPr>
          <a:xfrm>
            <a:off x="1272450" y="1654625"/>
            <a:ext cx="387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40</a:t>
            </a:r>
            <a:endParaRPr/>
          </a:p>
        </p:txBody>
      </p:sp>
      <p:sp>
        <p:nvSpPr>
          <p:cNvPr id="245" name="Google Shape;245;p18">
            <a:extLst>
              <a:ext uri="{FF2B5EF4-FFF2-40B4-BE49-F238E27FC236}">
                <a16:creationId xmlns:a16="http://schemas.microsoft.com/office/drawing/2014/main" id="{19BEDF64-3687-F9CF-2B81-8CAD96816AAC}"/>
              </a:ext>
            </a:extLst>
          </p:cNvPr>
          <p:cNvSpPr txBox="1"/>
          <p:nvPr/>
        </p:nvSpPr>
        <p:spPr>
          <a:xfrm>
            <a:off x="387900" y="2971950"/>
            <a:ext cx="550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70 </a:t>
            </a:r>
            <a:endParaRPr/>
          </a:p>
        </p:txBody>
      </p:sp>
      <p:sp>
        <p:nvSpPr>
          <p:cNvPr id="246" name="Google Shape;246;p18">
            <a:extLst>
              <a:ext uri="{FF2B5EF4-FFF2-40B4-BE49-F238E27FC236}">
                <a16:creationId xmlns:a16="http://schemas.microsoft.com/office/drawing/2014/main" id="{4B90203E-FBD4-8F33-2A49-D4258889CF8F}"/>
              </a:ext>
            </a:extLst>
          </p:cNvPr>
          <p:cNvSpPr txBox="1"/>
          <p:nvPr/>
        </p:nvSpPr>
        <p:spPr>
          <a:xfrm>
            <a:off x="76200" y="3825825"/>
            <a:ext cx="422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dirty="0">
                <a:solidFill>
                  <a:srgbClr val="00B050"/>
                </a:solidFill>
              </a:rPr>
              <a:t>72</a:t>
            </a:r>
            <a:endParaRPr dirty="0">
              <a:solidFill>
                <a:srgbClr val="00B05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C84D9F-5590-0C7F-115A-50BE6F7AC0B1}"/>
              </a:ext>
            </a:extLst>
          </p:cNvPr>
          <p:cNvSpPr txBox="1"/>
          <p:nvPr/>
        </p:nvSpPr>
        <p:spPr>
          <a:xfrm>
            <a:off x="3864864" y="1390275"/>
            <a:ext cx="3631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추가된 노드가 아직 </a:t>
            </a:r>
            <a:r>
              <a:rPr lang="ko-KR" altLang="en-US" dirty="0">
                <a:solidFill>
                  <a:srgbClr val="FF0000"/>
                </a:solidFill>
              </a:rPr>
              <a:t>존재하지 않으므로</a:t>
            </a:r>
            <a:r>
              <a:rPr lang="en-US" altLang="ko-KR" dirty="0"/>
              <a:t>,</a:t>
            </a:r>
            <a:br>
              <a:rPr lang="en-US" altLang="ko-KR"/>
            </a:br>
            <a:r>
              <a:rPr lang="en-US" altLang="ko-KR" dirty="0" err="1"/>
              <a:t>pBegin</a:t>
            </a:r>
            <a:r>
              <a:rPr lang="ko-KR" altLang="en-US" dirty="0"/>
              <a:t>과 </a:t>
            </a:r>
            <a:r>
              <a:rPr lang="en-US" altLang="ko-KR" dirty="0" err="1"/>
              <a:t>pEnd</a:t>
            </a:r>
            <a:r>
              <a:rPr lang="ko-KR" altLang="en-US" dirty="0"/>
              <a:t>는 </a:t>
            </a:r>
            <a:r>
              <a:rPr lang="en-US" altLang="ko-KR" dirty="0">
                <a:solidFill>
                  <a:srgbClr val="FF0000"/>
                </a:solidFill>
              </a:rPr>
              <a:t>NULL </a:t>
            </a:r>
            <a:r>
              <a:rPr lang="ko-KR" altLang="en-US" dirty="0">
                <a:solidFill>
                  <a:srgbClr val="FF0000"/>
                </a:solidFill>
              </a:rPr>
              <a:t>값</a:t>
            </a:r>
            <a:r>
              <a:rPr lang="ko-KR" altLang="en-US" dirty="0"/>
              <a:t>을 가진다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960954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>
          <a:extLst>
            <a:ext uri="{FF2B5EF4-FFF2-40B4-BE49-F238E27FC236}">
              <a16:creationId xmlns:a16="http://schemas.microsoft.com/office/drawing/2014/main" id="{30778FC8-316B-D70C-CF53-E35143299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9">
            <a:extLst>
              <a:ext uri="{FF2B5EF4-FFF2-40B4-BE49-F238E27FC236}">
                <a16:creationId xmlns:a16="http://schemas.microsoft.com/office/drawing/2014/main" id="{736FBCAC-4162-1E99-FDFE-C23C14FC41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연결리스트 추가(10)</a:t>
            </a:r>
            <a:endParaRPr dirty="0"/>
          </a:p>
        </p:txBody>
      </p:sp>
      <p:sp>
        <p:nvSpPr>
          <p:cNvPr id="252" name="Google Shape;252;p19">
            <a:extLst>
              <a:ext uri="{FF2B5EF4-FFF2-40B4-BE49-F238E27FC236}">
                <a16:creationId xmlns:a16="http://schemas.microsoft.com/office/drawing/2014/main" id="{44B27E13-602B-8CD3-82B9-DECD0A4A95CA}"/>
              </a:ext>
            </a:extLst>
          </p:cNvPr>
          <p:cNvSpPr txBox="1"/>
          <p:nvPr/>
        </p:nvSpPr>
        <p:spPr>
          <a:xfrm>
            <a:off x="387900" y="1190175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34 </a:t>
            </a:r>
            <a:r>
              <a:rPr lang="ko" dirty="0" err="1"/>
              <a:t>main</a:t>
            </a:r>
            <a:r>
              <a:rPr lang="ko" dirty="0"/>
              <a:t>()</a:t>
            </a:r>
            <a:endParaRPr dirty="0"/>
          </a:p>
        </p:txBody>
      </p:sp>
      <p:grpSp>
        <p:nvGrpSpPr>
          <p:cNvPr id="253" name="Google Shape;253;p19">
            <a:extLst>
              <a:ext uri="{FF2B5EF4-FFF2-40B4-BE49-F238E27FC236}">
                <a16:creationId xmlns:a16="http://schemas.microsoft.com/office/drawing/2014/main" id="{9658D6AF-8158-0DF3-33DE-6333BDA3BCA6}"/>
              </a:ext>
            </a:extLst>
          </p:cNvPr>
          <p:cNvGrpSpPr/>
          <p:nvPr/>
        </p:nvGrpSpPr>
        <p:grpSpPr>
          <a:xfrm>
            <a:off x="498900" y="1670450"/>
            <a:ext cx="803700" cy="559200"/>
            <a:chOff x="725125" y="742575"/>
            <a:chExt cx="803700" cy="559200"/>
          </a:xfrm>
        </p:grpSpPr>
        <p:sp>
          <p:nvSpPr>
            <p:cNvPr id="254" name="Google Shape;254;p19">
              <a:extLst>
                <a:ext uri="{FF2B5EF4-FFF2-40B4-BE49-F238E27FC236}">
                  <a16:creationId xmlns:a16="http://schemas.microsoft.com/office/drawing/2014/main" id="{C01722BC-0DAC-1C72-31DA-78BF549FD71C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 err="1"/>
                <a:t>pBgin</a:t>
              </a:r>
              <a:endParaRPr dirty="0" err="1"/>
            </a:p>
          </p:txBody>
        </p:sp>
        <p:sp>
          <p:nvSpPr>
            <p:cNvPr id="255" name="Google Shape;255;p19">
              <a:extLst>
                <a:ext uri="{FF2B5EF4-FFF2-40B4-BE49-F238E27FC236}">
                  <a16:creationId xmlns:a16="http://schemas.microsoft.com/office/drawing/2014/main" id="{D81A819A-5ECD-3C37-01FA-D69ABC554588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 err="1"/>
                <a:t>N</a:t>
              </a:r>
              <a:endParaRPr dirty="0" err="1"/>
            </a:p>
          </p:txBody>
        </p:sp>
      </p:grpSp>
      <p:grpSp>
        <p:nvGrpSpPr>
          <p:cNvPr id="256" name="Google Shape;256;p19">
            <a:extLst>
              <a:ext uri="{FF2B5EF4-FFF2-40B4-BE49-F238E27FC236}">
                <a16:creationId xmlns:a16="http://schemas.microsoft.com/office/drawing/2014/main" id="{44610AB6-E68F-E376-C39D-58550A3B1806}"/>
              </a:ext>
            </a:extLst>
          </p:cNvPr>
          <p:cNvGrpSpPr/>
          <p:nvPr/>
        </p:nvGrpSpPr>
        <p:grpSpPr>
          <a:xfrm>
            <a:off x="1647725" y="1670450"/>
            <a:ext cx="803700" cy="559200"/>
            <a:chOff x="725125" y="742575"/>
            <a:chExt cx="803700" cy="559200"/>
          </a:xfrm>
        </p:grpSpPr>
        <p:sp>
          <p:nvSpPr>
            <p:cNvPr id="257" name="Google Shape;257;p19">
              <a:extLst>
                <a:ext uri="{FF2B5EF4-FFF2-40B4-BE49-F238E27FC236}">
                  <a16:creationId xmlns:a16="http://schemas.microsoft.com/office/drawing/2014/main" id="{1282B660-EAF3-3DB4-8033-BAF5731818B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 err="1"/>
                <a:t>End</a:t>
              </a:r>
              <a:endParaRPr dirty="0" err="1"/>
            </a:p>
          </p:txBody>
        </p:sp>
        <p:sp>
          <p:nvSpPr>
            <p:cNvPr id="258" name="Google Shape;258;p19">
              <a:extLst>
                <a:ext uri="{FF2B5EF4-FFF2-40B4-BE49-F238E27FC236}">
                  <a16:creationId xmlns:a16="http://schemas.microsoft.com/office/drawing/2014/main" id="{34320C5F-2620-7A72-0644-E69E8C93DFF0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 err="1"/>
                <a:t>N</a:t>
              </a:r>
              <a:endParaRPr dirty="0" err="1"/>
            </a:p>
          </p:txBody>
        </p:sp>
      </p:grpSp>
      <p:sp>
        <p:nvSpPr>
          <p:cNvPr id="259" name="Google Shape;259;p19">
            <a:extLst>
              <a:ext uri="{FF2B5EF4-FFF2-40B4-BE49-F238E27FC236}">
                <a16:creationId xmlns:a16="http://schemas.microsoft.com/office/drawing/2014/main" id="{DE0E20BB-B34D-5EE1-A83B-050B2B43F021}"/>
              </a:ext>
            </a:extLst>
          </p:cNvPr>
          <p:cNvSpPr txBox="1"/>
          <p:nvPr/>
        </p:nvSpPr>
        <p:spPr>
          <a:xfrm>
            <a:off x="346500" y="2571750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 43 CreateNode(pEnd, 10)</a:t>
            </a:r>
            <a:endParaRPr/>
          </a:p>
        </p:txBody>
      </p:sp>
      <p:grpSp>
        <p:nvGrpSpPr>
          <p:cNvPr id="260" name="Google Shape;260;p19">
            <a:extLst>
              <a:ext uri="{FF2B5EF4-FFF2-40B4-BE49-F238E27FC236}">
                <a16:creationId xmlns:a16="http://schemas.microsoft.com/office/drawing/2014/main" id="{1EACBF2B-85B0-8323-E2FD-95BCBCCAFE03}"/>
              </a:ext>
            </a:extLst>
          </p:cNvPr>
          <p:cNvGrpSpPr/>
          <p:nvPr/>
        </p:nvGrpSpPr>
        <p:grpSpPr>
          <a:xfrm>
            <a:off x="1565700" y="3129125"/>
            <a:ext cx="803700" cy="559200"/>
            <a:chOff x="725125" y="742575"/>
            <a:chExt cx="803700" cy="559200"/>
          </a:xfrm>
        </p:grpSpPr>
        <p:sp>
          <p:nvSpPr>
            <p:cNvPr id="261" name="Google Shape;261;p19">
              <a:extLst>
                <a:ext uri="{FF2B5EF4-FFF2-40B4-BE49-F238E27FC236}">
                  <a16:creationId xmlns:a16="http://schemas.microsoft.com/office/drawing/2014/main" id="{7139014D-0F80-CA39-77D6-64744617176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pNode</a:t>
              </a:r>
              <a:endParaRPr/>
            </a:p>
          </p:txBody>
        </p:sp>
        <p:sp>
          <p:nvSpPr>
            <p:cNvPr id="262" name="Google Shape;262;p19">
              <a:extLst>
                <a:ext uri="{FF2B5EF4-FFF2-40B4-BE49-F238E27FC236}">
                  <a16:creationId xmlns:a16="http://schemas.microsoft.com/office/drawing/2014/main" id="{2CD6C522-6F64-7691-7EC5-0FB36B512A86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 err="1"/>
                <a:t>N</a:t>
              </a:r>
              <a:endParaRPr dirty="0" err="1"/>
            </a:p>
          </p:txBody>
        </p:sp>
      </p:grpSp>
      <p:grpSp>
        <p:nvGrpSpPr>
          <p:cNvPr id="263" name="Google Shape;263;p19">
            <a:extLst>
              <a:ext uri="{FF2B5EF4-FFF2-40B4-BE49-F238E27FC236}">
                <a16:creationId xmlns:a16="http://schemas.microsoft.com/office/drawing/2014/main" id="{E6761921-21C6-B0BD-EB34-10DD738E58D4}"/>
              </a:ext>
            </a:extLst>
          </p:cNvPr>
          <p:cNvGrpSpPr/>
          <p:nvPr/>
        </p:nvGrpSpPr>
        <p:grpSpPr>
          <a:xfrm>
            <a:off x="2638325" y="3129125"/>
            <a:ext cx="803700" cy="559200"/>
            <a:chOff x="725125" y="742575"/>
            <a:chExt cx="803700" cy="559200"/>
          </a:xfrm>
        </p:grpSpPr>
        <p:sp>
          <p:nvSpPr>
            <p:cNvPr id="264" name="Google Shape;264;p19">
              <a:extLst>
                <a:ext uri="{FF2B5EF4-FFF2-40B4-BE49-F238E27FC236}">
                  <a16:creationId xmlns:a16="http://schemas.microsoft.com/office/drawing/2014/main" id="{FD29B3B0-7A28-2709-4D2D-26464D885CA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 err="1"/>
                <a:t>data</a:t>
              </a:r>
              <a:endParaRPr dirty="0" err="1"/>
            </a:p>
          </p:txBody>
        </p:sp>
        <p:sp>
          <p:nvSpPr>
            <p:cNvPr id="265" name="Google Shape;265;p19">
              <a:extLst>
                <a:ext uri="{FF2B5EF4-FFF2-40B4-BE49-F238E27FC236}">
                  <a16:creationId xmlns:a16="http://schemas.microsoft.com/office/drawing/2014/main" id="{6623B3D9-A200-59FC-AAE0-0393F1054454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10</a:t>
              </a:r>
              <a:endParaRPr/>
            </a:p>
          </p:txBody>
        </p:sp>
      </p:grpSp>
      <p:cxnSp>
        <p:nvCxnSpPr>
          <p:cNvPr id="266" name="Google Shape;266;p19">
            <a:extLst>
              <a:ext uri="{FF2B5EF4-FFF2-40B4-BE49-F238E27FC236}">
                <a16:creationId xmlns:a16="http://schemas.microsoft.com/office/drawing/2014/main" id="{14111AFF-04F3-40F8-9B55-3C1CE58E833A}"/>
              </a:ext>
            </a:extLst>
          </p:cNvPr>
          <p:cNvCxnSpPr>
            <a:stCxn id="258" idx="2"/>
            <a:endCxn id="262" idx="0"/>
          </p:cNvCxnSpPr>
          <p:nvPr/>
        </p:nvCxnSpPr>
        <p:spPr>
          <a:xfrm flipH="1">
            <a:off x="1967675" y="2229650"/>
            <a:ext cx="81900" cy="117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grpSp>
        <p:nvGrpSpPr>
          <p:cNvPr id="267" name="Google Shape;267;p19">
            <a:extLst>
              <a:ext uri="{FF2B5EF4-FFF2-40B4-BE49-F238E27FC236}">
                <a16:creationId xmlns:a16="http://schemas.microsoft.com/office/drawing/2014/main" id="{A69CBA2A-5CA6-8EC3-8008-A966ED986038}"/>
              </a:ext>
            </a:extLst>
          </p:cNvPr>
          <p:cNvGrpSpPr/>
          <p:nvPr/>
        </p:nvGrpSpPr>
        <p:grpSpPr>
          <a:xfrm>
            <a:off x="498900" y="3825825"/>
            <a:ext cx="803700" cy="559200"/>
            <a:chOff x="725125" y="742575"/>
            <a:chExt cx="803700" cy="559200"/>
          </a:xfrm>
        </p:grpSpPr>
        <p:sp>
          <p:nvSpPr>
            <p:cNvPr id="268" name="Google Shape;268;p19">
              <a:extLst>
                <a:ext uri="{FF2B5EF4-FFF2-40B4-BE49-F238E27FC236}">
                  <a16:creationId xmlns:a16="http://schemas.microsoft.com/office/drawing/2014/main" id="{4B6B02B9-0A2E-AA9E-4593-7CE89E39354C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 err="1"/>
                <a:t>pTemp</a:t>
              </a:r>
              <a:endParaRPr dirty="0" err="1"/>
            </a:p>
          </p:txBody>
        </p:sp>
        <p:sp>
          <p:nvSpPr>
            <p:cNvPr id="269" name="Google Shape;269;p19">
              <a:extLst>
                <a:ext uri="{FF2B5EF4-FFF2-40B4-BE49-F238E27FC236}">
                  <a16:creationId xmlns:a16="http://schemas.microsoft.com/office/drawing/2014/main" id="{9E415469-737F-6611-5BA1-A2B7AC8737A6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>
                  <a:solidFill>
                    <a:schemeClr val="tx1"/>
                  </a:solidFill>
                </a:rPr>
                <a:t>0x01</a:t>
              </a:r>
              <a:endParaRPr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70" name="Google Shape;270;p19">
            <a:extLst>
              <a:ext uri="{FF2B5EF4-FFF2-40B4-BE49-F238E27FC236}">
                <a16:creationId xmlns:a16="http://schemas.microsoft.com/office/drawing/2014/main" id="{CC66477F-27F8-4C27-4696-7E9D9C32EEB4}"/>
              </a:ext>
            </a:extLst>
          </p:cNvPr>
          <p:cNvGrpSpPr/>
          <p:nvPr/>
        </p:nvGrpSpPr>
        <p:grpSpPr>
          <a:xfrm>
            <a:off x="1630225" y="4047925"/>
            <a:ext cx="803700" cy="838800"/>
            <a:chOff x="6538675" y="262075"/>
            <a:chExt cx="803700" cy="838800"/>
          </a:xfrm>
        </p:grpSpPr>
        <p:grpSp>
          <p:nvGrpSpPr>
            <p:cNvPr id="271" name="Google Shape;271;p19">
              <a:extLst>
                <a:ext uri="{FF2B5EF4-FFF2-40B4-BE49-F238E27FC236}">
                  <a16:creationId xmlns:a16="http://schemas.microsoft.com/office/drawing/2014/main" id="{23CF8DF8-44C5-18BF-7035-CDED8B7346DE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72" name="Google Shape;272;p19">
                <a:extLst>
                  <a:ext uri="{FF2B5EF4-FFF2-40B4-BE49-F238E27FC236}">
                    <a16:creationId xmlns:a16="http://schemas.microsoft.com/office/drawing/2014/main" id="{FB0F0EE5-3E6A-3B72-0000-12303C64C599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dirty="0"/>
                  <a:t>0x01</a:t>
                </a:r>
                <a:endParaRPr dirty="0"/>
              </a:p>
            </p:txBody>
          </p:sp>
          <p:sp>
            <p:nvSpPr>
              <p:cNvPr id="273" name="Google Shape;273;p19">
                <a:extLst>
                  <a:ext uri="{FF2B5EF4-FFF2-40B4-BE49-F238E27FC236}">
                    <a16:creationId xmlns:a16="http://schemas.microsoft.com/office/drawing/2014/main" id="{DD0162E4-76AC-7C43-8793-D874062C8A70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dirty="0" err="1"/>
                  <a:t>data</a:t>
                </a:r>
                <a:endParaRPr dirty="0" err="1"/>
              </a:p>
            </p:txBody>
          </p:sp>
        </p:grpSp>
        <p:sp>
          <p:nvSpPr>
            <p:cNvPr id="274" name="Google Shape;274;p19">
              <a:extLst>
                <a:ext uri="{FF2B5EF4-FFF2-40B4-BE49-F238E27FC236}">
                  <a16:creationId xmlns:a16="http://schemas.microsoft.com/office/drawing/2014/main" id="{28FE279A-BF3A-6A0D-4CE6-7D9AEC560098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 dirty="0" err="1"/>
                <a:t>pNext</a:t>
              </a:r>
              <a:endParaRPr sz="1200" dirty="0" err="1"/>
            </a:p>
          </p:txBody>
        </p:sp>
      </p:grpSp>
      <p:cxnSp>
        <p:nvCxnSpPr>
          <p:cNvPr id="275" name="Google Shape;275;p19">
            <a:extLst>
              <a:ext uri="{FF2B5EF4-FFF2-40B4-BE49-F238E27FC236}">
                <a16:creationId xmlns:a16="http://schemas.microsoft.com/office/drawing/2014/main" id="{66AA52AF-372E-79CA-3567-124F985D29C6}"/>
              </a:ext>
            </a:extLst>
          </p:cNvPr>
          <p:cNvCxnSpPr>
            <a:cxnSpLocks/>
            <a:stCxn id="269" idx="3"/>
            <a:endCxn id="272" idx="1"/>
          </p:cNvCxnSpPr>
          <p:nvPr/>
        </p:nvCxnSpPr>
        <p:spPr>
          <a:xfrm rot="10800000" flipH="1">
            <a:off x="1302600" y="4187625"/>
            <a:ext cx="327600" cy="57600"/>
          </a:xfrm>
          <a:prstGeom prst="straightConnector1">
            <a:avLst/>
          </a:prstGeom>
          <a:noFill/>
          <a:ln w="9525" cap="flat" cmpd="sng">
            <a:solidFill>
              <a:srgbClr val="00B05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6" name="Google Shape;276;p19">
            <a:extLst>
              <a:ext uri="{FF2B5EF4-FFF2-40B4-BE49-F238E27FC236}">
                <a16:creationId xmlns:a16="http://schemas.microsoft.com/office/drawing/2014/main" id="{F994F892-B386-1F03-A33A-956693AC7FEB}"/>
              </a:ext>
            </a:extLst>
          </p:cNvPr>
          <p:cNvSpPr txBox="1"/>
          <p:nvPr/>
        </p:nvSpPr>
        <p:spPr>
          <a:xfrm>
            <a:off x="76200" y="1654625"/>
            <a:ext cx="387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39</a:t>
            </a:r>
            <a:endParaRPr/>
          </a:p>
        </p:txBody>
      </p:sp>
      <p:sp>
        <p:nvSpPr>
          <p:cNvPr id="277" name="Google Shape;277;p19">
            <a:extLst>
              <a:ext uri="{FF2B5EF4-FFF2-40B4-BE49-F238E27FC236}">
                <a16:creationId xmlns:a16="http://schemas.microsoft.com/office/drawing/2014/main" id="{A89EADA6-A73D-A414-E12A-142E613FB146}"/>
              </a:ext>
            </a:extLst>
          </p:cNvPr>
          <p:cNvSpPr txBox="1"/>
          <p:nvPr/>
        </p:nvSpPr>
        <p:spPr>
          <a:xfrm>
            <a:off x="1272450" y="1654625"/>
            <a:ext cx="387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40</a:t>
            </a:r>
            <a:endParaRPr/>
          </a:p>
        </p:txBody>
      </p:sp>
      <p:sp>
        <p:nvSpPr>
          <p:cNvPr id="278" name="Google Shape;278;p19">
            <a:extLst>
              <a:ext uri="{FF2B5EF4-FFF2-40B4-BE49-F238E27FC236}">
                <a16:creationId xmlns:a16="http://schemas.microsoft.com/office/drawing/2014/main" id="{7A1DFDC1-3351-E886-DCAD-29B75933A789}"/>
              </a:ext>
            </a:extLst>
          </p:cNvPr>
          <p:cNvSpPr txBox="1"/>
          <p:nvPr/>
        </p:nvSpPr>
        <p:spPr>
          <a:xfrm>
            <a:off x="387900" y="2971950"/>
            <a:ext cx="550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70 </a:t>
            </a:r>
            <a:endParaRPr/>
          </a:p>
        </p:txBody>
      </p:sp>
      <p:sp>
        <p:nvSpPr>
          <p:cNvPr id="279" name="Google Shape;279;p19">
            <a:extLst>
              <a:ext uri="{FF2B5EF4-FFF2-40B4-BE49-F238E27FC236}">
                <a16:creationId xmlns:a16="http://schemas.microsoft.com/office/drawing/2014/main" id="{15F35DC0-C34B-3223-071D-287CCAF4DDC5}"/>
              </a:ext>
            </a:extLst>
          </p:cNvPr>
          <p:cNvSpPr txBox="1"/>
          <p:nvPr/>
        </p:nvSpPr>
        <p:spPr>
          <a:xfrm>
            <a:off x="76200" y="3825825"/>
            <a:ext cx="422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dirty="0">
                <a:solidFill>
                  <a:srgbClr val="00B050"/>
                </a:solidFill>
              </a:rPr>
              <a:t>74</a:t>
            </a:r>
            <a:endParaRPr dirty="0">
              <a:solidFill>
                <a:srgbClr val="00B05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4E49354-05DC-E362-C0EC-871B0C1E707B}"/>
              </a:ext>
            </a:extLst>
          </p:cNvPr>
          <p:cNvSpPr txBox="1"/>
          <p:nvPr/>
        </p:nvSpPr>
        <p:spPr>
          <a:xfrm>
            <a:off x="2898900" y="3953325"/>
            <a:ext cx="55665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pTemp</a:t>
            </a:r>
            <a:r>
              <a:rPr lang="ko-KR" altLang="en-US" dirty="0"/>
              <a:t>는 </a:t>
            </a:r>
            <a:r>
              <a:rPr lang="ko-KR" altLang="en-US" dirty="0">
                <a:solidFill>
                  <a:srgbClr val="FF0000"/>
                </a:solidFill>
              </a:rPr>
              <a:t>포인터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 err="1">
                <a:solidFill>
                  <a:srgbClr val="FF0000"/>
                </a:solidFill>
              </a:rPr>
              <a:t>가르키다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  <a:r>
              <a:rPr lang="ko-KR" altLang="en-US" dirty="0"/>
              <a:t>이므로 주소 값만 가질 수 있다</a:t>
            </a:r>
            <a:r>
              <a:rPr lang="en-US" altLang="ko-KR" dirty="0"/>
              <a:t>.</a:t>
            </a:r>
          </a:p>
          <a:p>
            <a:r>
              <a:rPr lang="ko-KR" altLang="en-US"/>
              <a:t>그러므로 </a:t>
            </a:r>
            <a:r>
              <a:rPr lang="en-US" altLang="ko-KR" err="1"/>
              <a:t>pTemp</a:t>
            </a:r>
            <a:r>
              <a:rPr lang="en-US" altLang="ko-KR"/>
              <a:t> = new Node()</a:t>
            </a:r>
            <a:r>
              <a:rPr lang="ko-KR" altLang="en-US"/>
              <a:t>를</a:t>
            </a:r>
            <a:r>
              <a:rPr lang="en-US" altLang="ko-KR"/>
              <a:t> </a:t>
            </a:r>
            <a:r>
              <a:rPr lang="ko-KR" altLang="en-US"/>
              <a:t>하면</a:t>
            </a:r>
            <a:r>
              <a:rPr lang="en-US" altLang="ko-KR"/>
              <a:t>,</a:t>
            </a:r>
            <a:br>
              <a:rPr lang="en-US" altLang="ko-KR"/>
            </a:br>
            <a:r>
              <a:rPr lang="en-US" altLang="ko-KR" err="1"/>
              <a:t>pTemp</a:t>
            </a:r>
            <a:r>
              <a:rPr lang="ko-KR" altLang="en-US"/>
              <a:t>의 값은 </a:t>
            </a:r>
            <a:r>
              <a:rPr lang="en-US" altLang="ko-KR"/>
              <a:t>0x01</a:t>
            </a:r>
            <a:r>
              <a:rPr lang="ko-KR" altLang="en-US"/>
              <a:t>이 되어 동적할당 된 노드를 </a:t>
            </a:r>
            <a:r>
              <a:rPr lang="ko-KR" altLang="en-US" err="1">
                <a:solidFill>
                  <a:srgbClr val="FF0000"/>
                </a:solidFill>
              </a:rPr>
              <a:t>가르킨다</a:t>
            </a:r>
            <a:r>
              <a:rPr lang="en-US" altLang="ko-KR">
                <a:solidFill>
                  <a:srgbClr val="FF0000"/>
                </a:solidFill>
              </a:rPr>
              <a:t>.(</a:t>
            </a:r>
            <a:r>
              <a:rPr lang="ko-KR" altLang="en-US">
                <a:solidFill>
                  <a:srgbClr val="FF0000"/>
                </a:solidFill>
              </a:rPr>
              <a:t>참조한다</a:t>
            </a:r>
            <a:r>
              <a:rPr lang="en-US" altLang="ko-KR">
                <a:solidFill>
                  <a:srgbClr val="FF0000"/>
                </a:solidFill>
              </a:rPr>
              <a:t>)</a:t>
            </a:r>
            <a:r>
              <a:rPr lang="ko-KR" alt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278899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>
          <a:extLst>
            <a:ext uri="{FF2B5EF4-FFF2-40B4-BE49-F238E27FC236}">
              <a16:creationId xmlns:a16="http://schemas.microsoft.com/office/drawing/2014/main" id="{B1897D2C-340B-325B-33A1-37B7BB521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9">
            <a:extLst>
              <a:ext uri="{FF2B5EF4-FFF2-40B4-BE49-F238E27FC236}">
                <a16:creationId xmlns:a16="http://schemas.microsoft.com/office/drawing/2014/main" id="{8155D14A-D779-C5D3-61C6-A17FA7DBF9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연결리스트 추가(10)</a:t>
            </a:r>
            <a:endParaRPr dirty="0"/>
          </a:p>
        </p:txBody>
      </p:sp>
      <p:sp>
        <p:nvSpPr>
          <p:cNvPr id="252" name="Google Shape;252;p19">
            <a:extLst>
              <a:ext uri="{FF2B5EF4-FFF2-40B4-BE49-F238E27FC236}">
                <a16:creationId xmlns:a16="http://schemas.microsoft.com/office/drawing/2014/main" id="{2E40A83B-CD09-BC8F-A24F-5710FBAF6DD1}"/>
              </a:ext>
            </a:extLst>
          </p:cNvPr>
          <p:cNvSpPr txBox="1"/>
          <p:nvPr/>
        </p:nvSpPr>
        <p:spPr>
          <a:xfrm>
            <a:off x="387900" y="1190175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34 </a:t>
            </a:r>
            <a:r>
              <a:rPr lang="ko" dirty="0" err="1"/>
              <a:t>main</a:t>
            </a:r>
            <a:r>
              <a:rPr lang="ko" dirty="0"/>
              <a:t>()</a:t>
            </a:r>
            <a:endParaRPr dirty="0"/>
          </a:p>
        </p:txBody>
      </p:sp>
      <p:grpSp>
        <p:nvGrpSpPr>
          <p:cNvPr id="253" name="Google Shape;253;p19">
            <a:extLst>
              <a:ext uri="{FF2B5EF4-FFF2-40B4-BE49-F238E27FC236}">
                <a16:creationId xmlns:a16="http://schemas.microsoft.com/office/drawing/2014/main" id="{87594F1B-6EB4-EC52-2229-192A8B93B688}"/>
              </a:ext>
            </a:extLst>
          </p:cNvPr>
          <p:cNvGrpSpPr/>
          <p:nvPr/>
        </p:nvGrpSpPr>
        <p:grpSpPr>
          <a:xfrm>
            <a:off x="498900" y="1670450"/>
            <a:ext cx="803700" cy="559200"/>
            <a:chOff x="725125" y="742575"/>
            <a:chExt cx="803700" cy="559200"/>
          </a:xfrm>
        </p:grpSpPr>
        <p:sp>
          <p:nvSpPr>
            <p:cNvPr id="254" name="Google Shape;254;p19">
              <a:extLst>
                <a:ext uri="{FF2B5EF4-FFF2-40B4-BE49-F238E27FC236}">
                  <a16:creationId xmlns:a16="http://schemas.microsoft.com/office/drawing/2014/main" id="{3F926B93-AA4A-0E7E-D8A7-2C78D8CDD83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 err="1"/>
                <a:t>pBgin</a:t>
              </a:r>
              <a:endParaRPr dirty="0" err="1"/>
            </a:p>
          </p:txBody>
        </p:sp>
        <p:sp>
          <p:nvSpPr>
            <p:cNvPr id="255" name="Google Shape;255;p19">
              <a:extLst>
                <a:ext uri="{FF2B5EF4-FFF2-40B4-BE49-F238E27FC236}">
                  <a16:creationId xmlns:a16="http://schemas.microsoft.com/office/drawing/2014/main" id="{4FE74089-BFDB-A096-0E36-49C86CB66F68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 err="1"/>
                <a:t>N</a:t>
              </a:r>
              <a:endParaRPr dirty="0" err="1"/>
            </a:p>
          </p:txBody>
        </p:sp>
      </p:grpSp>
      <p:grpSp>
        <p:nvGrpSpPr>
          <p:cNvPr id="256" name="Google Shape;256;p19">
            <a:extLst>
              <a:ext uri="{FF2B5EF4-FFF2-40B4-BE49-F238E27FC236}">
                <a16:creationId xmlns:a16="http://schemas.microsoft.com/office/drawing/2014/main" id="{CF269F5F-2F93-94EC-8B8A-429F4A1648E0}"/>
              </a:ext>
            </a:extLst>
          </p:cNvPr>
          <p:cNvGrpSpPr/>
          <p:nvPr/>
        </p:nvGrpSpPr>
        <p:grpSpPr>
          <a:xfrm>
            <a:off x="1647725" y="1670450"/>
            <a:ext cx="803700" cy="559200"/>
            <a:chOff x="725125" y="742575"/>
            <a:chExt cx="803700" cy="559200"/>
          </a:xfrm>
        </p:grpSpPr>
        <p:sp>
          <p:nvSpPr>
            <p:cNvPr id="257" name="Google Shape;257;p19">
              <a:extLst>
                <a:ext uri="{FF2B5EF4-FFF2-40B4-BE49-F238E27FC236}">
                  <a16:creationId xmlns:a16="http://schemas.microsoft.com/office/drawing/2014/main" id="{18712CE9-D9F6-36EC-A87A-F16655A96DC7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 err="1"/>
                <a:t>End</a:t>
              </a:r>
              <a:endParaRPr dirty="0" err="1"/>
            </a:p>
          </p:txBody>
        </p:sp>
        <p:sp>
          <p:nvSpPr>
            <p:cNvPr id="258" name="Google Shape;258;p19">
              <a:extLst>
                <a:ext uri="{FF2B5EF4-FFF2-40B4-BE49-F238E27FC236}">
                  <a16:creationId xmlns:a16="http://schemas.microsoft.com/office/drawing/2014/main" id="{EAAC5F67-DE75-ECB5-9A9F-BA8A6A879715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 err="1"/>
                <a:t>N</a:t>
              </a:r>
              <a:endParaRPr dirty="0" err="1"/>
            </a:p>
          </p:txBody>
        </p:sp>
      </p:grpSp>
      <p:sp>
        <p:nvSpPr>
          <p:cNvPr id="259" name="Google Shape;259;p19">
            <a:extLst>
              <a:ext uri="{FF2B5EF4-FFF2-40B4-BE49-F238E27FC236}">
                <a16:creationId xmlns:a16="http://schemas.microsoft.com/office/drawing/2014/main" id="{75010895-D7E2-D28E-B7CC-5C7FAC9C43BB}"/>
              </a:ext>
            </a:extLst>
          </p:cNvPr>
          <p:cNvSpPr txBox="1"/>
          <p:nvPr/>
        </p:nvSpPr>
        <p:spPr>
          <a:xfrm>
            <a:off x="346500" y="2571750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solidFill>
                  <a:schemeClr val="dk1"/>
                </a:solidFill>
              </a:rPr>
              <a:t> 43 </a:t>
            </a:r>
            <a:r>
              <a:rPr lang="ko" dirty="0" err="1">
                <a:solidFill>
                  <a:schemeClr val="dk1"/>
                </a:solidFill>
              </a:rPr>
              <a:t>CreateNode</a:t>
            </a:r>
            <a:r>
              <a:rPr lang="ko" dirty="0">
                <a:solidFill>
                  <a:schemeClr val="dk1"/>
                </a:solidFill>
              </a:rPr>
              <a:t>(</a:t>
            </a:r>
            <a:r>
              <a:rPr lang="ko" dirty="0" err="1">
                <a:solidFill>
                  <a:schemeClr val="dk1"/>
                </a:solidFill>
              </a:rPr>
              <a:t>pEnd</a:t>
            </a:r>
            <a:r>
              <a:rPr lang="ko" dirty="0">
                <a:solidFill>
                  <a:schemeClr val="dk1"/>
                </a:solidFill>
              </a:rPr>
              <a:t>, 10)</a:t>
            </a:r>
            <a:endParaRPr dirty="0"/>
          </a:p>
        </p:txBody>
      </p:sp>
      <p:grpSp>
        <p:nvGrpSpPr>
          <p:cNvPr id="260" name="Google Shape;260;p19">
            <a:extLst>
              <a:ext uri="{FF2B5EF4-FFF2-40B4-BE49-F238E27FC236}">
                <a16:creationId xmlns:a16="http://schemas.microsoft.com/office/drawing/2014/main" id="{921E4369-9780-5AD4-B81B-E9B10BBD86DF}"/>
              </a:ext>
            </a:extLst>
          </p:cNvPr>
          <p:cNvGrpSpPr/>
          <p:nvPr/>
        </p:nvGrpSpPr>
        <p:grpSpPr>
          <a:xfrm>
            <a:off x="1565700" y="3129125"/>
            <a:ext cx="803700" cy="559200"/>
            <a:chOff x="725125" y="742575"/>
            <a:chExt cx="803700" cy="559200"/>
          </a:xfrm>
        </p:grpSpPr>
        <p:sp>
          <p:nvSpPr>
            <p:cNvPr id="261" name="Google Shape;261;p19">
              <a:extLst>
                <a:ext uri="{FF2B5EF4-FFF2-40B4-BE49-F238E27FC236}">
                  <a16:creationId xmlns:a16="http://schemas.microsoft.com/office/drawing/2014/main" id="{4AC25DC7-9CEA-9973-1973-2ECBD3767BBD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 err="1"/>
                <a:t>pNode</a:t>
              </a:r>
              <a:endParaRPr dirty="0" err="1"/>
            </a:p>
          </p:txBody>
        </p:sp>
        <p:sp>
          <p:nvSpPr>
            <p:cNvPr id="262" name="Google Shape;262;p19">
              <a:extLst>
                <a:ext uri="{FF2B5EF4-FFF2-40B4-BE49-F238E27FC236}">
                  <a16:creationId xmlns:a16="http://schemas.microsoft.com/office/drawing/2014/main" id="{5AE97F05-40E0-AB83-CD0F-27C7FB5D99FF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 err="1"/>
                <a:t>N</a:t>
              </a:r>
              <a:endParaRPr dirty="0" err="1"/>
            </a:p>
          </p:txBody>
        </p:sp>
      </p:grpSp>
      <p:grpSp>
        <p:nvGrpSpPr>
          <p:cNvPr id="263" name="Google Shape;263;p19">
            <a:extLst>
              <a:ext uri="{FF2B5EF4-FFF2-40B4-BE49-F238E27FC236}">
                <a16:creationId xmlns:a16="http://schemas.microsoft.com/office/drawing/2014/main" id="{E638C316-66E0-33B7-C1B9-D5265845185B}"/>
              </a:ext>
            </a:extLst>
          </p:cNvPr>
          <p:cNvGrpSpPr/>
          <p:nvPr/>
        </p:nvGrpSpPr>
        <p:grpSpPr>
          <a:xfrm>
            <a:off x="2638325" y="3129125"/>
            <a:ext cx="803700" cy="559200"/>
            <a:chOff x="725125" y="742575"/>
            <a:chExt cx="803700" cy="559200"/>
          </a:xfrm>
        </p:grpSpPr>
        <p:sp>
          <p:nvSpPr>
            <p:cNvPr id="264" name="Google Shape;264;p19">
              <a:extLst>
                <a:ext uri="{FF2B5EF4-FFF2-40B4-BE49-F238E27FC236}">
                  <a16:creationId xmlns:a16="http://schemas.microsoft.com/office/drawing/2014/main" id="{43948A31-8140-B2D9-45AC-F7609AE18C5B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 err="1"/>
                <a:t>data</a:t>
              </a:r>
              <a:endParaRPr dirty="0" err="1"/>
            </a:p>
          </p:txBody>
        </p:sp>
        <p:sp>
          <p:nvSpPr>
            <p:cNvPr id="265" name="Google Shape;265;p19">
              <a:extLst>
                <a:ext uri="{FF2B5EF4-FFF2-40B4-BE49-F238E27FC236}">
                  <a16:creationId xmlns:a16="http://schemas.microsoft.com/office/drawing/2014/main" id="{300DE58A-12A1-E4D6-935E-E4468E5F3F5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10</a:t>
              </a:r>
              <a:endParaRPr/>
            </a:p>
          </p:txBody>
        </p:sp>
      </p:grpSp>
      <p:cxnSp>
        <p:nvCxnSpPr>
          <p:cNvPr id="266" name="Google Shape;266;p19">
            <a:extLst>
              <a:ext uri="{FF2B5EF4-FFF2-40B4-BE49-F238E27FC236}">
                <a16:creationId xmlns:a16="http://schemas.microsoft.com/office/drawing/2014/main" id="{0B95B4A8-FA44-DA9D-E30E-B3FD219F9BC0}"/>
              </a:ext>
            </a:extLst>
          </p:cNvPr>
          <p:cNvCxnSpPr>
            <a:stCxn id="258" idx="2"/>
            <a:endCxn id="262" idx="0"/>
          </p:cNvCxnSpPr>
          <p:nvPr/>
        </p:nvCxnSpPr>
        <p:spPr>
          <a:xfrm flipH="1">
            <a:off x="1967675" y="2229650"/>
            <a:ext cx="81900" cy="117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grpSp>
        <p:nvGrpSpPr>
          <p:cNvPr id="267" name="Google Shape;267;p19">
            <a:extLst>
              <a:ext uri="{FF2B5EF4-FFF2-40B4-BE49-F238E27FC236}">
                <a16:creationId xmlns:a16="http://schemas.microsoft.com/office/drawing/2014/main" id="{5C4E1947-BABD-947A-1D0C-CE556ED4F077}"/>
              </a:ext>
            </a:extLst>
          </p:cNvPr>
          <p:cNvGrpSpPr/>
          <p:nvPr/>
        </p:nvGrpSpPr>
        <p:grpSpPr>
          <a:xfrm>
            <a:off x="498900" y="3825825"/>
            <a:ext cx="803700" cy="559200"/>
            <a:chOff x="725125" y="742575"/>
            <a:chExt cx="803700" cy="559200"/>
          </a:xfrm>
        </p:grpSpPr>
        <p:sp>
          <p:nvSpPr>
            <p:cNvPr id="268" name="Google Shape;268;p19">
              <a:extLst>
                <a:ext uri="{FF2B5EF4-FFF2-40B4-BE49-F238E27FC236}">
                  <a16:creationId xmlns:a16="http://schemas.microsoft.com/office/drawing/2014/main" id="{5D8F4108-161F-FFD8-3399-1CF2074AEA7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 err="1"/>
                <a:t>pTemp</a:t>
              </a:r>
              <a:endParaRPr dirty="0" err="1"/>
            </a:p>
          </p:txBody>
        </p:sp>
        <p:sp>
          <p:nvSpPr>
            <p:cNvPr id="269" name="Google Shape;269;p19">
              <a:extLst>
                <a:ext uri="{FF2B5EF4-FFF2-40B4-BE49-F238E27FC236}">
                  <a16:creationId xmlns:a16="http://schemas.microsoft.com/office/drawing/2014/main" id="{E246DDAA-C780-12B1-C050-C47A24DE0DE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>
                  <a:solidFill>
                    <a:srgbClr val="00B050"/>
                  </a:solidFill>
                </a:rPr>
                <a:t>0x01</a:t>
              </a:r>
              <a:endParaRPr dirty="0">
                <a:solidFill>
                  <a:srgbClr val="00B050"/>
                </a:solidFill>
              </a:endParaRPr>
            </a:p>
          </p:txBody>
        </p:sp>
      </p:grpSp>
      <p:grpSp>
        <p:nvGrpSpPr>
          <p:cNvPr id="270" name="Google Shape;270;p19">
            <a:extLst>
              <a:ext uri="{FF2B5EF4-FFF2-40B4-BE49-F238E27FC236}">
                <a16:creationId xmlns:a16="http://schemas.microsoft.com/office/drawing/2014/main" id="{5A700034-2B18-8BAE-71D6-A08537E66450}"/>
              </a:ext>
            </a:extLst>
          </p:cNvPr>
          <p:cNvGrpSpPr/>
          <p:nvPr/>
        </p:nvGrpSpPr>
        <p:grpSpPr>
          <a:xfrm>
            <a:off x="1630225" y="4047925"/>
            <a:ext cx="803700" cy="838800"/>
            <a:chOff x="6538675" y="262075"/>
            <a:chExt cx="803700" cy="838800"/>
          </a:xfrm>
        </p:grpSpPr>
        <p:grpSp>
          <p:nvGrpSpPr>
            <p:cNvPr id="271" name="Google Shape;271;p19">
              <a:extLst>
                <a:ext uri="{FF2B5EF4-FFF2-40B4-BE49-F238E27FC236}">
                  <a16:creationId xmlns:a16="http://schemas.microsoft.com/office/drawing/2014/main" id="{63EF54C5-3024-672D-48FF-CC342C6076A1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72" name="Google Shape;272;p19">
                <a:extLst>
                  <a:ext uri="{FF2B5EF4-FFF2-40B4-BE49-F238E27FC236}">
                    <a16:creationId xmlns:a16="http://schemas.microsoft.com/office/drawing/2014/main" id="{EF23C4FE-947F-F15E-C82A-6211CCB6E98C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dirty="0"/>
                  <a:t>0x01</a:t>
                </a:r>
                <a:endParaRPr dirty="0"/>
              </a:p>
            </p:txBody>
          </p:sp>
          <p:sp>
            <p:nvSpPr>
              <p:cNvPr id="273" name="Google Shape;273;p19">
                <a:extLst>
                  <a:ext uri="{FF2B5EF4-FFF2-40B4-BE49-F238E27FC236}">
                    <a16:creationId xmlns:a16="http://schemas.microsoft.com/office/drawing/2014/main" id="{A1E88DF1-C063-4E29-4F94-59A660AA0B01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dirty="0" err="1"/>
                  <a:t>data</a:t>
                </a:r>
                <a:endParaRPr dirty="0" err="1"/>
              </a:p>
            </p:txBody>
          </p:sp>
        </p:grpSp>
        <p:sp>
          <p:nvSpPr>
            <p:cNvPr id="274" name="Google Shape;274;p19">
              <a:extLst>
                <a:ext uri="{FF2B5EF4-FFF2-40B4-BE49-F238E27FC236}">
                  <a16:creationId xmlns:a16="http://schemas.microsoft.com/office/drawing/2014/main" id="{E2A69B33-0D7A-3466-A81F-ADEDA462DC79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 dirty="0" err="1"/>
                <a:t>pNext</a:t>
              </a:r>
              <a:endParaRPr sz="1200" dirty="0" err="1"/>
            </a:p>
          </p:txBody>
        </p:sp>
      </p:grpSp>
      <p:sp>
        <p:nvSpPr>
          <p:cNvPr id="276" name="Google Shape;276;p19">
            <a:extLst>
              <a:ext uri="{FF2B5EF4-FFF2-40B4-BE49-F238E27FC236}">
                <a16:creationId xmlns:a16="http://schemas.microsoft.com/office/drawing/2014/main" id="{1B5BFD4B-2D66-074B-0A82-053D75966C29}"/>
              </a:ext>
            </a:extLst>
          </p:cNvPr>
          <p:cNvSpPr txBox="1"/>
          <p:nvPr/>
        </p:nvSpPr>
        <p:spPr>
          <a:xfrm>
            <a:off x="76200" y="1654625"/>
            <a:ext cx="387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39</a:t>
            </a:r>
            <a:endParaRPr/>
          </a:p>
        </p:txBody>
      </p:sp>
      <p:sp>
        <p:nvSpPr>
          <p:cNvPr id="277" name="Google Shape;277;p19">
            <a:extLst>
              <a:ext uri="{FF2B5EF4-FFF2-40B4-BE49-F238E27FC236}">
                <a16:creationId xmlns:a16="http://schemas.microsoft.com/office/drawing/2014/main" id="{0BBF6FA4-CACD-1206-A7D3-B2D723994E0D}"/>
              </a:ext>
            </a:extLst>
          </p:cNvPr>
          <p:cNvSpPr txBox="1"/>
          <p:nvPr/>
        </p:nvSpPr>
        <p:spPr>
          <a:xfrm>
            <a:off x="1272450" y="1654625"/>
            <a:ext cx="387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40</a:t>
            </a:r>
            <a:endParaRPr/>
          </a:p>
        </p:txBody>
      </p:sp>
      <p:sp>
        <p:nvSpPr>
          <p:cNvPr id="278" name="Google Shape;278;p19">
            <a:extLst>
              <a:ext uri="{FF2B5EF4-FFF2-40B4-BE49-F238E27FC236}">
                <a16:creationId xmlns:a16="http://schemas.microsoft.com/office/drawing/2014/main" id="{CBD33241-6BB4-90A6-E852-14368070E715}"/>
              </a:ext>
            </a:extLst>
          </p:cNvPr>
          <p:cNvSpPr txBox="1"/>
          <p:nvPr/>
        </p:nvSpPr>
        <p:spPr>
          <a:xfrm>
            <a:off x="387900" y="2971950"/>
            <a:ext cx="550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70 </a:t>
            </a:r>
            <a:endParaRPr/>
          </a:p>
        </p:txBody>
      </p:sp>
      <p:sp>
        <p:nvSpPr>
          <p:cNvPr id="279" name="Google Shape;279;p19">
            <a:extLst>
              <a:ext uri="{FF2B5EF4-FFF2-40B4-BE49-F238E27FC236}">
                <a16:creationId xmlns:a16="http://schemas.microsoft.com/office/drawing/2014/main" id="{AC320802-2C01-4F2D-EB6A-081558818003}"/>
              </a:ext>
            </a:extLst>
          </p:cNvPr>
          <p:cNvSpPr txBox="1"/>
          <p:nvPr/>
        </p:nvSpPr>
        <p:spPr>
          <a:xfrm>
            <a:off x="76200" y="3825825"/>
            <a:ext cx="422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dirty="0">
                <a:solidFill>
                  <a:srgbClr val="00B050"/>
                </a:solidFill>
              </a:rPr>
              <a:t>74</a:t>
            </a:r>
            <a:endParaRPr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63985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>
          <a:extLst>
            <a:ext uri="{FF2B5EF4-FFF2-40B4-BE49-F238E27FC236}">
              <a16:creationId xmlns:a16="http://schemas.microsoft.com/office/drawing/2014/main" id="{BB52019A-3EFE-7A12-6DDF-4EA5B5130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9">
            <a:extLst>
              <a:ext uri="{FF2B5EF4-FFF2-40B4-BE49-F238E27FC236}">
                <a16:creationId xmlns:a16="http://schemas.microsoft.com/office/drawing/2014/main" id="{58FBCDB9-EEC6-6FA7-534D-5024A11698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연결리스트 추가(10)</a:t>
            </a:r>
            <a:endParaRPr/>
          </a:p>
        </p:txBody>
      </p:sp>
      <p:sp>
        <p:nvSpPr>
          <p:cNvPr id="252" name="Google Shape;252;p19">
            <a:extLst>
              <a:ext uri="{FF2B5EF4-FFF2-40B4-BE49-F238E27FC236}">
                <a16:creationId xmlns:a16="http://schemas.microsoft.com/office/drawing/2014/main" id="{32FF818F-D877-8E15-24DA-018777B3B11A}"/>
              </a:ext>
            </a:extLst>
          </p:cNvPr>
          <p:cNvSpPr txBox="1"/>
          <p:nvPr/>
        </p:nvSpPr>
        <p:spPr>
          <a:xfrm>
            <a:off x="387900" y="1190175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34 main()</a:t>
            </a:r>
            <a:endParaRPr/>
          </a:p>
        </p:txBody>
      </p:sp>
      <p:grpSp>
        <p:nvGrpSpPr>
          <p:cNvPr id="253" name="Google Shape;253;p19">
            <a:extLst>
              <a:ext uri="{FF2B5EF4-FFF2-40B4-BE49-F238E27FC236}">
                <a16:creationId xmlns:a16="http://schemas.microsoft.com/office/drawing/2014/main" id="{3A0473F8-2ED5-05AC-5602-2F63A9EBD12F}"/>
              </a:ext>
            </a:extLst>
          </p:cNvPr>
          <p:cNvGrpSpPr/>
          <p:nvPr/>
        </p:nvGrpSpPr>
        <p:grpSpPr>
          <a:xfrm>
            <a:off x="498900" y="1670450"/>
            <a:ext cx="803700" cy="559200"/>
            <a:chOff x="725125" y="742575"/>
            <a:chExt cx="803700" cy="559200"/>
          </a:xfrm>
        </p:grpSpPr>
        <p:sp>
          <p:nvSpPr>
            <p:cNvPr id="254" name="Google Shape;254;p19">
              <a:extLst>
                <a:ext uri="{FF2B5EF4-FFF2-40B4-BE49-F238E27FC236}">
                  <a16:creationId xmlns:a16="http://schemas.microsoft.com/office/drawing/2014/main" id="{3BAFBE60-A5A0-7A9A-8991-1CD873FCD7F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 err="1"/>
                <a:t>pBgin</a:t>
              </a:r>
              <a:endParaRPr dirty="0" err="1"/>
            </a:p>
          </p:txBody>
        </p:sp>
        <p:sp>
          <p:nvSpPr>
            <p:cNvPr id="255" name="Google Shape;255;p19">
              <a:extLst>
                <a:ext uri="{FF2B5EF4-FFF2-40B4-BE49-F238E27FC236}">
                  <a16:creationId xmlns:a16="http://schemas.microsoft.com/office/drawing/2014/main" id="{5C60023F-0909-51F7-119E-31EA3004FBEB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 err="1"/>
                <a:t>N</a:t>
              </a:r>
              <a:endParaRPr dirty="0" err="1"/>
            </a:p>
          </p:txBody>
        </p:sp>
      </p:grpSp>
      <p:grpSp>
        <p:nvGrpSpPr>
          <p:cNvPr id="256" name="Google Shape;256;p19">
            <a:extLst>
              <a:ext uri="{FF2B5EF4-FFF2-40B4-BE49-F238E27FC236}">
                <a16:creationId xmlns:a16="http://schemas.microsoft.com/office/drawing/2014/main" id="{B976A16E-55D4-B93D-52AC-4894502A47BA}"/>
              </a:ext>
            </a:extLst>
          </p:cNvPr>
          <p:cNvGrpSpPr/>
          <p:nvPr/>
        </p:nvGrpSpPr>
        <p:grpSpPr>
          <a:xfrm>
            <a:off x="1647725" y="1670450"/>
            <a:ext cx="803700" cy="559200"/>
            <a:chOff x="725125" y="742575"/>
            <a:chExt cx="803700" cy="559200"/>
          </a:xfrm>
        </p:grpSpPr>
        <p:sp>
          <p:nvSpPr>
            <p:cNvPr id="257" name="Google Shape;257;p19">
              <a:extLst>
                <a:ext uri="{FF2B5EF4-FFF2-40B4-BE49-F238E27FC236}">
                  <a16:creationId xmlns:a16="http://schemas.microsoft.com/office/drawing/2014/main" id="{AB182360-4975-4C01-1C6A-1E94027F52C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 err="1"/>
                <a:t>End</a:t>
              </a:r>
              <a:endParaRPr dirty="0" err="1"/>
            </a:p>
          </p:txBody>
        </p:sp>
        <p:sp>
          <p:nvSpPr>
            <p:cNvPr id="258" name="Google Shape;258;p19">
              <a:extLst>
                <a:ext uri="{FF2B5EF4-FFF2-40B4-BE49-F238E27FC236}">
                  <a16:creationId xmlns:a16="http://schemas.microsoft.com/office/drawing/2014/main" id="{FDDBFB9E-53B5-F02E-F254-4B2C07F0551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 err="1"/>
                <a:t>N</a:t>
              </a:r>
              <a:endParaRPr dirty="0" err="1"/>
            </a:p>
          </p:txBody>
        </p:sp>
      </p:grpSp>
      <p:sp>
        <p:nvSpPr>
          <p:cNvPr id="259" name="Google Shape;259;p19">
            <a:extLst>
              <a:ext uri="{FF2B5EF4-FFF2-40B4-BE49-F238E27FC236}">
                <a16:creationId xmlns:a16="http://schemas.microsoft.com/office/drawing/2014/main" id="{14491DB8-A57F-E9BE-5C8B-44AD0DECD812}"/>
              </a:ext>
            </a:extLst>
          </p:cNvPr>
          <p:cNvSpPr txBox="1"/>
          <p:nvPr/>
        </p:nvSpPr>
        <p:spPr>
          <a:xfrm>
            <a:off x="346500" y="2571750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solidFill>
                  <a:schemeClr val="dk1"/>
                </a:solidFill>
              </a:rPr>
              <a:t> 43 </a:t>
            </a:r>
            <a:r>
              <a:rPr lang="ko" dirty="0" err="1">
                <a:solidFill>
                  <a:schemeClr val="dk1"/>
                </a:solidFill>
              </a:rPr>
              <a:t>CreateNode</a:t>
            </a:r>
            <a:r>
              <a:rPr lang="ko" dirty="0">
                <a:solidFill>
                  <a:schemeClr val="dk1"/>
                </a:solidFill>
              </a:rPr>
              <a:t>(</a:t>
            </a:r>
            <a:r>
              <a:rPr lang="ko" dirty="0" err="1">
                <a:solidFill>
                  <a:schemeClr val="dk1"/>
                </a:solidFill>
              </a:rPr>
              <a:t>pEnd</a:t>
            </a:r>
            <a:r>
              <a:rPr lang="ko" dirty="0">
                <a:solidFill>
                  <a:schemeClr val="dk1"/>
                </a:solidFill>
              </a:rPr>
              <a:t>, 10)</a:t>
            </a:r>
            <a:endParaRPr dirty="0"/>
          </a:p>
        </p:txBody>
      </p:sp>
      <p:grpSp>
        <p:nvGrpSpPr>
          <p:cNvPr id="260" name="Google Shape;260;p19">
            <a:extLst>
              <a:ext uri="{FF2B5EF4-FFF2-40B4-BE49-F238E27FC236}">
                <a16:creationId xmlns:a16="http://schemas.microsoft.com/office/drawing/2014/main" id="{534966F6-8AB0-488D-680F-7D15417E9CDB}"/>
              </a:ext>
            </a:extLst>
          </p:cNvPr>
          <p:cNvGrpSpPr/>
          <p:nvPr/>
        </p:nvGrpSpPr>
        <p:grpSpPr>
          <a:xfrm>
            <a:off x="1565700" y="3129125"/>
            <a:ext cx="803700" cy="559200"/>
            <a:chOff x="725125" y="742575"/>
            <a:chExt cx="803700" cy="559200"/>
          </a:xfrm>
        </p:grpSpPr>
        <p:sp>
          <p:nvSpPr>
            <p:cNvPr id="261" name="Google Shape;261;p19">
              <a:extLst>
                <a:ext uri="{FF2B5EF4-FFF2-40B4-BE49-F238E27FC236}">
                  <a16:creationId xmlns:a16="http://schemas.microsoft.com/office/drawing/2014/main" id="{B8E6E183-4378-1EF3-0320-FF7D2A88BFDF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 err="1"/>
                <a:t>pNode</a:t>
              </a:r>
              <a:endParaRPr dirty="0" err="1"/>
            </a:p>
          </p:txBody>
        </p:sp>
        <p:sp>
          <p:nvSpPr>
            <p:cNvPr id="262" name="Google Shape;262;p19">
              <a:extLst>
                <a:ext uri="{FF2B5EF4-FFF2-40B4-BE49-F238E27FC236}">
                  <a16:creationId xmlns:a16="http://schemas.microsoft.com/office/drawing/2014/main" id="{978B1048-04A5-8815-FC3E-1DA25BF67F8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 err="1"/>
                <a:t>N</a:t>
              </a:r>
              <a:endParaRPr dirty="0" err="1"/>
            </a:p>
          </p:txBody>
        </p:sp>
      </p:grpSp>
      <p:grpSp>
        <p:nvGrpSpPr>
          <p:cNvPr id="263" name="Google Shape;263;p19">
            <a:extLst>
              <a:ext uri="{FF2B5EF4-FFF2-40B4-BE49-F238E27FC236}">
                <a16:creationId xmlns:a16="http://schemas.microsoft.com/office/drawing/2014/main" id="{D9C05C65-6809-ABDC-E7F6-C6330BDD6F3F}"/>
              </a:ext>
            </a:extLst>
          </p:cNvPr>
          <p:cNvGrpSpPr/>
          <p:nvPr/>
        </p:nvGrpSpPr>
        <p:grpSpPr>
          <a:xfrm>
            <a:off x="2638325" y="3129125"/>
            <a:ext cx="803700" cy="559200"/>
            <a:chOff x="725125" y="742575"/>
            <a:chExt cx="803700" cy="559200"/>
          </a:xfrm>
        </p:grpSpPr>
        <p:sp>
          <p:nvSpPr>
            <p:cNvPr id="264" name="Google Shape;264;p19">
              <a:extLst>
                <a:ext uri="{FF2B5EF4-FFF2-40B4-BE49-F238E27FC236}">
                  <a16:creationId xmlns:a16="http://schemas.microsoft.com/office/drawing/2014/main" id="{5C09B0AA-091E-6F7C-16B0-9336D281E65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 err="1"/>
                <a:t>data</a:t>
              </a:r>
              <a:endParaRPr dirty="0" err="1"/>
            </a:p>
          </p:txBody>
        </p:sp>
        <p:sp>
          <p:nvSpPr>
            <p:cNvPr id="265" name="Google Shape;265;p19">
              <a:extLst>
                <a:ext uri="{FF2B5EF4-FFF2-40B4-BE49-F238E27FC236}">
                  <a16:creationId xmlns:a16="http://schemas.microsoft.com/office/drawing/2014/main" id="{F85AE7B1-D3A3-984F-781E-5CAC5C6B2834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10</a:t>
              </a:r>
              <a:endParaRPr/>
            </a:p>
          </p:txBody>
        </p:sp>
      </p:grpSp>
      <p:cxnSp>
        <p:nvCxnSpPr>
          <p:cNvPr id="266" name="Google Shape;266;p19">
            <a:extLst>
              <a:ext uri="{FF2B5EF4-FFF2-40B4-BE49-F238E27FC236}">
                <a16:creationId xmlns:a16="http://schemas.microsoft.com/office/drawing/2014/main" id="{21184A01-F291-367F-0291-9B15BF257526}"/>
              </a:ext>
            </a:extLst>
          </p:cNvPr>
          <p:cNvCxnSpPr>
            <a:stCxn id="258" idx="2"/>
            <a:endCxn id="262" idx="0"/>
          </p:cNvCxnSpPr>
          <p:nvPr/>
        </p:nvCxnSpPr>
        <p:spPr>
          <a:xfrm flipH="1">
            <a:off x="1967675" y="2229650"/>
            <a:ext cx="81900" cy="117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grpSp>
        <p:nvGrpSpPr>
          <p:cNvPr id="267" name="Google Shape;267;p19">
            <a:extLst>
              <a:ext uri="{FF2B5EF4-FFF2-40B4-BE49-F238E27FC236}">
                <a16:creationId xmlns:a16="http://schemas.microsoft.com/office/drawing/2014/main" id="{E91F7C2B-8998-4077-8B24-8B20135F19D2}"/>
              </a:ext>
            </a:extLst>
          </p:cNvPr>
          <p:cNvGrpSpPr/>
          <p:nvPr/>
        </p:nvGrpSpPr>
        <p:grpSpPr>
          <a:xfrm>
            <a:off x="498900" y="3825825"/>
            <a:ext cx="803700" cy="559200"/>
            <a:chOff x="725125" y="742575"/>
            <a:chExt cx="803700" cy="559200"/>
          </a:xfrm>
        </p:grpSpPr>
        <p:sp>
          <p:nvSpPr>
            <p:cNvPr id="268" name="Google Shape;268;p19">
              <a:extLst>
                <a:ext uri="{FF2B5EF4-FFF2-40B4-BE49-F238E27FC236}">
                  <a16:creationId xmlns:a16="http://schemas.microsoft.com/office/drawing/2014/main" id="{7737E1DF-056B-FE6D-73C3-EE497293392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 err="1"/>
                <a:t>pTemp</a:t>
              </a:r>
              <a:endParaRPr dirty="0" err="1"/>
            </a:p>
          </p:txBody>
        </p:sp>
        <p:sp>
          <p:nvSpPr>
            <p:cNvPr id="269" name="Google Shape;269;p19">
              <a:extLst>
                <a:ext uri="{FF2B5EF4-FFF2-40B4-BE49-F238E27FC236}">
                  <a16:creationId xmlns:a16="http://schemas.microsoft.com/office/drawing/2014/main" id="{32BACC89-FC69-24F7-2F72-F0C9679ACC0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>
                  <a:solidFill>
                    <a:schemeClr val="tx1"/>
                  </a:solidFill>
                </a:rPr>
                <a:t>0x01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70" name="Google Shape;270;p19">
            <a:extLst>
              <a:ext uri="{FF2B5EF4-FFF2-40B4-BE49-F238E27FC236}">
                <a16:creationId xmlns:a16="http://schemas.microsoft.com/office/drawing/2014/main" id="{DD9DA5B1-4AE9-27E4-8163-B30E66A1CA0A}"/>
              </a:ext>
            </a:extLst>
          </p:cNvPr>
          <p:cNvGrpSpPr/>
          <p:nvPr/>
        </p:nvGrpSpPr>
        <p:grpSpPr>
          <a:xfrm>
            <a:off x="1630225" y="4047925"/>
            <a:ext cx="803700" cy="838800"/>
            <a:chOff x="6538675" y="262075"/>
            <a:chExt cx="803700" cy="838800"/>
          </a:xfrm>
        </p:grpSpPr>
        <p:grpSp>
          <p:nvGrpSpPr>
            <p:cNvPr id="271" name="Google Shape;271;p19">
              <a:extLst>
                <a:ext uri="{FF2B5EF4-FFF2-40B4-BE49-F238E27FC236}">
                  <a16:creationId xmlns:a16="http://schemas.microsoft.com/office/drawing/2014/main" id="{0977745C-8BD8-2201-A360-056D5F6F48DD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72" name="Google Shape;272;p19">
                <a:extLst>
                  <a:ext uri="{FF2B5EF4-FFF2-40B4-BE49-F238E27FC236}">
                    <a16:creationId xmlns:a16="http://schemas.microsoft.com/office/drawing/2014/main" id="{77713F62-0894-4199-9940-2F18560D8CA6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dirty="0"/>
                  <a:t>0x01</a:t>
                </a:r>
                <a:endParaRPr dirty="0"/>
              </a:p>
            </p:txBody>
          </p:sp>
          <p:sp>
            <p:nvSpPr>
              <p:cNvPr id="273" name="Google Shape;273;p19">
                <a:extLst>
                  <a:ext uri="{FF2B5EF4-FFF2-40B4-BE49-F238E27FC236}">
                    <a16:creationId xmlns:a16="http://schemas.microsoft.com/office/drawing/2014/main" id="{28FB89F9-E24E-EE68-B409-700C10186330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dirty="0" err="1"/>
                  <a:t>data</a:t>
                </a:r>
                <a:endParaRPr dirty="0" err="1"/>
              </a:p>
            </p:txBody>
          </p:sp>
        </p:grpSp>
        <p:sp>
          <p:nvSpPr>
            <p:cNvPr id="274" name="Google Shape;274;p19">
              <a:extLst>
                <a:ext uri="{FF2B5EF4-FFF2-40B4-BE49-F238E27FC236}">
                  <a16:creationId xmlns:a16="http://schemas.microsoft.com/office/drawing/2014/main" id="{3789658B-FD3A-438A-7C72-FABED3F70334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 dirty="0" err="1"/>
                <a:t>pNext</a:t>
              </a:r>
              <a:endParaRPr sz="1200" dirty="0" err="1"/>
            </a:p>
          </p:txBody>
        </p:sp>
      </p:grpSp>
      <p:sp>
        <p:nvSpPr>
          <p:cNvPr id="276" name="Google Shape;276;p19">
            <a:extLst>
              <a:ext uri="{FF2B5EF4-FFF2-40B4-BE49-F238E27FC236}">
                <a16:creationId xmlns:a16="http://schemas.microsoft.com/office/drawing/2014/main" id="{A3D3A430-E44A-CCB5-D7FF-3FBB97987D40}"/>
              </a:ext>
            </a:extLst>
          </p:cNvPr>
          <p:cNvSpPr txBox="1"/>
          <p:nvPr/>
        </p:nvSpPr>
        <p:spPr>
          <a:xfrm>
            <a:off x="76200" y="1654625"/>
            <a:ext cx="387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39</a:t>
            </a:r>
            <a:endParaRPr/>
          </a:p>
        </p:txBody>
      </p:sp>
      <p:sp>
        <p:nvSpPr>
          <p:cNvPr id="277" name="Google Shape;277;p19">
            <a:extLst>
              <a:ext uri="{FF2B5EF4-FFF2-40B4-BE49-F238E27FC236}">
                <a16:creationId xmlns:a16="http://schemas.microsoft.com/office/drawing/2014/main" id="{B07E8AF0-3857-E88B-5940-ED7028966BD5}"/>
              </a:ext>
            </a:extLst>
          </p:cNvPr>
          <p:cNvSpPr txBox="1"/>
          <p:nvPr/>
        </p:nvSpPr>
        <p:spPr>
          <a:xfrm>
            <a:off x="1272450" y="1654625"/>
            <a:ext cx="387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40</a:t>
            </a:r>
            <a:endParaRPr/>
          </a:p>
        </p:txBody>
      </p:sp>
      <p:sp>
        <p:nvSpPr>
          <p:cNvPr id="278" name="Google Shape;278;p19">
            <a:extLst>
              <a:ext uri="{FF2B5EF4-FFF2-40B4-BE49-F238E27FC236}">
                <a16:creationId xmlns:a16="http://schemas.microsoft.com/office/drawing/2014/main" id="{88009259-C0BD-7C88-D4E5-360EBC150D54}"/>
              </a:ext>
            </a:extLst>
          </p:cNvPr>
          <p:cNvSpPr txBox="1"/>
          <p:nvPr/>
        </p:nvSpPr>
        <p:spPr>
          <a:xfrm>
            <a:off x="387900" y="2971950"/>
            <a:ext cx="550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70 </a:t>
            </a:r>
            <a:endParaRPr/>
          </a:p>
        </p:txBody>
      </p:sp>
      <p:sp>
        <p:nvSpPr>
          <p:cNvPr id="279" name="Google Shape;279;p19">
            <a:extLst>
              <a:ext uri="{FF2B5EF4-FFF2-40B4-BE49-F238E27FC236}">
                <a16:creationId xmlns:a16="http://schemas.microsoft.com/office/drawing/2014/main" id="{509DDA56-37B2-A06F-FEE0-DE826A199C9B}"/>
              </a:ext>
            </a:extLst>
          </p:cNvPr>
          <p:cNvSpPr txBox="1"/>
          <p:nvPr/>
        </p:nvSpPr>
        <p:spPr>
          <a:xfrm>
            <a:off x="76200" y="3825825"/>
            <a:ext cx="422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dirty="0">
                <a:solidFill>
                  <a:srgbClr val="00B050"/>
                </a:solidFill>
              </a:rPr>
              <a:t>74</a:t>
            </a:r>
            <a:endParaRPr dirty="0">
              <a:solidFill>
                <a:srgbClr val="00B050"/>
              </a:solidFill>
            </a:endParaRPr>
          </a:p>
        </p:txBody>
      </p:sp>
      <p:cxnSp>
        <p:nvCxnSpPr>
          <p:cNvPr id="3" name="Google Shape;337;p21">
            <a:extLst>
              <a:ext uri="{FF2B5EF4-FFF2-40B4-BE49-F238E27FC236}">
                <a16:creationId xmlns:a16="http://schemas.microsoft.com/office/drawing/2014/main" id="{8018C558-1640-563E-0A8B-82EBA8EA3736}"/>
              </a:ext>
            </a:extLst>
          </p:cNvPr>
          <p:cNvCxnSpPr/>
          <p:nvPr/>
        </p:nvCxnSpPr>
        <p:spPr>
          <a:xfrm rot="10800000" flipH="1">
            <a:off x="1302600" y="4187625"/>
            <a:ext cx="327600" cy="57600"/>
          </a:xfrm>
          <a:prstGeom prst="straightConnector1">
            <a:avLst/>
          </a:prstGeom>
          <a:noFill/>
          <a:ln w="9525" cap="flat" cmpd="sng">
            <a:solidFill>
              <a:srgbClr val="00B050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42165227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연결리스트 추가(10)</a:t>
            </a:r>
            <a:endParaRPr dirty="0"/>
          </a:p>
        </p:txBody>
      </p:sp>
      <p:sp>
        <p:nvSpPr>
          <p:cNvPr id="285" name="Google Shape;285;p20"/>
          <p:cNvSpPr txBox="1"/>
          <p:nvPr/>
        </p:nvSpPr>
        <p:spPr>
          <a:xfrm>
            <a:off x="387900" y="1190175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34 </a:t>
            </a:r>
            <a:r>
              <a:rPr lang="ko" dirty="0" err="1"/>
              <a:t>main</a:t>
            </a:r>
            <a:r>
              <a:rPr lang="ko" dirty="0"/>
              <a:t>()</a:t>
            </a:r>
            <a:endParaRPr dirty="0"/>
          </a:p>
        </p:txBody>
      </p:sp>
      <p:grpSp>
        <p:nvGrpSpPr>
          <p:cNvPr id="286" name="Google Shape;286;p20"/>
          <p:cNvGrpSpPr/>
          <p:nvPr/>
        </p:nvGrpSpPr>
        <p:grpSpPr>
          <a:xfrm>
            <a:off x="498900" y="1670450"/>
            <a:ext cx="803700" cy="559200"/>
            <a:chOff x="725125" y="742575"/>
            <a:chExt cx="803700" cy="559200"/>
          </a:xfrm>
        </p:grpSpPr>
        <p:sp>
          <p:nvSpPr>
            <p:cNvPr id="287" name="Google Shape;287;p20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 err="1"/>
                <a:t>pBgin</a:t>
              </a:r>
              <a:endParaRPr dirty="0" err="1"/>
            </a:p>
          </p:txBody>
        </p:sp>
        <p:sp>
          <p:nvSpPr>
            <p:cNvPr id="288" name="Google Shape;288;p20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 err="1"/>
                <a:t>N</a:t>
              </a:r>
              <a:endParaRPr dirty="0" err="1"/>
            </a:p>
          </p:txBody>
        </p:sp>
      </p:grpSp>
      <p:grpSp>
        <p:nvGrpSpPr>
          <p:cNvPr id="289" name="Google Shape;289;p20"/>
          <p:cNvGrpSpPr/>
          <p:nvPr/>
        </p:nvGrpSpPr>
        <p:grpSpPr>
          <a:xfrm>
            <a:off x="1571525" y="1670450"/>
            <a:ext cx="803700" cy="559200"/>
            <a:chOff x="725125" y="742575"/>
            <a:chExt cx="803700" cy="559200"/>
          </a:xfrm>
        </p:grpSpPr>
        <p:sp>
          <p:nvSpPr>
            <p:cNvPr id="290" name="Google Shape;290;p20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 err="1"/>
                <a:t>End</a:t>
              </a:r>
              <a:endParaRPr dirty="0" err="1"/>
            </a:p>
          </p:txBody>
        </p:sp>
        <p:sp>
          <p:nvSpPr>
            <p:cNvPr id="291" name="Google Shape;291;p20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 err="1"/>
                <a:t>N</a:t>
              </a:r>
              <a:endParaRPr dirty="0" err="1"/>
            </a:p>
          </p:txBody>
        </p:sp>
      </p:grpSp>
      <p:sp>
        <p:nvSpPr>
          <p:cNvPr id="292" name="Google Shape;292;p20"/>
          <p:cNvSpPr txBox="1"/>
          <p:nvPr/>
        </p:nvSpPr>
        <p:spPr>
          <a:xfrm>
            <a:off x="346500" y="2571750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solidFill>
                  <a:schemeClr val="dk1"/>
                </a:solidFill>
              </a:rPr>
              <a:t> 43 </a:t>
            </a:r>
            <a:r>
              <a:rPr lang="ko" dirty="0" err="1">
                <a:solidFill>
                  <a:schemeClr val="dk1"/>
                </a:solidFill>
              </a:rPr>
              <a:t>CreateNode</a:t>
            </a:r>
            <a:r>
              <a:rPr lang="ko" dirty="0">
                <a:solidFill>
                  <a:schemeClr val="dk1"/>
                </a:solidFill>
              </a:rPr>
              <a:t>(</a:t>
            </a:r>
            <a:r>
              <a:rPr lang="ko" dirty="0" err="1">
                <a:solidFill>
                  <a:schemeClr val="dk1"/>
                </a:solidFill>
              </a:rPr>
              <a:t>pEnd</a:t>
            </a:r>
            <a:r>
              <a:rPr lang="ko" dirty="0">
                <a:solidFill>
                  <a:schemeClr val="dk1"/>
                </a:solidFill>
              </a:rPr>
              <a:t>, 10)</a:t>
            </a:r>
            <a:endParaRPr dirty="0"/>
          </a:p>
        </p:txBody>
      </p:sp>
      <p:grpSp>
        <p:nvGrpSpPr>
          <p:cNvPr id="293" name="Google Shape;293;p20"/>
          <p:cNvGrpSpPr/>
          <p:nvPr/>
        </p:nvGrpSpPr>
        <p:grpSpPr>
          <a:xfrm>
            <a:off x="1565700" y="3129125"/>
            <a:ext cx="803700" cy="559200"/>
            <a:chOff x="725125" y="742575"/>
            <a:chExt cx="803700" cy="559200"/>
          </a:xfrm>
        </p:grpSpPr>
        <p:sp>
          <p:nvSpPr>
            <p:cNvPr id="294" name="Google Shape;294;p20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 err="1"/>
                <a:t>pNode</a:t>
              </a:r>
              <a:endParaRPr dirty="0" err="1"/>
            </a:p>
          </p:txBody>
        </p:sp>
        <p:sp>
          <p:nvSpPr>
            <p:cNvPr id="295" name="Google Shape;295;p20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 err="1"/>
                <a:t>N</a:t>
              </a:r>
              <a:endParaRPr dirty="0" err="1"/>
            </a:p>
          </p:txBody>
        </p:sp>
      </p:grpSp>
      <p:grpSp>
        <p:nvGrpSpPr>
          <p:cNvPr id="296" name="Google Shape;296;p20"/>
          <p:cNvGrpSpPr/>
          <p:nvPr/>
        </p:nvGrpSpPr>
        <p:grpSpPr>
          <a:xfrm>
            <a:off x="2638325" y="3129125"/>
            <a:ext cx="803700" cy="559200"/>
            <a:chOff x="725125" y="742575"/>
            <a:chExt cx="803700" cy="559200"/>
          </a:xfrm>
        </p:grpSpPr>
        <p:sp>
          <p:nvSpPr>
            <p:cNvPr id="297" name="Google Shape;297;p20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 err="1"/>
                <a:t>data</a:t>
              </a:r>
              <a:endParaRPr dirty="0" err="1"/>
            </a:p>
          </p:txBody>
        </p:sp>
        <p:sp>
          <p:nvSpPr>
            <p:cNvPr id="298" name="Google Shape;298;p20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10</a:t>
              </a:r>
              <a:endParaRPr/>
            </a:p>
          </p:txBody>
        </p:sp>
      </p:grpSp>
      <p:grpSp>
        <p:nvGrpSpPr>
          <p:cNvPr id="299" name="Google Shape;299;p20"/>
          <p:cNvGrpSpPr/>
          <p:nvPr/>
        </p:nvGrpSpPr>
        <p:grpSpPr>
          <a:xfrm>
            <a:off x="498900" y="3825825"/>
            <a:ext cx="803700" cy="559200"/>
            <a:chOff x="725125" y="742575"/>
            <a:chExt cx="803700" cy="559200"/>
          </a:xfrm>
        </p:grpSpPr>
        <p:sp>
          <p:nvSpPr>
            <p:cNvPr id="300" name="Google Shape;300;p20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 err="1"/>
                <a:t>pTemp</a:t>
              </a:r>
              <a:endParaRPr dirty="0" err="1"/>
            </a:p>
          </p:txBody>
        </p:sp>
        <p:sp>
          <p:nvSpPr>
            <p:cNvPr id="301" name="Google Shape;301;p20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/>
                <a:t>0x01</a:t>
              </a:r>
              <a:endParaRPr dirty="0"/>
            </a:p>
          </p:txBody>
        </p:sp>
      </p:grpSp>
      <p:grpSp>
        <p:nvGrpSpPr>
          <p:cNvPr id="302" name="Google Shape;302;p20"/>
          <p:cNvGrpSpPr/>
          <p:nvPr/>
        </p:nvGrpSpPr>
        <p:grpSpPr>
          <a:xfrm>
            <a:off x="1630225" y="4047925"/>
            <a:ext cx="803700" cy="838800"/>
            <a:chOff x="6538675" y="262075"/>
            <a:chExt cx="803700" cy="838800"/>
          </a:xfrm>
        </p:grpSpPr>
        <p:grpSp>
          <p:nvGrpSpPr>
            <p:cNvPr id="303" name="Google Shape;303;p20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04" name="Google Shape;304;p20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305" name="Google Shape;305;p20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dirty="0">
                    <a:solidFill>
                      <a:srgbClr val="00B050"/>
                    </a:solidFill>
                  </a:rPr>
                  <a:t>10</a:t>
                </a:r>
                <a:endParaRPr dirty="0">
                  <a:solidFill>
                    <a:srgbClr val="00B050"/>
                  </a:solidFill>
                </a:endParaRPr>
              </a:p>
            </p:txBody>
          </p:sp>
        </p:grpSp>
        <p:sp>
          <p:nvSpPr>
            <p:cNvPr id="306" name="Google Shape;306;p20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다음주소</a:t>
              </a:r>
              <a:endParaRPr sz="1200"/>
            </a:p>
          </p:txBody>
        </p:sp>
      </p:grpSp>
      <p:cxnSp>
        <p:nvCxnSpPr>
          <p:cNvPr id="307" name="Google Shape;307;p20"/>
          <p:cNvCxnSpPr>
            <a:stCxn id="301" idx="3"/>
            <a:endCxn id="304" idx="1"/>
          </p:cNvCxnSpPr>
          <p:nvPr/>
        </p:nvCxnSpPr>
        <p:spPr>
          <a:xfrm rot="10800000" flipH="1">
            <a:off x="1302600" y="4187625"/>
            <a:ext cx="327600" cy="57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8" name="Google Shape;308;p20"/>
          <p:cNvCxnSpPr>
            <a:stCxn id="298" idx="2"/>
            <a:endCxn id="305" idx="0"/>
          </p:cNvCxnSpPr>
          <p:nvPr/>
        </p:nvCxnSpPr>
        <p:spPr>
          <a:xfrm flipH="1">
            <a:off x="2032175" y="3688325"/>
            <a:ext cx="1008000" cy="639300"/>
          </a:xfrm>
          <a:prstGeom prst="straightConnector1">
            <a:avLst/>
          </a:prstGeom>
          <a:noFill/>
          <a:ln w="9525" cap="flat" cmpd="sng">
            <a:solidFill>
              <a:srgbClr val="00B050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309" name="Google Shape;309;p20"/>
          <p:cNvSpPr txBox="1"/>
          <p:nvPr/>
        </p:nvSpPr>
        <p:spPr>
          <a:xfrm>
            <a:off x="2600225" y="3845500"/>
            <a:ext cx="422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ko" dirty="0">
                <a:solidFill>
                  <a:srgbClr val="00B050"/>
                </a:solidFill>
              </a:rPr>
              <a:t>75</a:t>
            </a:r>
            <a:r>
              <a:rPr lang="ko" altLang="en-US" dirty="0"/>
              <a:t> </a:t>
            </a:r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C400483-C5A7-4761-8456-DB96C3AF0FD8}"/>
              </a:ext>
            </a:extLst>
          </p:cNvPr>
          <p:cNvSpPr txBox="1"/>
          <p:nvPr/>
        </p:nvSpPr>
        <p:spPr>
          <a:xfrm>
            <a:off x="3608225" y="4123415"/>
            <a:ext cx="4559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err="1"/>
              <a:t>pTemp</a:t>
            </a:r>
            <a:r>
              <a:rPr lang="ko-KR" altLang="en-US"/>
              <a:t>가  참조하는 메모리의 </a:t>
            </a:r>
            <a:r>
              <a:rPr lang="en-US" altLang="ko-KR" err="1"/>
              <a:t>nData</a:t>
            </a:r>
            <a:r>
              <a:rPr lang="ko-KR" altLang="en-US"/>
              <a:t>영역에 접근하여 매개변수 </a:t>
            </a:r>
            <a:r>
              <a:rPr lang="en-US" altLang="ko-KR"/>
              <a:t>data</a:t>
            </a:r>
            <a:r>
              <a:rPr lang="ko-KR" altLang="en-US"/>
              <a:t>를 복사한다</a:t>
            </a:r>
            <a:r>
              <a:rPr lang="en-US" altLang="ko-KR"/>
              <a:t>.</a:t>
            </a:r>
            <a:endParaRPr lang="ko-KR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연결리스트 추가(10) 리턴</a:t>
            </a:r>
            <a:endParaRPr dirty="0"/>
          </a:p>
        </p:txBody>
      </p:sp>
      <p:sp>
        <p:nvSpPr>
          <p:cNvPr id="315" name="Google Shape;315;p21"/>
          <p:cNvSpPr txBox="1"/>
          <p:nvPr/>
        </p:nvSpPr>
        <p:spPr>
          <a:xfrm>
            <a:off x="387900" y="1190175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34 </a:t>
            </a:r>
            <a:r>
              <a:rPr lang="ko" dirty="0" err="1"/>
              <a:t>main</a:t>
            </a:r>
            <a:r>
              <a:rPr lang="ko" dirty="0"/>
              <a:t>()</a:t>
            </a:r>
            <a:endParaRPr dirty="0"/>
          </a:p>
        </p:txBody>
      </p:sp>
      <p:grpSp>
        <p:nvGrpSpPr>
          <p:cNvPr id="316" name="Google Shape;316;p21"/>
          <p:cNvGrpSpPr/>
          <p:nvPr/>
        </p:nvGrpSpPr>
        <p:grpSpPr>
          <a:xfrm>
            <a:off x="498900" y="1670450"/>
            <a:ext cx="803700" cy="559200"/>
            <a:chOff x="725125" y="742575"/>
            <a:chExt cx="803700" cy="559200"/>
          </a:xfrm>
        </p:grpSpPr>
        <p:sp>
          <p:nvSpPr>
            <p:cNvPr id="317" name="Google Shape;317;p21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 err="1"/>
                <a:t>pB</a:t>
              </a:r>
              <a:r>
                <a:rPr lang="en-US" altLang="ko" dirty="0"/>
                <a:t>e</a:t>
              </a:r>
              <a:r>
                <a:rPr lang="ko" dirty="0" err="1"/>
                <a:t>gin</a:t>
              </a:r>
              <a:endParaRPr dirty="0" err="1"/>
            </a:p>
          </p:txBody>
        </p:sp>
        <p:sp>
          <p:nvSpPr>
            <p:cNvPr id="318" name="Google Shape;318;p21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 err="1"/>
                <a:t>N</a:t>
              </a:r>
              <a:endParaRPr dirty="0" err="1"/>
            </a:p>
          </p:txBody>
        </p:sp>
      </p:grpSp>
      <p:grpSp>
        <p:nvGrpSpPr>
          <p:cNvPr id="319" name="Google Shape;319;p21"/>
          <p:cNvGrpSpPr/>
          <p:nvPr/>
        </p:nvGrpSpPr>
        <p:grpSpPr>
          <a:xfrm>
            <a:off x="1571525" y="1670450"/>
            <a:ext cx="803700" cy="559200"/>
            <a:chOff x="725125" y="742575"/>
            <a:chExt cx="803700" cy="559200"/>
          </a:xfrm>
        </p:grpSpPr>
        <p:sp>
          <p:nvSpPr>
            <p:cNvPr id="320" name="Google Shape;320;p21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ko" dirty="0"/>
                <a:t>p</a:t>
              </a:r>
              <a:r>
                <a:rPr lang="ko" dirty="0" err="1"/>
                <a:t>End</a:t>
              </a:r>
              <a:endParaRPr dirty="0" err="1"/>
            </a:p>
          </p:txBody>
        </p:sp>
        <p:sp>
          <p:nvSpPr>
            <p:cNvPr id="321" name="Google Shape;321;p21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>
                  <a:solidFill>
                    <a:srgbClr val="00B050"/>
                  </a:solidFill>
                </a:rPr>
                <a:t>0x01</a:t>
              </a:r>
              <a:endParaRPr lang="ko-KR" altLang="en-US">
                <a:solidFill>
                  <a:srgbClr val="00B050"/>
                </a:solidFill>
              </a:endParaRPr>
            </a:p>
          </p:txBody>
        </p:sp>
      </p:grpSp>
      <p:sp>
        <p:nvSpPr>
          <p:cNvPr id="322" name="Google Shape;322;p21"/>
          <p:cNvSpPr txBox="1"/>
          <p:nvPr/>
        </p:nvSpPr>
        <p:spPr>
          <a:xfrm>
            <a:off x="346500" y="2571750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solidFill>
                  <a:schemeClr val="dk1"/>
                </a:solidFill>
              </a:rPr>
              <a:t> </a:t>
            </a:r>
            <a:r>
              <a:rPr lang="ko" dirty="0" err="1">
                <a:solidFill>
                  <a:schemeClr val="dk1"/>
                </a:solidFill>
              </a:rPr>
              <a:t>CreateNode</a:t>
            </a:r>
            <a:r>
              <a:rPr lang="ko" dirty="0">
                <a:solidFill>
                  <a:schemeClr val="dk1"/>
                </a:solidFill>
              </a:rPr>
              <a:t>(</a:t>
            </a:r>
            <a:r>
              <a:rPr lang="ko" dirty="0" err="1">
                <a:solidFill>
                  <a:schemeClr val="dk1"/>
                </a:solidFill>
              </a:rPr>
              <a:t>pEnd</a:t>
            </a:r>
            <a:r>
              <a:rPr lang="ko" dirty="0">
                <a:solidFill>
                  <a:schemeClr val="dk1"/>
                </a:solidFill>
              </a:rPr>
              <a:t>, 10)</a:t>
            </a:r>
            <a:endParaRPr dirty="0"/>
          </a:p>
        </p:txBody>
      </p:sp>
      <p:grpSp>
        <p:nvGrpSpPr>
          <p:cNvPr id="323" name="Google Shape;323;p21"/>
          <p:cNvGrpSpPr/>
          <p:nvPr/>
        </p:nvGrpSpPr>
        <p:grpSpPr>
          <a:xfrm>
            <a:off x="1565700" y="3129125"/>
            <a:ext cx="803700" cy="559200"/>
            <a:chOff x="725125" y="742575"/>
            <a:chExt cx="803700" cy="559200"/>
          </a:xfrm>
        </p:grpSpPr>
        <p:sp>
          <p:nvSpPr>
            <p:cNvPr id="324" name="Google Shape;324;p21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 err="1"/>
                <a:t>pNode</a:t>
              </a:r>
              <a:endParaRPr dirty="0" err="1"/>
            </a:p>
          </p:txBody>
        </p:sp>
        <p:sp>
          <p:nvSpPr>
            <p:cNvPr id="325" name="Google Shape;325;p21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 err="1"/>
                <a:t>N</a:t>
              </a:r>
              <a:endParaRPr dirty="0" err="1"/>
            </a:p>
          </p:txBody>
        </p:sp>
      </p:grpSp>
      <p:grpSp>
        <p:nvGrpSpPr>
          <p:cNvPr id="326" name="Google Shape;326;p21"/>
          <p:cNvGrpSpPr/>
          <p:nvPr/>
        </p:nvGrpSpPr>
        <p:grpSpPr>
          <a:xfrm>
            <a:off x="2638325" y="3129125"/>
            <a:ext cx="803700" cy="559200"/>
            <a:chOff x="725125" y="742575"/>
            <a:chExt cx="803700" cy="559200"/>
          </a:xfrm>
        </p:grpSpPr>
        <p:sp>
          <p:nvSpPr>
            <p:cNvPr id="327" name="Google Shape;327;p21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 err="1"/>
                <a:t>data</a:t>
              </a:r>
              <a:endParaRPr dirty="0" err="1"/>
            </a:p>
          </p:txBody>
        </p:sp>
        <p:sp>
          <p:nvSpPr>
            <p:cNvPr id="328" name="Google Shape;328;p21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10</a:t>
              </a:r>
              <a:endParaRPr/>
            </a:p>
          </p:txBody>
        </p:sp>
      </p:grpSp>
      <p:grpSp>
        <p:nvGrpSpPr>
          <p:cNvPr id="329" name="Google Shape;329;p21"/>
          <p:cNvGrpSpPr/>
          <p:nvPr/>
        </p:nvGrpSpPr>
        <p:grpSpPr>
          <a:xfrm>
            <a:off x="498900" y="3825825"/>
            <a:ext cx="803700" cy="559200"/>
            <a:chOff x="725125" y="742575"/>
            <a:chExt cx="803700" cy="559200"/>
          </a:xfrm>
        </p:grpSpPr>
        <p:sp>
          <p:nvSpPr>
            <p:cNvPr id="330" name="Google Shape;330;p21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 err="1"/>
                <a:t>pTemp</a:t>
              </a:r>
              <a:endParaRPr dirty="0" err="1"/>
            </a:p>
          </p:txBody>
        </p:sp>
        <p:sp>
          <p:nvSpPr>
            <p:cNvPr id="331" name="Google Shape;331;p21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/>
                <a:t>0x01</a:t>
              </a:r>
              <a:endParaRPr dirty="0"/>
            </a:p>
          </p:txBody>
        </p:sp>
      </p:grpSp>
      <p:grpSp>
        <p:nvGrpSpPr>
          <p:cNvPr id="332" name="Google Shape;332;p21"/>
          <p:cNvGrpSpPr/>
          <p:nvPr/>
        </p:nvGrpSpPr>
        <p:grpSpPr>
          <a:xfrm>
            <a:off x="1630225" y="4047925"/>
            <a:ext cx="803700" cy="838800"/>
            <a:chOff x="6538675" y="262075"/>
            <a:chExt cx="803700" cy="838800"/>
          </a:xfrm>
        </p:grpSpPr>
        <p:grpSp>
          <p:nvGrpSpPr>
            <p:cNvPr id="333" name="Google Shape;333;p21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34" name="Google Shape;334;p21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dirty="0"/>
                  <a:t>0x01</a:t>
                </a:r>
                <a:endParaRPr dirty="0"/>
              </a:p>
            </p:txBody>
          </p:sp>
          <p:sp>
            <p:nvSpPr>
              <p:cNvPr id="335" name="Google Shape;335;p21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336" name="Google Shape;336;p21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 dirty="0" err="1"/>
                <a:t>pNext</a:t>
              </a:r>
              <a:endParaRPr sz="1200" dirty="0" err="1"/>
            </a:p>
          </p:txBody>
        </p:sp>
      </p:grpSp>
      <p:cxnSp>
        <p:nvCxnSpPr>
          <p:cNvPr id="337" name="Google Shape;337;p21"/>
          <p:cNvCxnSpPr>
            <a:stCxn id="331" idx="3"/>
            <a:endCxn id="334" idx="1"/>
          </p:cNvCxnSpPr>
          <p:nvPr/>
        </p:nvCxnSpPr>
        <p:spPr>
          <a:xfrm rot="10800000" flipH="1">
            <a:off x="1302600" y="4187625"/>
            <a:ext cx="327600" cy="57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8" name="Google Shape;338;p21"/>
          <p:cNvCxnSpPr>
            <a:cxnSpLocks/>
            <a:stCxn id="331" idx="2"/>
            <a:endCxn id="321" idx="2"/>
          </p:cNvCxnSpPr>
          <p:nvPr/>
        </p:nvCxnSpPr>
        <p:spPr>
          <a:xfrm rot="10800000" flipH="1">
            <a:off x="900750" y="2229525"/>
            <a:ext cx="1072500" cy="2155500"/>
          </a:xfrm>
          <a:prstGeom prst="straightConnector1">
            <a:avLst/>
          </a:prstGeom>
          <a:noFill/>
          <a:ln w="9525" cap="flat" cmpd="sng">
            <a:solidFill>
              <a:srgbClr val="00B050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340" name="Google Shape;340;p21"/>
          <p:cNvSpPr txBox="1"/>
          <p:nvPr/>
        </p:nvSpPr>
        <p:spPr>
          <a:xfrm>
            <a:off x="580575" y="3198788"/>
            <a:ext cx="80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77-43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>
          <a:extLst>
            <a:ext uri="{FF2B5EF4-FFF2-40B4-BE49-F238E27FC236}">
              <a16:creationId xmlns:a16="http://schemas.microsoft.com/office/drawing/2014/main" id="{83D5301F-31D8-801E-F4DF-09D42225A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1">
            <a:extLst>
              <a:ext uri="{FF2B5EF4-FFF2-40B4-BE49-F238E27FC236}">
                <a16:creationId xmlns:a16="http://schemas.microsoft.com/office/drawing/2014/main" id="{5E01875E-78F8-0C34-A446-A2C8068C40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연결리스트 추가(10) 리턴</a:t>
            </a:r>
            <a:endParaRPr/>
          </a:p>
        </p:txBody>
      </p:sp>
      <p:sp>
        <p:nvSpPr>
          <p:cNvPr id="315" name="Google Shape;315;p21">
            <a:extLst>
              <a:ext uri="{FF2B5EF4-FFF2-40B4-BE49-F238E27FC236}">
                <a16:creationId xmlns:a16="http://schemas.microsoft.com/office/drawing/2014/main" id="{DAF91741-B00A-E231-677D-142FBA7A61CA}"/>
              </a:ext>
            </a:extLst>
          </p:cNvPr>
          <p:cNvSpPr txBox="1"/>
          <p:nvPr/>
        </p:nvSpPr>
        <p:spPr>
          <a:xfrm>
            <a:off x="387900" y="1190175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34 main()</a:t>
            </a:r>
            <a:endParaRPr/>
          </a:p>
        </p:txBody>
      </p:sp>
      <p:grpSp>
        <p:nvGrpSpPr>
          <p:cNvPr id="316" name="Google Shape;316;p21">
            <a:extLst>
              <a:ext uri="{FF2B5EF4-FFF2-40B4-BE49-F238E27FC236}">
                <a16:creationId xmlns:a16="http://schemas.microsoft.com/office/drawing/2014/main" id="{011FF572-AA27-2146-C717-7427D6C0D8EC}"/>
              </a:ext>
            </a:extLst>
          </p:cNvPr>
          <p:cNvGrpSpPr/>
          <p:nvPr/>
        </p:nvGrpSpPr>
        <p:grpSpPr>
          <a:xfrm>
            <a:off x="498900" y="1670450"/>
            <a:ext cx="803700" cy="559200"/>
            <a:chOff x="725125" y="742575"/>
            <a:chExt cx="803700" cy="559200"/>
          </a:xfrm>
        </p:grpSpPr>
        <p:sp>
          <p:nvSpPr>
            <p:cNvPr id="317" name="Google Shape;317;p21">
              <a:extLst>
                <a:ext uri="{FF2B5EF4-FFF2-40B4-BE49-F238E27FC236}">
                  <a16:creationId xmlns:a16="http://schemas.microsoft.com/office/drawing/2014/main" id="{5D49BBA8-B29C-3417-0860-69B3D6DABC54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</a:t>
              </a:r>
              <a:r>
                <a:rPr lang="en-US" altLang="ko"/>
                <a:t>e</a:t>
              </a:r>
              <a:r>
                <a:rPr lang="ko"/>
                <a:t>gin</a:t>
              </a:r>
              <a:endParaRPr/>
            </a:p>
          </p:txBody>
        </p:sp>
        <p:sp>
          <p:nvSpPr>
            <p:cNvPr id="318" name="Google Shape;318;p21">
              <a:extLst>
                <a:ext uri="{FF2B5EF4-FFF2-40B4-BE49-F238E27FC236}">
                  <a16:creationId xmlns:a16="http://schemas.microsoft.com/office/drawing/2014/main" id="{B67F203A-3D87-39C4-F946-045686BCB3A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N</a:t>
              </a:r>
              <a:endParaRPr/>
            </a:p>
          </p:txBody>
        </p:sp>
      </p:grpSp>
      <p:grpSp>
        <p:nvGrpSpPr>
          <p:cNvPr id="319" name="Google Shape;319;p21">
            <a:extLst>
              <a:ext uri="{FF2B5EF4-FFF2-40B4-BE49-F238E27FC236}">
                <a16:creationId xmlns:a16="http://schemas.microsoft.com/office/drawing/2014/main" id="{38566573-6E83-D0AB-896E-F0AC7689851F}"/>
              </a:ext>
            </a:extLst>
          </p:cNvPr>
          <p:cNvGrpSpPr/>
          <p:nvPr/>
        </p:nvGrpSpPr>
        <p:grpSpPr>
          <a:xfrm>
            <a:off x="1571525" y="1670450"/>
            <a:ext cx="803700" cy="559200"/>
            <a:chOff x="725125" y="742575"/>
            <a:chExt cx="803700" cy="559200"/>
          </a:xfrm>
        </p:grpSpPr>
        <p:sp>
          <p:nvSpPr>
            <p:cNvPr id="320" name="Google Shape;320;p21">
              <a:extLst>
                <a:ext uri="{FF2B5EF4-FFF2-40B4-BE49-F238E27FC236}">
                  <a16:creationId xmlns:a16="http://schemas.microsoft.com/office/drawing/2014/main" id="{21664B23-54C9-0FF9-D87E-BBAC8C9DBD5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ko"/>
                <a:t>p</a:t>
              </a:r>
              <a:r>
                <a:rPr lang="ko"/>
                <a:t>End</a:t>
              </a:r>
              <a:endParaRPr/>
            </a:p>
          </p:txBody>
        </p:sp>
        <p:sp>
          <p:nvSpPr>
            <p:cNvPr id="321" name="Google Shape;321;p21">
              <a:extLst>
                <a:ext uri="{FF2B5EF4-FFF2-40B4-BE49-F238E27FC236}">
                  <a16:creationId xmlns:a16="http://schemas.microsoft.com/office/drawing/2014/main" id="{7DBD7763-E108-CAB5-FDBF-567A22E80456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>
                  <a:solidFill>
                    <a:schemeClr val="tx1"/>
                  </a:solidFill>
                </a:rPr>
                <a:t>0x01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22" name="Google Shape;322;p21">
            <a:extLst>
              <a:ext uri="{FF2B5EF4-FFF2-40B4-BE49-F238E27FC236}">
                <a16:creationId xmlns:a16="http://schemas.microsoft.com/office/drawing/2014/main" id="{F85DD90B-1CF4-C755-DB0F-030936528499}"/>
              </a:ext>
            </a:extLst>
          </p:cNvPr>
          <p:cNvSpPr txBox="1"/>
          <p:nvPr/>
        </p:nvSpPr>
        <p:spPr>
          <a:xfrm>
            <a:off x="346500" y="2571750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 CreateNode(pEnd, 10)</a:t>
            </a:r>
            <a:endParaRPr/>
          </a:p>
        </p:txBody>
      </p:sp>
      <p:grpSp>
        <p:nvGrpSpPr>
          <p:cNvPr id="323" name="Google Shape;323;p21">
            <a:extLst>
              <a:ext uri="{FF2B5EF4-FFF2-40B4-BE49-F238E27FC236}">
                <a16:creationId xmlns:a16="http://schemas.microsoft.com/office/drawing/2014/main" id="{8B10FC6E-4C64-D5DE-138E-D7594A8D1F98}"/>
              </a:ext>
            </a:extLst>
          </p:cNvPr>
          <p:cNvGrpSpPr/>
          <p:nvPr/>
        </p:nvGrpSpPr>
        <p:grpSpPr>
          <a:xfrm>
            <a:off x="1565700" y="3129125"/>
            <a:ext cx="803700" cy="559200"/>
            <a:chOff x="725125" y="742575"/>
            <a:chExt cx="803700" cy="559200"/>
          </a:xfrm>
        </p:grpSpPr>
        <p:sp>
          <p:nvSpPr>
            <p:cNvPr id="324" name="Google Shape;324;p21">
              <a:extLst>
                <a:ext uri="{FF2B5EF4-FFF2-40B4-BE49-F238E27FC236}">
                  <a16:creationId xmlns:a16="http://schemas.microsoft.com/office/drawing/2014/main" id="{58C2FAF8-0333-5E73-00E5-7824C720CF32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pNode</a:t>
              </a:r>
              <a:endParaRPr/>
            </a:p>
          </p:txBody>
        </p:sp>
        <p:sp>
          <p:nvSpPr>
            <p:cNvPr id="325" name="Google Shape;325;p21">
              <a:extLst>
                <a:ext uri="{FF2B5EF4-FFF2-40B4-BE49-F238E27FC236}">
                  <a16:creationId xmlns:a16="http://schemas.microsoft.com/office/drawing/2014/main" id="{5E63D359-3FC6-0F97-05E8-1CEFCB2F9CCF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N</a:t>
              </a:r>
              <a:endParaRPr/>
            </a:p>
          </p:txBody>
        </p:sp>
      </p:grpSp>
      <p:grpSp>
        <p:nvGrpSpPr>
          <p:cNvPr id="326" name="Google Shape;326;p21">
            <a:extLst>
              <a:ext uri="{FF2B5EF4-FFF2-40B4-BE49-F238E27FC236}">
                <a16:creationId xmlns:a16="http://schemas.microsoft.com/office/drawing/2014/main" id="{72C03374-2873-A7F5-1419-B21FBAEBC4AB}"/>
              </a:ext>
            </a:extLst>
          </p:cNvPr>
          <p:cNvGrpSpPr/>
          <p:nvPr/>
        </p:nvGrpSpPr>
        <p:grpSpPr>
          <a:xfrm>
            <a:off x="2638325" y="3129125"/>
            <a:ext cx="803700" cy="559200"/>
            <a:chOff x="725125" y="742575"/>
            <a:chExt cx="803700" cy="559200"/>
          </a:xfrm>
        </p:grpSpPr>
        <p:sp>
          <p:nvSpPr>
            <p:cNvPr id="327" name="Google Shape;327;p21">
              <a:extLst>
                <a:ext uri="{FF2B5EF4-FFF2-40B4-BE49-F238E27FC236}">
                  <a16:creationId xmlns:a16="http://schemas.microsoft.com/office/drawing/2014/main" id="{5891403B-871C-D894-C970-9D620B0CF2F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data</a:t>
              </a:r>
              <a:endParaRPr/>
            </a:p>
          </p:txBody>
        </p:sp>
        <p:sp>
          <p:nvSpPr>
            <p:cNvPr id="328" name="Google Shape;328;p21">
              <a:extLst>
                <a:ext uri="{FF2B5EF4-FFF2-40B4-BE49-F238E27FC236}">
                  <a16:creationId xmlns:a16="http://schemas.microsoft.com/office/drawing/2014/main" id="{899DE4BF-B448-7A04-6634-734E5B53F70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10</a:t>
              </a:r>
              <a:endParaRPr/>
            </a:p>
          </p:txBody>
        </p:sp>
      </p:grpSp>
      <p:grpSp>
        <p:nvGrpSpPr>
          <p:cNvPr id="329" name="Google Shape;329;p21">
            <a:extLst>
              <a:ext uri="{FF2B5EF4-FFF2-40B4-BE49-F238E27FC236}">
                <a16:creationId xmlns:a16="http://schemas.microsoft.com/office/drawing/2014/main" id="{25120FAB-CEBE-ECC6-E606-4F14E8D02BF4}"/>
              </a:ext>
            </a:extLst>
          </p:cNvPr>
          <p:cNvGrpSpPr/>
          <p:nvPr/>
        </p:nvGrpSpPr>
        <p:grpSpPr>
          <a:xfrm>
            <a:off x="498900" y="3825825"/>
            <a:ext cx="803700" cy="559200"/>
            <a:chOff x="725125" y="742575"/>
            <a:chExt cx="803700" cy="559200"/>
          </a:xfrm>
        </p:grpSpPr>
        <p:sp>
          <p:nvSpPr>
            <p:cNvPr id="330" name="Google Shape;330;p21">
              <a:extLst>
                <a:ext uri="{FF2B5EF4-FFF2-40B4-BE49-F238E27FC236}">
                  <a16:creationId xmlns:a16="http://schemas.microsoft.com/office/drawing/2014/main" id="{2B273FD2-8C1F-A494-56A0-F983C35B3A0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pTemp</a:t>
              </a:r>
              <a:endParaRPr/>
            </a:p>
          </p:txBody>
        </p:sp>
        <p:sp>
          <p:nvSpPr>
            <p:cNvPr id="331" name="Google Shape;331;p21">
              <a:extLst>
                <a:ext uri="{FF2B5EF4-FFF2-40B4-BE49-F238E27FC236}">
                  <a16:creationId xmlns:a16="http://schemas.microsoft.com/office/drawing/2014/main" id="{60006B08-7B5B-4DDB-0F33-13A8814E703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332" name="Google Shape;332;p21">
            <a:extLst>
              <a:ext uri="{FF2B5EF4-FFF2-40B4-BE49-F238E27FC236}">
                <a16:creationId xmlns:a16="http://schemas.microsoft.com/office/drawing/2014/main" id="{3382C387-29A0-2E94-ACEE-A8F64D47873C}"/>
              </a:ext>
            </a:extLst>
          </p:cNvPr>
          <p:cNvGrpSpPr/>
          <p:nvPr/>
        </p:nvGrpSpPr>
        <p:grpSpPr>
          <a:xfrm>
            <a:off x="1630225" y="4047925"/>
            <a:ext cx="803700" cy="838800"/>
            <a:chOff x="6538675" y="262075"/>
            <a:chExt cx="803700" cy="838800"/>
          </a:xfrm>
        </p:grpSpPr>
        <p:grpSp>
          <p:nvGrpSpPr>
            <p:cNvPr id="333" name="Google Shape;333;p21">
              <a:extLst>
                <a:ext uri="{FF2B5EF4-FFF2-40B4-BE49-F238E27FC236}">
                  <a16:creationId xmlns:a16="http://schemas.microsoft.com/office/drawing/2014/main" id="{19FDCD0A-8FA9-5292-66EC-4559C2B01DAD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34" name="Google Shape;334;p21">
                <a:extLst>
                  <a:ext uri="{FF2B5EF4-FFF2-40B4-BE49-F238E27FC236}">
                    <a16:creationId xmlns:a16="http://schemas.microsoft.com/office/drawing/2014/main" id="{206C3E83-0635-E78D-6152-57E821BFA806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335" name="Google Shape;335;p21">
                <a:extLst>
                  <a:ext uri="{FF2B5EF4-FFF2-40B4-BE49-F238E27FC236}">
                    <a16:creationId xmlns:a16="http://schemas.microsoft.com/office/drawing/2014/main" id="{D2B1D84E-91A3-8B1C-B9CE-A8901DD39248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336" name="Google Shape;336;p21">
              <a:extLst>
                <a:ext uri="{FF2B5EF4-FFF2-40B4-BE49-F238E27FC236}">
                  <a16:creationId xmlns:a16="http://schemas.microsoft.com/office/drawing/2014/main" id="{83E1E9AF-F311-20F4-A19E-912DBEAB47A0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pNext</a:t>
              </a:r>
              <a:endParaRPr sz="1200"/>
            </a:p>
          </p:txBody>
        </p:sp>
      </p:grpSp>
      <p:cxnSp>
        <p:nvCxnSpPr>
          <p:cNvPr id="337" name="Google Shape;337;p21">
            <a:extLst>
              <a:ext uri="{FF2B5EF4-FFF2-40B4-BE49-F238E27FC236}">
                <a16:creationId xmlns:a16="http://schemas.microsoft.com/office/drawing/2014/main" id="{B3EBCC3C-510D-759C-DBA6-E96E930DDFA0}"/>
              </a:ext>
            </a:extLst>
          </p:cNvPr>
          <p:cNvCxnSpPr>
            <a:stCxn id="331" idx="3"/>
            <a:endCxn id="334" idx="1"/>
          </p:cNvCxnSpPr>
          <p:nvPr/>
        </p:nvCxnSpPr>
        <p:spPr>
          <a:xfrm rot="10800000" flipH="1">
            <a:off x="1302600" y="4187625"/>
            <a:ext cx="327600" cy="57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8" name="Google Shape;338;p21">
            <a:extLst>
              <a:ext uri="{FF2B5EF4-FFF2-40B4-BE49-F238E27FC236}">
                <a16:creationId xmlns:a16="http://schemas.microsoft.com/office/drawing/2014/main" id="{1C6F5D37-7B55-34DE-3627-69F25AF7A06D}"/>
              </a:ext>
            </a:extLst>
          </p:cNvPr>
          <p:cNvCxnSpPr>
            <a:stCxn id="331" idx="2"/>
            <a:endCxn id="321" idx="2"/>
          </p:cNvCxnSpPr>
          <p:nvPr/>
        </p:nvCxnSpPr>
        <p:spPr>
          <a:xfrm rot="10800000" flipH="1">
            <a:off x="900750" y="2229525"/>
            <a:ext cx="1072500" cy="2155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339" name="Google Shape;339;p21">
            <a:extLst>
              <a:ext uri="{FF2B5EF4-FFF2-40B4-BE49-F238E27FC236}">
                <a16:creationId xmlns:a16="http://schemas.microsoft.com/office/drawing/2014/main" id="{B799A5D5-AC47-5AAD-2A78-6BD2D02EDD3F}"/>
              </a:ext>
            </a:extLst>
          </p:cNvPr>
          <p:cNvCxnSpPr>
            <a:endCxn id="334" idx="1"/>
          </p:cNvCxnSpPr>
          <p:nvPr/>
        </p:nvCxnSpPr>
        <p:spPr>
          <a:xfrm flipH="1">
            <a:off x="1630225" y="2229625"/>
            <a:ext cx="343200" cy="1958100"/>
          </a:xfrm>
          <a:prstGeom prst="straightConnector1">
            <a:avLst/>
          </a:prstGeom>
          <a:noFill/>
          <a:ln w="9525" cap="flat" cmpd="sng">
            <a:solidFill>
              <a:srgbClr val="00B05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40" name="Google Shape;340;p21">
            <a:extLst>
              <a:ext uri="{FF2B5EF4-FFF2-40B4-BE49-F238E27FC236}">
                <a16:creationId xmlns:a16="http://schemas.microsoft.com/office/drawing/2014/main" id="{CEC117B2-4B9F-4B54-DD4C-49D71359837B}"/>
              </a:ext>
            </a:extLst>
          </p:cNvPr>
          <p:cNvSpPr txBox="1"/>
          <p:nvPr/>
        </p:nvSpPr>
        <p:spPr>
          <a:xfrm>
            <a:off x="580575" y="3198788"/>
            <a:ext cx="80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77-43</a:t>
            </a:r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3475273-FCDA-23B2-E828-AAE6D3947C77}"/>
              </a:ext>
            </a:extLst>
          </p:cNvPr>
          <p:cNvSpPr txBox="1"/>
          <p:nvPr/>
        </p:nvSpPr>
        <p:spPr>
          <a:xfrm>
            <a:off x="3442026" y="4123415"/>
            <a:ext cx="539027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err="1">
                <a:solidFill>
                  <a:srgbClr val="FF0000"/>
                </a:solidFill>
              </a:rPr>
              <a:t>pTemp</a:t>
            </a:r>
            <a:r>
              <a:rPr lang="ko-KR" altLang="en-US">
                <a:solidFill>
                  <a:srgbClr val="FF0000"/>
                </a:solidFill>
              </a:rPr>
              <a:t>를 리턴 </a:t>
            </a:r>
            <a:r>
              <a:rPr lang="ko-KR" altLang="en-US"/>
              <a:t>시키면</a:t>
            </a:r>
            <a:r>
              <a:rPr lang="en-US" altLang="ko-KR"/>
              <a:t>, </a:t>
            </a:r>
            <a:r>
              <a:rPr lang="ko-KR" altLang="en-US">
                <a:solidFill>
                  <a:srgbClr val="FF0000"/>
                </a:solidFill>
              </a:rPr>
              <a:t>함수의 왼쪽에 있는 변수</a:t>
            </a:r>
            <a:r>
              <a:rPr lang="ko-KR" altLang="en-US"/>
              <a:t>에 </a:t>
            </a:r>
            <a:br>
              <a:rPr lang="en-US" altLang="ko-KR"/>
            </a:br>
            <a:r>
              <a:rPr lang="ko-KR" altLang="en-US" err="1"/>
              <a:t>리턴된</a:t>
            </a:r>
            <a:r>
              <a:rPr lang="ko-KR" altLang="en-US"/>
              <a:t> </a:t>
            </a:r>
            <a:r>
              <a:rPr lang="ko-KR" altLang="en-US">
                <a:solidFill>
                  <a:srgbClr val="FF0000"/>
                </a:solidFill>
              </a:rPr>
              <a:t>변수의 값을 복사</a:t>
            </a:r>
            <a:r>
              <a:rPr lang="ko-KR" altLang="en-US"/>
              <a:t>한다</a:t>
            </a:r>
            <a:r>
              <a:rPr lang="en-US" altLang="ko-KR"/>
              <a:t>.</a:t>
            </a:r>
            <a:br>
              <a:rPr lang="en-US" altLang="ko-KR"/>
            </a:br>
            <a:r>
              <a:rPr lang="en-US" altLang="ko-KR" err="1"/>
              <a:t>pEnd</a:t>
            </a:r>
            <a:r>
              <a:rPr lang="ko-KR" altLang="en-US"/>
              <a:t>가 </a:t>
            </a:r>
            <a:r>
              <a:rPr lang="ko-KR" altLang="en-US" err="1"/>
              <a:t>가르키</a:t>
            </a:r>
            <a:r>
              <a:rPr lang="ko-KR" altLang="en-US"/>
              <a:t> 것은 </a:t>
            </a:r>
            <a:r>
              <a:rPr lang="en-US" altLang="ko-KR"/>
              <a:t>0x01</a:t>
            </a:r>
            <a:r>
              <a:rPr lang="ko-KR" altLang="en-US"/>
              <a:t>이 된다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6521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>
          <a:extLst>
            <a:ext uri="{FF2B5EF4-FFF2-40B4-BE49-F238E27FC236}">
              <a16:creationId xmlns:a16="http://schemas.microsoft.com/office/drawing/2014/main" id="{74359D35-6466-85E6-9FBF-9ED28FF0E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2">
            <a:extLst>
              <a:ext uri="{FF2B5EF4-FFF2-40B4-BE49-F238E27FC236}">
                <a16:creationId xmlns:a16="http://schemas.microsoft.com/office/drawing/2014/main" id="{3497C42B-F0EC-D53B-FEF3-18FE9BAAB2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연결리스트 추가(10)완료</a:t>
            </a:r>
            <a:endParaRPr/>
          </a:p>
        </p:txBody>
      </p:sp>
      <p:grpSp>
        <p:nvGrpSpPr>
          <p:cNvPr id="346" name="Google Shape;346;p22">
            <a:extLst>
              <a:ext uri="{FF2B5EF4-FFF2-40B4-BE49-F238E27FC236}">
                <a16:creationId xmlns:a16="http://schemas.microsoft.com/office/drawing/2014/main" id="{3EB43D0F-3E1C-4259-C318-BF49920313A5}"/>
              </a:ext>
            </a:extLst>
          </p:cNvPr>
          <p:cNvGrpSpPr/>
          <p:nvPr/>
        </p:nvGrpSpPr>
        <p:grpSpPr>
          <a:xfrm>
            <a:off x="498900" y="1670450"/>
            <a:ext cx="803700" cy="559200"/>
            <a:chOff x="725125" y="742575"/>
            <a:chExt cx="803700" cy="559200"/>
          </a:xfrm>
        </p:grpSpPr>
        <p:sp>
          <p:nvSpPr>
            <p:cNvPr id="347" name="Google Shape;347;p22">
              <a:extLst>
                <a:ext uri="{FF2B5EF4-FFF2-40B4-BE49-F238E27FC236}">
                  <a16:creationId xmlns:a16="http://schemas.microsoft.com/office/drawing/2014/main" id="{E2C58CA0-345F-C6E7-208C-D97B85CA8333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</a:t>
              </a:r>
              <a:r>
                <a:rPr lang="en-US" altLang="ko"/>
                <a:t>e</a:t>
              </a:r>
              <a:r>
                <a:rPr lang="ko"/>
                <a:t>gin</a:t>
              </a:r>
              <a:endParaRPr/>
            </a:p>
          </p:txBody>
        </p:sp>
        <p:sp>
          <p:nvSpPr>
            <p:cNvPr id="348" name="Google Shape;348;p22">
              <a:extLst>
                <a:ext uri="{FF2B5EF4-FFF2-40B4-BE49-F238E27FC236}">
                  <a16:creationId xmlns:a16="http://schemas.microsoft.com/office/drawing/2014/main" id="{C689BC88-0BD4-5926-EDED-EE36FF99A3F2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ko" dirty="0"/>
                <a:t>N</a:t>
              </a:r>
              <a:endParaRPr dirty="0"/>
            </a:p>
          </p:txBody>
        </p:sp>
      </p:grpSp>
      <p:grpSp>
        <p:nvGrpSpPr>
          <p:cNvPr id="349" name="Google Shape;349;p22">
            <a:extLst>
              <a:ext uri="{FF2B5EF4-FFF2-40B4-BE49-F238E27FC236}">
                <a16:creationId xmlns:a16="http://schemas.microsoft.com/office/drawing/2014/main" id="{58C40389-AEFD-B54D-C2FF-CC379C39B5C8}"/>
              </a:ext>
            </a:extLst>
          </p:cNvPr>
          <p:cNvGrpSpPr/>
          <p:nvPr/>
        </p:nvGrpSpPr>
        <p:grpSpPr>
          <a:xfrm>
            <a:off x="1571525" y="1670450"/>
            <a:ext cx="803700" cy="559200"/>
            <a:chOff x="725125" y="742575"/>
            <a:chExt cx="803700" cy="559200"/>
          </a:xfrm>
        </p:grpSpPr>
        <p:sp>
          <p:nvSpPr>
            <p:cNvPr id="350" name="Google Shape;350;p22">
              <a:extLst>
                <a:ext uri="{FF2B5EF4-FFF2-40B4-BE49-F238E27FC236}">
                  <a16:creationId xmlns:a16="http://schemas.microsoft.com/office/drawing/2014/main" id="{D6491F7A-BC64-4181-0EC1-D10C250B12CD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ko"/>
                <a:t>p</a:t>
              </a:r>
              <a:r>
                <a:rPr lang="ko"/>
                <a:t>End</a:t>
              </a:r>
              <a:endParaRPr/>
            </a:p>
          </p:txBody>
        </p:sp>
        <p:sp>
          <p:nvSpPr>
            <p:cNvPr id="351" name="Google Shape;351;p22">
              <a:extLst>
                <a:ext uri="{FF2B5EF4-FFF2-40B4-BE49-F238E27FC236}">
                  <a16:creationId xmlns:a16="http://schemas.microsoft.com/office/drawing/2014/main" id="{DB0759E8-FEF9-D47E-55F9-FF793A199B0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sp>
        <p:nvSpPr>
          <p:cNvPr id="352" name="Google Shape;352;p22">
            <a:extLst>
              <a:ext uri="{FF2B5EF4-FFF2-40B4-BE49-F238E27FC236}">
                <a16:creationId xmlns:a16="http://schemas.microsoft.com/office/drawing/2014/main" id="{78229E2A-5895-1033-D36E-00A854C1AF6D}"/>
              </a:ext>
            </a:extLst>
          </p:cNvPr>
          <p:cNvSpPr txBox="1"/>
          <p:nvPr/>
        </p:nvSpPr>
        <p:spPr>
          <a:xfrm>
            <a:off x="387900" y="1190175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main()</a:t>
            </a:r>
            <a:endParaRPr/>
          </a:p>
        </p:txBody>
      </p:sp>
      <p:grpSp>
        <p:nvGrpSpPr>
          <p:cNvPr id="353" name="Google Shape;353;p22">
            <a:extLst>
              <a:ext uri="{FF2B5EF4-FFF2-40B4-BE49-F238E27FC236}">
                <a16:creationId xmlns:a16="http://schemas.microsoft.com/office/drawing/2014/main" id="{C6AA556A-6671-788F-24AA-DE27229EC108}"/>
              </a:ext>
            </a:extLst>
          </p:cNvPr>
          <p:cNvGrpSpPr/>
          <p:nvPr/>
        </p:nvGrpSpPr>
        <p:grpSpPr>
          <a:xfrm>
            <a:off x="1630225" y="4047925"/>
            <a:ext cx="803700" cy="838800"/>
            <a:chOff x="6538675" y="262075"/>
            <a:chExt cx="803700" cy="838800"/>
          </a:xfrm>
        </p:grpSpPr>
        <p:grpSp>
          <p:nvGrpSpPr>
            <p:cNvPr id="354" name="Google Shape;354;p22">
              <a:extLst>
                <a:ext uri="{FF2B5EF4-FFF2-40B4-BE49-F238E27FC236}">
                  <a16:creationId xmlns:a16="http://schemas.microsoft.com/office/drawing/2014/main" id="{B41D0373-F24B-66AE-6D99-B9E5C36EA7F0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55" name="Google Shape;355;p22">
                <a:extLst>
                  <a:ext uri="{FF2B5EF4-FFF2-40B4-BE49-F238E27FC236}">
                    <a16:creationId xmlns:a16="http://schemas.microsoft.com/office/drawing/2014/main" id="{D5C2328E-8E70-4685-63F1-F957A47AB46C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356" name="Google Shape;356;p22">
                <a:extLst>
                  <a:ext uri="{FF2B5EF4-FFF2-40B4-BE49-F238E27FC236}">
                    <a16:creationId xmlns:a16="http://schemas.microsoft.com/office/drawing/2014/main" id="{0ED5D6BB-4D30-D2F2-0261-FEBF8EC1D26D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357" name="Google Shape;357;p22">
              <a:extLst>
                <a:ext uri="{FF2B5EF4-FFF2-40B4-BE49-F238E27FC236}">
                  <a16:creationId xmlns:a16="http://schemas.microsoft.com/office/drawing/2014/main" id="{C310E0C9-8BEC-3A26-27F6-08115692AB14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다음주소</a:t>
              </a:r>
              <a:endParaRPr sz="1200"/>
            </a:p>
          </p:txBody>
        </p:sp>
      </p:grpSp>
      <p:cxnSp>
        <p:nvCxnSpPr>
          <p:cNvPr id="358" name="Google Shape;358;p22">
            <a:extLst>
              <a:ext uri="{FF2B5EF4-FFF2-40B4-BE49-F238E27FC236}">
                <a16:creationId xmlns:a16="http://schemas.microsoft.com/office/drawing/2014/main" id="{034EEA2B-6207-3713-DC0B-E5F28DBAD80A}"/>
              </a:ext>
            </a:extLst>
          </p:cNvPr>
          <p:cNvCxnSpPr>
            <a:cxnSpLocks/>
            <a:stCxn id="351" idx="1"/>
            <a:endCxn id="355" idx="1"/>
          </p:cNvCxnSpPr>
          <p:nvPr/>
        </p:nvCxnSpPr>
        <p:spPr>
          <a:xfrm>
            <a:off x="1571525" y="2089850"/>
            <a:ext cx="588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9" name="Google Shape;359;p22">
            <a:extLst>
              <a:ext uri="{FF2B5EF4-FFF2-40B4-BE49-F238E27FC236}">
                <a16:creationId xmlns:a16="http://schemas.microsoft.com/office/drawing/2014/main" id="{DE8DCA74-04BC-99A3-F664-43139E749A80}"/>
              </a:ext>
            </a:extLst>
          </p:cNvPr>
          <p:cNvCxnSpPr>
            <a:stCxn id="351" idx="2"/>
            <a:endCxn id="348" idx="0"/>
          </p:cNvCxnSpPr>
          <p:nvPr/>
        </p:nvCxnSpPr>
        <p:spPr>
          <a:xfrm rot="10800000">
            <a:off x="900875" y="1950050"/>
            <a:ext cx="1072500" cy="279600"/>
          </a:xfrm>
          <a:prstGeom prst="straightConnector1">
            <a:avLst/>
          </a:prstGeom>
          <a:noFill/>
          <a:ln w="9525" cap="flat" cmpd="sng">
            <a:solidFill>
              <a:srgbClr val="00B050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360" name="Google Shape;360;p22">
            <a:extLst>
              <a:ext uri="{FF2B5EF4-FFF2-40B4-BE49-F238E27FC236}">
                <a16:creationId xmlns:a16="http://schemas.microsoft.com/office/drawing/2014/main" id="{2B09C24E-3C38-CB2B-2E59-AE0DB924E0A6}"/>
              </a:ext>
            </a:extLst>
          </p:cNvPr>
          <p:cNvCxnSpPr>
            <a:stCxn id="348" idx="1"/>
            <a:endCxn id="355" idx="1"/>
          </p:cNvCxnSpPr>
          <p:nvPr/>
        </p:nvCxnSpPr>
        <p:spPr>
          <a:xfrm>
            <a:off x="498900" y="2089850"/>
            <a:ext cx="11313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61" name="Google Shape;361;p22">
            <a:extLst>
              <a:ext uri="{FF2B5EF4-FFF2-40B4-BE49-F238E27FC236}">
                <a16:creationId xmlns:a16="http://schemas.microsoft.com/office/drawing/2014/main" id="{BB127E48-DFEC-B750-C3FC-544DA0C273B9}"/>
              </a:ext>
            </a:extLst>
          </p:cNvPr>
          <p:cNvSpPr txBox="1"/>
          <p:nvPr/>
        </p:nvSpPr>
        <p:spPr>
          <a:xfrm>
            <a:off x="1183208" y="2169498"/>
            <a:ext cx="422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44</a:t>
            </a: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5DB4B8-83C9-F26D-DF4C-ED04F1CE8F12}"/>
              </a:ext>
            </a:extLst>
          </p:cNvPr>
          <p:cNvSpPr txBox="1"/>
          <p:nvPr/>
        </p:nvSpPr>
        <p:spPr>
          <a:xfrm>
            <a:off x="3359167" y="1658579"/>
            <a:ext cx="4559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err="1"/>
              <a:t>pEnd</a:t>
            </a:r>
            <a:r>
              <a:rPr lang="ko-KR" altLang="en-US"/>
              <a:t>의 값이 복사가 </a:t>
            </a:r>
            <a:r>
              <a:rPr lang="en-US" altLang="ko-KR" err="1"/>
              <a:t>pBeign</a:t>
            </a:r>
            <a:r>
              <a:rPr lang="ko-KR" altLang="en-US"/>
              <a:t>으로 복사가 되고</a:t>
            </a:r>
            <a:r>
              <a:rPr lang="en-US" altLang="ko-KR"/>
              <a:t>,</a:t>
            </a:r>
          </a:p>
          <a:p>
            <a:r>
              <a:rPr lang="en-US" altLang="ko-KR" err="1"/>
              <a:t>pBegin</a:t>
            </a:r>
            <a:r>
              <a:rPr lang="ko-KR" altLang="en-US"/>
              <a:t>은 </a:t>
            </a:r>
            <a:r>
              <a:rPr lang="en-US" altLang="ko-KR" err="1"/>
              <a:t>pEnd</a:t>
            </a:r>
            <a:r>
              <a:rPr lang="ko-KR" altLang="en-US"/>
              <a:t>가 참조하는 값을 참조한다</a:t>
            </a:r>
            <a:r>
              <a:rPr lang="en-US" altLang="ko-KR"/>
              <a:t>(</a:t>
            </a:r>
            <a:r>
              <a:rPr lang="ko-KR" altLang="en-US" err="1"/>
              <a:t>가르킨다</a:t>
            </a:r>
            <a:r>
              <a:rPr lang="en-US" altLang="ko-KR"/>
              <a:t>).</a:t>
            </a:r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B70987-0B61-06AC-4EB2-22623F34B66A}"/>
              </a:ext>
            </a:extLst>
          </p:cNvPr>
          <p:cNvSpPr txBox="1"/>
          <p:nvPr/>
        </p:nvSpPr>
        <p:spPr>
          <a:xfrm>
            <a:off x="3359167" y="2435730"/>
            <a:ext cx="4559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노드가 </a:t>
            </a:r>
            <a:r>
              <a:rPr lang="en-US" altLang="ko-KR"/>
              <a:t>1</a:t>
            </a:r>
            <a:r>
              <a:rPr lang="ko-KR" altLang="en-US"/>
              <a:t>개밖에 없을 때는</a:t>
            </a:r>
            <a:r>
              <a:rPr lang="en-US" altLang="ko-KR"/>
              <a:t>,</a:t>
            </a:r>
            <a:br>
              <a:rPr lang="en-US" altLang="ko-KR"/>
            </a:br>
            <a:r>
              <a:rPr lang="ko-KR" altLang="en-US"/>
              <a:t>시작과 끝니 같으므로 다음 코드는 정상적이다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1A98DD1-A76C-8A79-E326-3E11E04B31FB}"/>
              </a:ext>
            </a:extLst>
          </p:cNvPr>
          <p:cNvSpPr txBox="1"/>
          <p:nvPr/>
        </p:nvSpPr>
        <p:spPr>
          <a:xfrm>
            <a:off x="3401839" y="1088549"/>
            <a:ext cx="45598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함수가 종료되었으므로</a:t>
            </a:r>
            <a:r>
              <a:rPr lang="en-US" altLang="ko-KR"/>
              <a:t>, </a:t>
            </a:r>
            <a:r>
              <a:rPr lang="ko-KR" altLang="en-US"/>
              <a:t>모든 지역변수는 소멸된다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18318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>
          <a:extLst>
            <a:ext uri="{FF2B5EF4-FFF2-40B4-BE49-F238E27FC236}">
              <a16:creationId xmlns:a16="http://schemas.microsoft.com/office/drawing/2014/main" id="{0F1A116D-37B0-E107-B980-B7BB3707E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2">
            <a:extLst>
              <a:ext uri="{FF2B5EF4-FFF2-40B4-BE49-F238E27FC236}">
                <a16:creationId xmlns:a16="http://schemas.microsoft.com/office/drawing/2014/main" id="{417375E8-7BA6-DE39-AC07-D3D9423C1B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연결리스트 추가(10)완료</a:t>
            </a:r>
            <a:endParaRPr/>
          </a:p>
        </p:txBody>
      </p:sp>
      <p:grpSp>
        <p:nvGrpSpPr>
          <p:cNvPr id="346" name="Google Shape;346;p22">
            <a:extLst>
              <a:ext uri="{FF2B5EF4-FFF2-40B4-BE49-F238E27FC236}">
                <a16:creationId xmlns:a16="http://schemas.microsoft.com/office/drawing/2014/main" id="{9F626B5C-E0ED-9BD5-701C-92C44BF98755}"/>
              </a:ext>
            </a:extLst>
          </p:cNvPr>
          <p:cNvGrpSpPr/>
          <p:nvPr/>
        </p:nvGrpSpPr>
        <p:grpSpPr>
          <a:xfrm>
            <a:off x="498900" y="1670450"/>
            <a:ext cx="803700" cy="559200"/>
            <a:chOff x="725125" y="742575"/>
            <a:chExt cx="803700" cy="559200"/>
          </a:xfrm>
        </p:grpSpPr>
        <p:sp>
          <p:nvSpPr>
            <p:cNvPr id="347" name="Google Shape;347;p22">
              <a:extLst>
                <a:ext uri="{FF2B5EF4-FFF2-40B4-BE49-F238E27FC236}">
                  <a16:creationId xmlns:a16="http://schemas.microsoft.com/office/drawing/2014/main" id="{E653FA79-2CE1-A47F-297E-BE9C2FF2D3D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</a:t>
              </a:r>
              <a:r>
                <a:rPr lang="en-US" altLang="ko"/>
                <a:t>e</a:t>
              </a:r>
              <a:r>
                <a:rPr lang="ko"/>
                <a:t>gin</a:t>
              </a:r>
              <a:endParaRPr/>
            </a:p>
          </p:txBody>
        </p:sp>
        <p:sp>
          <p:nvSpPr>
            <p:cNvPr id="348" name="Google Shape;348;p22">
              <a:extLst>
                <a:ext uri="{FF2B5EF4-FFF2-40B4-BE49-F238E27FC236}">
                  <a16:creationId xmlns:a16="http://schemas.microsoft.com/office/drawing/2014/main" id="{91DA46EA-E424-65BA-2D72-DD33EC8FEBEB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>
                  <a:solidFill>
                    <a:srgbClr val="00B050"/>
                  </a:solidFill>
                </a:rPr>
                <a:t>0x01</a:t>
              </a:r>
              <a:endParaRPr dirty="0">
                <a:solidFill>
                  <a:srgbClr val="00B050"/>
                </a:solidFill>
              </a:endParaRPr>
            </a:p>
          </p:txBody>
        </p:sp>
      </p:grpSp>
      <p:grpSp>
        <p:nvGrpSpPr>
          <p:cNvPr id="349" name="Google Shape;349;p22">
            <a:extLst>
              <a:ext uri="{FF2B5EF4-FFF2-40B4-BE49-F238E27FC236}">
                <a16:creationId xmlns:a16="http://schemas.microsoft.com/office/drawing/2014/main" id="{17399E6E-C439-396B-650D-9C21EB81CD45}"/>
              </a:ext>
            </a:extLst>
          </p:cNvPr>
          <p:cNvGrpSpPr/>
          <p:nvPr/>
        </p:nvGrpSpPr>
        <p:grpSpPr>
          <a:xfrm>
            <a:off x="1571525" y="1670450"/>
            <a:ext cx="803700" cy="559200"/>
            <a:chOff x="725125" y="742575"/>
            <a:chExt cx="803700" cy="559200"/>
          </a:xfrm>
        </p:grpSpPr>
        <p:sp>
          <p:nvSpPr>
            <p:cNvPr id="350" name="Google Shape;350;p22">
              <a:extLst>
                <a:ext uri="{FF2B5EF4-FFF2-40B4-BE49-F238E27FC236}">
                  <a16:creationId xmlns:a16="http://schemas.microsoft.com/office/drawing/2014/main" id="{4EC49922-87F9-0460-25AC-B89DBCB27C73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ko"/>
                <a:t>p</a:t>
              </a:r>
              <a:r>
                <a:rPr lang="ko"/>
                <a:t>End</a:t>
              </a:r>
              <a:endParaRPr/>
            </a:p>
          </p:txBody>
        </p:sp>
        <p:sp>
          <p:nvSpPr>
            <p:cNvPr id="351" name="Google Shape;351;p22">
              <a:extLst>
                <a:ext uri="{FF2B5EF4-FFF2-40B4-BE49-F238E27FC236}">
                  <a16:creationId xmlns:a16="http://schemas.microsoft.com/office/drawing/2014/main" id="{8CCF1207-C8E0-0A83-7618-8C838119A403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sp>
        <p:nvSpPr>
          <p:cNvPr id="352" name="Google Shape;352;p22">
            <a:extLst>
              <a:ext uri="{FF2B5EF4-FFF2-40B4-BE49-F238E27FC236}">
                <a16:creationId xmlns:a16="http://schemas.microsoft.com/office/drawing/2014/main" id="{99D0F1E5-D518-B766-39AF-FFD584588240}"/>
              </a:ext>
            </a:extLst>
          </p:cNvPr>
          <p:cNvSpPr txBox="1"/>
          <p:nvPr/>
        </p:nvSpPr>
        <p:spPr>
          <a:xfrm>
            <a:off x="387900" y="1190175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main()</a:t>
            </a:r>
            <a:endParaRPr/>
          </a:p>
        </p:txBody>
      </p:sp>
      <p:grpSp>
        <p:nvGrpSpPr>
          <p:cNvPr id="353" name="Google Shape;353;p22">
            <a:extLst>
              <a:ext uri="{FF2B5EF4-FFF2-40B4-BE49-F238E27FC236}">
                <a16:creationId xmlns:a16="http://schemas.microsoft.com/office/drawing/2014/main" id="{2EA6A128-14D3-D444-AEBF-785A558B8165}"/>
              </a:ext>
            </a:extLst>
          </p:cNvPr>
          <p:cNvGrpSpPr/>
          <p:nvPr/>
        </p:nvGrpSpPr>
        <p:grpSpPr>
          <a:xfrm>
            <a:off x="1630225" y="4047925"/>
            <a:ext cx="803700" cy="838800"/>
            <a:chOff x="6538675" y="262075"/>
            <a:chExt cx="803700" cy="838800"/>
          </a:xfrm>
        </p:grpSpPr>
        <p:grpSp>
          <p:nvGrpSpPr>
            <p:cNvPr id="354" name="Google Shape;354;p22">
              <a:extLst>
                <a:ext uri="{FF2B5EF4-FFF2-40B4-BE49-F238E27FC236}">
                  <a16:creationId xmlns:a16="http://schemas.microsoft.com/office/drawing/2014/main" id="{5BA22665-84CF-1142-0BF4-DD455AE43F04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55" name="Google Shape;355;p22">
                <a:extLst>
                  <a:ext uri="{FF2B5EF4-FFF2-40B4-BE49-F238E27FC236}">
                    <a16:creationId xmlns:a16="http://schemas.microsoft.com/office/drawing/2014/main" id="{CBE7F122-E14C-45A6-4805-C5752750D603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356" name="Google Shape;356;p22">
                <a:extLst>
                  <a:ext uri="{FF2B5EF4-FFF2-40B4-BE49-F238E27FC236}">
                    <a16:creationId xmlns:a16="http://schemas.microsoft.com/office/drawing/2014/main" id="{A0BE8F15-B6AF-3FD4-3FD9-989B947A41DF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357" name="Google Shape;357;p22">
              <a:extLst>
                <a:ext uri="{FF2B5EF4-FFF2-40B4-BE49-F238E27FC236}">
                  <a16:creationId xmlns:a16="http://schemas.microsoft.com/office/drawing/2014/main" id="{E068C0A1-53B5-C85F-E45D-A5D5CC7F63BB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다음주소</a:t>
              </a:r>
              <a:endParaRPr sz="1200"/>
            </a:p>
          </p:txBody>
        </p:sp>
      </p:grpSp>
      <p:cxnSp>
        <p:nvCxnSpPr>
          <p:cNvPr id="358" name="Google Shape;358;p22">
            <a:extLst>
              <a:ext uri="{FF2B5EF4-FFF2-40B4-BE49-F238E27FC236}">
                <a16:creationId xmlns:a16="http://schemas.microsoft.com/office/drawing/2014/main" id="{8977916D-BA9C-E631-3A69-95C22CC70763}"/>
              </a:ext>
            </a:extLst>
          </p:cNvPr>
          <p:cNvCxnSpPr>
            <a:cxnSpLocks/>
            <a:stCxn id="351" idx="1"/>
            <a:endCxn id="355" idx="1"/>
          </p:cNvCxnSpPr>
          <p:nvPr/>
        </p:nvCxnSpPr>
        <p:spPr>
          <a:xfrm>
            <a:off x="1571525" y="2089850"/>
            <a:ext cx="588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9" name="Google Shape;359;p22">
            <a:extLst>
              <a:ext uri="{FF2B5EF4-FFF2-40B4-BE49-F238E27FC236}">
                <a16:creationId xmlns:a16="http://schemas.microsoft.com/office/drawing/2014/main" id="{5882E7CA-BC6A-A669-24A7-D544A1D859DC}"/>
              </a:ext>
            </a:extLst>
          </p:cNvPr>
          <p:cNvCxnSpPr>
            <a:stCxn id="351" idx="2"/>
            <a:endCxn id="348" idx="0"/>
          </p:cNvCxnSpPr>
          <p:nvPr/>
        </p:nvCxnSpPr>
        <p:spPr>
          <a:xfrm rot="10800000">
            <a:off x="900875" y="1950050"/>
            <a:ext cx="1072500" cy="27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361" name="Google Shape;361;p22">
            <a:extLst>
              <a:ext uri="{FF2B5EF4-FFF2-40B4-BE49-F238E27FC236}">
                <a16:creationId xmlns:a16="http://schemas.microsoft.com/office/drawing/2014/main" id="{A4DBFA07-F78B-B680-5A65-9AC318CF0FEE}"/>
              </a:ext>
            </a:extLst>
          </p:cNvPr>
          <p:cNvSpPr txBox="1"/>
          <p:nvPr/>
        </p:nvSpPr>
        <p:spPr>
          <a:xfrm>
            <a:off x="1225025" y="2071925"/>
            <a:ext cx="422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44</a:t>
            </a: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4E0F269-E256-1D74-FAF1-84DB52976999}"/>
              </a:ext>
            </a:extLst>
          </p:cNvPr>
          <p:cNvSpPr txBox="1"/>
          <p:nvPr/>
        </p:nvSpPr>
        <p:spPr>
          <a:xfrm>
            <a:off x="3359167" y="1658579"/>
            <a:ext cx="4559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err="1"/>
              <a:t>pEnd</a:t>
            </a:r>
            <a:r>
              <a:rPr lang="ko-KR" altLang="en-US"/>
              <a:t>의 값이 복사가 </a:t>
            </a:r>
            <a:r>
              <a:rPr lang="en-US" altLang="ko-KR" err="1"/>
              <a:t>pBeign</a:t>
            </a:r>
            <a:r>
              <a:rPr lang="ko-KR" altLang="en-US"/>
              <a:t>으로 복사가 되고</a:t>
            </a:r>
            <a:r>
              <a:rPr lang="en-US" altLang="ko-KR"/>
              <a:t>,</a:t>
            </a:r>
          </a:p>
          <a:p>
            <a:r>
              <a:rPr lang="en-US" altLang="ko-KR" err="1"/>
              <a:t>pBegin</a:t>
            </a:r>
            <a:r>
              <a:rPr lang="ko-KR" altLang="en-US"/>
              <a:t>은 </a:t>
            </a:r>
            <a:r>
              <a:rPr lang="en-US" altLang="ko-KR" err="1"/>
              <a:t>pEnd</a:t>
            </a:r>
            <a:r>
              <a:rPr lang="ko-KR" altLang="en-US"/>
              <a:t>가 참조하는 값을 참조한다</a:t>
            </a:r>
            <a:r>
              <a:rPr lang="en-US" altLang="ko-KR"/>
              <a:t>(</a:t>
            </a:r>
            <a:r>
              <a:rPr lang="ko-KR" altLang="en-US" err="1"/>
              <a:t>가르킨다</a:t>
            </a:r>
            <a:r>
              <a:rPr lang="en-US" altLang="ko-KR"/>
              <a:t>).</a:t>
            </a:r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76CB61E-3884-291D-3B6E-790F728DCD0F}"/>
              </a:ext>
            </a:extLst>
          </p:cNvPr>
          <p:cNvSpPr txBox="1"/>
          <p:nvPr/>
        </p:nvSpPr>
        <p:spPr>
          <a:xfrm>
            <a:off x="3359167" y="2435730"/>
            <a:ext cx="4559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노드가 </a:t>
            </a:r>
            <a:r>
              <a:rPr lang="en-US" altLang="ko-KR"/>
              <a:t>1</a:t>
            </a:r>
            <a:r>
              <a:rPr lang="ko-KR" altLang="en-US"/>
              <a:t>개밖에 없을 때는</a:t>
            </a:r>
            <a:r>
              <a:rPr lang="en-US" altLang="ko-KR"/>
              <a:t>,</a:t>
            </a:r>
            <a:br>
              <a:rPr lang="en-US" altLang="ko-KR"/>
            </a:br>
            <a:r>
              <a:rPr lang="ko-KR" altLang="en-US"/>
              <a:t>시작과 끝니 같으므로 다음 코드는 정상적이다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5EFA6CE-C33B-BF68-4238-CF703D650C29}"/>
              </a:ext>
            </a:extLst>
          </p:cNvPr>
          <p:cNvSpPr txBox="1"/>
          <p:nvPr/>
        </p:nvSpPr>
        <p:spPr>
          <a:xfrm>
            <a:off x="3401839" y="1088549"/>
            <a:ext cx="45598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함수가 종료되었으므로</a:t>
            </a:r>
            <a:r>
              <a:rPr lang="en-US" altLang="ko-KR"/>
              <a:t>, </a:t>
            </a:r>
            <a:r>
              <a:rPr lang="ko-KR" altLang="en-US"/>
              <a:t>모든 지역변수는 소멸된다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38670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연결리스트 추가(10)완료</a:t>
            </a:r>
            <a:endParaRPr/>
          </a:p>
        </p:txBody>
      </p:sp>
      <p:grpSp>
        <p:nvGrpSpPr>
          <p:cNvPr id="346" name="Google Shape;346;p22"/>
          <p:cNvGrpSpPr/>
          <p:nvPr/>
        </p:nvGrpSpPr>
        <p:grpSpPr>
          <a:xfrm>
            <a:off x="498900" y="1670450"/>
            <a:ext cx="803700" cy="559200"/>
            <a:chOff x="725125" y="742575"/>
            <a:chExt cx="803700" cy="559200"/>
          </a:xfrm>
        </p:grpSpPr>
        <p:sp>
          <p:nvSpPr>
            <p:cNvPr id="347" name="Google Shape;347;p22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</a:t>
              </a:r>
              <a:r>
                <a:rPr lang="en-US" altLang="ko"/>
                <a:t>e</a:t>
              </a:r>
              <a:r>
                <a:rPr lang="ko"/>
                <a:t>gin</a:t>
              </a:r>
              <a:endParaRPr/>
            </a:p>
          </p:txBody>
        </p:sp>
        <p:sp>
          <p:nvSpPr>
            <p:cNvPr id="348" name="Google Shape;348;p22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>
                  <a:solidFill>
                    <a:srgbClr val="00B050"/>
                  </a:solidFill>
                </a:rPr>
                <a:t>0x01</a:t>
              </a:r>
              <a:endParaRPr dirty="0">
                <a:solidFill>
                  <a:srgbClr val="00B050"/>
                </a:solidFill>
              </a:endParaRPr>
            </a:p>
          </p:txBody>
        </p:sp>
      </p:grpSp>
      <p:grpSp>
        <p:nvGrpSpPr>
          <p:cNvPr id="349" name="Google Shape;349;p22"/>
          <p:cNvGrpSpPr/>
          <p:nvPr/>
        </p:nvGrpSpPr>
        <p:grpSpPr>
          <a:xfrm>
            <a:off x="1571525" y="1670450"/>
            <a:ext cx="803700" cy="559200"/>
            <a:chOff x="725125" y="742575"/>
            <a:chExt cx="803700" cy="559200"/>
          </a:xfrm>
        </p:grpSpPr>
        <p:sp>
          <p:nvSpPr>
            <p:cNvPr id="350" name="Google Shape;350;p22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ko"/>
                <a:t>p</a:t>
              </a:r>
              <a:r>
                <a:rPr lang="ko"/>
                <a:t>End</a:t>
              </a:r>
              <a:endParaRPr/>
            </a:p>
          </p:txBody>
        </p:sp>
        <p:sp>
          <p:nvSpPr>
            <p:cNvPr id="351" name="Google Shape;351;p22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sp>
        <p:nvSpPr>
          <p:cNvPr id="352" name="Google Shape;352;p22"/>
          <p:cNvSpPr txBox="1"/>
          <p:nvPr/>
        </p:nvSpPr>
        <p:spPr>
          <a:xfrm>
            <a:off x="387900" y="1190175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main()</a:t>
            </a:r>
            <a:endParaRPr/>
          </a:p>
        </p:txBody>
      </p:sp>
      <p:grpSp>
        <p:nvGrpSpPr>
          <p:cNvPr id="353" name="Google Shape;353;p22"/>
          <p:cNvGrpSpPr/>
          <p:nvPr/>
        </p:nvGrpSpPr>
        <p:grpSpPr>
          <a:xfrm>
            <a:off x="1630225" y="4047925"/>
            <a:ext cx="803700" cy="838800"/>
            <a:chOff x="6538675" y="262075"/>
            <a:chExt cx="803700" cy="838800"/>
          </a:xfrm>
        </p:grpSpPr>
        <p:grpSp>
          <p:nvGrpSpPr>
            <p:cNvPr id="354" name="Google Shape;354;p22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55" name="Google Shape;355;p22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356" name="Google Shape;356;p22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357" name="Google Shape;357;p22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다음주소</a:t>
              </a:r>
              <a:endParaRPr sz="1200"/>
            </a:p>
          </p:txBody>
        </p:sp>
      </p:grpSp>
      <p:cxnSp>
        <p:nvCxnSpPr>
          <p:cNvPr id="358" name="Google Shape;358;p22"/>
          <p:cNvCxnSpPr>
            <a:cxnSpLocks/>
            <a:stCxn id="351" idx="1"/>
            <a:endCxn id="355" idx="1"/>
          </p:cNvCxnSpPr>
          <p:nvPr/>
        </p:nvCxnSpPr>
        <p:spPr>
          <a:xfrm>
            <a:off x="1571525" y="2089850"/>
            <a:ext cx="588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9" name="Google Shape;359;p22"/>
          <p:cNvCxnSpPr>
            <a:stCxn id="351" idx="2"/>
            <a:endCxn id="348" idx="0"/>
          </p:cNvCxnSpPr>
          <p:nvPr/>
        </p:nvCxnSpPr>
        <p:spPr>
          <a:xfrm rot="10800000">
            <a:off x="900875" y="1950050"/>
            <a:ext cx="1072500" cy="27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360" name="Google Shape;360;p22"/>
          <p:cNvCxnSpPr>
            <a:stCxn id="348" idx="1"/>
            <a:endCxn id="355" idx="1"/>
          </p:cNvCxnSpPr>
          <p:nvPr/>
        </p:nvCxnSpPr>
        <p:spPr>
          <a:xfrm>
            <a:off x="498900" y="2089850"/>
            <a:ext cx="1131300" cy="2097900"/>
          </a:xfrm>
          <a:prstGeom prst="straightConnector1">
            <a:avLst/>
          </a:prstGeom>
          <a:noFill/>
          <a:ln w="9525" cap="flat" cmpd="sng">
            <a:solidFill>
              <a:srgbClr val="00B05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61" name="Google Shape;361;p22"/>
          <p:cNvSpPr txBox="1"/>
          <p:nvPr/>
        </p:nvSpPr>
        <p:spPr>
          <a:xfrm>
            <a:off x="1225025" y="2071925"/>
            <a:ext cx="422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44</a:t>
            </a: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AAA4B3-4E7E-4DC9-B768-E1E6FB9D7407}"/>
              </a:ext>
            </a:extLst>
          </p:cNvPr>
          <p:cNvSpPr txBox="1"/>
          <p:nvPr/>
        </p:nvSpPr>
        <p:spPr>
          <a:xfrm>
            <a:off x="3359167" y="1658579"/>
            <a:ext cx="4559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err="1"/>
              <a:t>pEnd</a:t>
            </a:r>
            <a:r>
              <a:rPr lang="ko-KR" altLang="en-US"/>
              <a:t>의 값이 복사가 </a:t>
            </a:r>
            <a:r>
              <a:rPr lang="en-US" altLang="ko-KR" err="1"/>
              <a:t>pBeign</a:t>
            </a:r>
            <a:r>
              <a:rPr lang="ko-KR" altLang="en-US"/>
              <a:t>으로 복사가 되고</a:t>
            </a:r>
            <a:r>
              <a:rPr lang="en-US" altLang="ko-KR"/>
              <a:t>,</a:t>
            </a:r>
          </a:p>
          <a:p>
            <a:r>
              <a:rPr lang="en-US" altLang="ko-KR" err="1"/>
              <a:t>pBegin</a:t>
            </a:r>
            <a:r>
              <a:rPr lang="ko-KR" altLang="en-US"/>
              <a:t>은 </a:t>
            </a:r>
            <a:r>
              <a:rPr lang="en-US" altLang="ko-KR" err="1"/>
              <a:t>pEnd</a:t>
            </a:r>
            <a:r>
              <a:rPr lang="ko-KR" altLang="en-US"/>
              <a:t>가 참조하는 값을 참조한다</a:t>
            </a:r>
            <a:r>
              <a:rPr lang="en-US" altLang="ko-KR"/>
              <a:t>(</a:t>
            </a:r>
            <a:r>
              <a:rPr lang="ko-KR" altLang="en-US" err="1"/>
              <a:t>가르킨다</a:t>
            </a:r>
            <a:r>
              <a:rPr lang="en-US" altLang="ko-KR"/>
              <a:t>).</a:t>
            </a:r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335AAAF-F7B3-4502-9B30-34A0E2303251}"/>
              </a:ext>
            </a:extLst>
          </p:cNvPr>
          <p:cNvSpPr txBox="1"/>
          <p:nvPr/>
        </p:nvSpPr>
        <p:spPr>
          <a:xfrm>
            <a:off x="3359167" y="2435730"/>
            <a:ext cx="4559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노드가 </a:t>
            </a:r>
            <a:r>
              <a:rPr lang="en-US" altLang="ko-KR"/>
              <a:t>1</a:t>
            </a:r>
            <a:r>
              <a:rPr lang="ko-KR" altLang="en-US"/>
              <a:t>개밖에 없을 때는</a:t>
            </a:r>
            <a:r>
              <a:rPr lang="en-US" altLang="ko-KR"/>
              <a:t>,</a:t>
            </a:r>
            <a:br>
              <a:rPr lang="en-US" altLang="ko-KR"/>
            </a:br>
            <a:r>
              <a:rPr lang="ko-KR" altLang="en-US"/>
              <a:t>시작과 끝니 같으므로 다음 코드는 정상적이다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2AE7FDF-623D-4C1A-90D2-6C17ECDCFC33}"/>
              </a:ext>
            </a:extLst>
          </p:cNvPr>
          <p:cNvSpPr txBox="1"/>
          <p:nvPr/>
        </p:nvSpPr>
        <p:spPr>
          <a:xfrm>
            <a:off x="3401839" y="1088549"/>
            <a:ext cx="45598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함수가 종료되었으므로</a:t>
            </a:r>
            <a:r>
              <a:rPr lang="en-US" altLang="ko-KR"/>
              <a:t>, </a:t>
            </a:r>
            <a:r>
              <a:rPr lang="ko-KR" altLang="en-US"/>
              <a:t>모든 지역변수는 소멸된다</a:t>
            </a:r>
            <a:r>
              <a:rPr lang="en-US" altLang="ko-KR"/>
              <a:t>.</a:t>
            </a:r>
            <a:endParaRPr lang="ko-KR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3"/>
          <p:cNvSpPr txBox="1"/>
          <p:nvPr/>
        </p:nvSpPr>
        <p:spPr>
          <a:xfrm>
            <a:off x="387900" y="1190175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main()</a:t>
            </a:r>
            <a:endParaRPr/>
          </a:p>
        </p:txBody>
      </p:sp>
      <p:grpSp>
        <p:nvGrpSpPr>
          <p:cNvPr id="367" name="Google Shape;367;p23"/>
          <p:cNvGrpSpPr/>
          <p:nvPr/>
        </p:nvGrpSpPr>
        <p:grpSpPr>
          <a:xfrm>
            <a:off x="498900" y="1670450"/>
            <a:ext cx="803700" cy="559200"/>
            <a:chOff x="725125" y="742575"/>
            <a:chExt cx="803700" cy="559200"/>
          </a:xfrm>
        </p:grpSpPr>
        <p:sp>
          <p:nvSpPr>
            <p:cNvPr id="368" name="Google Shape;368;p23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pBgin</a:t>
              </a:r>
              <a:endParaRPr/>
            </a:p>
          </p:txBody>
        </p:sp>
        <p:sp>
          <p:nvSpPr>
            <p:cNvPr id="369" name="Google Shape;369;p23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sp>
        <p:nvSpPr>
          <p:cNvPr id="370" name="Google Shape;370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연결리스트 추가(20)</a:t>
            </a:r>
            <a:endParaRPr/>
          </a:p>
        </p:txBody>
      </p:sp>
      <p:grpSp>
        <p:nvGrpSpPr>
          <p:cNvPr id="371" name="Google Shape;371;p23"/>
          <p:cNvGrpSpPr/>
          <p:nvPr/>
        </p:nvGrpSpPr>
        <p:grpSpPr>
          <a:xfrm>
            <a:off x="1571525" y="1670450"/>
            <a:ext cx="803700" cy="559200"/>
            <a:chOff x="725125" y="742575"/>
            <a:chExt cx="803700" cy="559200"/>
          </a:xfrm>
        </p:grpSpPr>
        <p:sp>
          <p:nvSpPr>
            <p:cNvPr id="372" name="Google Shape;372;p23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End</a:t>
              </a:r>
              <a:endParaRPr/>
            </a:p>
          </p:txBody>
        </p:sp>
        <p:sp>
          <p:nvSpPr>
            <p:cNvPr id="373" name="Google Shape;373;p23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374" name="Google Shape;374;p23"/>
          <p:cNvGrpSpPr/>
          <p:nvPr/>
        </p:nvGrpSpPr>
        <p:grpSpPr>
          <a:xfrm>
            <a:off x="1630225" y="4047925"/>
            <a:ext cx="803700" cy="838800"/>
            <a:chOff x="6538675" y="262075"/>
            <a:chExt cx="803700" cy="838800"/>
          </a:xfrm>
        </p:grpSpPr>
        <p:grpSp>
          <p:nvGrpSpPr>
            <p:cNvPr id="375" name="Google Shape;375;p23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76" name="Google Shape;376;p23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377" name="Google Shape;377;p23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378" name="Google Shape;378;p23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pNext</a:t>
              </a:r>
              <a:endParaRPr sz="1200"/>
            </a:p>
          </p:txBody>
        </p:sp>
      </p:grpSp>
      <p:cxnSp>
        <p:nvCxnSpPr>
          <p:cNvPr id="379" name="Google Shape;379;p23"/>
          <p:cNvCxnSpPr>
            <a:stCxn id="373" idx="1"/>
            <a:endCxn id="376" idx="1"/>
          </p:cNvCxnSpPr>
          <p:nvPr/>
        </p:nvCxnSpPr>
        <p:spPr>
          <a:xfrm>
            <a:off x="1571525" y="2089850"/>
            <a:ext cx="588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0" name="Google Shape;380;p23"/>
          <p:cNvCxnSpPr>
            <a:stCxn id="369" idx="1"/>
            <a:endCxn id="376" idx="1"/>
          </p:cNvCxnSpPr>
          <p:nvPr/>
        </p:nvCxnSpPr>
        <p:spPr>
          <a:xfrm>
            <a:off x="498900" y="2089850"/>
            <a:ext cx="11313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81" name="Google Shape;381;p23"/>
          <p:cNvSpPr txBox="1"/>
          <p:nvPr/>
        </p:nvSpPr>
        <p:spPr>
          <a:xfrm>
            <a:off x="346500" y="2571750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 46 CreateNode(pEnd, 20)</a:t>
            </a:r>
            <a:endParaRPr/>
          </a:p>
        </p:txBody>
      </p:sp>
      <p:grpSp>
        <p:nvGrpSpPr>
          <p:cNvPr id="382" name="Google Shape;382;p23"/>
          <p:cNvGrpSpPr/>
          <p:nvPr/>
        </p:nvGrpSpPr>
        <p:grpSpPr>
          <a:xfrm>
            <a:off x="1973375" y="3230338"/>
            <a:ext cx="803700" cy="559200"/>
            <a:chOff x="725125" y="742575"/>
            <a:chExt cx="803700" cy="559200"/>
          </a:xfrm>
        </p:grpSpPr>
        <p:sp>
          <p:nvSpPr>
            <p:cNvPr id="383" name="Google Shape;383;p23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pNode</a:t>
              </a:r>
              <a:endParaRPr/>
            </a:p>
          </p:txBody>
        </p:sp>
        <p:sp>
          <p:nvSpPr>
            <p:cNvPr id="384" name="Google Shape;384;p23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385" name="Google Shape;385;p23"/>
          <p:cNvGrpSpPr/>
          <p:nvPr/>
        </p:nvGrpSpPr>
        <p:grpSpPr>
          <a:xfrm>
            <a:off x="3120100" y="3230350"/>
            <a:ext cx="803700" cy="559200"/>
            <a:chOff x="725125" y="742575"/>
            <a:chExt cx="803700" cy="559200"/>
          </a:xfrm>
        </p:grpSpPr>
        <p:sp>
          <p:nvSpPr>
            <p:cNvPr id="386" name="Google Shape;386;p23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data</a:t>
              </a:r>
              <a:endParaRPr/>
            </a:p>
          </p:txBody>
        </p:sp>
        <p:sp>
          <p:nvSpPr>
            <p:cNvPr id="387" name="Google Shape;387;p23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20</a:t>
              </a:r>
              <a:endParaRPr/>
            </a:p>
          </p:txBody>
        </p:sp>
      </p:grpSp>
      <p:cxnSp>
        <p:nvCxnSpPr>
          <p:cNvPr id="388" name="Google Shape;388;p23"/>
          <p:cNvCxnSpPr>
            <a:stCxn id="373" idx="2"/>
            <a:endCxn id="384" idx="0"/>
          </p:cNvCxnSpPr>
          <p:nvPr/>
        </p:nvCxnSpPr>
        <p:spPr>
          <a:xfrm>
            <a:off x="1973375" y="2229650"/>
            <a:ext cx="402000" cy="128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grpSp>
        <p:nvGrpSpPr>
          <p:cNvPr id="389" name="Google Shape;389;p23"/>
          <p:cNvGrpSpPr/>
          <p:nvPr/>
        </p:nvGrpSpPr>
        <p:grpSpPr>
          <a:xfrm>
            <a:off x="311700" y="3510050"/>
            <a:ext cx="803700" cy="559200"/>
            <a:chOff x="725125" y="742575"/>
            <a:chExt cx="803700" cy="559200"/>
          </a:xfrm>
        </p:grpSpPr>
        <p:sp>
          <p:nvSpPr>
            <p:cNvPr id="390" name="Google Shape;390;p23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pTemp</a:t>
              </a:r>
              <a:endParaRPr/>
            </a:p>
          </p:txBody>
        </p:sp>
        <p:sp>
          <p:nvSpPr>
            <p:cNvPr id="391" name="Google Shape;391;p23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0x02</a:t>
              </a:r>
              <a:endParaRPr/>
            </a:p>
          </p:txBody>
        </p:sp>
      </p:grpSp>
      <p:grpSp>
        <p:nvGrpSpPr>
          <p:cNvPr id="392" name="Google Shape;392;p23"/>
          <p:cNvGrpSpPr/>
          <p:nvPr/>
        </p:nvGrpSpPr>
        <p:grpSpPr>
          <a:xfrm>
            <a:off x="2777075" y="4047950"/>
            <a:ext cx="803700" cy="838800"/>
            <a:chOff x="6538675" y="262075"/>
            <a:chExt cx="803700" cy="838800"/>
          </a:xfrm>
        </p:grpSpPr>
        <p:sp>
          <p:nvSpPr>
            <p:cNvPr id="393" name="Google Shape;393;p23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ko" sz="1200">
                  <a:solidFill>
                    <a:schemeClr val="dk1"/>
                  </a:solidFill>
                </a:rPr>
                <a:t>pNext</a:t>
              </a:r>
              <a:endParaRPr sz="1200"/>
            </a:p>
          </p:txBody>
        </p:sp>
        <p:grpSp>
          <p:nvGrpSpPr>
            <p:cNvPr id="394" name="Google Shape;394;p23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95" name="Google Shape;395;p23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B05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396" name="Google Shape;396;p23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B05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dirty="0">
                    <a:solidFill>
                      <a:srgbClr val="00B050"/>
                    </a:solidFill>
                  </a:rPr>
                  <a:t>20</a:t>
                </a:r>
                <a:endParaRPr dirty="0">
                  <a:solidFill>
                    <a:srgbClr val="00B050"/>
                  </a:solidFill>
                </a:endParaRPr>
              </a:p>
            </p:txBody>
          </p:sp>
        </p:grpSp>
      </p:grpSp>
      <p:cxnSp>
        <p:nvCxnSpPr>
          <p:cNvPr id="397" name="Google Shape;397;p23"/>
          <p:cNvCxnSpPr>
            <a:stCxn id="391" idx="3"/>
            <a:endCxn id="395" idx="1"/>
          </p:cNvCxnSpPr>
          <p:nvPr/>
        </p:nvCxnSpPr>
        <p:spPr>
          <a:xfrm>
            <a:off x="1115400" y="3929450"/>
            <a:ext cx="1661700" cy="258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8" name="Google Shape;398;p23"/>
          <p:cNvCxnSpPr>
            <a:stCxn id="387" idx="2"/>
            <a:endCxn id="396" idx="0"/>
          </p:cNvCxnSpPr>
          <p:nvPr/>
        </p:nvCxnSpPr>
        <p:spPr>
          <a:xfrm flipH="1">
            <a:off x="3179050" y="3789550"/>
            <a:ext cx="342900" cy="53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399" name="Google Shape;399;p23"/>
          <p:cNvSpPr txBox="1"/>
          <p:nvPr/>
        </p:nvSpPr>
        <p:spPr>
          <a:xfrm>
            <a:off x="1580075" y="2957450"/>
            <a:ext cx="499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70</a:t>
            </a:r>
            <a:endParaRPr/>
          </a:p>
        </p:txBody>
      </p:sp>
      <p:sp>
        <p:nvSpPr>
          <p:cNvPr id="400" name="Google Shape;400;p23"/>
          <p:cNvSpPr txBox="1"/>
          <p:nvPr/>
        </p:nvSpPr>
        <p:spPr>
          <a:xfrm>
            <a:off x="40050" y="3117100"/>
            <a:ext cx="64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72-74</a:t>
            </a:r>
            <a:endParaRPr/>
          </a:p>
        </p:txBody>
      </p:sp>
      <p:sp>
        <p:nvSpPr>
          <p:cNvPr id="401" name="Google Shape;401;p23"/>
          <p:cNvSpPr txBox="1"/>
          <p:nvPr/>
        </p:nvSpPr>
        <p:spPr>
          <a:xfrm>
            <a:off x="3416150" y="3782200"/>
            <a:ext cx="499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75</a:t>
            </a:r>
            <a:endParaRPr dirty="0"/>
          </a:p>
        </p:txBody>
      </p:sp>
      <p:sp>
        <p:nvSpPr>
          <p:cNvPr id="402" name="Google Shape;402;p23"/>
          <p:cNvSpPr txBox="1"/>
          <p:nvPr/>
        </p:nvSpPr>
        <p:spPr>
          <a:xfrm>
            <a:off x="845600" y="2350113"/>
            <a:ext cx="64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78-46</a:t>
            </a:r>
            <a:endParaRPr/>
          </a:p>
        </p:txBody>
      </p:sp>
      <p:cxnSp>
        <p:nvCxnSpPr>
          <p:cNvPr id="403" name="Google Shape;403;p23"/>
          <p:cNvCxnSpPr>
            <a:stCxn id="384" idx="1"/>
            <a:endCxn id="376" idx="1"/>
          </p:cNvCxnSpPr>
          <p:nvPr/>
        </p:nvCxnSpPr>
        <p:spPr>
          <a:xfrm flipH="1">
            <a:off x="1630175" y="3649738"/>
            <a:ext cx="343200" cy="53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4"/>
          <p:cNvSpPr txBox="1"/>
          <p:nvPr/>
        </p:nvSpPr>
        <p:spPr>
          <a:xfrm>
            <a:off x="387900" y="1190175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main()</a:t>
            </a:r>
            <a:endParaRPr/>
          </a:p>
        </p:txBody>
      </p:sp>
      <p:grpSp>
        <p:nvGrpSpPr>
          <p:cNvPr id="409" name="Google Shape;409;p24"/>
          <p:cNvGrpSpPr/>
          <p:nvPr/>
        </p:nvGrpSpPr>
        <p:grpSpPr>
          <a:xfrm>
            <a:off x="498900" y="1670450"/>
            <a:ext cx="803700" cy="559200"/>
            <a:chOff x="725125" y="742575"/>
            <a:chExt cx="803700" cy="559200"/>
          </a:xfrm>
        </p:grpSpPr>
        <p:sp>
          <p:nvSpPr>
            <p:cNvPr id="410" name="Google Shape;410;p2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pBgin</a:t>
              </a:r>
              <a:endParaRPr/>
            </a:p>
          </p:txBody>
        </p:sp>
        <p:sp>
          <p:nvSpPr>
            <p:cNvPr id="411" name="Google Shape;411;p2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sp>
        <p:nvSpPr>
          <p:cNvPr id="412" name="Google Shape;412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연결리스트 추가(20) 리턴</a:t>
            </a:r>
            <a:endParaRPr/>
          </a:p>
        </p:txBody>
      </p:sp>
      <p:grpSp>
        <p:nvGrpSpPr>
          <p:cNvPr id="413" name="Google Shape;413;p24"/>
          <p:cNvGrpSpPr/>
          <p:nvPr/>
        </p:nvGrpSpPr>
        <p:grpSpPr>
          <a:xfrm>
            <a:off x="1571525" y="1670450"/>
            <a:ext cx="803700" cy="559200"/>
            <a:chOff x="725125" y="742575"/>
            <a:chExt cx="803700" cy="559200"/>
          </a:xfrm>
        </p:grpSpPr>
        <p:sp>
          <p:nvSpPr>
            <p:cNvPr id="414" name="Google Shape;414;p2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End</a:t>
              </a:r>
              <a:endParaRPr/>
            </a:p>
          </p:txBody>
        </p:sp>
        <p:sp>
          <p:nvSpPr>
            <p:cNvPr id="415" name="Google Shape;415;p2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>
                  <a:solidFill>
                    <a:srgbClr val="00B050"/>
                  </a:solidFill>
                </a:rPr>
                <a:t>0x02</a:t>
              </a:r>
              <a:endParaRPr dirty="0">
                <a:solidFill>
                  <a:srgbClr val="00B050"/>
                </a:solidFill>
              </a:endParaRPr>
            </a:p>
          </p:txBody>
        </p:sp>
      </p:grpSp>
      <p:grpSp>
        <p:nvGrpSpPr>
          <p:cNvPr id="416" name="Google Shape;416;p24"/>
          <p:cNvGrpSpPr/>
          <p:nvPr/>
        </p:nvGrpSpPr>
        <p:grpSpPr>
          <a:xfrm>
            <a:off x="1630225" y="4047925"/>
            <a:ext cx="803700" cy="838800"/>
            <a:chOff x="6538675" y="262075"/>
            <a:chExt cx="803700" cy="838800"/>
          </a:xfrm>
        </p:grpSpPr>
        <p:grpSp>
          <p:nvGrpSpPr>
            <p:cNvPr id="417" name="Google Shape;417;p24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18" name="Google Shape;418;p24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419" name="Google Shape;419;p24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420" name="Google Shape;420;p24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ko" sz="1200">
                  <a:solidFill>
                    <a:schemeClr val="dk1"/>
                  </a:solidFill>
                </a:rPr>
                <a:t>pNext</a:t>
              </a:r>
              <a:endParaRPr sz="1200"/>
            </a:p>
          </p:txBody>
        </p:sp>
      </p:grpSp>
      <p:cxnSp>
        <p:nvCxnSpPr>
          <p:cNvPr id="421" name="Google Shape;421;p24"/>
          <p:cNvCxnSpPr>
            <a:stCxn id="415" idx="1"/>
            <a:endCxn id="422" idx="1"/>
          </p:cNvCxnSpPr>
          <p:nvPr/>
        </p:nvCxnSpPr>
        <p:spPr>
          <a:xfrm>
            <a:off x="1571525" y="2089850"/>
            <a:ext cx="1205700" cy="2097900"/>
          </a:xfrm>
          <a:prstGeom prst="straightConnector1">
            <a:avLst/>
          </a:prstGeom>
          <a:noFill/>
          <a:ln w="9525" cap="flat" cmpd="sng">
            <a:solidFill>
              <a:srgbClr val="00B05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3" name="Google Shape;423;p24"/>
          <p:cNvCxnSpPr>
            <a:stCxn id="411" idx="1"/>
            <a:endCxn id="418" idx="1"/>
          </p:cNvCxnSpPr>
          <p:nvPr/>
        </p:nvCxnSpPr>
        <p:spPr>
          <a:xfrm>
            <a:off x="498900" y="2089850"/>
            <a:ext cx="11313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24" name="Google Shape;424;p24"/>
          <p:cNvSpPr txBox="1"/>
          <p:nvPr/>
        </p:nvSpPr>
        <p:spPr>
          <a:xfrm>
            <a:off x="346500" y="2571750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 46 CreateNode(pEnd, 20)</a:t>
            </a:r>
            <a:endParaRPr/>
          </a:p>
        </p:txBody>
      </p:sp>
      <p:grpSp>
        <p:nvGrpSpPr>
          <p:cNvPr id="425" name="Google Shape;425;p24"/>
          <p:cNvGrpSpPr/>
          <p:nvPr/>
        </p:nvGrpSpPr>
        <p:grpSpPr>
          <a:xfrm>
            <a:off x="1973375" y="3230338"/>
            <a:ext cx="803700" cy="559200"/>
            <a:chOff x="725125" y="742575"/>
            <a:chExt cx="803700" cy="559200"/>
          </a:xfrm>
        </p:grpSpPr>
        <p:sp>
          <p:nvSpPr>
            <p:cNvPr id="426" name="Google Shape;426;p2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pMode</a:t>
              </a:r>
              <a:endParaRPr/>
            </a:p>
          </p:txBody>
        </p:sp>
        <p:sp>
          <p:nvSpPr>
            <p:cNvPr id="427" name="Google Shape;427;p2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428" name="Google Shape;428;p24"/>
          <p:cNvGrpSpPr/>
          <p:nvPr/>
        </p:nvGrpSpPr>
        <p:grpSpPr>
          <a:xfrm>
            <a:off x="3120100" y="3230350"/>
            <a:ext cx="803700" cy="559200"/>
            <a:chOff x="725125" y="742575"/>
            <a:chExt cx="803700" cy="559200"/>
          </a:xfrm>
        </p:grpSpPr>
        <p:sp>
          <p:nvSpPr>
            <p:cNvPr id="429" name="Google Shape;429;p2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data</a:t>
              </a:r>
              <a:endParaRPr/>
            </a:p>
          </p:txBody>
        </p:sp>
        <p:sp>
          <p:nvSpPr>
            <p:cNvPr id="430" name="Google Shape;430;p2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20</a:t>
              </a:r>
              <a:endParaRPr/>
            </a:p>
          </p:txBody>
        </p:sp>
      </p:grpSp>
      <p:grpSp>
        <p:nvGrpSpPr>
          <p:cNvPr id="431" name="Google Shape;431;p24"/>
          <p:cNvGrpSpPr/>
          <p:nvPr/>
        </p:nvGrpSpPr>
        <p:grpSpPr>
          <a:xfrm>
            <a:off x="311700" y="3510050"/>
            <a:ext cx="803700" cy="559200"/>
            <a:chOff x="725125" y="742575"/>
            <a:chExt cx="803700" cy="559200"/>
          </a:xfrm>
        </p:grpSpPr>
        <p:sp>
          <p:nvSpPr>
            <p:cNvPr id="432" name="Google Shape;432;p2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pTemp</a:t>
              </a:r>
              <a:endParaRPr/>
            </a:p>
          </p:txBody>
        </p:sp>
        <p:sp>
          <p:nvSpPr>
            <p:cNvPr id="433" name="Google Shape;433;p2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0x02</a:t>
              </a:r>
              <a:endParaRPr/>
            </a:p>
          </p:txBody>
        </p:sp>
      </p:grpSp>
      <p:grpSp>
        <p:nvGrpSpPr>
          <p:cNvPr id="434" name="Google Shape;434;p24"/>
          <p:cNvGrpSpPr/>
          <p:nvPr/>
        </p:nvGrpSpPr>
        <p:grpSpPr>
          <a:xfrm>
            <a:off x="2777075" y="4047950"/>
            <a:ext cx="803700" cy="838800"/>
            <a:chOff x="6538675" y="262075"/>
            <a:chExt cx="803700" cy="838800"/>
          </a:xfrm>
        </p:grpSpPr>
        <p:sp>
          <p:nvSpPr>
            <p:cNvPr id="435" name="Google Shape;435;p24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ko" sz="1200">
                  <a:solidFill>
                    <a:schemeClr val="dk1"/>
                  </a:solidFill>
                </a:rPr>
                <a:t>pNext</a:t>
              </a:r>
              <a:endParaRPr sz="1200"/>
            </a:p>
          </p:txBody>
        </p:sp>
        <p:grpSp>
          <p:nvGrpSpPr>
            <p:cNvPr id="436" name="Google Shape;436;p24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2" name="Google Shape;422;p24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437" name="Google Shape;437;p24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</p:grpSp>
      <p:cxnSp>
        <p:nvCxnSpPr>
          <p:cNvPr id="438" name="Google Shape;438;p24"/>
          <p:cNvCxnSpPr>
            <a:stCxn id="433" idx="3"/>
            <a:endCxn id="422" idx="1"/>
          </p:cNvCxnSpPr>
          <p:nvPr/>
        </p:nvCxnSpPr>
        <p:spPr>
          <a:xfrm>
            <a:off x="1115400" y="3929450"/>
            <a:ext cx="1661700" cy="258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9" name="Google Shape;439;p24"/>
          <p:cNvCxnSpPr>
            <a:stCxn id="433" idx="2"/>
            <a:endCxn id="415" idx="2"/>
          </p:cNvCxnSpPr>
          <p:nvPr/>
        </p:nvCxnSpPr>
        <p:spPr>
          <a:xfrm rot="10800000" flipH="1">
            <a:off x="713550" y="2229650"/>
            <a:ext cx="1259700" cy="1839600"/>
          </a:xfrm>
          <a:prstGeom prst="straightConnector1">
            <a:avLst/>
          </a:prstGeom>
          <a:noFill/>
          <a:ln w="9525" cap="flat" cmpd="sng">
            <a:solidFill>
              <a:srgbClr val="00B050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440" name="Google Shape;440;p24"/>
          <p:cNvSpPr txBox="1"/>
          <p:nvPr/>
        </p:nvSpPr>
        <p:spPr>
          <a:xfrm>
            <a:off x="586650" y="3040900"/>
            <a:ext cx="64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77-46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>
          <a:extLst>
            <a:ext uri="{FF2B5EF4-FFF2-40B4-BE49-F238E27FC236}">
              <a16:creationId xmlns:a16="http://schemas.microsoft.com/office/drawing/2014/main" id="{1181CE58-E173-44E0-84D7-C2C79170D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4">
            <a:extLst>
              <a:ext uri="{FF2B5EF4-FFF2-40B4-BE49-F238E27FC236}">
                <a16:creationId xmlns:a16="http://schemas.microsoft.com/office/drawing/2014/main" id="{AC48C9C7-0941-C66D-713E-8BFAA75813D1}"/>
              </a:ext>
            </a:extLst>
          </p:cNvPr>
          <p:cNvSpPr txBox="1"/>
          <p:nvPr/>
        </p:nvSpPr>
        <p:spPr>
          <a:xfrm>
            <a:off x="387900" y="1190175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main()</a:t>
            </a:r>
            <a:endParaRPr/>
          </a:p>
        </p:txBody>
      </p:sp>
      <p:grpSp>
        <p:nvGrpSpPr>
          <p:cNvPr id="409" name="Google Shape;409;p24">
            <a:extLst>
              <a:ext uri="{FF2B5EF4-FFF2-40B4-BE49-F238E27FC236}">
                <a16:creationId xmlns:a16="http://schemas.microsoft.com/office/drawing/2014/main" id="{F28F0597-72A8-7414-5282-5ACDEBF5927B}"/>
              </a:ext>
            </a:extLst>
          </p:cNvPr>
          <p:cNvGrpSpPr/>
          <p:nvPr/>
        </p:nvGrpSpPr>
        <p:grpSpPr>
          <a:xfrm>
            <a:off x="498900" y="1670450"/>
            <a:ext cx="803700" cy="559200"/>
            <a:chOff x="725125" y="742575"/>
            <a:chExt cx="803700" cy="559200"/>
          </a:xfrm>
        </p:grpSpPr>
        <p:sp>
          <p:nvSpPr>
            <p:cNvPr id="410" name="Google Shape;410;p24">
              <a:extLst>
                <a:ext uri="{FF2B5EF4-FFF2-40B4-BE49-F238E27FC236}">
                  <a16:creationId xmlns:a16="http://schemas.microsoft.com/office/drawing/2014/main" id="{91E661D2-D850-F534-A7C1-0EFDF8CFE38C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pBgin</a:t>
              </a:r>
              <a:endParaRPr/>
            </a:p>
          </p:txBody>
        </p:sp>
        <p:sp>
          <p:nvSpPr>
            <p:cNvPr id="411" name="Google Shape;411;p24">
              <a:extLst>
                <a:ext uri="{FF2B5EF4-FFF2-40B4-BE49-F238E27FC236}">
                  <a16:creationId xmlns:a16="http://schemas.microsoft.com/office/drawing/2014/main" id="{79431AD8-1F20-1ECA-E9A5-B7F752A9A5D8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sp>
        <p:nvSpPr>
          <p:cNvPr id="412" name="Google Shape;412;p24">
            <a:extLst>
              <a:ext uri="{FF2B5EF4-FFF2-40B4-BE49-F238E27FC236}">
                <a16:creationId xmlns:a16="http://schemas.microsoft.com/office/drawing/2014/main" id="{01D91D6D-6666-6A04-DEB0-A5D3200E6F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연결리스트 추가(20) 리턴</a:t>
            </a:r>
            <a:endParaRPr/>
          </a:p>
        </p:txBody>
      </p:sp>
      <p:grpSp>
        <p:nvGrpSpPr>
          <p:cNvPr id="413" name="Google Shape;413;p24">
            <a:extLst>
              <a:ext uri="{FF2B5EF4-FFF2-40B4-BE49-F238E27FC236}">
                <a16:creationId xmlns:a16="http://schemas.microsoft.com/office/drawing/2014/main" id="{216824E1-817E-C50D-E703-00F995DB15CD}"/>
              </a:ext>
            </a:extLst>
          </p:cNvPr>
          <p:cNvGrpSpPr/>
          <p:nvPr/>
        </p:nvGrpSpPr>
        <p:grpSpPr>
          <a:xfrm>
            <a:off x="1571525" y="1670450"/>
            <a:ext cx="803700" cy="559200"/>
            <a:chOff x="725125" y="742575"/>
            <a:chExt cx="803700" cy="559200"/>
          </a:xfrm>
        </p:grpSpPr>
        <p:sp>
          <p:nvSpPr>
            <p:cNvPr id="414" name="Google Shape;414;p24">
              <a:extLst>
                <a:ext uri="{FF2B5EF4-FFF2-40B4-BE49-F238E27FC236}">
                  <a16:creationId xmlns:a16="http://schemas.microsoft.com/office/drawing/2014/main" id="{3C36E729-CEEF-919D-77F3-755ECA1FE0C4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End</a:t>
              </a:r>
              <a:endParaRPr/>
            </a:p>
          </p:txBody>
        </p:sp>
        <p:sp>
          <p:nvSpPr>
            <p:cNvPr id="415" name="Google Shape;415;p24">
              <a:extLst>
                <a:ext uri="{FF2B5EF4-FFF2-40B4-BE49-F238E27FC236}">
                  <a16:creationId xmlns:a16="http://schemas.microsoft.com/office/drawing/2014/main" id="{D2EF7385-2129-ADC5-4135-A7AF5B7C2028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>
                  <a:solidFill>
                    <a:schemeClr val="tx1"/>
                  </a:solidFill>
                </a:rPr>
                <a:t>0x02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16" name="Google Shape;416;p24">
            <a:extLst>
              <a:ext uri="{FF2B5EF4-FFF2-40B4-BE49-F238E27FC236}">
                <a16:creationId xmlns:a16="http://schemas.microsoft.com/office/drawing/2014/main" id="{FD63D907-7A0F-8F86-5777-2278E677C168}"/>
              </a:ext>
            </a:extLst>
          </p:cNvPr>
          <p:cNvGrpSpPr/>
          <p:nvPr/>
        </p:nvGrpSpPr>
        <p:grpSpPr>
          <a:xfrm>
            <a:off x="1630225" y="4047925"/>
            <a:ext cx="803700" cy="838800"/>
            <a:chOff x="6538675" y="262075"/>
            <a:chExt cx="803700" cy="838800"/>
          </a:xfrm>
        </p:grpSpPr>
        <p:grpSp>
          <p:nvGrpSpPr>
            <p:cNvPr id="417" name="Google Shape;417;p24">
              <a:extLst>
                <a:ext uri="{FF2B5EF4-FFF2-40B4-BE49-F238E27FC236}">
                  <a16:creationId xmlns:a16="http://schemas.microsoft.com/office/drawing/2014/main" id="{493B1ED3-7348-D2FF-890F-AD0996FA804A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18" name="Google Shape;418;p24">
                <a:extLst>
                  <a:ext uri="{FF2B5EF4-FFF2-40B4-BE49-F238E27FC236}">
                    <a16:creationId xmlns:a16="http://schemas.microsoft.com/office/drawing/2014/main" id="{EB597FAE-480A-FC80-2BB4-34EA13C74E9A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419" name="Google Shape;419;p24">
                <a:extLst>
                  <a:ext uri="{FF2B5EF4-FFF2-40B4-BE49-F238E27FC236}">
                    <a16:creationId xmlns:a16="http://schemas.microsoft.com/office/drawing/2014/main" id="{DFA6779E-A272-F924-5E50-5848E09E5964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420" name="Google Shape;420;p24">
              <a:extLst>
                <a:ext uri="{FF2B5EF4-FFF2-40B4-BE49-F238E27FC236}">
                  <a16:creationId xmlns:a16="http://schemas.microsoft.com/office/drawing/2014/main" id="{C7208850-D4CC-A7D2-A702-3A98416ECAB3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ko" sz="1200">
                  <a:solidFill>
                    <a:schemeClr val="dk1"/>
                  </a:solidFill>
                </a:rPr>
                <a:t>pNext</a:t>
              </a:r>
              <a:endParaRPr sz="1200"/>
            </a:p>
          </p:txBody>
        </p:sp>
      </p:grpSp>
      <p:cxnSp>
        <p:nvCxnSpPr>
          <p:cNvPr id="421" name="Google Shape;421;p24">
            <a:extLst>
              <a:ext uri="{FF2B5EF4-FFF2-40B4-BE49-F238E27FC236}">
                <a16:creationId xmlns:a16="http://schemas.microsoft.com/office/drawing/2014/main" id="{854DFAD1-320B-1176-54DD-4AB0361B710A}"/>
              </a:ext>
            </a:extLst>
          </p:cNvPr>
          <p:cNvCxnSpPr>
            <a:stCxn id="415" idx="1"/>
            <a:endCxn id="422" idx="1"/>
          </p:cNvCxnSpPr>
          <p:nvPr/>
        </p:nvCxnSpPr>
        <p:spPr>
          <a:xfrm>
            <a:off x="1571525" y="2089850"/>
            <a:ext cx="1205700" cy="209790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3" name="Google Shape;423;p24">
            <a:extLst>
              <a:ext uri="{FF2B5EF4-FFF2-40B4-BE49-F238E27FC236}">
                <a16:creationId xmlns:a16="http://schemas.microsoft.com/office/drawing/2014/main" id="{356BC992-A77B-4ECC-A9FC-71ABC27A8837}"/>
              </a:ext>
            </a:extLst>
          </p:cNvPr>
          <p:cNvCxnSpPr>
            <a:stCxn id="411" idx="1"/>
            <a:endCxn id="418" idx="1"/>
          </p:cNvCxnSpPr>
          <p:nvPr/>
        </p:nvCxnSpPr>
        <p:spPr>
          <a:xfrm>
            <a:off x="498900" y="2089850"/>
            <a:ext cx="11313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24" name="Google Shape;424;p24">
            <a:extLst>
              <a:ext uri="{FF2B5EF4-FFF2-40B4-BE49-F238E27FC236}">
                <a16:creationId xmlns:a16="http://schemas.microsoft.com/office/drawing/2014/main" id="{F30A4A5B-0C0B-3A0B-F8F9-6CA0C7DAD489}"/>
              </a:ext>
            </a:extLst>
          </p:cNvPr>
          <p:cNvSpPr txBox="1"/>
          <p:nvPr/>
        </p:nvSpPr>
        <p:spPr>
          <a:xfrm>
            <a:off x="346500" y="2571750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ko" altLang="en-US" dirty="0">
                <a:solidFill>
                  <a:schemeClr val="dk1"/>
                </a:solidFill>
              </a:rPr>
              <a:t> </a:t>
            </a:r>
            <a:r>
              <a:rPr lang="ko" dirty="0">
                <a:solidFill>
                  <a:srgbClr val="FF0000"/>
                </a:solidFill>
              </a:rPr>
              <a:t>46 </a:t>
            </a:r>
            <a:r>
              <a:rPr lang="ko" err="1">
                <a:solidFill>
                  <a:srgbClr val="FF0000"/>
                </a:solidFill>
              </a:rPr>
              <a:t>CreateNode</a:t>
            </a:r>
            <a:r>
              <a:rPr lang="ko" dirty="0">
                <a:solidFill>
                  <a:srgbClr val="FF0000"/>
                </a:solidFill>
              </a:rPr>
              <a:t>(</a:t>
            </a:r>
            <a:r>
              <a:rPr lang="ko" err="1">
                <a:solidFill>
                  <a:srgbClr val="FF0000"/>
                </a:solidFill>
              </a:rPr>
              <a:t>pEnd</a:t>
            </a:r>
            <a:r>
              <a:rPr lang="ko" dirty="0">
                <a:solidFill>
                  <a:srgbClr val="FF0000"/>
                </a:solidFill>
              </a:rPr>
              <a:t>, 20)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grpSp>
        <p:nvGrpSpPr>
          <p:cNvPr id="425" name="Google Shape;425;p24">
            <a:extLst>
              <a:ext uri="{FF2B5EF4-FFF2-40B4-BE49-F238E27FC236}">
                <a16:creationId xmlns:a16="http://schemas.microsoft.com/office/drawing/2014/main" id="{C0C0DEF6-5082-D8FB-63FD-3B86AB7481DD}"/>
              </a:ext>
            </a:extLst>
          </p:cNvPr>
          <p:cNvGrpSpPr/>
          <p:nvPr/>
        </p:nvGrpSpPr>
        <p:grpSpPr>
          <a:xfrm>
            <a:off x="1973375" y="3230338"/>
            <a:ext cx="803700" cy="559200"/>
            <a:chOff x="725125" y="742575"/>
            <a:chExt cx="803700" cy="559200"/>
          </a:xfrm>
        </p:grpSpPr>
        <p:sp>
          <p:nvSpPr>
            <p:cNvPr id="426" name="Google Shape;426;p24">
              <a:extLst>
                <a:ext uri="{FF2B5EF4-FFF2-40B4-BE49-F238E27FC236}">
                  <a16:creationId xmlns:a16="http://schemas.microsoft.com/office/drawing/2014/main" id="{F35D37FE-FCB7-943C-BEF1-98B18203E094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pMode</a:t>
              </a:r>
              <a:endParaRPr/>
            </a:p>
          </p:txBody>
        </p:sp>
        <p:sp>
          <p:nvSpPr>
            <p:cNvPr id="427" name="Google Shape;427;p24">
              <a:extLst>
                <a:ext uri="{FF2B5EF4-FFF2-40B4-BE49-F238E27FC236}">
                  <a16:creationId xmlns:a16="http://schemas.microsoft.com/office/drawing/2014/main" id="{63525E7D-E27A-A74F-9D62-500BFA7A73D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428" name="Google Shape;428;p24">
            <a:extLst>
              <a:ext uri="{FF2B5EF4-FFF2-40B4-BE49-F238E27FC236}">
                <a16:creationId xmlns:a16="http://schemas.microsoft.com/office/drawing/2014/main" id="{47638BBC-8960-EB21-80CC-6DA41DD2B624}"/>
              </a:ext>
            </a:extLst>
          </p:cNvPr>
          <p:cNvGrpSpPr/>
          <p:nvPr/>
        </p:nvGrpSpPr>
        <p:grpSpPr>
          <a:xfrm>
            <a:off x="3120100" y="3230350"/>
            <a:ext cx="803700" cy="559200"/>
            <a:chOff x="725125" y="742575"/>
            <a:chExt cx="803700" cy="559200"/>
          </a:xfrm>
        </p:grpSpPr>
        <p:sp>
          <p:nvSpPr>
            <p:cNvPr id="429" name="Google Shape;429;p24">
              <a:extLst>
                <a:ext uri="{FF2B5EF4-FFF2-40B4-BE49-F238E27FC236}">
                  <a16:creationId xmlns:a16="http://schemas.microsoft.com/office/drawing/2014/main" id="{BDFDEC72-B9FA-5B39-A195-FB5EFBC3CCD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data</a:t>
              </a:r>
              <a:endParaRPr/>
            </a:p>
          </p:txBody>
        </p:sp>
        <p:sp>
          <p:nvSpPr>
            <p:cNvPr id="430" name="Google Shape;430;p24">
              <a:extLst>
                <a:ext uri="{FF2B5EF4-FFF2-40B4-BE49-F238E27FC236}">
                  <a16:creationId xmlns:a16="http://schemas.microsoft.com/office/drawing/2014/main" id="{E5F08C87-4245-8778-4B32-AFC2882D67B6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20</a:t>
              </a:r>
              <a:endParaRPr/>
            </a:p>
          </p:txBody>
        </p:sp>
      </p:grpSp>
      <p:grpSp>
        <p:nvGrpSpPr>
          <p:cNvPr id="431" name="Google Shape;431;p24">
            <a:extLst>
              <a:ext uri="{FF2B5EF4-FFF2-40B4-BE49-F238E27FC236}">
                <a16:creationId xmlns:a16="http://schemas.microsoft.com/office/drawing/2014/main" id="{B467931A-E9B7-13F2-7F4F-E56BAB10FF72}"/>
              </a:ext>
            </a:extLst>
          </p:cNvPr>
          <p:cNvGrpSpPr/>
          <p:nvPr/>
        </p:nvGrpSpPr>
        <p:grpSpPr>
          <a:xfrm>
            <a:off x="311700" y="3510050"/>
            <a:ext cx="803700" cy="559200"/>
            <a:chOff x="725125" y="742575"/>
            <a:chExt cx="803700" cy="559200"/>
          </a:xfrm>
        </p:grpSpPr>
        <p:sp>
          <p:nvSpPr>
            <p:cNvPr id="432" name="Google Shape;432;p24">
              <a:extLst>
                <a:ext uri="{FF2B5EF4-FFF2-40B4-BE49-F238E27FC236}">
                  <a16:creationId xmlns:a16="http://schemas.microsoft.com/office/drawing/2014/main" id="{D5255523-3310-7CBB-6D7F-691AF9C9AAEC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pTemp</a:t>
              </a:r>
              <a:endParaRPr/>
            </a:p>
          </p:txBody>
        </p:sp>
        <p:sp>
          <p:nvSpPr>
            <p:cNvPr id="433" name="Google Shape;433;p24">
              <a:extLst>
                <a:ext uri="{FF2B5EF4-FFF2-40B4-BE49-F238E27FC236}">
                  <a16:creationId xmlns:a16="http://schemas.microsoft.com/office/drawing/2014/main" id="{3EA181EA-0721-5CF5-9E28-1E8B5424374F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0x02</a:t>
              </a:r>
              <a:endParaRPr/>
            </a:p>
          </p:txBody>
        </p:sp>
      </p:grpSp>
      <p:grpSp>
        <p:nvGrpSpPr>
          <p:cNvPr id="434" name="Google Shape;434;p24">
            <a:extLst>
              <a:ext uri="{FF2B5EF4-FFF2-40B4-BE49-F238E27FC236}">
                <a16:creationId xmlns:a16="http://schemas.microsoft.com/office/drawing/2014/main" id="{E6E7BC29-E114-38B6-C3AC-23D208ED9FD1}"/>
              </a:ext>
            </a:extLst>
          </p:cNvPr>
          <p:cNvGrpSpPr/>
          <p:nvPr/>
        </p:nvGrpSpPr>
        <p:grpSpPr>
          <a:xfrm>
            <a:off x="2777075" y="4047950"/>
            <a:ext cx="803700" cy="838800"/>
            <a:chOff x="6538675" y="262075"/>
            <a:chExt cx="803700" cy="838800"/>
          </a:xfrm>
        </p:grpSpPr>
        <p:sp>
          <p:nvSpPr>
            <p:cNvPr id="435" name="Google Shape;435;p24">
              <a:extLst>
                <a:ext uri="{FF2B5EF4-FFF2-40B4-BE49-F238E27FC236}">
                  <a16:creationId xmlns:a16="http://schemas.microsoft.com/office/drawing/2014/main" id="{72B3DFB1-030A-8EF5-7540-D78DAD7AE688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ko" sz="1200">
                  <a:solidFill>
                    <a:schemeClr val="dk1"/>
                  </a:solidFill>
                </a:rPr>
                <a:t>pNext</a:t>
              </a:r>
              <a:endParaRPr sz="1200"/>
            </a:p>
          </p:txBody>
        </p:sp>
        <p:grpSp>
          <p:nvGrpSpPr>
            <p:cNvPr id="436" name="Google Shape;436;p24">
              <a:extLst>
                <a:ext uri="{FF2B5EF4-FFF2-40B4-BE49-F238E27FC236}">
                  <a16:creationId xmlns:a16="http://schemas.microsoft.com/office/drawing/2014/main" id="{564A8D85-0B19-010D-0AE5-BC92D6F5D672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2" name="Google Shape;422;p24">
                <a:extLst>
                  <a:ext uri="{FF2B5EF4-FFF2-40B4-BE49-F238E27FC236}">
                    <a16:creationId xmlns:a16="http://schemas.microsoft.com/office/drawing/2014/main" id="{5B6993F7-AE38-C0CF-5EFE-A671A4F1A071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437" name="Google Shape;437;p24">
                <a:extLst>
                  <a:ext uri="{FF2B5EF4-FFF2-40B4-BE49-F238E27FC236}">
                    <a16:creationId xmlns:a16="http://schemas.microsoft.com/office/drawing/2014/main" id="{60C1EC55-4B1F-B6A7-DD56-BB0CFB1FBD7A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</p:grpSp>
      <p:sp>
        <p:nvSpPr>
          <p:cNvPr id="440" name="Google Shape;440;p24">
            <a:extLst>
              <a:ext uri="{FF2B5EF4-FFF2-40B4-BE49-F238E27FC236}">
                <a16:creationId xmlns:a16="http://schemas.microsoft.com/office/drawing/2014/main" id="{73AC5A75-F3AF-62C6-0679-F4DDF697CCC6}"/>
              </a:ext>
            </a:extLst>
          </p:cNvPr>
          <p:cNvSpPr txBox="1"/>
          <p:nvPr/>
        </p:nvSpPr>
        <p:spPr>
          <a:xfrm>
            <a:off x="586650" y="3040900"/>
            <a:ext cx="64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77-46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582259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5"/>
          <p:cNvSpPr txBox="1"/>
          <p:nvPr/>
        </p:nvSpPr>
        <p:spPr>
          <a:xfrm>
            <a:off x="387900" y="1190175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main()</a:t>
            </a:r>
            <a:endParaRPr/>
          </a:p>
        </p:txBody>
      </p:sp>
      <p:grpSp>
        <p:nvGrpSpPr>
          <p:cNvPr id="446" name="Google Shape;446;p25"/>
          <p:cNvGrpSpPr/>
          <p:nvPr/>
        </p:nvGrpSpPr>
        <p:grpSpPr>
          <a:xfrm>
            <a:off x="498900" y="1670450"/>
            <a:ext cx="803700" cy="559200"/>
            <a:chOff x="725125" y="742575"/>
            <a:chExt cx="803700" cy="559200"/>
          </a:xfrm>
        </p:grpSpPr>
        <p:sp>
          <p:nvSpPr>
            <p:cNvPr id="447" name="Google Shape;447;p25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pBgin</a:t>
              </a:r>
              <a:endParaRPr/>
            </a:p>
          </p:txBody>
        </p:sp>
        <p:sp>
          <p:nvSpPr>
            <p:cNvPr id="448" name="Google Shape;448;p25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sp>
        <p:nvSpPr>
          <p:cNvPr id="449" name="Google Shape;449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73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연결리스트 추가(20) 완료 - 문제점찾기(</a:t>
            </a:r>
            <a:r>
              <a:rPr lang="ko">
                <a:solidFill>
                  <a:srgbClr val="FF0000"/>
                </a:solidFill>
              </a:rPr>
              <a:t>추가되지않은 코드</a:t>
            </a:r>
            <a:r>
              <a:rPr lang="ko"/>
              <a:t>)</a:t>
            </a:r>
            <a:endParaRPr/>
          </a:p>
        </p:txBody>
      </p:sp>
      <p:grpSp>
        <p:nvGrpSpPr>
          <p:cNvPr id="450" name="Google Shape;450;p25"/>
          <p:cNvGrpSpPr/>
          <p:nvPr/>
        </p:nvGrpSpPr>
        <p:grpSpPr>
          <a:xfrm>
            <a:off x="1571525" y="1670450"/>
            <a:ext cx="803700" cy="559200"/>
            <a:chOff x="725125" y="742575"/>
            <a:chExt cx="803700" cy="559200"/>
          </a:xfrm>
        </p:grpSpPr>
        <p:sp>
          <p:nvSpPr>
            <p:cNvPr id="451" name="Google Shape;451;p25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End</a:t>
              </a:r>
              <a:endParaRPr/>
            </a:p>
          </p:txBody>
        </p:sp>
        <p:sp>
          <p:nvSpPr>
            <p:cNvPr id="452" name="Google Shape;452;p25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0x02</a:t>
              </a:r>
              <a:endParaRPr/>
            </a:p>
          </p:txBody>
        </p:sp>
      </p:grpSp>
      <p:grpSp>
        <p:nvGrpSpPr>
          <p:cNvPr id="453" name="Google Shape;453;p25"/>
          <p:cNvGrpSpPr/>
          <p:nvPr/>
        </p:nvGrpSpPr>
        <p:grpSpPr>
          <a:xfrm>
            <a:off x="1630225" y="4047925"/>
            <a:ext cx="803700" cy="838800"/>
            <a:chOff x="6538675" y="262075"/>
            <a:chExt cx="803700" cy="838800"/>
          </a:xfrm>
        </p:grpSpPr>
        <p:grpSp>
          <p:nvGrpSpPr>
            <p:cNvPr id="454" name="Google Shape;454;p25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55" name="Google Shape;455;p25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456" name="Google Shape;456;p25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457" name="Google Shape;457;p25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ko" sz="1200" dirty="0"/>
                <a:t>N</a:t>
              </a:r>
              <a:endParaRPr sz="1200" dirty="0"/>
            </a:p>
          </p:txBody>
        </p:sp>
      </p:grpSp>
      <p:cxnSp>
        <p:nvCxnSpPr>
          <p:cNvPr id="458" name="Google Shape;458;p25"/>
          <p:cNvCxnSpPr>
            <a:endCxn id="459" idx="1"/>
          </p:cNvCxnSpPr>
          <p:nvPr/>
        </p:nvCxnSpPr>
        <p:spPr>
          <a:xfrm>
            <a:off x="1973375" y="2229650"/>
            <a:ext cx="803700" cy="195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0" name="Google Shape;460;p25"/>
          <p:cNvCxnSpPr>
            <a:stCxn id="448" idx="2"/>
            <a:endCxn id="455" idx="1"/>
          </p:cNvCxnSpPr>
          <p:nvPr/>
        </p:nvCxnSpPr>
        <p:spPr>
          <a:xfrm>
            <a:off x="900750" y="2229650"/>
            <a:ext cx="729600" cy="195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461" name="Google Shape;461;p25"/>
          <p:cNvGrpSpPr/>
          <p:nvPr/>
        </p:nvGrpSpPr>
        <p:grpSpPr>
          <a:xfrm>
            <a:off x="2777075" y="4047950"/>
            <a:ext cx="803700" cy="838800"/>
            <a:chOff x="6538675" y="262075"/>
            <a:chExt cx="803700" cy="838800"/>
          </a:xfrm>
        </p:grpSpPr>
        <p:sp>
          <p:nvSpPr>
            <p:cNvPr id="462" name="Google Shape;462;p25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다음주소</a:t>
              </a:r>
              <a:endParaRPr sz="1200"/>
            </a:p>
          </p:txBody>
        </p:sp>
        <p:grpSp>
          <p:nvGrpSpPr>
            <p:cNvPr id="463" name="Google Shape;463;p25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59" name="Google Shape;459;p25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464" name="Google Shape;464;p25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</p:grpSp>
      <p:sp>
        <p:nvSpPr>
          <p:cNvPr id="466" name="Google Shape;466;p25"/>
          <p:cNvSpPr txBox="1"/>
          <p:nvPr/>
        </p:nvSpPr>
        <p:spPr>
          <a:xfrm>
            <a:off x="3904350" y="1657350"/>
            <a:ext cx="46620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0x01-&gt;next = 0x02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FF9900"/>
                </a:solidFill>
              </a:rPr>
              <a:t>45 pBegin-&gt;pNext = pEnd</a:t>
            </a:r>
            <a:endParaRPr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rgbClr val="FF0000"/>
                </a:solidFill>
              </a:rPr>
              <a:t>연결시키는 기능은 노드추가에 포함되어야한다.</a:t>
            </a:r>
            <a:endParaRPr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rgbClr val="FF0000"/>
                </a:solidFill>
              </a:rPr>
              <a:t>그러므로, pBegin과 pEnd는 main함수 지역변수이므로,</a:t>
            </a:r>
            <a:br>
              <a:rPr lang="ko">
                <a:solidFill>
                  <a:srgbClr val="FF0000"/>
                </a:solidFill>
              </a:rPr>
            </a:br>
            <a:r>
              <a:rPr lang="ko">
                <a:solidFill>
                  <a:srgbClr val="FF0000"/>
                </a:solidFill>
              </a:rPr>
              <a:t>다음과 같은 그림이 main함수 영역에서 작성되면, 정상적인 코드가 아니다.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6"/>
          <p:cNvSpPr txBox="1"/>
          <p:nvPr/>
        </p:nvSpPr>
        <p:spPr>
          <a:xfrm>
            <a:off x="387900" y="1190175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main()</a:t>
            </a:r>
            <a:endParaRPr/>
          </a:p>
        </p:txBody>
      </p:sp>
      <p:grpSp>
        <p:nvGrpSpPr>
          <p:cNvPr id="472" name="Google Shape;472;p26"/>
          <p:cNvGrpSpPr/>
          <p:nvPr/>
        </p:nvGrpSpPr>
        <p:grpSpPr>
          <a:xfrm>
            <a:off x="498900" y="1670450"/>
            <a:ext cx="803700" cy="559200"/>
            <a:chOff x="725125" y="742575"/>
            <a:chExt cx="803700" cy="559200"/>
          </a:xfrm>
        </p:grpSpPr>
        <p:sp>
          <p:nvSpPr>
            <p:cNvPr id="473" name="Google Shape;473;p26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pBgin</a:t>
              </a:r>
              <a:endParaRPr/>
            </a:p>
          </p:txBody>
        </p:sp>
        <p:sp>
          <p:nvSpPr>
            <p:cNvPr id="474" name="Google Shape;474;p26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sp>
        <p:nvSpPr>
          <p:cNvPr id="475" name="Google Shape;475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연결리스트 추가(20) - 문제점해결(</a:t>
            </a:r>
            <a:r>
              <a:rPr lang="ko">
                <a:solidFill>
                  <a:srgbClr val="FF0000"/>
                </a:solidFill>
              </a:rPr>
              <a:t>추가되지않은 코드</a:t>
            </a:r>
            <a:r>
              <a:rPr lang="ko"/>
              <a:t>)</a:t>
            </a:r>
            <a:endParaRPr/>
          </a:p>
        </p:txBody>
      </p:sp>
      <p:grpSp>
        <p:nvGrpSpPr>
          <p:cNvPr id="476" name="Google Shape;476;p26"/>
          <p:cNvGrpSpPr/>
          <p:nvPr/>
        </p:nvGrpSpPr>
        <p:grpSpPr>
          <a:xfrm>
            <a:off x="1571525" y="1670450"/>
            <a:ext cx="803700" cy="559200"/>
            <a:chOff x="725125" y="742575"/>
            <a:chExt cx="803700" cy="559200"/>
          </a:xfrm>
        </p:grpSpPr>
        <p:sp>
          <p:nvSpPr>
            <p:cNvPr id="477" name="Google Shape;477;p26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End</a:t>
              </a:r>
              <a:endParaRPr/>
            </a:p>
          </p:txBody>
        </p:sp>
        <p:sp>
          <p:nvSpPr>
            <p:cNvPr id="478" name="Google Shape;478;p26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479" name="Google Shape;479;p26"/>
          <p:cNvGrpSpPr/>
          <p:nvPr/>
        </p:nvGrpSpPr>
        <p:grpSpPr>
          <a:xfrm>
            <a:off x="1630225" y="4047925"/>
            <a:ext cx="803700" cy="838800"/>
            <a:chOff x="6538675" y="262075"/>
            <a:chExt cx="803700" cy="838800"/>
          </a:xfrm>
        </p:grpSpPr>
        <p:grpSp>
          <p:nvGrpSpPr>
            <p:cNvPr id="480" name="Google Shape;480;p26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81" name="Google Shape;481;p26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482" name="Google Shape;482;p26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483" name="Google Shape;483;p26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>
                  <a:solidFill>
                    <a:srgbClr val="FF0000"/>
                  </a:solidFill>
                </a:rPr>
                <a:t>0x02</a:t>
              </a:r>
              <a:endParaRPr sz="1200">
                <a:solidFill>
                  <a:srgbClr val="FF0000"/>
                </a:solidFill>
              </a:endParaRPr>
            </a:p>
          </p:txBody>
        </p:sp>
      </p:grpSp>
      <p:cxnSp>
        <p:nvCxnSpPr>
          <p:cNvPr id="484" name="Google Shape;484;p26"/>
          <p:cNvCxnSpPr>
            <a:stCxn id="478" idx="1"/>
            <a:endCxn id="481" idx="1"/>
          </p:cNvCxnSpPr>
          <p:nvPr/>
        </p:nvCxnSpPr>
        <p:spPr>
          <a:xfrm>
            <a:off x="1571525" y="2089850"/>
            <a:ext cx="588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85" name="Google Shape;485;p26"/>
          <p:cNvCxnSpPr>
            <a:stCxn id="474" idx="1"/>
            <a:endCxn id="481" idx="1"/>
          </p:cNvCxnSpPr>
          <p:nvPr/>
        </p:nvCxnSpPr>
        <p:spPr>
          <a:xfrm>
            <a:off x="498900" y="2089850"/>
            <a:ext cx="11313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86" name="Google Shape;486;p26"/>
          <p:cNvSpPr txBox="1"/>
          <p:nvPr/>
        </p:nvSpPr>
        <p:spPr>
          <a:xfrm>
            <a:off x="346500" y="2571750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 CreateNode(pEnd, 20)</a:t>
            </a:r>
            <a:endParaRPr/>
          </a:p>
        </p:txBody>
      </p:sp>
      <p:grpSp>
        <p:nvGrpSpPr>
          <p:cNvPr id="487" name="Google Shape;487;p26"/>
          <p:cNvGrpSpPr/>
          <p:nvPr/>
        </p:nvGrpSpPr>
        <p:grpSpPr>
          <a:xfrm>
            <a:off x="1973375" y="3230338"/>
            <a:ext cx="803700" cy="559200"/>
            <a:chOff x="725125" y="742575"/>
            <a:chExt cx="803700" cy="559200"/>
          </a:xfrm>
        </p:grpSpPr>
        <p:sp>
          <p:nvSpPr>
            <p:cNvPr id="488" name="Google Shape;488;p26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pNode</a:t>
              </a:r>
              <a:endParaRPr/>
            </a:p>
          </p:txBody>
        </p:sp>
        <p:sp>
          <p:nvSpPr>
            <p:cNvPr id="489" name="Google Shape;489;p26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490" name="Google Shape;490;p26"/>
          <p:cNvGrpSpPr/>
          <p:nvPr/>
        </p:nvGrpSpPr>
        <p:grpSpPr>
          <a:xfrm>
            <a:off x="3120100" y="3230350"/>
            <a:ext cx="803700" cy="559200"/>
            <a:chOff x="725125" y="742575"/>
            <a:chExt cx="803700" cy="559200"/>
          </a:xfrm>
        </p:grpSpPr>
        <p:sp>
          <p:nvSpPr>
            <p:cNvPr id="491" name="Google Shape;491;p26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data</a:t>
              </a:r>
              <a:endParaRPr/>
            </a:p>
          </p:txBody>
        </p:sp>
        <p:sp>
          <p:nvSpPr>
            <p:cNvPr id="492" name="Google Shape;492;p26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20</a:t>
              </a:r>
              <a:endParaRPr/>
            </a:p>
          </p:txBody>
        </p:sp>
      </p:grpSp>
      <p:grpSp>
        <p:nvGrpSpPr>
          <p:cNvPr id="493" name="Google Shape;493;p26"/>
          <p:cNvGrpSpPr/>
          <p:nvPr/>
        </p:nvGrpSpPr>
        <p:grpSpPr>
          <a:xfrm>
            <a:off x="311700" y="3510050"/>
            <a:ext cx="803700" cy="559200"/>
            <a:chOff x="725125" y="742575"/>
            <a:chExt cx="803700" cy="559200"/>
          </a:xfrm>
        </p:grpSpPr>
        <p:sp>
          <p:nvSpPr>
            <p:cNvPr id="494" name="Google Shape;494;p26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pTemp</a:t>
              </a:r>
              <a:endParaRPr/>
            </a:p>
          </p:txBody>
        </p:sp>
        <p:sp>
          <p:nvSpPr>
            <p:cNvPr id="495" name="Google Shape;495;p26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0x02</a:t>
              </a:r>
              <a:endParaRPr/>
            </a:p>
          </p:txBody>
        </p:sp>
      </p:grpSp>
      <p:grpSp>
        <p:nvGrpSpPr>
          <p:cNvPr id="496" name="Google Shape;496;p26"/>
          <p:cNvGrpSpPr/>
          <p:nvPr/>
        </p:nvGrpSpPr>
        <p:grpSpPr>
          <a:xfrm>
            <a:off x="2777075" y="4047950"/>
            <a:ext cx="803700" cy="838800"/>
            <a:chOff x="6538675" y="262075"/>
            <a:chExt cx="803700" cy="838800"/>
          </a:xfrm>
        </p:grpSpPr>
        <p:sp>
          <p:nvSpPr>
            <p:cNvPr id="497" name="Google Shape;497;p26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pNext</a:t>
              </a:r>
              <a:endParaRPr sz="1200"/>
            </a:p>
          </p:txBody>
        </p:sp>
        <p:grpSp>
          <p:nvGrpSpPr>
            <p:cNvPr id="498" name="Google Shape;498;p26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99" name="Google Shape;499;p26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500" name="Google Shape;500;p26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</p:grpSp>
      <p:cxnSp>
        <p:nvCxnSpPr>
          <p:cNvPr id="501" name="Google Shape;501;p26"/>
          <p:cNvCxnSpPr>
            <a:stCxn id="495" idx="3"/>
            <a:endCxn id="499" idx="1"/>
          </p:cNvCxnSpPr>
          <p:nvPr/>
        </p:nvCxnSpPr>
        <p:spPr>
          <a:xfrm>
            <a:off x="1115400" y="3929450"/>
            <a:ext cx="1661700" cy="258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2" name="Google Shape;502;p26"/>
          <p:cNvCxnSpPr>
            <a:stCxn id="492" idx="2"/>
            <a:endCxn id="500" idx="0"/>
          </p:cNvCxnSpPr>
          <p:nvPr/>
        </p:nvCxnSpPr>
        <p:spPr>
          <a:xfrm flipH="1">
            <a:off x="3179050" y="3789550"/>
            <a:ext cx="342900" cy="53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503" name="Google Shape;503;p26"/>
          <p:cNvCxnSpPr>
            <a:stCxn id="483" idx="3"/>
            <a:endCxn id="499" idx="1"/>
          </p:cNvCxnSpPr>
          <p:nvPr/>
        </p:nvCxnSpPr>
        <p:spPr>
          <a:xfrm rot="10800000" flipH="1">
            <a:off x="2433925" y="4187725"/>
            <a:ext cx="343200" cy="5592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04" name="Google Shape;504;p26"/>
          <p:cNvSpPr txBox="1"/>
          <p:nvPr/>
        </p:nvSpPr>
        <p:spPr>
          <a:xfrm>
            <a:off x="4584700" y="1657350"/>
            <a:ext cx="4559400" cy="21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0x01-&gt;</a:t>
            </a:r>
            <a:r>
              <a:rPr lang="ko" dirty="0" err="1"/>
              <a:t>pNext</a:t>
            </a:r>
            <a:r>
              <a:rPr lang="ko" dirty="0"/>
              <a:t> = 0x02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 err="1">
                <a:solidFill>
                  <a:srgbClr val="FF9900"/>
                </a:solidFill>
              </a:rPr>
              <a:t>pBegin</a:t>
            </a:r>
            <a:r>
              <a:rPr lang="ko" dirty="0">
                <a:solidFill>
                  <a:srgbClr val="FF9900"/>
                </a:solidFill>
              </a:rPr>
              <a:t>-&gt;</a:t>
            </a:r>
            <a:r>
              <a:rPr lang="ko" dirty="0" err="1">
                <a:solidFill>
                  <a:srgbClr val="FF9900"/>
                </a:solidFill>
              </a:rPr>
              <a:t>pNext</a:t>
            </a:r>
            <a:r>
              <a:rPr lang="ko" dirty="0">
                <a:solidFill>
                  <a:srgbClr val="FF9900"/>
                </a:solidFill>
              </a:rPr>
              <a:t> = </a:t>
            </a:r>
            <a:r>
              <a:rPr lang="ko" dirty="0" err="1">
                <a:solidFill>
                  <a:srgbClr val="FF9900"/>
                </a:solidFill>
              </a:rPr>
              <a:t>pEnd</a:t>
            </a:r>
            <a:endParaRPr dirty="0" err="1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err="1">
                <a:solidFill>
                  <a:srgbClr val="FF9900"/>
                </a:solidFill>
              </a:rPr>
              <a:t>main의</a:t>
            </a:r>
            <a:r>
              <a:rPr lang="ko" dirty="0">
                <a:solidFill>
                  <a:srgbClr val="FF9900"/>
                </a:solidFill>
              </a:rPr>
              <a:t> </a:t>
            </a:r>
            <a:r>
              <a:rPr lang="ko" err="1">
                <a:solidFill>
                  <a:srgbClr val="FF9900"/>
                </a:solidFill>
              </a:rPr>
              <a:t>지역변수이므로</a:t>
            </a:r>
            <a:r>
              <a:rPr lang="ko" dirty="0">
                <a:solidFill>
                  <a:srgbClr val="FF9900"/>
                </a:solidFill>
              </a:rPr>
              <a:t> 사용이 불가능하다.</a:t>
            </a:r>
            <a:endParaRPr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 err="1">
                <a:solidFill>
                  <a:srgbClr val="FF0000"/>
                </a:solidFill>
              </a:rPr>
              <a:t>pNode</a:t>
            </a:r>
            <a:r>
              <a:rPr lang="ko" dirty="0">
                <a:solidFill>
                  <a:srgbClr val="FF0000"/>
                </a:solidFill>
              </a:rPr>
              <a:t>-&gt;</a:t>
            </a:r>
            <a:r>
              <a:rPr lang="ko" dirty="0" err="1">
                <a:solidFill>
                  <a:srgbClr val="FF0000"/>
                </a:solidFill>
              </a:rPr>
              <a:t>pNext</a:t>
            </a:r>
            <a:r>
              <a:rPr lang="ko" dirty="0">
                <a:solidFill>
                  <a:srgbClr val="FF0000"/>
                </a:solidFill>
              </a:rPr>
              <a:t> = </a:t>
            </a:r>
            <a:r>
              <a:rPr lang="ko" dirty="0" err="1">
                <a:solidFill>
                  <a:srgbClr val="FF0000"/>
                </a:solidFill>
              </a:rPr>
              <a:t>pTemp</a:t>
            </a:r>
            <a:br>
              <a:rPr lang="ko" dirty="0"/>
            </a:br>
            <a:r>
              <a:rPr lang="ko" dirty="0">
                <a:solidFill>
                  <a:srgbClr val="FF0000"/>
                </a:solidFill>
              </a:rPr>
              <a:t>75번째 다음에 해당코드를 추가한다.</a:t>
            </a:r>
            <a:endParaRPr dirty="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b="1" dirty="0">
                <a:solidFill>
                  <a:srgbClr val="FF0000"/>
                </a:solidFill>
              </a:rPr>
              <a:t>다음 코드로 실행하였으나, 프로그램이 중간에 죽는다.</a:t>
            </a:r>
            <a:endParaRPr b="1" dirty="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b="1" dirty="0">
                <a:solidFill>
                  <a:srgbClr val="FF0000"/>
                </a:solidFill>
              </a:rPr>
              <a:t>코드가 변경되면 이전에 상황이 </a:t>
            </a:r>
            <a:r>
              <a:rPr lang="ko" b="1" dirty="0" err="1">
                <a:solidFill>
                  <a:srgbClr val="FF0000"/>
                </a:solidFill>
              </a:rPr>
              <a:t>유효하지않으므로</a:t>
            </a:r>
            <a:r>
              <a:rPr lang="ko" b="1" dirty="0">
                <a:solidFill>
                  <a:srgbClr val="FF0000"/>
                </a:solidFill>
              </a:rPr>
              <a:t>.</a:t>
            </a:r>
            <a:br>
              <a:rPr lang="ko" b="1" dirty="0"/>
            </a:br>
            <a:r>
              <a:rPr lang="ko" b="1" dirty="0">
                <a:solidFill>
                  <a:srgbClr val="FF0000"/>
                </a:solidFill>
              </a:rPr>
              <a:t>처음부터 </a:t>
            </a:r>
            <a:r>
              <a:rPr lang="ko" b="1" dirty="0" err="1">
                <a:solidFill>
                  <a:srgbClr val="FF0000"/>
                </a:solidFill>
              </a:rPr>
              <a:t>다시그린다</a:t>
            </a:r>
            <a:r>
              <a:rPr lang="ko" b="1" dirty="0">
                <a:solidFill>
                  <a:srgbClr val="FF0000"/>
                </a:solidFill>
              </a:rPr>
              <a:t>.</a:t>
            </a:r>
            <a:endParaRPr b="1" dirty="0">
              <a:solidFill>
                <a:srgbClr val="FF0000"/>
              </a:solidFill>
            </a:endParaRPr>
          </a:p>
        </p:txBody>
      </p:sp>
      <p:cxnSp>
        <p:nvCxnSpPr>
          <p:cNvPr id="505" name="Google Shape;505;p26"/>
          <p:cNvCxnSpPr>
            <a:stCxn id="489" idx="1"/>
            <a:endCxn id="481" idx="1"/>
          </p:cNvCxnSpPr>
          <p:nvPr/>
        </p:nvCxnSpPr>
        <p:spPr>
          <a:xfrm flipH="1">
            <a:off x="1630175" y="3649738"/>
            <a:ext cx="343200" cy="53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06" name="Google Shape;506;p26"/>
          <p:cNvSpPr txBox="1"/>
          <p:nvPr/>
        </p:nvSpPr>
        <p:spPr>
          <a:xfrm>
            <a:off x="3416150" y="3782200"/>
            <a:ext cx="499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75</a:t>
            </a:r>
            <a:endParaRPr/>
          </a:p>
        </p:txBody>
      </p:sp>
      <p:sp>
        <p:nvSpPr>
          <p:cNvPr id="507" name="Google Shape;507;p26"/>
          <p:cNvSpPr txBox="1"/>
          <p:nvPr/>
        </p:nvSpPr>
        <p:spPr>
          <a:xfrm>
            <a:off x="926900" y="4267250"/>
            <a:ext cx="499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FF0000"/>
                </a:solidFill>
              </a:rPr>
              <a:t>75</a:t>
            </a:r>
            <a:endParaRPr>
              <a:solidFill>
                <a:srgbClr val="FF0000"/>
              </a:solidFill>
            </a:endParaRPr>
          </a:p>
        </p:txBody>
      </p:sp>
      <p:cxnSp>
        <p:nvCxnSpPr>
          <p:cNvPr id="508" name="Google Shape;508;p26"/>
          <p:cNvCxnSpPr>
            <a:stCxn id="495" idx="2"/>
            <a:endCxn id="483" idx="0"/>
          </p:cNvCxnSpPr>
          <p:nvPr/>
        </p:nvCxnSpPr>
        <p:spPr>
          <a:xfrm>
            <a:off x="713550" y="4069250"/>
            <a:ext cx="1318500" cy="5379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dash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>
          <a:extLst>
            <a:ext uri="{FF2B5EF4-FFF2-40B4-BE49-F238E27FC236}">
              <a16:creationId xmlns:a16="http://schemas.microsoft.com/office/drawing/2014/main" id="{5724B73B-FD2C-7A8C-5508-67ED39AE1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5">
            <a:extLst>
              <a:ext uri="{FF2B5EF4-FFF2-40B4-BE49-F238E27FC236}">
                <a16:creationId xmlns:a16="http://schemas.microsoft.com/office/drawing/2014/main" id="{7E176B5C-7192-9641-DE40-349539E531CA}"/>
              </a:ext>
            </a:extLst>
          </p:cNvPr>
          <p:cNvSpPr txBox="1"/>
          <p:nvPr/>
        </p:nvSpPr>
        <p:spPr>
          <a:xfrm>
            <a:off x="387900" y="1190175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main()</a:t>
            </a:r>
            <a:endParaRPr/>
          </a:p>
        </p:txBody>
      </p:sp>
      <p:grpSp>
        <p:nvGrpSpPr>
          <p:cNvPr id="446" name="Google Shape;446;p25">
            <a:extLst>
              <a:ext uri="{FF2B5EF4-FFF2-40B4-BE49-F238E27FC236}">
                <a16:creationId xmlns:a16="http://schemas.microsoft.com/office/drawing/2014/main" id="{D46F6711-8ECE-12D8-DEBA-5448FA6AD5B1}"/>
              </a:ext>
            </a:extLst>
          </p:cNvPr>
          <p:cNvGrpSpPr/>
          <p:nvPr/>
        </p:nvGrpSpPr>
        <p:grpSpPr>
          <a:xfrm>
            <a:off x="498900" y="1670450"/>
            <a:ext cx="803700" cy="559200"/>
            <a:chOff x="725125" y="742575"/>
            <a:chExt cx="803700" cy="559200"/>
          </a:xfrm>
        </p:grpSpPr>
        <p:sp>
          <p:nvSpPr>
            <p:cNvPr id="447" name="Google Shape;447;p25">
              <a:extLst>
                <a:ext uri="{FF2B5EF4-FFF2-40B4-BE49-F238E27FC236}">
                  <a16:creationId xmlns:a16="http://schemas.microsoft.com/office/drawing/2014/main" id="{BC04D9FD-E377-152C-CE82-755696F48727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pBgin</a:t>
              </a:r>
              <a:endParaRPr/>
            </a:p>
          </p:txBody>
        </p:sp>
        <p:sp>
          <p:nvSpPr>
            <p:cNvPr id="448" name="Google Shape;448;p25">
              <a:extLst>
                <a:ext uri="{FF2B5EF4-FFF2-40B4-BE49-F238E27FC236}">
                  <a16:creationId xmlns:a16="http://schemas.microsoft.com/office/drawing/2014/main" id="{DE27E5C0-4968-6D20-98DD-E320EA3D7718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sp>
        <p:nvSpPr>
          <p:cNvPr id="449" name="Google Shape;449;p25">
            <a:extLst>
              <a:ext uri="{FF2B5EF4-FFF2-40B4-BE49-F238E27FC236}">
                <a16:creationId xmlns:a16="http://schemas.microsoft.com/office/drawing/2014/main" id="{C2DDDAD1-2966-1468-9030-30B1451C56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73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연결리스트 추가(20) 완료 - 문제점찾기(</a:t>
            </a:r>
            <a:r>
              <a:rPr lang="ko">
                <a:solidFill>
                  <a:srgbClr val="FF0000"/>
                </a:solidFill>
              </a:rPr>
              <a:t>추가되지않은 코드</a:t>
            </a:r>
            <a:r>
              <a:rPr lang="ko"/>
              <a:t>)</a:t>
            </a:r>
            <a:endParaRPr/>
          </a:p>
        </p:txBody>
      </p:sp>
      <p:grpSp>
        <p:nvGrpSpPr>
          <p:cNvPr id="450" name="Google Shape;450;p25">
            <a:extLst>
              <a:ext uri="{FF2B5EF4-FFF2-40B4-BE49-F238E27FC236}">
                <a16:creationId xmlns:a16="http://schemas.microsoft.com/office/drawing/2014/main" id="{5E227409-BF97-4D2E-30DE-EB5F484642FF}"/>
              </a:ext>
            </a:extLst>
          </p:cNvPr>
          <p:cNvGrpSpPr/>
          <p:nvPr/>
        </p:nvGrpSpPr>
        <p:grpSpPr>
          <a:xfrm>
            <a:off x="1571525" y="1670450"/>
            <a:ext cx="803700" cy="559200"/>
            <a:chOff x="725125" y="742575"/>
            <a:chExt cx="803700" cy="559200"/>
          </a:xfrm>
        </p:grpSpPr>
        <p:sp>
          <p:nvSpPr>
            <p:cNvPr id="451" name="Google Shape;451;p25">
              <a:extLst>
                <a:ext uri="{FF2B5EF4-FFF2-40B4-BE49-F238E27FC236}">
                  <a16:creationId xmlns:a16="http://schemas.microsoft.com/office/drawing/2014/main" id="{DE0DECAA-29CF-A6DA-80C4-E397ECDC1127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End</a:t>
              </a:r>
              <a:endParaRPr/>
            </a:p>
          </p:txBody>
        </p:sp>
        <p:sp>
          <p:nvSpPr>
            <p:cNvPr id="452" name="Google Shape;452;p25">
              <a:extLst>
                <a:ext uri="{FF2B5EF4-FFF2-40B4-BE49-F238E27FC236}">
                  <a16:creationId xmlns:a16="http://schemas.microsoft.com/office/drawing/2014/main" id="{355F2AE8-4269-0C3D-AEF9-9DA9E606DBAE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0x02</a:t>
              </a:r>
              <a:endParaRPr/>
            </a:p>
          </p:txBody>
        </p:sp>
      </p:grpSp>
      <p:grpSp>
        <p:nvGrpSpPr>
          <p:cNvPr id="453" name="Google Shape;453;p25">
            <a:extLst>
              <a:ext uri="{FF2B5EF4-FFF2-40B4-BE49-F238E27FC236}">
                <a16:creationId xmlns:a16="http://schemas.microsoft.com/office/drawing/2014/main" id="{D236268F-F666-5B5D-5772-03BECA425BD8}"/>
              </a:ext>
            </a:extLst>
          </p:cNvPr>
          <p:cNvGrpSpPr/>
          <p:nvPr/>
        </p:nvGrpSpPr>
        <p:grpSpPr>
          <a:xfrm>
            <a:off x="1630225" y="4047925"/>
            <a:ext cx="803700" cy="838800"/>
            <a:chOff x="6538675" y="262075"/>
            <a:chExt cx="803700" cy="838800"/>
          </a:xfrm>
        </p:grpSpPr>
        <p:grpSp>
          <p:nvGrpSpPr>
            <p:cNvPr id="454" name="Google Shape;454;p25">
              <a:extLst>
                <a:ext uri="{FF2B5EF4-FFF2-40B4-BE49-F238E27FC236}">
                  <a16:creationId xmlns:a16="http://schemas.microsoft.com/office/drawing/2014/main" id="{35315869-2F13-173F-9EBA-A0464188486B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55" name="Google Shape;455;p25">
                <a:extLst>
                  <a:ext uri="{FF2B5EF4-FFF2-40B4-BE49-F238E27FC236}">
                    <a16:creationId xmlns:a16="http://schemas.microsoft.com/office/drawing/2014/main" id="{2723E819-A0E1-25F8-BC5C-48F0A764BCD8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456" name="Google Shape;456;p25">
                <a:extLst>
                  <a:ext uri="{FF2B5EF4-FFF2-40B4-BE49-F238E27FC236}">
                    <a16:creationId xmlns:a16="http://schemas.microsoft.com/office/drawing/2014/main" id="{A4A6C811-268A-BD43-BEF8-63D6B77BA1BC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457" name="Google Shape;457;p25">
              <a:extLst>
                <a:ext uri="{FF2B5EF4-FFF2-40B4-BE49-F238E27FC236}">
                  <a16:creationId xmlns:a16="http://schemas.microsoft.com/office/drawing/2014/main" id="{E3018930-ACCC-F530-05D7-26F72BB8D54D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>
                  <a:solidFill>
                    <a:srgbClr val="FF0000"/>
                  </a:solidFill>
                </a:rPr>
                <a:t>0x02</a:t>
              </a:r>
              <a:endParaRPr sz="1200">
                <a:solidFill>
                  <a:srgbClr val="FF0000"/>
                </a:solidFill>
              </a:endParaRPr>
            </a:p>
          </p:txBody>
        </p:sp>
      </p:grpSp>
      <p:cxnSp>
        <p:nvCxnSpPr>
          <p:cNvPr id="458" name="Google Shape;458;p25">
            <a:extLst>
              <a:ext uri="{FF2B5EF4-FFF2-40B4-BE49-F238E27FC236}">
                <a16:creationId xmlns:a16="http://schemas.microsoft.com/office/drawing/2014/main" id="{CEAD734F-E678-B170-0B5B-CB18233B539B}"/>
              </a:ext>
            </a:extLst>
          </p:cNvPr>
          <p:cNvCxnSpPr>
            <a:endCxn id="459" idx="1"/>
          </p:cNvCxnSpPr>
          <p:nvPr/>
        </p:nvCxnSpPr>
        <p:spPr>
          <a:xfrm>
            <a:off x="1973375" y="2229650"/>
            <a:ext cx="803700" cy="195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0" name="Google Shape;460;p25">
            <a:extLst>
              <a:ext uri="{FF2B5EF4-FFF2-40B4-BE49-F238E27FC236}">
                <a16:creationId xmlns:a16="http://schemas.microsoft.com/office/drawing/2014/main" id="{985D0B38-9049-1796-8697-FFE761F1D320}"/>
              </a:ext>
            </a:extLst>
          </p:cNvPr>
          <p:cNvCxnSpPr>
            <a:stCxn id="448" idx="2"/>
            <a:endCxn id="455" idx="1"/>
          </p:cNvCxnSpPr>
          <p:nvPr/>
        </p:nvCxnSpPr>
        <p:spPr>
          <a:xfrm>
            <a:off x="900750" y="2229650"/>
            <a:ext cx="729600" cy="195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461" name="Google Shape;461;p25">
            <a:extLst>
              <a:ext uri="{FF2B5EF4-FFF2-40B4-BE49-F238E27FC236}">
                <a16:creationId xmlns:a16="http://schemas.microsoft.com/office/drawing/2014/main" id="{1787E3F2-4760-5B2F-8548-0042F61E273C}"/>
              </a:ext>
            </a:extLst>
          </p:cNvPr>
          <p:cNvGrpSpPr/>
          <p:nvPr/>
        </p:nvGrpSpPr>
        <p:grpSpPr>
          <a:xfrm>
            <a:off x="2777075" y="4047950"/>
            <a:ext cx="803700" cy="838800"/>
            <a:chOff x="6538675" y="262075"/>
            <a:chExt cx="803700" cy="838800"/>
          </a:xfrm>
        </p:grpSpPr>
        <p:sp>
          <p:nvSpPr>
            <p:cNvPr id="462" name="Google Shape;462;p25">
              <a:extLst>
                <a:ext uri="{FF2B5EF4-FFF2-40B4-BE49-F238E27FC236}">
                  <a16:creationId xmlns:a16="http://schemas.microsoft.com/office/drawing/2014/main" id="{A1C8DA9C-D657-2556-4645-8A19AAC6E0BF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다음주소</a:t>
              </a:r>
              <a:endParaRPr sz="1200"/>
            </a:p>
          </p:txBody>
        </p:sp>
        <p:grpSp>
          <p:nvGrpSpPr>
            <p:cNvPr id="463" name="Google Shape;463;p25">
              <a:extLst>
                <a:ext uri="{FF2B5EF4-FFF2-40B4-BE49-F238E27FC236}">
                  <a16:creationId xmlns:a16="http://schemas.microsoft.com/office/drawing/2014/main" id="{40C45C4B-D774-F2C2-D897-3A562B1A0C39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59" name="Google Shape;459;p25">
                <a:extLst>
                  <a:ext uri="{FF2B5EF4-FFF2-40B4-BE49-F238E27FC236}">
                    <a16:creationId xmlns:a16="http://schemas.microsoft.com/office/drawing/2014/main" id="{D9FE9E95-9617-7674-C20F-8D22335CCD63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464" name="Google Shape;464;p25">
                <a:extLst>
                  <a:ext uri="{FF2B5EF4-FFF2-40B4-BE49-F238E27FC236}">
                    <a16:creationId xmlns:a16="http://schemas.microsoft.com/office/drawing/2014/main" id="{ED4E4EDC-FDC1-6544-1BE5-91CDF870AE74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</p:grpSp>
      <p:cxnSp>
        <p:nvCxnSpPr>
          <p:cNvPr id="465" name="Google Shape;465;p25">
            <a:extLst>
              <a:ext uri="{FF2B5EF4-FFF2-40B4-BE49-F238E27FC236}">
                <a16:creationId xmlns:a16="http://schemas.microsoft.com/office/drawing/2014/main" id="{7E98B43C-7443-8374-AF59-DF87CA66EA53}"/>
              </a:ext>
            </a:extLst>
          </p:cNvPr>
          <p:cNvCxnSpPr>
            <a:stCxn id="457" idx="3"/>
            <a:endCxn id="459" idx="1"/>
          </p:cNvCxnSpPr>
          <p:nvPr/>
        </p:nvCxnSpPr>
        <p:spPr>
          <a:xfrm rot="10800000" flipH="1">
            <a:off x="2433925" y="4187725"/>
            <a:ext cx="343200" cy="5592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66" name="Google Shape;466;p25">
            <a:extLst>
              <a:ext uri="{FF2B5EF4-FFF2-40B4-BE49-F238E27FC236}">
                <a16:creationId xmlns:a16="http://schemas.microsoft.com/office/drawing/2014/main" id="{BC0D1B2D-93EA-59B3-FC00-F2D29424F487}"/>
              </a:ext>
            </a:extLst>
          </p:cNvPr>
          <p:cNvSpPr txBox="1"/>
          <p:nvPr/>
        </p:nvSpPr>
        <p:spPr>
          <a:xfrm>
            <a:off x="3904350" y="1657350"/>
            <a:ext cx="46620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0x01-&gt;</a:t>
            </a:r>
            <a:r>
              <a:rPr lang="ko" dirty="0" err="1"/>
              <a:t>next</a:t>
            </a:r>
            <a:r>
              <a:rPr lang="ko" dirty="0"/>
              <a:t> = 0x02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solidFill>
                  <a:srgbClr val="FF9900"/>
                </a:solidFill>
              </a:rPr>
              <a:t>45 </a:t>
            </a:r>
            <a:r>
              <a:rPr lang="ko" dirty="0" err="1">
                <a:solidFill>
                  <a:srgbClr val="FF9900"/>
                </a:solidFill>
              </a:rPr>
              <a:t>pBegin</a:t>
            </a:r>
            <a:r>
              <a:rPr lang="ko" dirty="0">
                <a:solidFill>
                  <a:srgbClr val="FF9900"/>
                </a:solidFill>
              </a:rPr>
              <a:t>-&gt;</a:t>
            </a:r>
            <a:r>
              <a:rPr lang="ko" dirty="0" err="1">
                <a:solidFill>
                  <a:srgbClr val="FF9900"/>
                </a:solidFill>
              </a:rPr>
              <a:t>pNext</a:t>
            </a:r>
            <a:r>
              <a:rPr lang="ko" dirty="0">
                <a:solidFill>
                  <a:srgbClr val="FF9900"/>
                </a:solidFill>
              </a:rPr>
              <a:t> = </a:t>
            </a:r>
            <a:r>
              <a:rPr lang="ko" dirty="0" err="1">
                <a:solidFill>
                  <a:srgbClr val="FF9900"/>
                </a:solidFill>
              </a:rPr>
              <a:t>pEnd</a:t>
            </a:r>
            <a:endParaRPr dirty="0" err="1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dirty="0">
                <a:solidFill>
                  <a:srgbClr val="FF9900"/>
                </a:solidFill>
              </a:rPr>
              <a:t>연결시키는 기능은 </a:t>
            </a:r>
            <a:r>
              <a:rPr lang="ko" err="1">
                <a:solidFill>
                  <a:srgbClr val="FF9900"/>
                </a:solidFill>
              </a:rPr>
              <a:t>노드추가에</a:t>
            </a:r>
            <a:r>
              <a:rPr lang="ko" dirty="0">
                <a:solidFill>
                  <a:srgbClr val="FF9900"/>
                </a:solidFill>
              </a:rPr>
              <a:t> </a:t>
            </a:r>
            <a:r>
              <a:rPr lang="ko" err="1">
                <a:solidFill>
                  <a:srgbClr val="FF9900"/>
                </a:solidFill>
              </a:rPr>
              <a:t>포함되어야한다</a:t>
            </a:r>
            <a:r>
              <a:rPr lang="ko" dirty="0">
                <a:solidFill>
                  <a:srgbClr val="FF9900"/>
                </a:solidFill>
              </a:rPr>
              <a:t>.</a:t>
            </a:r>
            <a:endParaRPr dirty="0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dirty="0">
                <a:solidFill>
                  <a:srgbClr val="FF0000"/>
                </a:solidFill>
              </a:rPr>
              <a:t>그러므로, </a:t>
            </a:r>
            <a:r>
              <a:rPr lang="ko" dirty="0" err="1">
                <a:solidFill>
                  <a:srgbClr val="FF0000"/>
                </a:solidFill>
              </a:rPr>
              <a:t>pBegin과</a:t>
            </a:r>
            <a:r>
              <a:rPr lang="ko" dirty="0">
                <a:solidFill>
                  <a:srgbClr val="FF0000"/>
                </a:solidFill>
              </a:rPr>
              <a:t> </a:t>
            </a:r>
            <a:r>
              <a:rPr lang="ko" dirty="0" err="1">
                <a:solidFill>
                  <a:srgbClr val="FF0000"/>
                </a:solidFill>
              </a:rPr>
              <a:t>pEnd는</a:t>
            </a:r>
            <a:r>
              <a:rPr lang="ko" dirty="0">
                <a:solidFill>
                  <a:srgbClr val="FF0000"/>
                </a:solidFill>
              </a:rPr>
              <a:t> </a:t>
            </a:r>
            <a:r>
              <a:rPr lang="ko" dirty="0" err="1">
                <a:solidFill>
                  <a:srgbClr val="FF0000"/>
                </a:solidFill>
              </a:rPr>
              <a:t>main함수</a:t>
            </a:r>
            <a:r>
              <a:rPr lang="ko" dirty="0">
                <a:solidFill>
                  <a:srgbClr val="FF0000"/>
                </a:solidFill>
              </a:rPr>
              <a:t> </a:t>
            </a:r>
            <a:r>
              <a:rPr lang="ko" dirty="0" err="1">
                <a:solidFill>
                  <a:srgbClr val="FF0000"/>
                </a:solidFill>
              </a:rPr>
              <a:t>지역변수이므로</a:t>
            </a:r>
            <a:r>
              <a:rPr lang="ko" dirty="0">
                <a:solidFill>
                  <a:srgbClr val="FF0000"/>
                </a:solidFill>
              </a:rPr>
              <a:t>,</a:t>
            </a:r>
            <a:br>
              <a:rPr lang="ko" dirty="0"/>
            </a:br>
            <a:r>
              <a:rPr lang="ko" dirty="0">
                <a:solidFill>
                  <a:srgbClr val="FF0000"/>
                </a:solidFill>
              </a:rPr>
              <a:t>다음과 같은 그림이 </a:t>
            </a:r>
            <a:r>
              <a:rPr lang="ko" dirty="0" err="1">
                <a:solidFill>
                  <a:srgbClr val="FF0000"/>
                </a:solidFill>
              </a:rPr>
              <a:t>main함수</a:t>
            </a:r>
            <a:r>
              <a:rPr lang="ko" dirty="0">
                <a:solidFill>
                  <a:srgbClr val="FF0000"/>
                </a:solidFill>
              </a:rPr>
              <a:t> 영역에서 작성되면, 정상적인 코드가 아니다.</a:t>
            </a:r>
            <a:endParaRPr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54502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연결리스트 추가(10) - 코드가 추가되었으므로 다시 그린다.</a:t>
            </a:r>
            <a:endParaRPr/>
          </a:p>
        </p:txBody>
      </p:sp>
      <p:sp>
        <p:nvSpPr>
          <p:cNvPr id="514" name="Google Shape;514;p27"/>
          <p:cNvSpPr txBox="1"/>
          <p:nvPr/>
        </p:nvSpPr>
        <p:spPr>
          <a:xfrm>
            <a:off x="387900" y="1190175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34 main()</a:t>
            </a:r>
            <a:endParaRPr/>
          </a:p>
        </p:txBody>
      </p:sp>
      <p:grpSp>
        <p:nvGrpSpPr>
          <p:cNvPr id="515" name="Google Shape;515;p27"/>
          <p:cNvGrpSpPr/>
          <p:nvPr/>
        </p:nvGrpSpPr>
        <p:grpSpPr>
          <a:xfrm>
            <a:off x="498900" y="1670450"/>
            <a:ext cx="803700" cy="559200"/>
            <a:chOff x="725125" y="742575"/>
            <a:chExt cx="803700" cy="559200"/>
          </a:xfrm>
        </p:grpSpPr>
        <p:sp>
          <p:nvSpPr>
            <p:cNvPr id="516" name="Google Shape;516;p27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pBgin</a:t>
              </a:r>
              <a:endParaRPr/>
            </a:p>
          </p:txBody>
        </p:sp>
        <p:sp>
          <p:nvSpPr>
            <p:cNvPr id="517" name="Google Shape;517;p27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N</a:t>
              </a:r>
              <a:endParaRPr/>
            </a:p>
          </p:txBody>
        </p:sp>
      </p:grpSp>
      <p:grpSp>
        <p:nvGrpSpPr>
          <p:cNvPr id="518" name="Google Shape;518;p27"/>
          <p:cNvGrpSpPr/>
          <p:nvPr/>
        </p:nvGrpSpPr>
        <p:grpSpPr>
          <a:xfrm>
            <a:off x="1571525" y="1670450"/>
            <a:ext cx="803700" cy="559200"/>
            <a:chOff x="725125" y="742575"/>
            <a:chExt cx="803700" cy="559200"/>
          </a:xfrm>
        </p:grpSpPr>
        <p:sp>
          <p:nvSpPr>
            <p:cNvPr id="519" name="Google Shape;519;p27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End</a:t>
              </a:r>
              <a:endParaRPr/>
            </a:p>
          </p:txBody>
        </p:sp>
        <p:sp>
          <p:nvSpPr>
            <p:cNvPr id="520" name="Google Shape;520;p27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N</a:t>
              </a:r>
              <a:endParaRPr/>
            </a:p>
          </p:txBody>
        </p:sp>
      </p:grpSp>
      <p:sp>
        <p:nvSpPr>
          <p:cNvPr id="521" name="Google Shape;521;p27"/>
          <p:cNvSpPr txBox="1"/>
          <p:nvPr/>
        </p:nvSpPr>
        <p:spPr>
          <a:xfrm>
            <a:off x="346500" y="2571750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 43 CreateNode(pEnd, 10)</a:t>
            </a:r>
            <a:endParaRPr/>
          </a:p>
        </p:txBody>
      </p:sp>
      <p:grpSp>
        <p:nvGrpSpPr>
          <p:cNvPr id="522" name="Google Shape;522;p27"/>
          <p:cNvGrpSpPr/>
          <p:nvPr/>
        </p:nvGrpSpPr>
        <p:grpSpPr>
          <a:xfrm>
            <a:off x="1565700" y="3129125"/>
            <a:ext cx="803700" cy="559200"/>
            <a:chOff x="725125" y="742575"/>
            <a:chExt cx="803700" cy="559200"/>
          </a:xfrm>
        </p:grpSpPr>
        <p:sp>
          <p:nvSpPr>
            <p:cNvPr id="523" name="Google Shape;523;p27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pNode</a:t>
              </a:r>
              <a:endParaRPr/>
            </a:p>
          </p:txBody>
        </p:sp>
        <p:sp>
          <p:nvSpPr>
            <p:cNvPr id="524" name="Google Shape;524;p27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>
                  <a:solidFill>
                    <a:srgbClr val="FF9900"/>
                  </a:solidFill>
                </a:rPr>
                <a:t>N</a:t>
              </a:r>
              <a:endParaRPr>
                <a:solidFill>
                  <a:srgbClr val="FF9900"/>
                </a:solidFill>
              </a:endParaRPr>
            </a:p>
          </p:txBody>
        </p:sp>
      </p:grpSp>
      <p:grpSp>
        <p:nvGrpSpPr>
          <p:cNvPr id="525" name="Google Shape;525;p27"/>
          <p:cNvGrpSpPr/>
          <p:nvPr/>
        </p:nvGrpSpPr>
        <p:grpSpPr>
          <a:xfrm>
            <a:off x="2638325" y="3129125"/>
            <a:ext cx="803700" cy="559200"/>
            <a:chOff x="725125" y="742575"/>
            <a:chExt cx="803700" cy="559200"/>
          </a:xfrm>
        </p:grpSpPr>
        <p:sp>
          <p:nvSpPr>
            <p:cNvPr id="526" name="Google Shape;526;p27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data</a:t>
              </a:r>
              <a:endParaRPr/>
            </a:p>
          </p:txBody>
        </p:sp>
        <p:sp>
          <p:nvSpPr>
            <p:cNvPr id="527" name="Google Shape;527;p27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10</a:t>
              </a:r>
              <a:endParaRPr/>
            </a:p>
          </p:txBody>
        </p:sp>
      </p:grpSp>
      <p:cxnSp>
        <p:nvCxnSpPr>
          <p:cNvPr id="528" name="Google Shape;528;p27"/>
          <p:cNvCxnSpPr>
            <a:stCxn id="520" idx="2"/>
            <a:endCxn id="524" idx="0"/>
          </p:cNvCxnSpPr>
          <p:nvPr/>
        </p:nvCxnSpPr>
        <p:spPr>
          <a:xfrm flipH="1">
            <a:off x="1967675" y="2229650"/>
            <a:ext cx="5700" cy="117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grpSp>
        <p:nvGrpSpPr>
          <p:cNvPr id="529" name="Google Shape;529;p27"/>
          <p:cNvGrpSpPr/>
          <p:nvPr/>
        </p:nvGrpSpPr>
        <p:grpSpPr>
          <a:xfrm>
            <a:off x="498900" y="3825825"/>
            <a:ext cx="803700" cy="559200"/>
            <a:chOff x="725125" y="742575"/>
            <a:chExt cx="803700" cy="559200"/>
          </a:xfrm>
        </p:grpSpPr>
        <p:sp>
          <p:nvSpPr>
            <p:cNvPr id="530" name="Google Shape;530;p27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pTemp</a:t>
              </a:r>
              <a:endParaRPr/>
            </a:p>
          </p:txBody>
        </p:sp>
        <p:sp>
          <p:nvSpPr>
            <p:cNvPr id="531" name="Google Shape;531;p27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532" name="Google Shape;532;p27"/>
          <p:cNvGrpSpPr/>
          <p:nvPr/>
        </p:nvGrpSpPr>
        <p:grpSpPr>
          <a:xfrm>
            <a:off x="1630225" y="4047925"/>
            <a:ext cx="803700" cy="838800"/>
            <a:chOff x="6538675" y="262075"/>
            <a:chExt cx="803700" cy="838800"/>
          </a:xfrm>
        </p:grpSpPr>
        <p:grpSp>
          <p:nvGrpSpPr>
            <p:cNvPr id="533" name="Google Shape;533;p27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34" name="Google Shape;534;p27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535" name="Google Shape;535;p27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536" name="Google Shape;536;p27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ko" sz="1200">
                  <a:solidFill>
                    <a:schemeClr val="dk1"/>
                  </a:solidFill>
                </a:rPr>
                <a:t>pNext</a:t>
              </a:r>
              <a:endParaRPr sz="1200">
                <a:solidFill>
                  <a:schemeClr val="dk1"/>
                </a:solidFill>
              </a:endParaRPr>
            </a:p>
          </p:txBody>
        </p:sp>
      </p:grpSp>
      <p:cxnSp>
        <p:nvCxnSpPr>
          <p:cNvPr id="537" name="Google Shape;537;p27"/>
          <p:cNvCxnSpPr>
            <a:stCxn id="531" idx="3"/>
            <a:endCxn id="534" idx="1"/>
          </p:cNvCxnSpPr>
          <p:nvPr/>
        </p:nvCxnSpPr>
        <p:spPr>
          <a:xfrm rot="10800000" flipH="1">
            <a:off x="1302600" y="4187625"/>
            <a:ext cx="327600" cy="57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8" name="Google Shape;538;p27"/>
          <p:cNvCxnSpPr>
            <a:stCxn id="527" idx="2"/>
            <a:endCxn id="535" idx="0"/>
          </p:cNvCxnSpPr>
          <p:nvPr/>
        </p:nvCxnSpPr>
        <p:spPr>
          <a:xfrm flipH="1">
            <a:off x="2032175" y="3688325"/>
            <a:ext cx="1008000" cy="639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539" name="Google Shape;539;p27"/>
          <p:cNvSpPr txBox="1"/>
          <p:nvPr/>
        </p:nvSpPr>
        <p:spPr>
          <a:xfrm>
            <a:off x="1130035" y="3084725"/>
            <a:ext cx="444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70</a:t>
            </a:r>
            <a:endParaRPr/>
          </a:p>
        </p:txBody>
      </p:sp>
      <p:sp>
        <p:nvSpPr>
          <p:cNvPr id="540" name="Google Shape;540;p27"/>
          <p:cNvSpPr txBox="1"/>
          <p:nvPr/>
        </p:nvSpPr>
        <p:spPr>
          <a:xfrm>
            <a:off x="268650" y="3390250"/>
            <a:ext cx="64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72-74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연결리스트 추가(10) 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546" name="Google Shape;546;p28"/>
          <p:cNvSpPr txBox="1"/>
          <p:nvPr/>
        </p:nvSpPr>
        <p:spPr>
          <a:xfrm>
            <a:off x="387900" y="1190175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main()</a:t>
            </a:r>
            <a:endParaRPr/>
          </a:p>
        </p:txBody>
      </p:sp>
      <p:grpSp>
        <p:nvGrpSpPr>
          <p:cNvPr id="547" name="Google Shape;547;p28"/>
          <p:cNvGrpSpPr/>
          <p:nvPr/>
        </p:nvGrpSpPr>
        <p:grpSpPr>
          <a:xfrm>
            <a:off x="498900" y="1670450"/>
            <a:ext cx="803700" cy="559200"/>
            <a:chOff x="725125" y="742575"/>
            <a:chExt cx="803700" cy="559200"/>
          </a:xfrm>
        </p:grpSpPr>
        <p:sp>
          <p:nvSpPr>
            <p:cNvPr id="548" name="Google Shape;548;p28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pBgin</a:t>
              </a:r>
              <a:endParaRPr/>
            </a:p>
          </p:txBody>
        </p:sp>
        <p:sp>
          <p:nvSpPr>
            <p:cNvPr id="549" name="Google Shape;549;p28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N</a:t>
              </a:r>
              <a:endParaRPr/>
            </a:p>
          </p:txBody>
        </p:sp>
      </p:grpSp>
      <p:grpSp>
        <p:nvGrpSpPr>
          <p:cNvPr id="550" name="Google Shape;550;p28"/>
          <p:cNvGrpSpPr/>
          <p:nvPr/>
        </p:nvGrpSpPr>
        <p:grpSpPr>
          <a:xfrm>
            <a:off x="1571525" y="1670450"/>
            <a:ext cx="803700" cy="559200"/>
            <a:chOff x="725125" y="742575"/>
            <a:chExt cx="803700" cy="559200"/>
          </a:xfrm>
        </p:grpSpPr>
        <p:sp>
          <p:nvSpPr>
            <p:cNvPr id="551" name="Google Shape;551;p28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End</a:t>
              </a:r>
              <a:endParaRPr/>
            </a:p>
          </p:txBody>
        </p:sp>
        <p:sp>
          <p:nvSpPr>
            <p:cNvPr id="552" name="Google Shape;552;p28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N</a:t>
              </a:r>
              <a:endParaRPr/>
            </a:p>
          </p:txBody>
        </p:sp>
      </p:grpSp>
      <p:sp>
        <p:nvSpPr>
          <p:cNvPr id="553" name="Google Shape;553;p28"/>
          <p:cNvSpPr txBox="1"/>
          <p:nvPr/>
        </p:nvSpPr>
        <p:spPr>
          <a:xfrm>
            <a:off x="346500" y="2571750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 43 CreateNode(pEnd, 10)</a:t>
            </a:r>
            <a:endParaRPr/>
          </a:p>
        </p:txBody>
      </p:sp>
      <p:grpSp>
        <p:nvGrpSpPr>
          <p:cNvPr id="554" name="Google Shape;554;p28"/>
          <p:cNvGrpSpPr/>
          <p:nvPr/>
        </p:nvGrpSpPr>
        <p:grpSpPr>
          <a:xfrm>
            <a:off x="1565700" y="3129125"/>
            <a:ext cx="803700" cy="559200"/>
            <a:chOff x="725125" y="742575"/>
            <a:chExt cx="803700" cy="559200"/>
          </a:xfrm>
        </p:grpSpPr>
        <p:sp>
          <p:nvSpPr>
            <p:cNvPr id="555" name="Google Shape;555;p28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pNode</a:t>
              </a:r>
              <a:endParaRPr/>
            </a:p>
          </p:txBody>
        </p:sp>
        <p:sp>
          <p:nvSpPr>
            <p:cNvPr id="556" name="Google Shape;556;p28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>
                  <a:solidFill>
                    <a:srgbClr val="FF9900"/>
                  </a:solidFill>
                </a:rPr>
                <a:t>N</a:t>
              </a:r>
              <a:endParaRPr>
                <a:solidFill>
                  <a:srgbClr val="FF9900"/>
                </a:solidFill>
              </a:endParaRPr>
            </a:p>
          </p:txBody>
        </p:sp>
      </p:grpSp>
      <p:grpSp>
        <p:nvGrpSpPr>
          <p:cNvPr id="557" name="Google Shape;557;p28"/>
          <p:cNvGrpSpPr/>
          <p:nvPr/>
        </p:nvGrpSpPr>
        <p:grpSpPr>
          <a:xfrm>
            <a:off x="2638325" y="3129125"/>
            <a:ext cx="803700" cy="559200"/>
            <a:chOff x="725125" y="742575"/>
            <a:chExt cx="803700" cy="559200"/>
          </a:xfrm>
        </p:grpSpPr>
        <p:sp>
          <p:nvSpPr>
            <p:cNvPr id="558" name="Google Shape;558;p28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data</a:t>
              </a:r>
              <a:endParaRPr/>
            </a:p>
          </p:txBody>
        </p:sp>
        <p:sp>
          <p:nvSpPr>
            <p:cNvPr id="559" name="Google Shape;559;p28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10</a:t>
              </a:r>
              <a:endParaRPr/>
            </a:p>
          </p:txBody>
        </p:sp>
      </p:grpSp>
      <p:cxnSp>
        <p:nvCxnSpPr>
          <p:cNvPr id="560" name="Google Shape;560;p28"/>
          <p:cNvCxnSpPr>
            <a:stCxn id="552" idx="2"/>
            <a:endCxn id="556" idx="0"/>
          </p:cNvCxnSpPr>
          <p:nvPr/>
        </p:nvCxnSpPr>
        <p:spPr>
          <a:xfrm flipH="1">
            <a:off x="1967675" y="2229650"/>
            <a:ext cx="5700" cy="117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grpSp>
        <p:nvGrpSpPr>
          <p:cNvPr id="561" name="Google Shape;561;p28"/>
          <p:cNvGrpSpPr/>
          <p:nvPr/>
        </p:nvGrpSpPr>
        <p:grpSpPr>
          <a:xfrm>
            <a:off x="498900" y="3825825"/>
            <a:ext cx="803700" cy="559200"/>
            <a:chOff x="725125" y="742575"/>
            <a:chExt cx="803700" cy="559200"/>
          </a:xfrm>
        </p:grpSpPr>
        <p:sp>
          <p:nvSpPr>
            <p:cNvPr id="562" name="Google Shape;562;p28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pTemp</a:t>
              </a:r>
              <a:endParaRPr/>
            </a:p>
          </p:txBody>
        </p:sp>
        <p:sp>
          <p:nvSpPr>
            <p:cNvPr id="563" name="Google Shape;563;p28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564" name="Google Shape;564;p28"/>
          <p:cNvGrpSpPr/>
          <p:nvPr/>
        </p:nvGrpSpPr>
        <p:grpSpPr>
          <a:xfrm>
            <a:off x="1630225" y="4047925"/>
            <a:ext cx="803700" cy="838800"/>
            <a:chOff x="6538675" y="262075"/>
            <a:chExt cx="803700" cy="838800"/>
          </a:xfrm>
        </p:grpSpPr>
        <p:grpSp>
          <p:nvGrpSpPr>
            <p:cNvPr id="565" name="Google Shape;565;p28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66" name="Google Shape;566;p28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567" name="Google Shape;567;p28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568" name="Google Shape;568;p28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>
                  <a:solidFill>
                    <a:schemeClr val="dk1"/>
                  </a:solidFill>
                </a:rPr>
                <a:t>pNext</a:t>
              </a:r>
              <a:endParaRPr sz="1200"/>
            </a:p>
          </p:txBody>
        </p:sp>
      </p:grpSp>
      <p:cxnSp>
        <p:nvCxnSpPr>
          <p:cNvPr id="569" name="Google Shape;569;p28"/>
          <p:cNvCxnSpPr>
            <a:stCxn id="563" idx="3"/>
            <a:endCxn id="566" idx="1"/>
          </p:cNvCxnSpPr>
          <p:nvPr/>
        </p:nvCxnSpPr>
        <p:spPr>
          <a:xfrm rot="10800000" flipH="1">
            <a:off x="1302600" y="4187625"/>
            <a:ext cx="327600" cy="57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70" name="Google Shape;570;p28"/>
          <p:cNvCxnSpPr>
            <a:stCxn id="559" idx="2"/>
            <a:endCxn id="567" idx="0"/>
          </p:cNvCxnSpPr>
          <p:nvPr/>
        </p:nvCxnSpPr>
        <p:spPr>
          <a:xfrm flipH="1">
            <a:off x="2032175" y="3688325"/>
            <a:ext cx="1008000" cy="639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571" name="Google Shape;571;p28"/>
          <p:cNvSpPr txBox="1"/>
          <p:nvPr/>
        </p:nvSpPr>
        <p:spPr>
          <a:xfrm>
            <a:off x="76200" y="1654625"/>
            <a:ext cx="387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39</a:t>
            </a:r>
            <a:endParaRPr/>
          </a:p>
        </p:txBody>
      </p:sp>
      <p:sp>
        <p:nvSpPr>
          <p:cNvPr id="572" name="Google Shape;572;p28"/>
          <p:cNvSpPr txBox="1"/>
          <p:nvPr/>
        </p:nvSpPr>
        <p:spPr>
          <a:xfrm>
            <a:off x="1272450" y="1654625"/>
            <a:ext cx="387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40</a:t>
            </a:r>
            <a:endParaRPr/>
          </a:p>
        </p:txBody>
      </p:sp>
      <p:sp>
        <p:nvSpPr>
          <p:cNvPr id="573" name="Google Shape;573;p28"/>
          <p:cNvSpPr txBox="1"/>
          <p:nvPr/>
        </p:nvSpPr>
        <p:spPr>
          <a:xfrm>
            <a:off x="2577900" y="3845500"/>
            <a:ext cx="64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75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연결리스트 추가(10) -연결시문제점(</a:t>
            </a:r>
            <a:r>
              <a:rPr lang="ko">
                <a:solidFill>
                  <a:srgbClr val="FF0000"/>
                </a:solidFill>
              </a:rPr>
              <a:t>추가되지않은 코드</a:t>
            </a:r>
            <a:r>
              <a:rPr lang="ko">
                <a:solidFill>
                  <a:srgbClr val="000000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579" name="Google Shape;579;p29"/>
          <p:cNvSpPr txBox="1"/>
          <p:nvPr/>
        </p:nvSpPr>
        <p:spPr>
          <a:xfrm>
            <a:off x="387900" y="1190175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main()</a:t>
            </a:r>
            <a:endParaRPr/>
          </a:p>
        </p:txBody>
      </p:sp>
      <p:grpSp>
        <p:nvGrpSpPr>
          <p:cNvPr id="580" name="Google Shape;580;p29"/>
          <p:cNvGrpSpPr/>
          <p:nvPr/>
        </p:nvGrpSpPr>
        <p:grpSpPr>
          <a:xfrm>
            <a:off x="498900" y="1670450"/>
            <a:ext cx="803700" cy="559200"/>
            <a:chOff x="725125" y="742575"/>
            <a:chExt cx="803700" cy="559200"/>
          </a:xfrm>
        </p:grpSpPr>
        <p:sp>
          <p:nvSpPr>
            <p:cNvPr id="581" name="Google Shape;581;p29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pBgin</a:t>
              </a:r>
              <a:endParaRPr/>
            </a:p>
          </p:txBody>
        </p:sp>
        <p:sp>
          <p:nvSpPr>
            <p:cNvPr id="582" name="Google Shape;582;p29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N</a:t>
              </a:r>
              <a:endParaRPr/>
            </a:p>
          </p:txBody>
        </p:sp>
      </p:grpSp>
      <p:grpSp>
        <p:nvGrpSpPr>
          <p:cNvPr id="583" name="Google Shape;583;p29"/>
          <p:cNvGrpSpPr/>
          <p:nvPr/>
        </p:nvGrpSpPr>
        <p:grpSpPr>
          <a:xfrm>
            <a:off x="1571525" y="1670450"/>
            <a:ext cx="803700" cy="559200"/>
            <a:chOff x="725125" y="742575"/>
            <a:chExt cx="803700" cy="559200"/>
          </a:xfrm>
        </p:grpSpPr>
        <p:sp>
          <p:nvSpPr>
            <p:cNvPr id="584" name="Google Shape;584;p29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End</a:t>
              </a:r>
              <a:endParaRPr/>
            </a:p>
          </p:txBody>
        </p:sp>
        <p:sp>
          <p:nvSpPr>
            <p:cNvPr id="585" name="Google Shape;585;p29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N</a:t>
              </a:r>
              <a:endParaRPr/>
            </a:p>
          </p:txBody>
        </p:sp>
      </p:grpSp>
      <p:sp>
        <p:nvSpPr>
          <p:cNvPr id="586" name="Google Shape;586;p29"/>
          <p:cNvSpPr txBox="1"/>
          <p:nvPr/>
        </p:nvSpPr>
        <p:spPr>
          <a:xfrm>
            <a:off x="346500" y="2571750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 43 CreateNode(pEnd, 10)</a:t>
            </a:r>
            <a:endParaRPr/>
          </a:p>
        </p:txBody>
      </p:sp>
      <p:grpSp>
        <p:nvGrpSpPr>
          <p:cNvPr id="587" name="Google Shape;587;p29"/>
          <p:cNvGrpSpPr/>
          <p:nvPr/>
        </p:nvGrpSpPr>
        <p:grpSpPr>
          <a:xfrm>
            <a:off x="1565700" y="3129125"/>
            <a:ext cx="803700" cy="559200"/>
            <a:chOff x="725125" y="742575"/>
            <a:chExt cx="803700" cy="559200"/>
          </a:xfrm>
        </p:grpSpPr>
        <p:sp>
          <p:nvSpPr>
            <p:cNvPr id="588" name="Google Shape;588;p29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pNode</a:t>
              </a:r>
              <a:endParaRPr/>
            </a:p>
          </p:txBody>
        </p:sp>
        <p:sp>
          <p:nvSpPr>
            <p:cNvPr id="589" name="Google Shape;589;p29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>
                  <a:solidFill>
                    <a:srgbClr val="FF9900"/>
                  </a:solidFill>
                </a:rPr>
                <a:t>N</a:t>
              </a:r>
              <a:endParaRPr>
                <a:solidFill>
                  <a:srgbClr val="FF9900"/>
                </a:solidFill>
              </a:endParaRPr>
            </a:p>
          </p:txBody>
        </p:sp>
      </p:grpSp>
      <p:grpSp>
        <p:nvGrpSpPr>
          <p:cNvPr id="590" name="Google Shape;590;p29"/>
          <p:cNvGrpSpPr/>
          <p:nvPr/>
        </p:nvGrpSpPr>
        <p:grpSpPr>
          <a:xfrm>
            <a:off x="2638325" y="3129125"/>
            <a:ext cx="803700" cy="559200"/>
            <a:chOff x="725125" y="742575"/>
            <a:chExt cx="803700" cy="559200"/>
          </a:xfrm>
        </p:grpSpPr>
        <p:sp>
          <p:nvSpPr>
            <p:cNvPr id="591" name="Google Shape;591;p29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data</a:t>
              </a:r>
              <a:endParaRPr/>
            </a:p>
          </p:txBody>
        </p:sp>
        <p:sp>
          <p:nvSpPr>
            <p:cNvPr id="592" name="Google Shape;592;p29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10</a:t>
              </a:r>
              <a:endParaRPr/>
            </a:p>
          </p:txBody>
        </p:sp>
      </p:grpSp>
      <p:grpSp>
        <p:nvGrpSpPr>
          <p:cNvPr id="593" name="Google Shape;593;p29"/>
          <p:cNvGrpSpPr/>
          <p:nvPr/>
        </p:nvGrpSpPr>
        <p:grpSpPr>
          <a:xfrm>
            <a:off x="498900" y="3825825"/>
            <a:ext cx="803700" cy="559200"/>
            <a:chOff x="725125" y="742575"/>
            <a:chExt cx="803700" cy="559200"/>
          </a:xfrm>
        </p:grpSpPr>
        <p:sp>
          <p:nvSpPr>
            <p:cNvPr id="594" name="Google Shape;594;p29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pTemp</a:t>
              </a:r>
              <a:endParaRPr/>
            </a:p>
          </p:txBody>
        </p:sp>
        <p:sp>
          <p:nvSpPr>
            <p:cNvPr id="595" name="Google Shape;595;p29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596" name="Google Shape;596;p29"/>
          <p:cNvGrpSpPr/>
          <p:nvPr/>
        </p:nvGrpSpPr>
        <p:grpSpPr>
          <a:xfrm>
            <a:off x="1630225" y="4047925"/>
            <a:ext cx="803700" cy="838800"/>
            <a:chOff x="6538675" y="262075"/>
            <a:chExt cx="803700" cy="838800"/>
          </a:xfrm>
        </p:grpSpPr>
        <p:grpSp>
          <p:nvGrpSpPr>
            <p:cNvPr id="597" name="Google Shape;597;p29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98" name="Google Shape;598;p29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599" name="Google Shape;599;p29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600" name="Google Shape;600;p29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>
                  <a:solidFill>
                    <a:schemeClr val="dk1"/>
                  </a:solidFill>
                </a:rPr>
                <a:t>pNext</a:t>
              </a:r>
              <a:endParaRPr sz="1200"/>
            </a:p>
          </p:txBody>
        </p:sp>
      </p:grpSp>
      <p:cxnSp>
        <p:nvCxnSpPr>
          <p:cNvPr id="601" name="Google Shape;601;p29"/>
          <p:cNvCxnSpPr>
            <a:stCxn id="595" idx="3"/>
            <a:endCxn id="598" idx="1"/>
          </p:cNvCxnSpPr>
          <p:nvPr/>
        </p:nvCxnSpPr>
        <p:spPr>
          <a:xfrm rot="10800000" flipH="1">
            <a:off x="1302600" y="4187625"/>
            <a:ext cx="327600" cy="57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02" name="Google Shape;602;p29"/>
          <p:cNvSpPr txBox="1"/>
          <p:nvPr/>
        </p:nvSpPr>
        <p:spPr>
          <a:xfrm>
            <a:off x="4106975" y="3028950"/>
            <a:ext cx="50220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pNode의 값은 </a:t>
            </a:r>
            <a:r>
              <a:rPr lang="ko">
                <a:solidFill>
                  <a:srgbClr val="FF9900"/>
                </a:solidFill>
              </a:rPr>
              <a:t>NULL</a:t>
            </a:r>
            <a:r>
              <a:rPr lang="ko"/>
              <a:t>이므로 접근이 불가능하다.</a:t>
            </a:r>
            <a:br>
              <a:rPr lang="ko"/>
            </a:br>
            <a:r>
              <a:rPr lang="ko"/>
              <a:t>그러므로, pNode가 </a:t>
            </a:r>
            <a:r>
              <a:rPr lang="ko">
                <a:solidFill>
                  <a:srgbClr val="FF9900"/>
                </a:solidFill>
              </a:rPr>
              <a:t>NULL</a:t>
            </a:r>
            <a:r>
              <a:rPr lang="ko"/>
              <a:t>이라면 접근을 하지않도록 만든다.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FF0000"/>
                </a:solidFill>
              </a:rPr>
              <a:t>76 if(NULL != NULL) -&gt; F</a:t>
            </a:r>
            <a:br>
              <a:rPr lang="ko">
                <a:solidFill>
                  <a:srgbClr val="FF0000"/>
                </a:solidFill>
              </a:rPr>
            </a:br>
            <a:r>
              <a:rPr lang="ko">
                <a:solidFill>
                  <a:srgbClr val="FF0000"/>
                </a:solidFill>
              </a:rPr>
              <a:t>이므로 연결과정이 생략된다.</a:t>
            </a:r>
            <a:endParaRPr>
              <a:solidFill>
                <a:srgbClr val="FF0000"/>
              </a:solidFill>
            </a:endParaRPr>
          </a:p>
        </p:txBody>
      </p:sp>
      <p:cxnSp>
        <p:nvCxnSpPr>
          <p:cNvPr id="603" name="Google Shape;603;p29"/>
          <p:cNvCxnSpPr>
            <a:stCxn id="585" idx="1"/>
            <a:endCxn id="598" idx="1"/>
          </p:cNvCxnSpPr>
          <p:nvPr/>
        </p:nvCxnSpPr>
        <p:spPr>
          <a:xfrm>
            <a:off x="1571525" y="2089850"/>
            <a:ext cx="588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04" name="Google Shape;604;p29"/>
          <p:cNvSpPr txBox="1"/>
          <p:nvPr/>
        </p:nvSpPr>
        <p:spPr>
          <a:xfrm>
            <a:off x="1130035" y="3008525"/>
            <a:ext cx="444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70</a:t>
            </a:r>
            <a:endParaRPr/>
          </a:p>
        </p:txBody>
      </p:sp>
      <p:sp>
        <p:nvSpPr>
          <p:cNvPr id="605" name="Google Shape;605;p29"/>
          <p:cNvSpPr txBox="1"/>
          <p:nvPr/>
        </p:nvSpPr>
        <p:spPr>
          <a:xfrm>
            <a:off x="40050" y="3314050"/>
            <a:ext cx="64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72-74</a:t>
            </a:r>
            <a:endParaRPr/>
          </a:p>
        </p:txBody>
      </p:sp>
      <p:sp>
        <p:nvSpPr>
          <p:cNvPr id="606" name="Google Shape;606;p29"/>
          <p:cNvSpPr txBox="1"/>
          <p:nvPr/>
        </p:nvSpPr>
        <p:spPr>
          <a:xfrm>
            <a:off x="1872350" y="3683000"/>
            <a:ext cx="2234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FF0000"/>
                </a:solidFill>
              </a:rPr>
              <a:t>76 if(pNode != NULL) 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추가 문제해결 - 연결추가, 첫노드 삽입시 연결을 하지않음.</a:t>
            </a:r>
            <a:endParaRPr/>
          </a:p>
        </p:txBody>
      </p:sp>
      <p:sp>
        <p:nvSpPr>
          <p:cNvPr id="612" name="Google Shape;612;p30"/>
          <p:cNvSpPr/>
          <p:nvPr/>
        </p:nvSpPr>
        <p:spPr>
          <a:xfrm>
            <a:off x="5006038" y="2529175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10</a:t>
            </a:r>
            <a:endParaRPr/>
          </a:p>
        </p:txBody>
      </p:sp>
      <p:sp>
        <p:nvSpPr>
          <p:cNvPr id="613" name="Google Shape;613;p30"/>
          <p:cNvSpPr/>
          <p:nvPr/>
        </p:nvSpPr>
        <p:spPr>
          <a:xfrm>
            <a:off x="5585763" y="2529175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20</a:t>
            </a:r>
            <a:endParaRPr/>
          </a:p>
        </p:txBody>
      </p:sp>
      <p:sp>
        <p:nvSpPr>
          <p:cNvPr id="614" name="Google Shape;614;p30"/>
          <p:cNvSpPr/>
          <p:nvPr/>
        </p:nvSpPr>
        <p:spPr>
          <a:xfrm>
            <a:off x="6165488" y="2529175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30</a:t>
            </a:r>
            <a:endParaRPr/>
          </a:p>
        </p:txBody>
      </p:sp>
      <p:sp>
        <p:nvSpPr>
          <p:cNvPr id="615" name="Google Shape;615;p30"/>
          <p:cNvSpPr/>
          <p:nvPr/>
        </p:nvSpPr>
        <p:spPr>
          <a:xfrm>
            <a:off x="539850" y="2562975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10</a:t>
            </a:r>
            <a:endParaRPr/>
          </a:p>
        </p:txBody>
      </p:sp>
      <p:grpSp>
        <p:nvGrpSpPr>
          <p:cNvPr id="616" name="Google Shape;616;p30"/>
          <p:cNvGrpSpPr/>
          <p:nvPr/>
        </p:nvGrpSpPr>
        <p:grpSpPr>
          <a:xfrm>
            <a:off x="340275" y="1158400"/>
            <a:ext cx="2090100" cy="998500"/>
            <a:chOff x="261375" y="2343650"/>
            <a:chExt cx="2090100" cy="998500"/>
          </a:xfrm>
        </p:grpSpPr>
        <p:sp>
          <p:nvSpPr>
            <p:cNvPr id="617" name="Google Shape;617;p30"/>
            <p:cNvSpPr/>
            <p:nvPr/>
          </p:nvSpPr>
          <p:spPr>
            <a:xfrm>
              <a:off x="261375" y="2343650"/>
              <a:ext cx="2090100" cy="3153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>
                  <a:solidFill>
                    <a:schemeClr val="dk1"/>
                  </a:solidFill>
                </a:rPr>
                <a:t>main()</a:t>
              </a:r>
              <a:endParaRPr/>
            </a:p>
          </p:txBody>
        </p:sp>
        <p:sp>
          <p:nvSpPr>
            <p:cNvPr id="618" name="Google Shape;618;p30"/>
            <p:cNvSpPr/>
            <p:nvPr/>
          </p:nvSpPr>
          <p:spPr>
            <a:xfrm>
              <a:off x="261375" y="2647950"/>
              <a:ext cx="2090100" cy="694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9" name="Google Shape;619;p30"/>
          <p:cNvSpPr/>
          <p:nvPr/>
        </p:nvSpPr>
        <p:spPr>
          <a:xfrm>
            <a:off x="464100" y="1704038"/>
            <a:ext cx="803700" cy="3048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pBegin</a:t>
            </a:r>
            <a:endParaRPr/>
          </a:p>
        </p:txBody>
      </p:sp>
      <p:sp>
        <p:nvSpPr>
          <p:cNvPr id="620" name="Google Shape;620;p30"/>
          <p:cNvSpPr/>
          <p:nvPr/>
        </p:nvSpPr>
        <p:spPr>
          <a:xfrm>
            <a:off x="1449400" y="1704038"/>
            <a:ext cx="803700" cy="3048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pEnd</a:t>
            </a:r>
            <a:endParaRPr/>
          </a:p>
        </p:txBody>
      </p:sp>
      <p:sp>
        <p:nvSpPr>
          <p:cNvPr id="621" name="Google Shape;621;p30"/>
          <p:cNvSpPr/>
          <p:nvPr/>
        </p:nvSpPr>
        <p:spPr>
          <a:xfrm>
            <a:off x="2772950" y="2562963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10</a:t>
            </a:r>
            <a:endParaRPr/>
          </a:p>
        </p:txBody>
      </p:sp>
      <p:grpSp>
        <p:nvGrpSpPr>
          <p:cNvPr id="622" name="Google Shape;622;p30"/>
          <p:cNvGrpSpPr/>
          <p:nvPr/>
        </p:nvGrpSpPr>
        <p:grpSpPr>
          <a:xfrm>
            <a:off x="2573450" y="1192188"/>
            <a:ext cx="2090100" cy="998500"/>
            <a:chOff x="2421050" y="2030388"/>
            <a:chExt cx="2090100" cy="998500"/>
          </a:xfrm>
        </p:grpSpPr>
        <p:grpSp>
          <p:nvGrpSpPr>
            <p:cNvPr id="623" name="Google Shape;623;p30"/>
            <p:cNvGrpSpPr/>
            <p:nvPr/>
          </p:nvGrpSpPr>
          <p:grpSpPr>
            <a:xfrm>
              <a:off x="2421050" y="2030388"/>
              <a:ext cx="2090100" cy="998500"/>
              <a:chOff x="261375" y="2343650"/>
              <a:chExt cx="2090100" cy="998500"/>
            </a:xfrm>
          </p:grpSpPr>
          <p:sp>
            <p:nvSpPr>
              <p:cNvPr id="624" name="Google Shape;624;p30"/>
              <p:cNvSpPr/>
              <p:nvPr/>
            </p:nvSpPr>
            <p:spPr>
              <a:xfrm>
                <a:off x="261375" y="2343650"/>
                <a:ext cx="2090100" cy="3153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>
                    <a:solidFill>
                      <a:schemeClr val="dk1"/>
                    </a:solidFill>
                  </a:rPr>
                  <a:t>main()</a:t>
                </a:r>
                <a:endParaRPr/>
              </a:p>
            </p:txBody>
          </p:sp>
          <p:sp>
            <p:nvSpPr>
              <p:cNvPr id="625" name="Google Shape;625;p30"/>
              <p:cNvSpPr/>
              <p:nvPr/>
            </p:nvSpPr>
            <p:spPr>
              <a:xfrm>
                <a:off x="261375" y="2647950"/>
                <a:ext cx="2090100" cy="6942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26" name="Google Shape;626;p30"/>
            <p:cNvSpPr/>
            <p:nvPr/>
          </p:nvSpPr>
          <p:spPr>
            <a:xfrm>
              <a:off x="2544875" y="2584213"/>
              <a:ext cx="803700" cy="3048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pBegin</a:t>
              </a:r>
              <a:endParaRPr/>
            </a:p>
          </p:txBody>
        </p:sp>
        <p:sp>
          <p:nvSpPr>
            <p:cNvPr id="627" name="Google Shape;627;p30"/>
            <p:cNvSpPr/>
            <p:nvPr/>
          </p:nvSpPr>
          <p:spPr>
            <a:xfrm>
              <a:off x="3530175" y="2576025"/>
              <a:ext cx="803700" cy="3048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pEnd</a:t>
              </a:r>
              <a:endParaRPr/>
            </a:p>
          </p:txBody>
        </p:sp>
      </p:grpSp>
      <p:sp>
        <p:nvSpPr>
          <p:cNvPr id="628" name="Google Shape;628;p30"/>
          <p:cNvSpPr/>
          <p:nvPr/>
        </p:nvSpPr>
        <p:spPr>
          <a:xfrm>
            <a:off x="3353238" y="2559000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20</a:t>
            </a:r>
            <a:endParaRPr/>
          </a:p>
        </p:txBody>
      </p:sp>
      <p:cxnSp>
        <p:nvCxnSpPr>
          <p:cNvPr id="629" name="Google Shape;629;p30"/>
          <p:cNvCxnSpPr>
            <a:stCxn id="627" idx="3"/>
            <a:endCxn id="628" idx="1"/>
          </p:cNvCxnSpPr>
          <p:nvPr/>
        </p:nvCxnSpPr>
        <p:spPr>
          <a:xfrm flipH="1">
            <a:off x="3353175" y="1890225"/>
            <a:ext cx="1133100" cy="821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0" name="Google Shape;630;p30"/>
          <p:cNvCxnSpPr>
            <a:stCxn id="626" idx="3"/>
            <a:endCxn id="621" idx="1"/>
          </p:cNvCxnSpPr>
          <p:nvPr/>
        </p:nvCxnSpPr>
        <p:spPr>
          <a:xfrm flipH="1">
            <a:off x="2772875" y="1898413"/>
            <a:ext cx="728100" cy="816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1" name="Google Shape;631;p30"/>
          <p:cNvCxnSpPr>
            <a:stCxn id="619" idx="3"/>
            <a:endCxn id="615" idx="1"/>
          </p:cNvCxnSpPr>
          <p:nvPr/>
        </p:nvCxnSpPr>
        <p:spPr>
          <a:xfrm flipH="1">
            <a:off x="540000" y="1856438"/>
            <a:ext cx="727800" cy="858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632" name="Google Shape;632;p30"/>
          <p:cNvGrpSpPr/>
          <p:nvPr/>
        </p:nvGrpSpPr>
        <p:grpSpPr>
          <a:xfrm>
            <a:off x="4858288" y="1192188"/>
            <a:ext cx="2090100" cy="998500"/>
            <a:chOff x="2421050" y="2030388"/>
            <a:chExt cx="2090100" cy="998500"/>
          </a:xfrm>
        </p:grpSpPr>
        <p:grpSp>
          <p:nvGrpSpPr>
            <p:cNvPr id="633" name="Google Shape;633;p30"/>
            <p:cNvGrpSpPr/>
            <p:nvPr/>
          </p:nvGrpSpPr>
          <p:grpSpPr>
            <a:xfrm>
              <a:off x="2421050" y="2030388"/>
              <a:ext cx="2090100" cy="998500"/>
              <a:chOff x="261375" y="2343650"/>
              <a:chExt cx="2090100" cy="998500"/>
            </a:xfrm>
          </p:grpSpPr>
          <p:sp>
            <p:nvSpPr>
              <p:cNvPr id="634" name="Google Shape;634;p30"/>
              <p:cNvSpPr/>
              <p:nvPr/>
            </p:nvSpPr>
            <p:spPr>
              <a:xfrm>
                <a:off x="261375" y="2343650"/>
                <a:ext cx="2090100" cy="3153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>
                    <a:solidFill>
                      <a:schemeClr val="dk1"/>
                    </a:solidFill>
                  </a:rPr>
                  <a:t>main()</a:t>
                </a:r>
                <a:endParaRPr/>
              </a:p>
            </p:txBody>
          </p:sp>
          <p:sp>
            <p:nvSpPr>
              <p:cNvPr id="635" name="Google Shape;635;p30"/>
              <p:cNvSpPr/>
              <p:nvPr/>
            </p:nvSpPr>
            <p:spPr>
              <a:xfrm>
                <a:off x="261375" y="2647950"/>
                <a:ext cx="2090100" cy="6942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36" name="Google Shape;636;p30"/>
            <p:cNvSpPr/>
            <p:nvPr/>
          </p:nvSpPr>
          <p:spPr>
            <a:xfrm>
              <a:off x="2544875" y="2584213"/>
              <a:ext cx="803700" cy="3048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pBegin</a:t>
              </a:r>
              <a:endParaRPr/>
            </a:p>
          </p:txBody>
        </p:sp>
        <p:sp>
          <p:nvSpPr>
            <p:cNvPr id="637" name="Google Shape;637;p30"/>
            <p:cNvSpPr/>
            <p:nvPr/>
          </p:nvSpPr>
          <p:spPr>
            <a:xfrm>
              <a:off x="3530175" y="2576025"/>
              <a:ext cx="803700" cy="3048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pEnd</a:t>
              </a:r>
              <a:endParaRPr/>
            </a:p>
          </p:txBody>
        </p:sp>
      </p:grpSp>
      <p:cxnSp>
        <p:nvCxnSpPr>
          <p:cNvPr id="638" name="Google Shape;638;p30"/>
          <p:cNvCxnSpPr>
            <a:stCxn id="620" idx="3"/>
            <a:endCxn id="615" idx="1"/>
          </p:cNvCxnSpPr>
          <p:nvPr/>
        </p:nvCxnSpPr>
        <p:spPr>
          <a:xfrm flipH="1">
            <a:off x="539800" y="1856438"/>
            <a:ext cx="1713300" cy="858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9" name="Google Shape;639;p30"/>
          <p:cNvCxnSpPr>
            <a:stCxn id="636" idx="3"/>
            <a:endCxn id="612" idx="1"/>
          </p:cNvCxnSpPr>
          <p:nvPr/>
        </p:nvCxnSpPr>
        <p:spPr>
          <a:xfrm flipH="1">
            <a:off x="5006113" y="1898413"/>
            <a:ext cx="779700" cy="783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40" name="Google Shape;640;p30"/>
          <p:cNvCxnSpPr>
            <a:stCxn id="637" idx="3"/>
            <a:endCxn id="614" idx="1"/>
          </p:cNvCxnSpPr>
          <p:nvPr/>
        </p:nvCxnSpPr>
        <p:spPr>
          <a:xfrm flipH="1">
            <a:off x="6165413" y="1890225"/>
            <a:ext cx="605700" cy="791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41" name="Google Shape;641;p30"/>
          <p:cNvSpPr/>
          <p:nvPr/>
        </p:nvSpPr>
        <p:spPr>
          <a:xfrm>
            <a:off x="443563" y="4608900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10</a:t>
            </a:r>
            <a:endParaRPr/>
          </a:p>
        </p:txBody>
      </p:sp>
      <p:sp>
        <p:nvSpPr>
          <p:cNvPr id="642" name="Google Shape;642;p30"/>
          <p:cNvSpPr/>
          <p:nvPr/>
        </p:nvSpPr>
        <p:spPr>
          <a:xfrm>
            <a:off x="1023288" y="4608900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20</a:t>
            </a:r>
            <a:endParaRPr/>
          </a:p>
        </p:txBody>
      </p:sp>
      <p:sp>
        <p:nvSpPr>
          <p:cNvPr id="643" name="Google Shape;643;p30"/>
          <p:cNvSpPr/>
          <p:nvPr/>
        </p:nvSpPr>
        <p:spPr>
          <a:xfrm>
            <a:off x="1603013" y="4608900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30</a:t>
            </a:r>
            <a:endParaRPr/>
          </a:p>
        </p:txBody>
      </p:sp>
      <p:grpSp>
        <p:nvGrpSpPr>
          <p:cNvPr id="644" name="Google Shape;644;p30"/>
          <p:cNvGrpSpPr/>
          <p:nvPr/>
        </p:nvGrpSpPr>
        <p:grpSpPr>
          <a:xfrm>
            <a:off x="295813" y="3195713"/>
            <a:ext cx="2090100" cy="998500"/>
            <a:chOff x="2421050" y="2030388"/>
            <a:chExt cx="2090100" cy="998500"/>
          </a:xfrm>
        </p:grpSpPr>
        <p:grpSp>
          <p:nvGrpSpPr>
            <p:cNvPr id="645" name="Google Shape;645;p30"/>
            <p:cNvGrpSpPr/>
            <p:nvPr/>
          </p:nvGrpSpPr>
          <p:grpSpPr>
            <a:xfrm>
              <a:off x="2421050" y="2030388"/>
              <a:ext cx="2090100" cy="998500"/>
              <a:chOff x="261375" y="2343650"/>
              <a:chExt cx="2090100" cy="998500"/>
            </a:xfrm>
          </p:grpSpPr>
          <p:sp>
            <p:nvSpPr>
              <p:cNvPr id="646" name="Google Shape;646;p30"/>
              <p:cNvSpPr/>
              <p:nvPr/>
            </p:nvSpPr>
            <p:spPr>
              <a:xfrm>
                <a:off x="261375" y="2343650"/>
                <a:ext cx="2090100" cy="3153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>
                    <a:solidFill>
                      <a:schemeClr val="dk1"/>
                    </a:solidFill>
                  </a:rPr>
                  <a:t>main()</a:t>
                </a:r>
                <a:endParaRPr/>
              </a:p>
            </p:txBody>
          </p:sp>
          <p:sp>
            <p:nvSpPr>
              <p:cNvPr id="647" name="Google Shape;647;p30"/>
              <p:cNvSpPr/>
              <p:nvPr/>
            </p:nvSpPr>
            <p:spPr>
              <a:xfrm>
                <a:off x="261375" y="2647950"/>
                <a:ext cx="2090100" cy="6942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48" name="Google Shape;648;p30"/>
            <p:cNvSpPr/>
            <p:nvPr/>
          </p:nvSpPr>
          <p:spPr>
            <a:xfrm>
              <a:off x="2544875" y="2584213"/>
              <a:ext cx="803700" cy="3048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pBegin</a:t>
              </a:r>
              <a:endParaRPr/>
            </a:p>
          </p:txBody>
        </p:sp>
        <p:sp>
          <p:nvSpPr>
            <p:cNvPr id="649" name="Google Shape;649;p30"/>
            <p:cNvSpPr/>
            <p:nvPr/>
          </p:nvSpPr>
          <p:spPr>
            <a:xfrm>
              <a:off x="3530175" y="2576025"/>
              <a:ext cx="803700" cy="3048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pEnd</a:t>
              </a:r>
              <a:endParaRPr/>
            </a:p>
          </p:txBody>
        </p:sp>
      </p:grpSp>
      <p:cxnSp>
        <p:nvCxnSpPr>
          <p:cNvPr id="650" name="Google Shape;650;p30"/>
          <p:cNvCxnSpPr>
            <a:stCxn id="648" idx="3"/>
            <a:endCxn id="641" idx="1"/>
          </p:cNvCxnSpPr>
          <p:nvPr/>
        </p:nvCxnSpPr>
        <p:spPr>
          <a:xfrm flipH="1">
            <a:off x="443638" y="3901938"/>
            <a:ext cx="779700" cy="859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51" name="Google Shape;651;p30"/>
          <p:cNvCxnSpPr>
            <a:stCxn id="649" idx="3"/>
            <a:endCxn id="652" idx="1"/>
          </p:cNvCxnSpPr>
          <p:nvPr/>
        </p:nvCxnSpPr>
        <p:spPr>
          <a:xfrm flipH="1">
            <a:off x="2168738" y="3893750"/>
            <a:ext cx="39900" cy="867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52" name="Google Shape;652;p30"/>
          <p:cNvSpPr/>
          <p:nvPr/>
        </p:nvSpPr>
        <p:spPr>
          <a:xfrm>
            <a:off x="2168738" y="4608888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40</a:t>
            </a:r>
            <a:endParaRPr/>
          </a:p>
        </p:txBody>
      </p:sp>
      <p:grpSp>
        <p:nvGrpSpPr>
          <p:cNvPr id="653" name="Google Shape;653;p30"/>
          <p:cNvGrpSpPr/>
          <p:nvPr/>
        </p:nvGrpSpPr>
        <p:grpSpPr>
          <a:xfrm>
            <a:off x="2726575" y="3195713"/>
            <a:ext cx="2090100" cy="998500"/>
            <a:chOff x="2421050" y="2030388"/>
            <a:chExt cx="2090100" cy="998500"/>
          </a:xfrm>
        </p:grpSpPr>
        <p:grpSp>
          <p:nvGrpSpPr>
            <p:cNvPr id="654" name="Google Shape;654;p30"/>
            <p:cNvGrpSpPr/>
            <p:nvPr/>
          </p:nvGrpSpPr>
          <p:grpSpPr>
            <a:xfrm>
              <a:off x="2421050" y="2030388"/>
              <a:ext cx="2090100" cy="998500"/>
              <a:chOff x="261375" y="2343650"/>
              <a:chExt cx="2090100" cy="998500"/>
            </a:xfrm>
          </p:grpSpPr>
          <p:sp>
            <p:nvSpPr>
              <p:cNvPr id="655" name="Google Shape;655;p30"/>
              <p:cNvSpPr/>
              <p:nvPr/>
            </p:nvSpPr>
            <p:spPr>
              <a:xfrm>
                <a:off x="261375" y="2343650"/>
                <a:ext cx="2090100" cy="3153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>
                    <a:solidFill>
                      <a:schemeClr val="dk1"/>
                    </a:solidFill>
                  </a:rPr>
                  <a:t>main()</a:t>
                </a:r>
                <a:endParaRPr/>
              </a:p>
            </p:txBody>
          </p:sp>
          <p:sp>
            <p:nvSpPr>
              <p:cNvPr id="656" name="Google Shape;656;p30"/>
              <p:cNvSpPr/>
              <p:nvPr/>
            </p:nvSpPr>
            <p:spPr>
              <a:xfrm>
                <a:off x="261375" y="2647950"/>
                <a:ext cx="2090100" cy="6942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57" name="Google Shape;657;p30"/>
            <p:cNvSpPr/>
            <p:nvPr/>
          </p:nvSpPr>
          <p:spPr>
            <a:xfrm>
              <a:off x="2544875" y="2584213"/>
              <a:ext cx="803700" cy="3048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pBegin</a:t>
              </a:r>
              <a:endParaRPr/>
            </a:p>
          </p:txBody>
        </p:sp>
        <p:sp>
          <p:nvSpPr>
            <p:cNvPr id="658" name="Google Shape;658;p30"/>
            <p:cNvSpPr/>
            <p:nvPr/>
          </p:nvSpPr>
          <p:spPr>
            <a:xfrm>
              <a:off x="3530175" y="2576025"/>
              <a:ext cx="803700" cy="3048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pEnd</a:t>
              </a:r>
              <a:endParaRPr/>
            </a:p>
          </p:txBody>
        </p:sp>
      </p:grpSp>
      <p:sp>
        <p:nvSpPr>
          <p:cNvPr id="659" name="Google Shape;659;p30"/>
          <p:cNvSpPr/>
          <p:nvPr/>
        </p:nvSpPr>
        <p:spPr>
          <a:xfrm>
            <a:off x="2814500" y="4608888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10</a:t>
            </a:r>
            <a:endParaRPr/>
          </a:p>
        </p:txBody>
      </p:sp>
      <p:sp>
        <p:nvSpPr>
          <p:cNvPr id="660" name="Google Shape;660;p30"/>
          <p:cNvSpPr/>
          <p:nvPr/>
        </p:nvSpPr>
        <p:spPr>
          <a:xfrm>
            <a:off x="3394225" y="4608888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20</a:t>
            </a:r>
            <a:endParaRPr/>
          </a:p>
        </p:txBody>
      </p:sp>
      <p:sp>
        <p:nvSpPr>
          <p:cNvPr id="661" name="Google Shape;661;p30"/>
          <p:cNvSpPr/>
          <p:nvPr/>
        </p:nvSpPr>
        <p:spPr>
          <a:xfrm>
            <a:off x="3973950" y="4608888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30</a:t>
            </a:r>
            <a:endParaRPr/>
          </a:p>
        </p:txBody>
      </p:sp>
      <p:sp>
        <p:nvSpPr>
          <p:cNvPr id="662" name="Google Shape;662;p30"/>
          <p:cNvSpPr/>
          <p:nvPr/>
        </p:nvSpPr>
        <p:spPr>
          <a:xfrm>
            <a:off x="4527225" y="4608888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40</a:t>
            </a:r>
            <a:endParaRPr/>
          </a:p>
        </p:txBody>
      </p:sp>
      <p:sp>
        <p:nvSpPr>
          <p:cNvPr id="663" name="Google Shape;663;p30"/>
          <p:cNvSpPr/>
          <p:nvPr/>
        </p:nvSpPr>
        <p:spPr>
          <a:xfrm>
            <a:off x="5089350" y="4608888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50</a:t>
            </a:r>
            <a:endParaRPr/>
          </a:p>
        </p:txBody>
      </p:sp>
      <p:cxnSp>
        <p:nvCxnSpPr>
          <p:cNvPr id="664" name="Google Shape;664;p30"/>
          <p:cNvCxnSpPr>
            <a:stCxn id="657" idx="3"/>
            <a:endCxn id="659" idx="1"/>
          </p:cNvCxnSpPr>
          <p:nvPr/>
        </p:nvCxnSpPr>
        <p:spPr>
          <a:xfrm flipH="1">
            <a:off x="2814400" y="3901938"/>
            <a:ext cx="839700" cy="859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5" name="Google Shape;665;p30"/>
          <p:cNvCxnSpPr>
            <a:stCxn id="658" idx="3"/>
            <a:endCxn id="663" idx="1"/>
          </p:cNvCxnSpPr>
          <p:nvPr/>
        </p:nvCxnSpPr>
        <p:spPr>
          <a:xfrm>
            <a:off x="4639400" y="3893750"/>
            <a:ext cx="450000" cy="867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66" name="Google Shape;666;p30"/>
          <p:cNvSpPr txBox="1"/>
          <p:nvPr/>
        </p:nvSpPr>
        <p:spPr>
          <a:xfrm>
            <a:off x="229321" y="2312413"/>
            <a:ext cx="1558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CreateNode(pEnd,10)</a:t>
            </a:r>
            <a:endParaRPr sz="1100"/>
          </a:p>
        </p:txBody>
      </p:sp>
      <p:sp>
        <p:nvSpPr>
          <p:cNvPr id="667" name="Google Shape;667;p30"/>
          <p:cNvSpPr txBox="1"/>
          <p:nvPr/>
        </p:nvSpPr>
        <p:spPr>
          <a:xfrm>
            <a:off x="3196021" y="2279213"/>
            <a:ext cx="1558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CreateNode(pEnd,20)</a:t>
            </a:r>
            <a:endParaRPr sz="1100"/>
          </a:p>
        </p:txBody>
      </p:sp>
      <p:sp>
        <p:nvSpPr>
          <p:cNvPr id="668" name="Google Shape;668;p30"/>
          <p:cNvSpPr txBox="1"/>
          <p:nvPr/>
        </p:nvSpPr>
        <p:spPr>
          <a:xfrm>
            <a:off x="5785821" y="2261288"/>
            <a:ext cx="1558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CreateNode(pEnd,30)</a:t>
            </a:r>
            <a:endParaRPr sz="1100"/>
          </a:p>
        </p:txBody>
      </p:sp>
      <p:sp>
        <p:nvSpPr>
          <p:cNvPr id="669" name="Google Shape;669;p30"/>
          <p:cNvSpPr txBox="1"/>
          <p:nvPr/>
        </p:nvSpPr>
        <p:spPr>
          <a:xfrm>
            <a:off x="1118571" y="4224550"/>
            <a:ext cx="1558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CreateNode(pEnd,40)</a:t>
            </a:r>
            <a:endParaRPr sz="1100"/>
          </a:p>
        </p:txBody>
      </p:sp>
      <p:sp>
        <p:nvSpPr>
          <p:cNvPr id="670" name="Google Shape;670;p30"/>
          <p:cNvSpPr txBox="1"/>
          <p:nvPr/>
        </p:nvSpPr>
        <p:spPr>
          <a:xfrm>
            <a:off x="3973950" y="4242971"/>
            <a:ext cx="1558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CreateNode(pEnd,50)</a:t>
            </a:r>
            <a:endParaRPr sz="1100"/>
          </a:p>
        </p:txBody>
      </p:sp>
      <p:cxnSp>
        <p:nvCxnSpPr>
          <p:cNvPr id="671" name="Google Shape;671;p30"/>
          <p:cNvCxnSpPr>
            <a:endCxn id="628" idx="1"/>
          </p:cNvCxnSpPr>
          <p:nvPr/>
        </p:nvCxnSpPr>
        <p:spPr>
          <a:xfrm rot="10800000" flipH="1">
            <a:off x="3177738" y="2711400"/>
            <a:ext cx="175500" cy="39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72" name="Google Shape;672;p30"/>
          <p:cNvCxnSpPr>
            <a:stCxn id="612" idx="3"/>
            <a:endCxn id="613" idx="1"/>
          </p:cNvCxnSpPr>
          <p:nvPr/>
        </p:nvCxnSpPr>
        <p:spPr>
          <a:xfrm>
            <a:off x="5410738" y="2681575"/>
            <a:ext cx="174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73" name="Google Shape;673;p30"/>
          <p:cNvCxnSpPr>
            <a:stCxn id="613" idx="3"/>
            <a:endCxn id="614" idx="1"/>
          </p:cNvCxnSpPr>
          <p:nvPr/>
        </p:nvCxnSpPr>
        <p:spPr>
          <a:xfrm>
            <a:off x="5990463" y="2681575"/>
            <a:ext cx="174900" cy="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74" name="Google Shape;674;p30"/>
          <p:cNvCxnSpPr>
            <a:stCxn id="641" idx="3"/>
            <a:endCxn id="642" idx="1"/>
          </p:cNvCxnSpPr>
          <p:nvPr/>
        </p:nvCxnSpPr>
        <p:spPr>
          <a:xfrm>
            <a:off x="848263" y="4761300"/>
            <a:ext cx="174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75" name="Google Shape;675;p30"/>
          <p:cNvCxnSpPr>
            <a:stCxn id="642" idx="3"/>
            <a:endCxn id="643" idx="1"/>
          </p:cNvCxnSpPr>
          <p:nvPr/>
        </p:nvCxnSpPr>
        <p:spPr>
          <a:xfrm>
            <a:off x="1427988" y="4761300"/>
            <a:ext cx="174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76" name="Google Shape;676;p30"/>
          <p:cNvCxnSpPr>
            <a:stCxn id="643" idx="3"/>
            <a:endCxn id="652" idx="1"/>
          </p:cNvCxnSpPr>
          <p:nvPr/>
        </p:nvCxnSpPr>
        <p:spPr>
          <a:xfrm>
            <a:off x="2007713" y="4761300"/>
            <a:ext cx="161100" cy="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77" name="Google Shape;677;p30"/>
          <p:cNvCxnSpPr>
            <a:stCxn id="659" idx="3"/>
            <a:endCxn id="660" idx="1"/>
          </p:cNvCxnSpPr>
          <p:nvPr/>
        </p:nvCxnSpPr>
        <p:spPr>
          <a:xfrm>
            <a:off x="3219200" y="4761288"/>
            <a:ext cx="174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78" name="Google Shape;678;p30"/>
          <p:cNvCxnSpPr>
            <a:endCxn id="661" idx="1"/>
          </p:cNvCxnSpPr>
          <p:nvPr/>
        </p:nvCxnSpPr>
        <p:spPr>
          <a:xfrm>
            <a:off x="3799050" y="4761288"/>
            <a:ext cx="174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79" name="Google Shape;679;p30"/>
          <p:cNvCxnSpPr>
            <a:stCxn id="661" idx="3"/>
            <a:endCxn id="662" idx="1"/>
          </p:cNvCxnSpPr>
          <p:nvPr/>
        </p:nvCxnSpPr>
        <p:spPr>
          <a:xfrm>
            <a:off x="4378650" y="4761288"/>
            <a:ext cx="148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0" name="Google Shape;680;p30"/>
          <p:cNvCxnSpPr>
            <a:stCxn id="662" idx="3"/>
            <a:endCxn id="663" idx="1"/>
          </p:cNvCxnSpPr>
          <p:nvPr/>
        </p:nvCxnSpPr>
        <p:spPr>
          <a:xfrm>
            <a:off x="4931925" y="4761288"/>
            <a:ext cx="157500" cy="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연결리스트 추가(10) - 리턴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686" name="Google Shape;686;p31"/>
          <p:cNvSpPr txBox="1"/>
          <p:nvPr/>
        </p:nvSpPr>
        <p:spPr>
          <a:xfrm>
            <a:off x="387900" y="1190175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main()</a:t>
            </a:r>
            <a:endParaRPr/>
          </a:p>
        </p:txBody>
      </p:sp>
      <p:grpSp>
        <p:nvGrpSpPr>
          <p:cNvPr id="687" name="Google Shape;687;p31"/>
          <p:cNvGrpSpPr/>
          <p:nvPr/>
        </p:nvGrpSpPr>
        <p:grpSpPr>
          <a:xfrm>
            <a:off x="498900" y="1670450"/>
            <a:ext cx="803700" cy="559200"/>
            <a:chOff x="725125" y="742575"/>
            <a:chExt cx="803700" cy="559200"/>
          </a:xfrm>
        </p:grpSpPr>
        <p:sp>
          <p:nvSpPr>
            <p:cNvPr id="688" name="Google Shape;688;p31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pBgin</a:t>
              </a:r>
              <a:endParaRPr/>
            </a:p>
          </p:txBody>
        </p:sp>
        <p:sp>
          <p:nvSpPr>
            <p:cNvPr id="689" name="Google Shape;689;p31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N</a:t>
              </a:r>
              <a:endParaRPr/>
            </a:p>
          </p:txBody>
        </p:sp>
      </p:grpSp>
      <p:grpSp>
        <p:nvGrpSpPr>
          <p:cNvPr id="690" name="Google Shape;690;p31"/>
          <p:cNvGrpSpPr/>
          <p:nvPr/>
        </p:nvGrpSpPr>
        <p:grpSpPr>
          <a:xfrm>
            <a:off x="1571525" y="1670450"/>
            <a:ext cx="803700" cy="559200"/>
            <a:chOff x="725125" y="742575"/>
            <a:chExt cx="803700" cy="559200"/>
          </a:xfrm>
        </p:grpSpPr>
        <p:sp>
          <p:nvSpPr>
            <p:cNvPr id="691" name="Google Shape;691;p31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End</a:t>
              </a:r>
              <a:endParaRPr/>
            </a:p>
          </p:txBody>
        </p:sp>
        <p:sp>
          <p:nvSpPr>
            <p:cNvPr id="692" name="Google Shape;692;p31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sp>
        <p:nvSpPr>
          <p:cNvPr id="693" name="Google Shape;693;p31"/>
          <p:cNvSpPr txBox="1"/>
          <p:nvPr/>
        </p:nvSpPr>
        <p:spPr>
          <a:xfrm>
            <a:off x="346500" y="2571750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 43 CreateNode(pEnd, 10)</a:t>
            </a:r>
            <a:endParaRPr/>
          </a:p>
        </p:txBody>
      </p:sp>
      <p:grpSp>
        <p:nvGrpSpPr>
          <p:cNvPr id="694" name="Google Shape;694;p31"/>
          <p:cNvGrpSpPr/>
          <p:nvPr/>
        </p:nvGrpSpPr>
        <p:grpSpPr>
          <a:xfrm>
            <a:off x="1565700" y="3129125"/>
            <a:ext cx="803700" cy="559200"/>
            <a:chOff x="725125" y="742575"/>
            <a:chExt cx="803700" cy="559200"/>
          </a:xfrm>
        </p:grpSpPr>
        <p:sp>
          <p:nvSpPr>
            <p:cNvPr id="695" name="Google Shape;695;p31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pNode</a:t>
              </a:r>
              <a:endParaRPr/>
            </a:p>
          </p:txBody>
        </p:sp>
        <p:sp>
          <p:nvSpPr>
            <p:cNvPr id="696" name="Google Shape;696;p31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>
                  <a:solidFill>
                    <a:srgbClr val="FF9900"/>
                  </a:solidFill>
                </a:rPr>
                <a:t>N</a:t>
              </a:r>
              <a:endParaRPr>
                <a:solidFill>
                  <a:srgbClr val="FF9900"/>
                </a:solidFill>
              </a:endParaRPr>
            </a:p>
          </p:txBody>
        </p:sp>
      </p:grpSp>
      <p:grpSp>
        <p:nvGrpSpPr>
          <p:cNvPr id="697" name="Google Shape;697;p31"/>
          <p:cNvGrpSpPr/>
          <p:nvPr/>
        </p:nvGrpSpPr>
        <p:grpSpPr>
          <a:xfrm>
            <a:off x="2638325" y="3129125"/>
            <a:ext cx="803700" cy="559200"/>
            <a:chOff x="725125" y="742575"/>
            <a:chExt cx="803700" cy="559200"/>
          </a:xfrm>
        </p:grpSpPr>
        <p:sp>
          <p:nvSpPr>
            <p:cNvPr id="698" name="Google Shape;698;p31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data</a:t>
              </a:r>
              <a:endParaRPr/>
            </a:p>
          </p:txBody>
        </p:sp>
        <p:sp>
          <p:nvSpPr>
            <p:cNvPr id="699" name="Google Shape;699;p31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10</a:t>
              </a:r>
              <a:endParaRPr/>
            </a:p>
          </p:txBody>
        </p:sp>
      </p:grpSp>
      <p:grpSp>
        <p:nvGrpSpPr>
          <p:cNvPr id="700" name="Google Shape;700;p31"/>
          <p:cNvGrpSpPr/>
          <p:nvPr/>
        </p:nvGrpSpPr>
        <p:grpSpPr>
          <a:xfrm>
            <a:off x="498900" y="3825825"/>
            <a:ext cx="803700" cy="559200"/>
            <a:chOff x="725125" y="742575"/>
            <a:chExt cx="803700" cy="559200"/>
          </a:xfrm>
        </p:grpSpPr>
        <p:sp>
          <p:nvSpPr>
            <p:cNvPr id="701" name="Google Shape;701;p31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pTemp</a:t>
              </a:r>
              <a:endParaRPr/>
            </a:p>
          </p:txBody>
        </p:sp>
        <p:sp>
          <p:nvSpPr>
            <p:cNvPr id="702" name="Google Shape;702;p31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703" name="Google Shape;703;p31"/>
          <p:cNvGrpSpPr/>
          <p:nvPr/>
        </p:nvGrpSpPr>
        <p:grpSpPr>
          <a:xfrm>
            <a:off x="1630225" y="4047925"/>
            <a:ext cx="803700" cy="838800"/>
            <a:chOff x="6538675" y="262075"/>
            <a:chExt cx="803700" cy="838800"/>
          </a:xfrm>
        </p:grpSpPr>
        <p:grpSp>
          <p:nvGrpSpPr>
            <p:cNvPr id="704" name="Google Shape;704;p31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705" name="Google Shape;705;p31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706" name="Google Shape;706;p31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707" name="Google Shape;707;p31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>
                  <a:solidFill>
                    <a:schemeClr val="dk1"/>
                  </a:solidFill>
                </a:rPr>
                <a:t>pNext</a:t>
              </a:r>
              <a:endParaRPr sz="1200"/>
            </a:p>
          </p:txBody>
        </p:sp>
      </p:grpSp>
      <p:cxnSp>
        <p:nvCxnSpPr>
          <p:cNvPr id="708" name="Google Shape;708;p31"/>
          <p:cNvCxnSpPr>
            <a:stCxn id="702" idx="3"/>
            <a:endCxn id="705" idx="1"/>
          </p:cNvCxnSpPr>
          <p:nvPr/>
        </p:nvCxnSpPr>
        <p:spPr>
          <a:xfrm rot="10800000" flipH="1">
            <a:off x="1302600" y="4187625"/>
            <a:ext cx="327600" cy="57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09" name="Google Shape;709;p31"/>
          <p:cNvCxnSpPr>
            <a:stCxn id="702" idx="0"/>
            <a:endCxn id="692" idx="0"/>
          </p:cNvCxnSpPr>
          <p:nvPr/>
        </p:nvCxnSpPr>
        <p:spPr>
          <a:xfrm rot="10800000" flipH="1">
            <a:off x="900750" y="1949925"/>
            <a:ext cx="1072500" cy="2155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710" name="Google Shape;710;p31"/>
          <p:cNvCxnSpPr>
            <a:stCxn id="692" idx="1"/>
            <a:endCxn id="705" idx="1"/>
          </p:cNvCxnSpPr>
          <p:nvPr/>
        </p:nvCxnSpPr>
        <p:spPr>
          <a:xfrm>
            <a:off x="1571525" y="2089850"/>
            <a:ext cx="588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11" name="Google Shape;711;p31"/>
          <p:cNvSpPr txBox="1"/>
          <p:nvPr/>
        </p:nvSpPr>
        <p:spPr>
          <a:xfrm>
            <a:off x="616500" y="3046400"/>
            <a:ext cx="646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77-43</a:t>
            </a:r>
            <a:endParaRPr/>
          </a:p>
        </p:txBody>
      </p:sp>
      <p:sp>
        <p:nvSpPr>
          <p:cNvPr id="712" name="Google Shape;712;p31"/>
          <p:cNvSpPr txBox="1"/>
          <p:nvPr/>
        </p:nvSpPr>
        <p:spPr>
          <a:xfrm>
            <a:off x="1872350" y="3683000"/>
            <a:ext cx="2605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76 if(pNode != NULL) -&gt; F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연결리스트 추가(10) 완료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718" name="Google Shape;718;p32"/>
          <p:cNvSpPr txBox="1"/>
          <p:nvPr/>
        </p:nvSpPr>
        <p:spPr>
          <a:xfrm>
            <a:off x="387900" y="1190175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main()</a:t>
            </a:r>
            <a:endParaRPr/>
          </a:p>
        </p:txBody>
      </p:sp>
      <p:grpSp>
        <p:nvGrpSpPr>
          <p:cNvPr id="719" name="Google Shape;719;p32"/>
          <p:cNvGrpSpPr/>
          <p:nvPr/>
        </p:nvGrpSpPr>
        <p:grpSpPr>
          <a:xfrm>
            <a:off x="498900" y="1670450"/>
            <a:ext cx="803700" cy="559200"/>
            <a:chOff x="725125" y="742575"/>
            <a:chExt cx="803700" cy="559200"/>
          </a:xfrm>
        </p:grpSpPr>
        <p:sp>
          <p:nvSpPr>
            <p:cNvPr id="720" name="Google Shape;720;p32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pBgin</a:t>
              </a:r>
              <a:endParaRPr/>
            </a:p>
          </p:txBody>
        </p:sp>
        <p:sp>
          <p:nvSpPr>
            <p:cNvPr id="721" name="Google Shape;721;p32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>
                  <a:solidFill>
                    <a:srgbClr val="00B050"/>
                  </a:solidFill>
                </a:rPr>
                <a:t>0x01</a:t>
              </a:r>
              <a:endParaRPr dirty="0">
                <a:solidFill>
                  <a:srgbClr val="00B050"/>
                </a:solidFill>
              </a:endParaRPr>
            </a:p>
          </p:txBody>
        </p:sp>
      </p:grpSp>
      <p:grpSp>
        <p:nvGrpSpPr>
          <p:cNvPr id="722" name="Google Shape;722;p32"/>
          <p:cNvGrpSpPr/>
          <p:nvPr/>
        </p:nvGrpSpPr>
        <p:grpSpPr>
          <a:xfrm>
            <a:off x="1571525" y="1670450"/>
            <a:ext cx="803700" cy="559200"/>
            <a:chOff x="725125" y="742575"/>
            <a:chExt cx="803700" cy="559200"/>
          </a:xfrm>
        </p:grpSpPr>
        <p:sp>
          <p:nvSpPr>
            <p:cNvPr id="723" name="Google Shape;723;p32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End</a:t>
              </a:r>
              <a:endParaRPr/>
            </a:p>
          </p:txBody>
        </p:sp>
        <p:sp>
          <p:nvSpPr>
            <p:cNvPr id="724" name="Google Shape;724;p32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725" name="Google Shape;725;p32"/>
          <p:cNvGrpSpPr/>
          <p:nvPr/>
        </p:nvGrpSpPr>
        <p:grpSpPr>
          <a:xfrm>
            <a:off x="1630225" y="4047925"/>
            <a:ext cx="803700" cy="838800"/>
            <a:chOff x="6538675" y="262075"/>
            <a:chExt cx="803700" cy="838800"/>
          </a:xfrm>
        </p:grpSpPr>
        <p:grpSp>
          <p:nvGrpSpPr>
            <p:cNvPr id="726" name="Google Shape;726;p32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727" name="Google Shape;727;p32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728" name="Google Shape;728;p32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729" name="Google Shape;729;p32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ko" sz="1200">
                  <a:solidFill>
                    <a:schemeClr val="dk1"/>
                  </a:solidFill>
                </a:rPr>
                <a:t>pNext</a:t>
              </a:r>
              <a:endParaRPr sz="1200">
                <a:solidFill>
                  <a:schemeClr val="dk1"/>
                </a:solidFill>
              </a:endParaRPr>
            </a:p>
          </p:txBody>
        </p:sp>
      </p:grpSp>
      <p:cxnSp>
        <p:nvCxnSpPr>
          <p:cNvPr id="730" name="Google Shape;730;p32"/>
          <p:cNvCxnSpPr>
            <a:stCxn id="724" idx="1"/>
            <a:endCxn id="727" idx="1"/>
          </p:cNvCxnSpPr>
          <p:nvPr/>
        </p:nvCxnSpPr>
        <p:spPr>
          <a:xfrm>
            <a:off x="1571525" y="2089850"/>
            <a:ext cx="588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1" name="Google Shape;731;p32"/>
          <p:cNvCxnSpPr>
            <a:stCxn id="724" idx="1"/>
            <a:endCxn id="721" idx="3"/>
          </p:cNvCxnSpPr>
          <p:nvPr/>
        </p:nvCxnSpPr>
        <p:spPr>
          <a:xfrm rot="10800000">
            <a:off x="1302725" y="2089850"/>
            <a:ext cx="268800" cy="0"/>
          </a:xfrm>
          <a:prstGeom prst="straightConnector1">
            <a:avLst/>
          </a:prstGeom>
          <a:noFill/>
          <a:ln w="9525" cap="flat" cmpd="sng">
            <a:solidFill>
              <a:srgbClr val="00B050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732" name="Google Shape;732;p32"/>
          <p:cNvCxnSpPr>
            <a:endCxn id="727" idx="1"/>
          </p:cNvCxnSpPr>
          <p:nvPr/>
        </p:nvCxnSpPr>
        <p:spPr>
          <a:xfrm>
            <a:off x="498925" y="2089825"/>
            <a:ext cx="11313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33" name="Google Shape;733;p32"/>
          <p:cNvSpPr txBox="1"/>
          <p:nvPr/>
        </p:nvSpPr>
        <p:spPr>
          <a:xfrm>
            <a:off x="1224275" y="2108339"/>
            <a:ext cx="425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solidFill>
                  <a:srgbClr val="00B050"/>
                </a:solidFill>
              </a:rPr>
              <a:t>44</a:t>
            </a:r>
            <a:endParaRPr lang="ko-KR" altLang="en-US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34"/>
          <p:cNvSpPr txBox="1"/>
          <p:nvPr/>
        </p:nvSpPr>
        <p:spPr>
          <a:xfrm>
            <a:off x="387900" y="1190175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34 main()</a:t>
            </a:r>
            <a:endParaRPr/>
          </a:p>
        </p:txBody>
      </p:sp>
      <p:grpSp>
        <p:nvGrpSpPr>
          <p:cNvPr id="783" name="Google Shape;783;p34"/>
          <p:cNvGrpSpPr/>
          <p:nvPr/>
        </p:nvGrpSpPr>
        <p:grpSpPr>
          <a:xfrm>
            <a:off x="498900" y="1670450"/>
            <a:ext cx="803700" cy="559200"/>
            <a:chOff x="725125" y="742575"/>
            <a:chExt cx="803700" cy="559200"/>
          </a:xfrm>
        </p:grpSpPr>
        <p:sp>
          <p:nvSpPr>
            <p:cNvPr id="784" name="Google Shape;784;p3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pBgin</a:t>
              </a:r>
              <a:endParaRPr/>
            </a:p>
          </p:txBody>
        </p:sp>
        <p:sp>
          <p:nvSpPr>
            <p:cNvPr id="785" name="Google Shape;785;p3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sp>
        <p:nvSpPr>
          <p:cNvPr id="786" name="Google Shape;786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연결리스트 추가(20) 리턴</a:t>
            </a:r>
            <a:endParaRPr/>
          </a:p>
        </p:txBody>
      </p:sp>
      <p:grpSp>
        <p:nvGrpSpPr>
          <p:cNvPr id="787" name="Google Shape;787;p34"/>
          <p:cNvGrpSpPr/>
          <p:nvPr/>
        </p:nvGrpSpPr>
        <p:grpSpPr>
          <a:xfrm>
            <a:off x="1571525" y="1670450"/>
            <a:ext cx="803700" cy="559200"/>
            <a:chOff x="725125" y="742575"/>
            <a:chExt cx="803700" cy="559200"/>
          </a:xfrm>
        </p:grpSpPr>
        <p:sp>
          <p:nvSpPr>
            <p:cNvPr id="788" name="Google Shape;788;p3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End</a:t>
              </a:r>
              <a:endParaRPr/>
            </a:p>
          </p:txBody>
        </p:sp>
        <p:sp>
          <p:nvSpPr>
            <p:cNvPr id="789" name="Google Shape;789;p3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>
                  <a:solidFill>
                    <a:srgbClr val="00B050"/>
                  </a:solidFill>
                </a:rPr>
                <a:t>0x02</a:t>
              </a:r>
              <a:endParaRPr lang="ko-KR">
                <a:solidFill>
                  <a:srgbClr val="00B050"/>
                </a:solidFill>
              </a:endParaRPr>
            </a:p>
          </p:txBody>
        </p:sp>
      </p:grpSp>
      <p:grpSp>
        <p:nvGrpSpPr>
          <p:cNvPr id="790" name="Google Shape;790;p34"/>
          <p:cNvGrpSpPr/>
          <p:nvPr/>
        </p:nvGrpSpPr>
        <p:grpSpPr>
          <a:xfrm>
            <a:off x="1630225" y="4047925"/>
            <a:ext cx="803700" cy="838800"/>
            <a:chOff x="6538675" y="262075"/>
            <a:chExt cx="803700" cy="838800"/>
          </a:xfrm>
        </p:grpSpPr>
        <p:grpSp>
          <p:nvGrpSpPr>
            <p:cNvPr id="791" name="Google Shape;791;p34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792" name="Google Shape;792;p34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793" name="Google Shape;793;p34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794" name="Google Shape;794;p34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0x02</a:t>
              </a:r>
              <a:endParaRPr sz="1200"/>
            </a:p>
          </p:txBody>
        </p:sp>
      </p:grpSp>
      <p:cxnSp>
        <p:nvCxnSpPr>
          <p:cNvPr id="795" name="Google Shape;795;p34"/>
          <p:cNvCxnSpPr>
            <a:stCxn id="785" idx="1"/>
            <a:endCxn id="792" idx="1"/>
          </p:cNvCxnSpPr>
          <p:nvPr/>
        </p:nvCxnSpPr>
        <p:spPr>
          <a:xfrm>
            <a:off x="498900" y="2089850"/>
            <a:ext cx="11313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96" name="Google Shape;796;p34"/>
          <p:cNvSpPr txBox="1"/>
          <p:nvPr/>
        </p:nvSpPr>
        <p:spPr>
          <a:xfrm>
            <a:off x="346500" y="2571750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 46 CreateNode(pEnd, 20)</a:t>
            </a:r>
            <a:endParaRPr/>
          </a:p>
        </p:txBody>
      </p:sp>
      <p:grpSp>
        <p:nvGrpSpPr>
          <p:cNvPr id="797" name="Google Shape;797;p34"/>
          <p:cNvGrpSpPr/>
          <p:nvPr/>
        </p:nvGrpSpPr>
        <p:grpSpPr>
          <a:xfrm>
            <a:off x="1973375" y="3230338"/>
            <a:ext cx="803700" cy="559200"/>
            <a:chOff x="725125" y="742575"/>
            <a:chExt cx="803700" cy="559200"/>
          </a:xfrm>
        </p:grpSpPr>
        <p:sp>
          <p:nvSpPr>
            <p:cNvPr id="798" name="Google Shape;798;p3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pNode</a:t>
              </a:r>
              <a:endParaRPr/>
            </a:p>
          </p:txBody>
        </p:sp>
        <p:sp>
          <p:nvSpPr>
            <p:cNvPr id="799" name="Google Shape;799;p3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800" name="Google Shape;800;p34"/>
          <p:cNvGrpSpPr/>
          <p:nvPr/>
        </p:nvGrpSpPr>
        <p:grpSpPr>
          <a:xfrm>
            <a:off x="3120100" y="3230350"/>
            <a:ext cx="803700" cy="559200"/>
            <a:chOff x="725125" y="742575"/>
            <a:chExt cx="803700" cy="559200"/>
          </a:xfrm>
        </p:grpSpPr>
        <p:sp>
          <p:nvSpPr>
            <p:cNvPr id="801" name="Google Shape;801;p3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data</a:t>
              </a:r>
              <a:endParaRPr/>
            </a:p>
          </p:txBody>
        </p:sp>
        <p:sp>
          <p:nvSpPr>
            <p:cNvPr id="802" name="Google Shape;802;p3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20</a:t>
              </a:r>
              <a:endParaRPr/>
            </a:p>
          </p:txBody>
        </p:sp>
      </p:grpSp>
      <p:grpSp>
        <p:nvGrpSpPr>
          <p:cNvPr id="803" name="Google Shape;803;p34"/>
          <p:cNvGrpSpPr/>
          <p:nvPr/>
        </p:nvGrpSpPr>
        <p:grpSpPr>
          <a:xfrm>
            <a:off x="311700" y="3510050"/>
            <a:ext cx="803700" cy="559200"/>
            <a:chOff x="725125" y="742575"/>
            <a:chExt cx="803700" cy="559200"/>
          </a:xfrm>
        </p:grpSpPr>
        <p:sp>
          <p:nvSpPr>
            <p:cNvPr id="804" name="Google Shape;804;p3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pTemp</a:t>
              </a:r>
              <a:endParaRPr/>
            </a:p>
          </p:txBody>
        </p:sp>
        <p:sp>
          <p:nvSpPr>
            <p:cNvPr id="805" name="Google Shape;805;p3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0x02</a:t>
              </a:r>
              <a:endParaRPr/>
            </a:p>
          </p:txBody>
        </p:sp>
      </p:grpSp>
      <p:grpSp>
        <p:nvGrpSpPr>
          <p:cNvPr id="806" name="Google Shape;806;p34"/>
          <p:cNvGrpSpPr/>
          <p:nvPr/>
        </p:nvGrpSpPr>
        <p:grpSpPr>
          <a:xfrm>
            <a:off x="2777075" y="4047950"/>
            <a:ext cx="803700" cy="838800"/>
            <a:chOff x="6538675" y="262075"/>
            <a:chExt cx="803700" cy="838800"/>
          </a:xfrm>
        </p:grpSpPr>
        <p:sp>
          <p:nvSpPr>
            <p:cNvPr id="807" name="Google Shape;807;p34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pNext</a:t>
              </a:r>
              <a:endParaRPr sz="1200"/>
            </a:p>
          </p:txBody>
        </p:sp>
        <p:grpSp>
          <p:nvGrpSpPr>
            <p:cNvPr id="808" name="Google Shape;808;p34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809" name="Google Shape;809;p34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810" name="Google Shape;810;p34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</p:grpSp>
      <p:cxnSp>
        <p:nvCxnSpPr>
          <p:cNvPr id="811" name="Google Shape;811;p34"/>
          <p:cNvCxnSpPr>
            <a:stCxn id="805" idx="3"/>
            <a:endCxn id="809" idx="1"/>
          </p:cNvCxnSpPr>
          <p:nvPr/>
        </p:nvCxnSpPr>
        <p:spPr>
          <a:xfrm>
            <a:off x="1115400" y="3929450"/>
            <a:ext cx="1661700" cy="258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12" name="Google Shape;812;p34"/>
          <p:cNvCxnSpPr>
            <a:stCxn id="799" idx="1"/>
            <a:endCxn id="792" idx="1"/>
          </p:cNvCxnSpPr>
          <p:nvPr/>
        </p:nvCxnSpPr>
        <p:spPr>
          <a:xfrm flipH="1">
            <a:off x="1630175" y="3649738"/>
            <a:ext cx="343200" cy="53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13" name="Google Shape;813;p34"/>
          <p:cNvCxnSpPr>
            <a:stCxn id="794" idx="3"/>
            <a:endCxn id="809" idx="1"/>
          </p:cNvCxnSpPr>
          <p:nvPr/>
        </p:nvCxnSpPr>
        <p:spPr>
          <a:xfrm rot="10800000" flipH="1">
            <a:off x="2433925" y="4187725"/>
            <a:ext cx="3432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14" name="Google Shape;814;p34"/>
          <p:cNvCxnSpPr>
            <a:stCxn id="805" idx="2"/>
            <a:endCxn id="789" idx="0"/>
          </p:cNvCxnSpPr>
          <p:nvPr/>
        </p:nvCxnSpPr>
        <p:spPr>
          <a:xfrm rot="10800000" flipH="1">
            <a:off x="713550" y="1950050"/>
            <a:ext cx="1259700" cy="2119200"/>
          </a:xfrm>
          <a:prstGeom prst="straightConnector1">
            <a:avLst/>
          </a:prstGeom>
          <a:noFill/>
          <a:ln w="9525" cap="flat" cmpd="sng">
            <a:solidFill>
              <a:srgbClr val="00B050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815" name="Google Shape;815;p34"/>
          <p:cNvCxnSpPr>
            <a:stCxn id="789" idx="1"/>
            <a:endCxn id="809" idx="1"/>
          </p:cNvCxnSpPr>
          <p:nvPr/>
        </p:nvCxnSpPr>
        <p:spPr>
          <a:xfrm>
            <a:off x="1571525" y="2089850"/>
            <a:ext cx="1205700" cy="2097900"/>
          </a:xfrm>
          <a:prstGeom prst="straightConnector1">
            <a:avLst/>
          </a:prstGeom>
          <a:noFill/>
          <a:ln w="9525" cap="flat" cmpd="sng">
            <a:solidFill>
              <a:srgbClr val="00B05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16" name="Google Shape;816;p34"/>
          <p:cNvSpPr txBox="1"/>
          <p:nvPr/>
        </p:nvSpPr>
        <p:spPr>
          <a:xfrm>
            <a:off x="616500" y="3046400"/>
            <a:ext cx="646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77-43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35"/>
          <p:cNvSpPr txBox="1"/>
          <p:nvPr/>
        </p:nvSpPr>
        <p:spPr>
          <a:xfrm>
            <a:off x="387900" y="1190175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34 main()</a:t>
            </a:r>
            <a:endParaRPr/>
          </a:p>
        </p:txBody>
      </p:sp>
      <p:grpSp>
        <p:nvGrpSpPr>
          <p:cNvPr id="822" name="Google Shape;822;p35"/>
          <p:cNvGrpSpPr/>
          <p:nvPr/>
        </p:nvGrpSpPr>
        <p:grpSpPr>
          <a:xfrm>
            <a:off x="498900" y="1670450"/>
            <a:ext cx="803700" cy="559200"/>
            <a:chOff x="725125" y="742575"/>
            <a:chExt cx="803700" cy="559200"/>
          </a:xfrm>
        </p:grpSpPr>
        <p:sp>
          <p:nvSpPr>
            <p:cNvPr id="823" name="Google Shape;823;p35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pBgin</a:t>
              </a:r>
              <a:endParaRPr/>
            </a:p>
          </p:txBody>
        </p:sp>
        <p:sp>
          <p:nvSpPr>
            <p:cNvPr id="824" name="Google Shape;824;p35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sp>
        <p:nvSpPr>
          <p:cNvPr id="825" name="Google Shape;825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연결리스트 추가(20) 완료</a:t>
            </a:r>
            <a:endParaRPr/>
          </a:p>
        </p:txBody>
      </p:sp>
      <p:grpSp>
        <p:nvGrpSpPr>
          <p:cNvPr id="826" name="Google Shape;826;p35"/>
          <p:cNvGrpSpPr/>
          <p:nvPr/>
        </p:nvGrpSpPr>
        <p:grpSpPr>
          <a:xfrm>
            <a:off x="1571525" y="1670450"/>
            <a:ext cx="803700" cy="559200"/>
            <a:chOff x="725125" y="742575"/>
            <a:chExt cx="803700" cy="559200"/>
          </a:xfrm>
        </p:grpSpPr>
        <p:sp>
          <p:nvSpPr>
            <p:cNvPr id="827" name="Google Shape;827;p35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End</a:t>
              </a:r>
              <a:endParaRPr/>
            </a:p>
          </p:txBody>
        </p:sp>
        <p:sp>
          <p:nvSpPr>
            <p:cNvPr id="828" name="Google Shape;828;p35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0x02</a:t>
              </a:r>
              <a:endParaRPr/>
            </a:p>
          </p:txBody>
        </p:sp>
      </p:grpSp>
      <p:grpSp>
        <p:nvGrpSpPr>
          <p:cNvPr id="829" name="Google Shape;829;p35"/>
          <p:cNvGrpSpPr/>
          <p:nvPr/>
        </p:nvGrpSpPr>
        <p:grpSpPr>
          <a:xfrm>
            <a:off x="1630225" y="4047925"/>
            <a:ext cx="803700" cy="838800"/>
            <a:chOff x="6538675" y="262075"/>
            <a:chExt cx="803700" cy="838800"/>
          </a:xfrm>
        </p:grpSpPr>
        <p:grpSp>
          <p:nvGrpSpPr>
            <p:cNvPr id="830" name="Google Shape;830;p35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831" name="Google Shape;831;p35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832" name="Google Shape;832;p35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833" name="Google Shape;833;p35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0x02</a:t>
              </a:r>
              <a:endParaRPr sz="1200"/>
            </a:p>
          </p:txBody>
        </p:sp>
      </p:grpSp>
      <p:cxnSp>
        <p:nvCxnSpPr>
          <p:cNvPr id="834" name="Google Shape;834;p35"/>
          <p:cNvCxnSpPr>
            <a:stCxn id="824" idx="1"/>
            <a:endCxn id="831" idx="1"/>
          </p:cNvCxnSpPr>
          <p:nvPr/>
        </p:nvCxnSpPr>
        <p:spPr>
          <a:xfrm>
            <a:off x="498900" y="2089850"/>
            <a:ext cx="11313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835" name="Google Shape;835;p35"/>
          <p:cNvGrpSpPr/>
          <p:nvPr/>
        </p:nvGrpSpPr>
        <p:grpSpPr>
          <a:xfrm>
            <a:off x="2777075" y="4047950"/>
            <a:ext cx="803700" cy="838800"/>
            <a:chOff x="6538675" y="262075"/>
            <a:chExt cx="803700" cy="838800"/>
          </a:xfrm>
        </p:grpSpPr>
        <p:sp>
          <p:nvSpPr>
            <p:cNvPr id="836" name="Google Shape;836;p35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다음주소</a:t>
              </a:r>
              <a:endParaRPr sz="1200"/>
            </a:p>
          </p:txBody>
        </p:sp>
        <p:grpSp>
          <p:nvGrpSpPr>
            <p:cNvPr id="837" name="Google Shape;837;p35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838" name="Google Shape;838;p35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839" name="Google Shape;839;p35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</p:grpSp>
      <p:cxnSp>
        <p:nvCxnSpPr>
          <p:cNvPr id="840" name="Google Shape;840;p35"/>
          <p:cNvCxnSpPr>
            <a:stCxn id="833" idx="3"/>
            <a:endCxn id="838" idx="1"/>
          </p:cNvCxnSpPr>
          <p:nvPr/>
        </p:nvCxnSpPr>
        <p:spPr>
          <a:xfrm rot="10800000" flipH="1">
            <a:off x="2433925" y="4187725"/>
            <a:ext cx="3432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41" name="Google Shape;841;p35"/>
          <p:cNvCxnSpPr>
            <a:stCxn id="828" idx="1"/>
            <a:endCxn id="838" idx="1"/>
          </p:cNvCxnSpPr>
          <p:nvPr/>
        </p:nvCxnSpPr>
        <p:spPr>
          <a:xfrm>
            <a:off x="1571525" y="2089850"/>
            <a:ext cx="12057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36"/>
          <p:cNvSpPr txBox="1"/>
          <p:nvPr/>
        </p:nvSpPr>
        <p:spPr>
          <a:xfrm>
            <a:off x="387900" y="1190175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34 main()</a:t>
            </a:r>
            <a:endParaRPr/>
          </a:p>
        </p:txBody>
      </p:sp>
      <p:grpSp>
        <p:nvGrpSpPr>
          <p:cNvPr id="847" name="Google Shape;847;p36"/>
          <p:cNvGrpSpPr/>
          <p:nvPr/>
        </p:nvGrpSpPr>
        <p:grpSpPr>
          <a:xfrm>
            <a:off x="498900" y="1670450"/>
            <a:ext cx="803700" cy="559200"/>
            <a:chOff x="725125" y="742575"/>
            <a:chExt cx="803700" cy="559200"/>
          </a:xfrm>
        </p:grpSpPr>
        <p:sp>
          <p:nvSpPr>
            <p:cNvPr id="848" name="Google Shape;848;p36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pBgin</a:t>
              </a:r>
              <a:endParaRPr/>
            </a:p>
          </p:txBody>
        </p:sp>
        <p:sp>
          <p:nvSpPr>
            <p:cNvPr id="849" name="Google Shape;849;p36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sp>
        <p:nvSpPr>
          <p:cNvPr id="850" name="Google Shape;850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연결리스트 추가(30)</a:t>
            </a:r>
            <a:endParaRPr/>
          </a:p>
        </p:txBody>
      </p:sp>
      <p:grpSp>
        <p:nvGrpSpPr>
          <p:cNvPr id="851" name="Google Shape;851;p36"/>
          <p:cNvGrpSpPr/>
          <p:nvPr/>
        </p:nvGrpSpPr>
        <p:grpSpPr>
          <a:xfrm>
            <a:off x="1571525" y="1670450"/>
            <a:ext cx="803700" cy="559200"/>
            <a:chOff x="725125" y="742575"/>
            <a:chExt cx="803700" cy="559200"/>
          </a:xfrm>
        </p:grpSpPr>
        <p:sp>
          <p:nvSpPr>
            <p:cNvPr id="852" name="Google Shape;852;p36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End</a:t>
              </a:r>
              <a:endParaRPr/>
            </a:p>
          </p:txBody>
        </p:sp>
        <p:sp>
          <p:nvSpPr>
            <p:cNvPr id="853" name="Google Shape;853;p36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0x02</a:t>
              </a:r>
              <a:endParaRPr/>
            </a:p>
          </p:txBody>
        </p:sp>
      </p:grpSp>
      <p:sp>
        <p:nvSpPr>
          <p:cNvPr id="854" name="Google Shape;854;p36"/>
          <p:cNvSpPr txBox="1"/>
          <p:nvPr/>
        </p:nvSpPr>
        <p:spPr>
          <a:xfrm>
            <a:off x="346500" y="2571750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ko" altLang="en-US" dirty="0">
                <a:solidFill>
                  <a:schemeClr val="dk1"/>
                </a:solidFill>
              </a:rPr>
              <a:t> </a:t>
            </a:r>
            <a:r>
              <a:rPr lang="ko" dirty="0">
                <a:solidFill>
                  <a:srgbClr val="00B050"/>
                </a:solidFill>
              </a:rPr>
              <a:t>47</a:t>
            </a:r>
            <a:r>
              <a:rPr lang="ko" dirty="0">
                <a:solidFill>
                  <a:schemeClr val="dk1"/>
                </a:solidFill>
              </a:rPr>
              <a:t> </a:t>
            </a:r>
            <a:r>
              <a:rPr lang="ko" err="1">
                <a:solidFill>
                  <a:schemeClr val="dk1"/>
                </a:solidFill>
              </a:rPr>
              <a:t>CreateNode</a:t>
            </a:r>
            <a:r>
              <a:rPr lang="ko" dirty="0">
                <a:solidFill>
                  <a:schemeClr val="dk1"/>
                </a:solidFill>
              </a:rPr>
              <a:t>(</a:t>
            </a:r>
            <a:r>
              <a:rPr lang="ko" err="1">
                <a:solidFill>
                  <a:schemeClr val="dk1"/>
                </a:solidFill>
              </a:rPr>
              <a:t>pEnd</a:t>
            </a:r>
            <a:r>
              <a:rPr lang="ko" dirty="0">
                <a:solidFill>
                  <a:schemeClr val="dk1"/>
                </a:solidFill>
              </a:rPr>
              <a:t>, 30)</a:t>
            </a:r>
            <a:endParaRPr dirty="0">
              <a:solidFill>
                <a:schemeClr val="dk1"/>
              </a:solidFill>
            </a:endParaRPr>
          </a:p>
        </p:txBody>
      </p:sp>
      <p:grpSp>
        <p:nvGrpSpPr>
          <p:cNvPr id="855" name="Google Shape;855;p36"/>
          <p:cNvGrpSpPr/>
          <p:nvPr/>
        </p:nvGrpSpPr>
        <p:grpSpPr>
          <a:xfrm>
            <a:off x="1973375" y="3230338"/>
            <a:ext cx="803700" cy="559200"/>
            <a:chOff x="725125" y="742575"/>
            <a:chExt cx="803700" cy="559200"/>
          </a:xfrm>
        </p:grpSpPr>
        <p:sp>
          <p:nvSpPr>
            <p:cNvPr id="856" name="Google Shape;856;p36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pNode</a:t>
              </a:r>
              <a:endParaRPr/>
            </a:p>
          </p:txBody>
        </p:sp>
        <p:sp>
          <p:nvSpPr>
            <p:cNvPr id="857" name="Google Shape;857;p36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>
                  <a:solidFill>
                    <a:srgbClr val="00B050"/>
                  </a:solidFill>
                </a:rPr>
                <a:t>0x02</a:t>
              </a:r>
              <a:endParaRPr dirty="0">
                <a:solidFill>
                  <a:srgbClr val="00B050"/>
                </a:solidFill>
              </a:endParaRPr>
            </a:p>
          </p:txBody>
        </p:sp>
      </p:grpSp>
      <p:grpSp>
        <p:nvGrpSpPr>
          <p:cNvPr id="858" name="Google Shape;858;p36"/>
          <p:cNvGrpSpPr/>
          <p:nvPr/>
        </p:nvGrpSpPr>
        <p:grpSpPr>
          <a:xfrm>
            <a:off x="3120100" y="3230350"/>
            <a:ext cx="803700" cy="559200"/>
            <a:chOff x="725125" y="742575"/>
            <a:chExt cx="803700" cy="559200"/>
          </a:xfrm>
        </p:grpSpPr>
        <p:sp>
          <p:nvSpPr>
            <p:cNvPr id="859" name="Google Shape;859;p36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data</a:t>
              </a:r>
              <a:endParaRPr/>
            </a:p>
          </p:txBody>
        </p:sp>
        <p:sp>
          <p:nvSpPr>
            <p:cNvPr id="860" name="Google Shape;860;p36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>
                  <a:solidFill>
                    <a:srgbClr val="00B050"/>
                  </a:solidFill>
                </a:rPr>
                <a:t>30</a:t>
              </a:r>
              <a:endParaRPr lang="ko-KR" altLang="en-US"/>
            </a:p>
          </p:txBody>
        </p:sp>
      </p:grpSp>
      <p:grpSp>
        <p:nvGrpSpPr>
          <p:cNvPr id="861" name="Google Shape;861;p36"/>
          <p:cNvGrpSpPr/>
          <p:nvPr/>
        </p:nvGrpSpPr>
        <p:grpSpPr>
          <a:xfrm>
            <a:off x="311700" y="3510050"/>
            <a:ext cx="803700" cy="559200"/>
            <a:chOff x="725125" y="742575"/>
            <a:chExt cx="803700" cy="559200"/>
          </a:xfrm>
        </p:grpSpPr>
        <p:sp>
          <p:nvSpPr>
            <p:cNvPr id="862" name="Google Shape;862;p36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pTemp</a:t>
              </a:r>
              <a:endParaRPr/>
            </a:p>
          </p:txBody>
        </p:sp>
        <p:sp>
          <p:nvSpPr>
            <p:cNvPr id="863" name="Google Shape;863;p36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N</a:t>
              </a:r>
              <a:endParaRPr/>
            </a:p>
          </p:txBody>
        </p:sp>
      </p:grpSp>
      <p:grpSp>
        <p:nvGrpSpPr>
          <p:cNvPr id="864" name="Google Shape;864;p36"/>
          <p:cNvGrpSpPr/>
          <p:nvPr/>
        </p:nvGrpSpPr>
        <p:grpSpPr>
          <a:xfrm>
            <a:off x="1630225" y="4047925"/>
            <a:ext cx="803700" cy="838800"/>
            <a:chOff x="6538675" y="262075"/>
            <a:chExt cx="803700" cy="838800"/>
          </a:xfrm>
        </p:grpSpPr>
        <p:grpSp>
          <p:nvGrpSpPr>
            <p:cNvPr id="865" name="Google Shape;865;p36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866" name="Google Shape;866;p36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867" name="Google Shape;867;p36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868" name="Google Shape;868;p36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0x02</a:t>
              </a:r>
              <a:endParaRPr sz="1200"/>
            </a:p>
          </p:txBody>
        </p:sp>
      </p:grpSp>
      <p:grpSp>
        <p:nvGrpSpPr>
          <p:cNvPr id="869" name="Google Shape;869;p36"/>
          <p:cNvGrpSpPr/>
          <p:nvPr/>
        </p:nvGrpSpPr>
        <p:grpSpPr>
          <a:xfrm>
            <a:off x="2777075" y="4047950"/>
            <a:ext cx="803700" cy="838800"/>
            <a:chOff x="6538675" y="262075"/>
            <a:chExt cx="803700" cy="838800"/>
          </a:xfrm>
        </p:grpSpPr>
        <p:sp>
          <p:nvSpPr>
            <p:cNvPr id="870" name="Google Shape;870;p36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pNext</a:t>
              </a:r>
              <a:endParaRPr sz="1200"/>
            </a:p>
          </p:txBody>
        </p:sp>
        <p:grpSp>
          <p:nvGrpSpPr>
            <p:cNvPr id="871" name="Google Shape;871;p36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872" name="Google Shape;872;p36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873" name="Google Shape;873;p36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</p:grpSp>
      <p:cxnSp>
        <p:nvCxnSpPr>
          <p:cNvPr id="874" name="Google Shape;874;p36"/>
          <p:cNvCxnSpPr>
            <a:stCxn id="853" idx="2"/>
            <a:endCxn id="857" idx="0"/>
          </p:cNvCxnSpPr>
          <p:nvPr/>
        </p:nvCxnSpPr>
        <p:spPr>
          <a:xfrm>
            <a:off x="1973375" y="2229650"/>
            <a:ext cx="402000" cy="1280400"/>
          </a:xfrm>
          <a:prstGeom prst="straightConnector1">
            <a:avLst/>
          </a:prstGeom>
          <a:noFill/>
          <a:ln w="9525" cap="flat" cmpd="sng">
            <a:solidFill>
              <a:srgbClr val="00B050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875" name="Google Shape;875;p36"/>
          <p:cNvCxnSpPr>
            <a:cxnSpLocks/>
            <a:stCxn id="857" idx="1"/>
            <a:endCxn id="872" idx="1"/>
          </p:cNvCxnSpPr>
          <p:nvPr/>
        </p:nvCxnSpPr>
        <p:spPr>
          <a:xfrm>
            <a:off x="1973375" y="3649738"/>
            <a:ext cx="803700" cy="537900"/>
          </a:xfrm>
          <a:prstGeom prst="straightConnector1">
            <a:avLst/>
          </a:prstGeom>
          <a:noFill/>
          <a:ln w="9525" cap="flat" cmpd="sng">
            <a:solidFill>
              <a:srgbClr val="00B05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76" name="Google Shape;876;p36"/>
          <p:cNvSpPr txBox="1"/>
          <p:nvPr/>
        </p:nvSpPr>
        <p:spPr>
          <a:xfrm>
            <a:off x="1526650" y="3108100"/>
            <a:ext cx="40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70</a:t>
            </a:r>
            <a:endParaRPr/>
          </a:p>
        </p:txBody>
      </p:sp>
      <p:sp>
        <p:nvSpPr>
          <p:cNvPr id="877" name="Google Shape;877;p36"/>
          <p:cNvSpPr txBox="1"/>
          <p:nvPr/>
        </p:nvSpPr>
        <p:spPr>
          <a:xfrm>
            <a:off x="0" y="3108100"/>
            <a:ext cx="40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72</a:t>
            </a:r>
            <a:endParaRPr/>
          </a:p>
        </p:txBody>
      </p:sp>
      <p:cxnSp>
        <p:nvCxnSpPr>
          <p:cNvPr id="878" name="Google Shape;878;p36"/>
          <p:cNvCxnSpPr>
            <a:stCxn id="868" idx="3"/>
            <a:endCxn id="872" idx="1"/>
          </p:cNvCxnSpPr>
          <p:nvPr/>
        </p:nvCxnSpPr>
        <p:spPr>
          <a:xfrm rot="10800000" flipH="1">
            <a:off x="2433925" y="4187725"/>
            <a:ext cx="3432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79" name="Google Shape;879;p36"/>
          <p:cNvCxnSpPr>
            <a:stCxn id="853" idx="1"/>
            <a:endCxn id="872" idx="1"/>
          </p:cNvCxnSpPr>
          <p:nvPr/>
        </p:nvCxnSpPr>
        <p:spPr>
          <a:xfrm>
            <a:off x="1571525" y="2089850"/>
            <a:ext cx="12057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80" name="Google Shape;880;p36"/>
          <p:cNvCxnSpPr>
            <a:stCxn id="849" idx="1"/>
            <a:endCxn id="866" idx="1"/>
          </p:cNvCxnSpPr>
          <p:nvPr/>
        </p:nvCxnSpPr>
        <p:spPr>
          <a:xfrm>
            <a:off x="498900" y="2089850"/>
            <a:ext cx="11313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37"/>
          <p:cNvSpPr txBox="1"/>
          <p:nvPr/>
        </p:nvSpPr>
        <p:spPr>
          <a:xfrm>
            <a:off x="387900" y="1190175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34 main()</a:t>
            </a:r>
            <a:endParaRPr/>
          </a:p>
        </p:txBody>
      </p:sp>
      <p:grpSp>
        <p:nvGrpSpPr>
          <p:cNvPr id="886" name="Google Shape;886;p37"/>
          <p:cNvGrpSpPr/>
          <p:nvPr/>
        </p:nvGrpSpPr>
        <p:grpSpPr>
          <a:xfrm>
            <a:off x="498900" y="1670450"/>
            <a:ext cx="803700" cy="559200"/>
            <a:chOff x="725125" y="742575"/>
            <a:chExt cx="803700" cy="559200"/>
          </a:xfrm>
        </p:grpSpPr>
        <p:sp>
          <p:nvSpPr>
            <p:cNvPr id="887" name="Google Shape;887;p37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pBgin</a:t>
              </a:r>
              <a:endParaRPr/>
            </a:p>
          </p:txBody>
        </p:sp>
        <p:sp>
          <p:nvSpPr>
            <p:cNvPr id="888" name="Google Shape;888;p37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sp>
        <p:nvSpPr>
          <p:cNvPr id="889" name="Google Shape;889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연결리스트 추가(30)</a:t>
            </a:r>
            <a:endParaRPr/>
          </a:p>
        </p:txBody>
      </p:sp>
      <p:grpSp>
        <p:nvGrpSpPr>
          <p:cNvPr id="890" name="Google Shape;890;p37"/>
          <p:cNvGrpSpPr/>
          <p:nvPr/>
        </p:nvGrpSpPr>
        <p:grpSpPr>
          <a:xfrm>
            <a:off x="1571525" y="1670450"/>
            <a:ext cx="803700" cy="559200"/>
            <a:chOff x="725125" y="742575"/>
            <a:chExt cx="803700" cy="559200"/>
          </a:xfrm>
        </p:grpSpPr>
        <p:sp>
          <p:nvSpPr>
            <p:cNvPr id="891" name="Google Shape;891;p37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End</a:t>
              </a:r>
              <a:endParaRPr/>
            </a:p>
          </p:txBody>
        </p:sp>
        <p:sp>
          <p:nvSpPr>
            <p:cNvPr id="892" name="Google Shape;892;p37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0x02</a:t>
              </a:r>
              <a:endParaRPr/>
            </a:p>
          </p:txBody>
        </p:sp>
      </p:grpSp>
      <p:sp>
        <p:nvSpPr>
          <p:cNvPr id="893" name="Google Shape;893;p37"/>
          <p:cNvSpPr txBox="1"/>
          <p:nvPr/>
        </p:nvSpPr>
        <p:spPr>
          <a:xfrm>
            <a:off x="346500" y="2571750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 47 CreateNode(pEnd, 30)</a:t>
            </a:r>
            <a:endParaRPr/>
          </a:p>
        </p:txBody>
      </p:sp>
      <p:grpSp>
        <p:nvGrpSpPr>
          <p:cNvPr id="894" name="Google Shape;894;p37"/>
          <p:cNvGrpSpPr/>
          <p:nvPr/>
        </p:nvGrpSpPr>
        <p:grpSpPr>
          <a:xfrm>
            <a:off x="1973375" y="3230338"/>
            <a:ext cx="803700" cy="559200"/>
            <a:chOff x="725125" y="742575"/>
            <a:chExt cx="803700" cy="559200"/>
          </a:xfrm>
        </p:grpSpPr>
        <p:sp>
          <p:nvSpPr>
            <p:cNvPr id="895" name="Google Shape;895;p37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pNode</a:t>
              </a:r>
              <a:endParaRPr/>
            </a:p>
          </p:txBody>
        </p:sp>
        <p:sp>
          <p:nvSpPr>
            <p:cNvPr id="896" name="Google Shape;896;p37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0x02</a:t>
              </a:r>
              <a:endParaRPr/>
            </a:p>
          </p:txBody>
        </p:sp>
      </p:grpSp>
      <p:grpSp>
        <p:nvGrpSpPr>
          <p:cNvPr id="897" name="Google Shape;897;p37"/>
          <p:cNvGrpSpPr/>
          <p:nvPr/>
        </p:nvGrpSpPr>
        <p:grpSpPr>
          <a:xfrm>
            <a:off x="3120100" y="3230350"/>
            <a:ext cx="803700" cy="559200"/>
            <a:chOff x="725125" y="742575"/>
            <a:chExt cx="803700" cy="559200"/>
          </a:xfrm>
        </p:grpSpPr>
        <p:sp>
          <p:nvSpPr>
            <p:cNvPr id="898" name="Google Shape;898;p37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data</a:t>
              </a:r>
              <a:endParaRPr/>
            </a:p>
          </p:txBody>
        </p:sp>
        <p:sp>
          <p:nvSpPr>
            <p:cNvPr id="899" name="Google Shape;899;p37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30</a:t>
              </a:r>
              <a:endParaRPr/>
            </a:p>
          </p:txBody>
        </p:sp>
      </p:grpSp>
      <p:grpSp>
        <p:nvGrpSpPr>
          <p:cNvPr id="900" name="Google Shape;900;p37"/>
          <p:cNvGrpSpPr/>
          <p:nvPr/>
        </p:nvGrpSpPr>
        <p:grpSpPr>
          <a:xfrm>
            <a:off x="311700" y="3510050"/>
            <a:ext cx="803700" cy="559200"/>
            <a:chOff x="725125" y="742575"/>
            <a:chExt cx="803700" cy="559200"/>
          </a:xfrm>
        </p:grpSpPr>
        <p:sp>
          <p:nvSpPr>
            <p:cNvPr id="901" name="Google Shape;901;p37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pTemp</a:t>
              </a:r>
              <a:endParaRPr/>
            </a:p>
          </p:txBody>
        </p:sp>
        <p:sp>
          <p:nvSpPr>
            <p:cNvPr id="902" name="Google Shape;902;p37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>
                  <a:solidFill>
                    <a:srgbClr val="00B050"/>
                  </a:solidFill>
                </a:rPr>
                <a:t>0x03</a:t>
              </a:r>
              <a:endParaRPr lang="ko-KR" altLang="en-US" dirty="0">
                <a:solidFill>
                  <a:srgbClr val="00B050"/>
                </a:solidFill>
              </a:endParaRPr>
            </a:p>
          </p:txBody>
        </p:sp>
      </p:grpSp>
      <p:grpSp>
        <p:nvGrpSpPr>
          <p:cNvPr id="903" name="Google Shape;903;p37"/>
          <p:cNvGrpSpPr/>
          <p:nvPr/>
        </p:nvGrpSpPr>
        <p:grpSpPr>
          <a:xfrm>
            <a:off x="1630225" y="4047925"/>
            <a:ext cx="803700" cy="838800"/>
            <a:chOff x="6538675" y="262075"/>
            <a:chExt cx="803700" cy="838800"/>
          </a:xfrm>
        </p:grpSpPr>
        <p:grpSp>
          <p:nvGrpSpPr>
            <p:cNvPr id="904" name="Google Shape;904;p37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905" name="Google Shape;905;p37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906" name="Google Shape;906;p37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907" name="Google Shape;907;p37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0x02</a:t>
              </a:r>
              <a:endParaRPr sz="1200"/>
            </a:p>
          </p:txBody>
        </p:sp>
      </p:grpSp>
      <p:grpSp>
        <p:nvGrpSpPr>
          <p:cNvPr id="908" name="Google Shape;908;p37"/>
          <p:cNvGrpSpPr/>
          <p:nvPr/>
        </p:nvGrpSpPr>
        <p:grpSpPr>
          <a:xfrm>
            <a:off x="2777075" y="4047950"/>
            <a:ext cx="803700" cy="838800"/>
            <a:chOff x="6538675" y="262075"/>
            <a:chExt cx="803700" cy="838800"/>
          </a:xfrm>
        </p:grpSpPr>
        <p:sp>
          <p:nvSpPr>
            <p:cNvPr id="909" name="Google Shape;909;p37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0x03</a:t>
              </a:r>
              <a:endParaRPr sz="1200"/>
            </a:p>
          </p:txBody>
        </p:sp>
        <p:grpSp>
          <p:nvGrpSpPr>
            <p:cNvPr id="910" name="Google Shape;910;p37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911" name="Google Shape;911;p37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912" name="Google Shape;912;p37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</p:grpSp>
      <p:cxnSp>
        <p:nvCxnSpPr>
          <p:cNvPr id="913" name="Google Shape;913;p37"/>
          <p:cNvCxnSpPr>
            <a:stCxn id="896" idx="1"/>
            <a:endCxn id="911" idx="1"/>
          </p:cNvCxnSpPr>
          <p:nvPr/>
        </p:nvCxnSpPr>
        <p:spPr>
          <a:xfrm>
            <a:off x="1973375" y="3649738"/>
            <a:ext cx="803700" cy="53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14" name="Google Shape;914;p37"/>
          <p:cNvSpPr txBox="1"/>
          <p:nvPr/>
        </p:nvSpPr>
        <p:spPr>
          <a:xfrm>
            <a:off x="0" y="3108100"/>
            <a:ext cx="648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solidFill>
                  <a:srgbClr val="00B050"/>
                </a:solidFill>
              </a:rPr>
              <a:t>74</a:t>
            </a:r>
            <a:endParaRPr lang="ko-KR" altLang="en-US">
              <a:solidFill>
                <a:srgbClr val="00B050"/>
              </a:solidFill>
            </a:endParaRPr>
          </a:p>
        </p:txBody>
      </p:sp>
      <p:grpSp>
        <p:nvGrpSpPr>
          <p:cNvPr id="915" name="Google Shape;915;p37"/>
          <p:cNvGrpSpPr/>
          <p:nvPr/>
        </p:nvGrpSpPr>
        <p:grpSpPr>
          <a:xfrm>
            <a:off x="3877650" y="4047950"/>
            <a:ext cx="803700" cy="838800"/>
            <a:chOff x="6538675" y="262075"/>
            <a:chExt cx="803700" cy="838800"/>
          </a:xfrm>
        </p:grpSpPr>
        <p:grpSp>
          <p:nvGrpSpPr>
            <p:cNvPr id="916" name="Google Shape;916;p37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917" name="Google Shape;917;p37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0x03</a:t>
                </a:r>
                <a:endParaRPr/>
              </a:p>
            </p:txBody>
          </p:sp>
          <p:sp>
            <p:nvSpPr>
              <p:cNvPr id="918" name="Google Shape;918;p37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dirty="0">
                    <a:solidFill>
                      <a:srgbClr val="00B050"/>
                    </a:solidFill>
                  </a:rPr>
                  <a:t>30</a:t>
                </a:r>
                <a:endParaRPr lang="ko-KR" altLang="en-US" dirty="0">
                  <a:solidFill>
                    <a:srgbClr val="00B050"/>
                  </a:solidFill>
                </a:endParaRPr>
              </a:p>
            </p:txBody>
          </p:sp>
        </p:grpSp>
        <p:sp>
          <p:nvSpPr>
            <p:cNvPr id="919" name="Google Shape;919;p37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pNext</a:t>
              </a:r>
              <a:endParaRPr sz="1200"/>
            </a:p>
          </p:txBody>
        </p:sp>
      </p:grpSp>
      <p:cxnSp>
        <p:nvCxnSpPr>
          <p:cNvPr id="920" name="Google Shape;920;p37"/>
          <p:cNvCxnSpPr>
            <a:stCxn id="902" idx="3"/>
            <a:endCxn id="917" idx="1"/>
          </p:cNvCxnSpPr>
          <p:nvPr/>
        </p:nvCxnSpPr>
        <p:spPr>
          <a:xfrm>
            <a:off x="1115400" y="3929450"/>
            <a:ext cx="2762400" cy="258300"/>
          </a:xfrm>
          <a:prstGeom prst="straightConnector1">
            <a:avLst/>
          </a:prstGeom>
          <a:noFill/>
          <a:ln w="9525" cap="flat" cmpd="sng">
            <a:solidFill>
              <a:srgbClr val="00B05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21" name="Google Shape;921;p37"/>
          <p:cNvCxnSpPr>
            <a:stCxn id="907" idx="3"/>
            <a:endCxn id="911" idx="1"/>
          </p:cNvCxnSpPr>
          <p:nvPr/>
        </p:nvCxnSpPr>
        <p:spPr>
          <a:xfrm rot="10800000" flipH="1">
            <a:off x="2433925" y="4187725"/>
            <a:ext cx="3432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22" name="Google Shape;922;p37"/>
          <p:cNvCxnSpPr>
            <a:endCxn id="917" idx="1"/>
          </p:cNvCxnSpPr>
          <p:nvPr/>
        </p:nvCxnSpPr>
        <p:spPr>
          <a:xfrm rot="10800000" flipH="1">
            <a:off x="3580650" y="4187750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24" name="Google Shape;924;p37"/>
          <p:cNvCxnSpPr>
            <a:stCxn id="892" idx="2"/>
            <a:endCxn id="911" idx="1"/>
          </p:cNvCxnSpPr>
          <p:nvPr/>
        </p:nvCxnSpPr>
        <p:spPr>
          <a:xfrm>
            <a:off x="1973375" y="2229650"/>
            <a:ext cx="803700" cy="195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25" name="Google Shape;925;p37"/>
          <p:cNvCxnSpPr>
            <a:stCxn id="888" idx="1"/>
            <a:endCxn id="905" idx="1"/>
          </p:cNvCxnSpPr>
          <p:nvPr/>
        </p:nvCxnSpPr>
        <p:spPr>
          <a:xfrm>
            <a:off x="498900" y="2089850"/>
            <a:ext cx="11313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26" name="Google Shape;926;p37"/>
          <p:cNvCxnSpPr>
            <a:stCxn id="899" idx="2"/>
            <a:endCxn id="918" idx="0"/>
          </p:cNvCxnSpPr>
          <p:nvPr/>
        </p:nvCxnSpPr>
        <p:spPr>
          <a:xfrm>
            <a:off x="3521950" y="3789550"/>
            <a:ext cx="757500" cy="537900"/>
          </a:xfrm>
          <a:prstGeom prst="straightConnector1">
            <a:avLst/>
          </a:prstGeom>
          <a:noFill/>
          <a:ln w="9525" cap="flat" cmpd="sng">
            <a:solidFill>
              <a:srgbClr val="00B050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927" name="Google Shape;927;p37"/>
          <p:cNvSpPr txBox="1"/>
          <p:nvPr/>
        </p:nvSpPr>
        <p:spPr>
          <a:xfrm>
            <a:off x="3686850" y="3665750"/>
            <a:ext cx="401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75</a:t>
            </a:r>
            <a:endParaRPr/>
          </a:p>
        </p:txBody>
      </p:sp>
      <p:sp>
        <p:nvSpPr>
          <p:cNvPr id="929" name="Google Shape;929;p37"/>
          <p:cNvSpPr txBox="1"/>
          <p:nvPr/>
        </p:nvSpPr>
        <p:spPr>
          <a:xfrm>
            <a:off x="1169825" y="4069250"/>
            <a:ext cx="401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76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38"/>
          <p:cNvSpPr txBox="1"/>
          <p:nvPr/>
        </p:nvSpPr>
        <p:spPr>
          <a:xfrm>
            <a:off x="387900" y="1190175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34 main()</a:t>
            </a:r>
            <a:endParaRPr/>
          </a:p>
        </p:txBody>
      </p:sp>
      <p:grpSp>
        <p:nvGrpSpPr>
          <p:cNvPr id="935" name="Google Shape;935;p38"/>
          <p:cNvGrpSpPr/>
          <p:nvPr/>
        </p:nvGrpSpPr>
        <p:grpSpPr>
          <a:xfrm>
            <a:off x="498900" y="1670450"/>
            <a:ext cx="803700" cy="559200"/>
            <a:chOff x="725125" y="742575"/>
            <a:chExt cx="803700" cy="559200"/>
          </a:xfrm>
        </p:grpSpPr>
        <p:sp>
          <p:nvSpPr>
            <p:cNvPr id="936" name="Google Shape;936;p38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pBgin</a:t>
              </a:r>
              <a:endParaRPr/>
            </a:p>
          </p:txBody>
        </p:sp>
        <p:sp>
          <p:nvSpPr>
            <p:cNvPr id="937" name="Google Shape;937;p38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sp>
        <p:nvSpPr>
          <p:cNvPr id="938" name="Google Shape;938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연결리스트 추가(30) 리턴</a:t>
            </a:r>
            <a:endParaRPr/>
          </a:p>
        </p:txBody>
      </p:sp>
      <p:grpSp>
        <p:nvGrpSpPr>
          <p:cNvPr id="939" name="Google Shape;939;p38"/>
          <p:cNvGrpSpPr/>
          <p:nvPr/>
        </p:nvGrpSpPr>
        <p:grpSpPr>
          <a:xfrm>
            <a:off x="1571525" y="1670450"/>
            <a:ext cx="803700" cy="559200"/>
            <a:chOff x="725125" y="742575"/>
            <a:chExt cx="803700" cy="559200"/>
          </a:xfrm>
        </p:grpSpPr>
        <p:sp>
          <p:nvSpPr>
            <p:cNvPr id="940" name="Google Shape;940;p38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End</a:t>
              </a:r>
              <a:endParaRPr/>
            </a:p>
          </p:txBody>
        </p:sp>
        <p:sp>
          <p:nvSpPr>
            <p:cNvPr id="941" name="Google Shape;941;p38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>
                  <a:solidFill>
                    <a:srgbClr val="00B050"/>
                  </a:solidFill>
                </a:rPr>
                <a:t>0x03</a:t>
              </a:r>
              <a:endParaRPr lang="ko-KR" altLang="en-US" dirty="0">
                <a:solidFill>
                  <a:srgbClr val="00B050"/>
                </a:solidFill>
              </a:endParaRPr>
            </a:p>
          </p:txBody>
        </p:sp>
      </p:grpSp>
      <p:sp>
        <p:nvSpPr>
          <p:cNvPr id="942" name="Google Shape;942;p38"/>
          <p:cNvSpPr txBox="1"/>
          <p:nvPr/>
        </p:nvSpPr>
        <p:spPr>
          <a:xfrm>
            <a:off x="346500" y="2571750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 47 CreateNode(pEnd, 30)</a:t>
            </a:r>
            <a:endParaRPr/>
          </a:p>
        </p:txBody>
      </p:sp>
      <p:grpSp>
        <p:nvGrpSpPr>
          <p:cNvPr id="943" name="Google Shape;943;p38"/>
          <p:cNvGrpSpPr/>
          <p:nvPr/>
        </p:nvGrpSpPr>
        <p:grpSpPr>
          <a:xfrm>
            <a:off x="1973375" y="3230338"/>
            <a:ext cx="803700" cy="559200"/>
            <a:chOff x="725125" y="742575"/>
            <a:chExt cx="803700" cy="559200"/>
          </a:xfrm>
        </p:grpSpPr>
        <p:sp>
          <p:nvSpPr>
            <p:cNvPr id="944" name="Google Shape;944;p38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pNode</a:t>
              </a:r>
              <a:endParaRPr/>
            </a:p>
          </p:txBody>
        </p:sp>
        <p:sp>
          <p:nvSpPr>
            <p:cNvPr id="945" name="Google Shape;945;p38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0x02</a:t>
              </a:r>
              <a:endParaRPr/>
            </a:p>
          </p:txBody>
        </p:sp>
      </p:grpSp>
      <p:grpSp>
        <p:nvGrpSpPr>
          <p:cNvPr id="946" name="Google Shape;946;p38"/>
          <p:cNvGrpSpPr/>
          <p:nvPr/>
        </p:nvGrpSpPr>
        <p:grpSpPr>
          <a:xfrm>
            <a:off x="3120100" y="3230350"/>
            <a:ext cx="803700" cy="559200"/>
            <a:chOff x="725125" y="742575"/>
            <a:chExt cx="803700" cy="559200"/>
          </a:xfrm>
        </p:grpSpPr>
        <p:sp>
          <p:nvSpPr>
            <p:cNvPr id="947" name="Google Shape;947;p38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data</a:t>
              </a:r>
              <a:endParaRPr/>
            </a:p>
          </p:txBody>
        </p:sp>
        <p:sp>
          <p:nvSpPr>
            <p:cNvPr id="948" name="Google Shape;948;p38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30</a:t>
              </a:r>
              <a:endParaRPr/>
            </a:p>
          </p:txBody>
        </p:sp>
      </p:grpSp>
      <p:grpSp>
        <p:nvGrpSpPr>
          <p:cNvPr id="949" name="Google Shape;949;p38"/>
          <p:cNvGrpSpPr/>
          <p:nvPr/>
        </p:nvGrpSpPr>
        <p:grpSpPr>
          <a:xfrm>
            <a:off x="311700" y="3510050"/>
            <a:ext cx="803700" cy="559200"/>
            <a:chOff x="725125" y="742575"/>
            <a:chExt cx="803700" cy="559200"/>
          </a:xfrm>
        </p:grpSpPr>
        <p:sp>
          <p:nvSpPr>
            <p:cNvPr id="950" name="Google Shape;950;p38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pTemp</a:t>
              </a:r>
              <a:endParaRPr/>
            </a:p>
          </p:txBody>
        </p:sp>
        <p:sp>
          <p:nvSpPr>
            <p:cNvPr id="951" name="Google Shape;951;p38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0x03</a:t>
              </a:r>
              <a:endParaRPr/>
            </a:p>
          </p:txBody>
        </p:sp>
      </p:grpSp>
      <p:grpSp>
        <p:nvGrpSpPr>
          <p:cNvPr id="952" name="Google Shape;952;p38"/>
          <p:cNvGrpSpPr/>
          <p:nvPr/>
        </p:nvGrpSpPr>
        <p:grpSpPr>
          <a:xfrm>
            <a:off x="1630225" y="4047925"/>
            <a:ext cx="803700" cy="838800"/>
            <a:chOff x="6538675" y="262075"/>
            <a:chExt cx="803700" cy="838800"/>
          </a:xfrm>
        </p:grpSpPr>
        <p:grpSp>
          <p:nvGrpSpPr>
            <p:cNvPr id="953" name="Google Shape;953;p38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954" name="Google Shape;954;p38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955" name="Google Shape;955;p38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956" name="Google Shape;956;p38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0x02</a:t>
              </a:r>
              <a:endParaRPr sz="1200"/>
            </a:p>
          </p:txBody>
        </p:sp>
      </p:grpSp>
      <p:grpSp>
        <p:nvGrpSpPr>
          <p:cNvPr id="957" name="Google Shape;957;p38"/>
          <p:cNvGrpSpPr/>
          <p:nvPr/>
        </p:nvGrpSpPr>
        <p:grpSpPr>
          <a:xfrm>
            <a:off x="2777075" y="4047950"/>
            <a:ext cx="803700" cy="838800"/>
            <a:chOff x="6538675" y="262075"/>
            <a:chExt cx="803700" cy="838800"/>
          </a:xfrm>
        </p:grpSpPr>
        <p:sp>
          <p:nvSpPr>
            <p:cNvPr id="958" name="Google Shape;958;p38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0x03</a:t>
              </a:r>
              <a:endParaRPr sz="1200"/>
            </a:p>
          </p:txBody>
        </p:sp>
        <p:grpSp>
          <p:nvGrpSpPr>
            <p:cNvPr id="959" name="Google Shape;959;p38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960" name="Google Shape;960;p38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961" name="Google Shape;961;p38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</p:grpSp>
      <p:sp>
        <p:nvSpPr>
          <p:cNvPr id="963" name="Google Shape;963;p38"/>
          <p:cNvSpPr txBox="1"/>
          <p:nvPr/>
        </p:nvSpPr>
        <p:spPr>
          <a:xfrm>
            <a:off x="0" y="3108100"/>
            <a:ext cx="648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solidFill>
                  <a:srgbClr val="00B050"/>
                </a:solidFill>
              </a:rPr>
              <a:t>77-47</a:t>
            </a:r>
            <a:endParaRPr dirty="0">
              <a:solidFill>
                <a:srgbClr val="00B050"/>
              </a:solidFill>
            </a:endParaRPr>
          </a:p>
        </p:txBody>
      </p:sp>
      <p:grpSp>
        <p:nvGrpSpPr>
          <p:cNvPr id="964" name="Google Shape;964;p38"/>
          <p:cNvGrpSpPr/>
          <p:nvPr/>
        </p:nvGrpSpPr>
        <p:grpSpPr>
          <a:xfrm>
            <a:off x="3877650" y="4047950"/>
            <a:ext cx="803700" cy="838800"/>
            <a:chOff x="6538675" y="262075"/>
            <a:chExt cx="803700" cy="838800"/>
          </a:xfrm>
        </p:grpSpPr>
        <p:grpSp>
          <p:nvGrpSpPr>
            <p:cNvPr id="965" name="Google Shape;965;p38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966" name="Google Shape;966;p38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0x03</a:t>
                </a:r>
                <a:endParaRPr/>
              </a:p>
            </p:txBody>
          </p:sp>
          <p:sp>
            <p:nvSpPr>
              <p:cNvPr id="967" name="Google Shape;967;p38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30</a:t>
                </a:r>
                <a:endParaRPr/>
              </a:p>
            </p:txBody>
          </p:sp>
        </p:grpSp>
        <p:sp>
          <p:nvSpPr>
            <p:cNvPr id="968" name="Google Shape;968;p38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pNext</a:t>
              </a:r>
              <a:endParaRPr sz="1200"/>
            </a:p>
          </p:txBody>
        </p:sp>
      </p:grpSp>
      <p:cxnSp>
        <p:nvCxnSpPr>
          <p:cNvPr id="970" name="Google Shape;970;p38"/>
          <p:cNvCxnSpPr>
            <a:stCxn id="956" idx="3"/>
            <a:endCxn id="960" idx="1"/>
          </p:cNvCxnSpPr>
          <p:nvPr/>
        </p:nvCxnSpPr>
        <p:spPr>
          <a:xfrm rot="10800000" flipH="1">
            <a:off x="2433925" y="4187725"/>
            <a:ext cx="3432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71" name="Google Shape;971;p38"/>
          <p:cNvCxnSpPr>
            <a:endCxn id="966" idx="1"/>
          </p:cNvCxnSpPr>
          <p:nvPr/>
        </p:nvCxnSpPr>
        <p:spPr>
          <a:xfrm rot="10800000" flipH="1">
            <a:off x="3580650" y="4187750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72" name="Google Shape;972;p38"/>
          <p:cNvCxnSpPr>
            <a:stCxn id="951" idx="0"/>
            <a:endCxn id="941" idx="2"/>
          </p:cNvCxnSpPr>
          <p:nvPr/>
        </p:nvCxnSpPr>
        <p:spPr>
          <a:xfrm rot="10800000" flipH="1">
            <a:off x="713550" y="2229650"/>
            <a:ext cx="1259700" cy="1560000"/>
          </a:xfrm>
          <a:prstGeom prst="straightConnector1">
            <a:avLst/>
          </a:prstGeom>
          <a:noFill/>
          <a:ln w="9525" cap="flat" cmpd="sng">
            <a:solidFill>
              <a:srgbClr val="00B050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973" name="Google Shape;973;p38"/>
          <p:cNvCxnSpPr>
            <a:stCxn id="941" idx="2"/>
            <a:endCxn id="966" idx="1"/>
          </p:cNvCxnSpPr>
          <p:nvPr/>
        </p:nvCxnSpPr>
        <p:spPr>
          <a:xfrm>
            <a:off x="1973375" y="2229650"/>
            <a:ext cx="1904400" cy="195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74" name="Google Shape;974;p38"/>
          <p:cNvCxnSpPr>
            <a:stCxn id="937" idx="1"/>
            <a:endCxn id="954" idx="1"/>
          </p:cNvCxnSpPr>
          <p:nvPr/>
        </p:nvCxnSpPr>
        <p:spPr>
          <a:xfrm>
            <a:off x="498900" y="2089850"/>
            <a:ext cx="11313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4">
          <a:extLst>
            <a:ext uri="{FF2B5EF4-FFF2-40B4-BE49-F238E27FC236}">
              <a16:creationId xmlns:a16="http://schemas.microsoft.com/office/drawing/2014/main" id="{14F43843-06F8-186E-F442-E061C20EF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37">
            <a:extLst>
              <a:ext uri="{FF2B5EF4-FFF2-40B4-BE49-F238E27FC236}">
                <a16:creationId xmlns:a16="http://schemas.microsoft.com/office/drawing/2014/main" id="{19D4F647-6338-4CEF-90CF-EF40C8FD2CE7}"/>
              </a:ext>
            </a:extLst>
          </p:cNvPr>
          <p:cNvSpPr txBox="1"/>
          <p:nvPr/>
        </p:nvSpPr>
        <p:spPr>
          <a:xfrm>
            <a:off x="387900" y="1190175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34 main()</a:t>
            </a:r>
            <a:endParaRPr/>
          </a:p>
        </p:txBody>
      </p:sp>
      <p:grpSp>
        <p:nvGrpSpPr>
          <p:cNvPr id="886" name="Google Shape;886;p37">
            <a:extLst>
              <a:ext uri="{FF2B5EF4-FFF2-40B4-BE49-F238E27FC236}">
                <a16:creationId xmlns:a16="http://schemas.microsoft.com/office/drawing/2014/main" id="{9A9F4440-A805-EA73-1FBF-62D22A494B1F}"/>
              </a:ext>
            </a:extLst>
          </p:cNvPr>
          <p:cNvGrpSpPr/>
          <p:nvPr/>
        </p:nvGrpSpPr>
        <p:grpSpPr>
          <a:xfrm>
            <a:off x="498900" y="1670450"/>
            <a:ext cx="803700" cy="559200"/>
            <a:chOff x="725125" y="742575"/>
            <a:chExt cx="803700" cy="559200"/>
          </a:xfrm>
        </p:grpSpPr>
        <p:sp>
          <p:nvSpPr>
            <p:cNvPr id="887" name="Google Shape;887;p37">
              <a:extLst>
                <a:ext uri="{FF2B5EF4-FFF2-40B4-BE49-F238E27FC236}">
                  <a16:creationId xmlns:a16="http://schemas.microsoft.com/office/drawing/2014/main" id="{0B5F4FBD-B1BC-129B-87CE-E3A5995A476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pBgin</a:t>
              </a:r>
              <a:endParaRPr/>
            </a:p>
          </p:txBody>
        </p:sp>
        <p:sp>
          <p:nvSpPr>
            <p:cNvPr id="888" name="Google Shape;888;p37">
              <a:extLst>
                <a:ext uri="{FF2B5EF4-FFF2-40B4-BE49-F238E27FC236}">
                  <a16:creationId xmlns:a16="http://schemas.microsoft.com/office/drawing/2014/main" id="{271C852B-EB24-1CD0-D5ED-2192D3DED5A0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sp>
        <p:nvSpPr>
          <p:cNvPr id="889" name="Google Shape;889;p37">
            <a:extLst>
              <a:ext uri="{FF2B5EF4-FFF2-40B4-BE49-F238E27FC236}">
                <a16:creationId xmlns:a16="http://schemas.microsoft.com/office/drawing/2014/main" id="{CE400304-F6B6-804E-C049-75A5DB60A8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연결리스트 추가(30)</a:t>
            </a:r>
            <a:endParaRPr/>
          </a:p>
        </p:txBody>
      </p:sp>
      <p:grpSp>
        <p:nvGrpSpPr>
          <p:cNvPr id="890" name="Google Shape;890;p37">
            <a:extLst>
              <a:ext uri="{FF2B5EF4-FFF2-40B4-BE49-F238E27FC236}">
                <a16:creationId xmlns:a16="http://schemas.microsoft.com/office/drawing/2014/main" id="{B9D10FA5-9FC3-6F75-0821-0CDCA440FAD0}"/>
              </a:ext>
            </a:extLst>
          </p:cNvPr>
          <p:cNvGrpSpPr/>
          <p:nvPr/>
        </p:nvGrpSpPr>
        <p:grpSpPr>
          <a:xfrm>
            <a:off x="1571525" y="1670450"/>
            <a:ext cx="803700" cy="559200"/>
            <a:chOff x="725125" y="742575"/>
            <a:chExt cx="803700" cy="559200"/>
          </a:xfrm>
        </p:grpSpPr>
        <p:sp>
          <p:nvSpPr>
            <p:cNvPr id="891" name="Google Shape;891;p37">
              <a:extLst>
                <a:ext uri="{FF2B5EF4-FFF2-40B4-BE49-F238E27FC236}">
                  <a16:creationId xmlns:a16="http://schemas.microsoft.com/office/drawing/2014/main" id="{1BACAE2B-4C68-FDB6-5E48-2D72237E1E6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End</a:t>
              </a:r>
              <a:endParaRPr/>
            </a:p>
          </p:txBody>
        </p:sp>
        <p:sp>
          <p:nvSpPr>
            <p:cNvPr id="892" name="Google Shape;892;p37">
              <a:extLst>
                <a:ext uri="{FF2B5EF4-FFF2-40B4-BE49-F238E27FC236}">
                  <a16:creationId xmlns:a16="http://schemas.microsoft.com/office/drawing/2014/main" id="{4B746FB8-287F-F606-DB1C-AF76107FCA8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>
                  <a:solidFill>
                    <a:srgbClr val="00B050"/>
                  </a:solidFill>
                </a:rPr>
                <a:t>0x02</a:t>
              </a:r>
              <a:endParaRPr dirty="0">
                <a:solidFill>
                  <a:srgbClr val="00B050"/>
                </a:solidFill>
              </a:endParaRPr>
            </a:p>
          </p:txBody>
        </p:sp>
      </p:grpSp>
      <p:sp>
        <p:nvSpPr>
          <p:cNvPr id="893" name="Google Shape;893;p37">
            <a:extLst>
              <a:ext uri="{FF2B5EF4-FFF2-40B4-BE49-F238E27FC236}">
                <a16:creationId xmlns:a16="http://schemas.microsoft.com/office/drawing/2014/main" id="{90280911-7889-4E8B-3C45-8A9DDD38FD2B}"/>
              </a:ext>
            </a:extLst>
          </p:cNvPr>
          <p:cNvSpPr txBox="1"/>
          <p:nvPr/>
        </p:nvSpPr>
        <p:spPr>
          <a:xfrm>
            <a:off x="346500" y="2571750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 47 CreateNode(pEnd, 30)</a:t>
            </a:r>
            <a:endParaRPr/>
          </a:p>
        </p:txBody>
      </p:sp>
      <p:grpSp>
        <p:nvGrpSpPr>
          <p:cNvPr id="894" name="Google Shape;894;p37">
            <a:extLst>
              <a:ext uri="{FF2B5EF4-FFF2-40B4-BE49-F238E27FC236}">
                <a16:creationId xmlns:a16="http://schemas.microsoft.com/office/drawing/2014/main" id="{30CF3442-65FE-E624-3EED-6982055B9317}"/>
              </a:ext>
            </a:extLst>
          </p:cNvPr>
          <p:cNvGrpSpPr/>
          <p:nvPr/>
        </p:nvGrpSpPr>
        <p:grpSpPr>
          <a:xfrm>
            <a:off x="1973375" y="3230338"/>
            <a:ext cx="803700" cy="559200"/>
            <a:chOff x="725125" y="742575"/>
            <a:chExt cx="803700" cy="559200"/>
          </a:xfrm>
        </p:grpSpPr>
        <p:sp>
          <p:nvSpPr>
            <p:cNvPr id="895" name="Google Shape;895;p37">
              <a:extLst>
                <a:ext uri="{FF2B5EF4-FFF2-40B4-BE49-F238E27FC236}">
                  <a16:creationId xmlns:a16="http://schemas.microsoft.com/office/drawing/2014/main" id="{8548AEF9-5B04-8685-FD3D-8BF94B030E2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pNode</a:t>
              </a:r>
              <a:endParaRPr/>
            </a:p>
          </p:txBody>
        </p:sp>
        <p:sp>
          <p:nvSpPr>
            <p:cNvPr id="896" name="Google Shape;896;p37">
              <a:extLst>
                <a:ext uri="{FF2B5EF4-FFF2-40B4-BE49-F238E27FC236}">
                  <a16:creationId xmlns:a16="http://schemas.microsoft.com/office/drawing/2014/main" id="{85F40288-783C-5D55-2052-E561BE82CFC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0x02</a:t>
              </a:r>
              <a:endParaRPr/>
            </a:p>
          </p:txBody>
        </p:sp>
      </p:grpSp>
      <p:grpSp>
        <p:nvGrpSpPr>
          <p:cNvPr id="897" name="Google Shape;897;p37">
            <a:extLst>
              <a:ext uri="{FF2B5EF4-FFF2-40B4-BE49-F238E27FC236}">
                <a16:creationId xmlns:a16="http://schemas.microsoft.com/office/drawing/2014/main" id="{4E0CC554-9579-96BA-EA45-1D96BDE2087A}"/>
              </a:ext>
            </a:extLst>
          </p:cNvPr>
          <p:cNvGrpSpPr/>
          <p:nvPr/>
        </p:nvGrpSpPr>
        <p:grpSpPr>
          <a:xfrm>
            <a:off x="3120100" y="3230350"/>
            <a:ext cx="803700" cy="559200"/>
            <a:chOff x="725125" y="742575"/>
            <a:chExt cx="803700" cy="559200"/>
          </a:xfrm>
        </p:grpSpPr>
        <p:sp>
          <p:nvSpPr>
            <p:cNvPr id="898" name="Google Shape;898;p37">
              <a:extLst>
                <a:ext uri="{FF2B5EF4-FFF2-40B4-BE49-F238E27FC236}">
                  <a16:creationId xmlns:a16="http://schemas.microsoft.com/office/drawing/2014/main" id="{7909FE70-F4B4-04AC-5452-AD2C8AA69F55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data</a:t>
              </a:r>
              <a:endParaRPr/>
            </a:p>
          </p:txBody>
        </p:sp>
        <p:sp>
          <p:nvSpPr>
            <p:cNvPr id="899" name="Google Shape;899;p37">
              <a:extLst>
                <a:ext uri="{FF2B5EF4-FFF2-40B4-BE49-F238E27FC236}">
                  <a16:creationId xmlns:a16="http://schemas.microsoft.com/office/drawing/2014/main" id="{9C1DB322-08C3-B723-3537-DB5C0E29C3C4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30</a:t>
              </a:r>
              <a:endParaRPr/>
            </a:p>
          </p:txBody>
        </p:sp>
      </p:grpSp>
      <p:grpSp>
        <p:nvGrpSpPr>
          <p:cNvPr id="900" name="Google Shape;900;p37">
            <a:extLst>
              <a:ext uri="{FF2B5EF4-FFF2-40B4-BE49-F238E27FC236}">
                <a16:creationId xmlns:a16="http://schemas.microsoft.com/office/drawing/2014/main" id="{173EDEDF-A79E-B5B6-BED9-E3A33A05C9E5}"/>
              </a:ext>
            </a:extLst>
          </p:cNvPr>
          <p:cNvGrpSpPr/>
          <p:nvPr/>
        </p:nvGrpSpPr>
        <p:grpSpPr>
          <a:xfrm>
            <a:off x="311700" y="3510050"/>
            <a:ext cx="803700" cy="559200"/>
            <a:chOff x="725125" y="742575"/>
            <a:chExt cx="803700" cy="559200"/>
          </a:xfrm>
        </p:grpSpPr>
        <p:sp>
          <p:nvSpPr>
            <p:cNvPr id="901" name="Google Shape;901;p37">
              <a:extLst>
                <a:ext uri="{FF2B5EF4-FFF2-40B4-BE49-F238E27FC236}">
                  <a16:creationId xmlns:a16="http://schemas.microsoft.com/office/drawing/2014/main" id="{1B578A6A-04EC-2A78-FBAF-64749C61F84F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pTemp</a:t>
              </a:r>
              <a:endParaRPr/>
            </a:p>
          </p:txBody>
        </p:sp>
        <p:sp>
          <p:nvSpPr>
            <p:cNvPr id="902" name="Google Shape;902;p37">
              <a:extLst>
                <a:ext uri="{FF2B5EF4-FFF2-40B4-BE49-F238E27FC236}">
                  <a16:creationId xmlns:a16="http://schemas.microsoft.com/office/drawing/2014/main" id="{B0E64B8D-E521-0DBB-3009-D577873A6CEF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0x03</a:t>
              </a:r>
              <a:endParaRPr/>
            </a:p>
          </p:txBody>
        </p:sp>
      </p:grpSp>
      <p:grpSp>
        <p:nvGrpSpPr>
          <p:cNvPr id="903" name="Google Shape;903;p37">
            <a:extLst>
              <a:ext uri="{FF2B5EF4-FFF2-40B4-BE49-F238E27FC236}">
                <a16:creationId xmlns:a16="http://schemas.microsoft.com/office/drawing/2014/main" id="{674881F4-588D-3835-1CF3-F2C69E789BD5}"/>
              </a:ext>
            </a:extLst>
          </p:cNvPr>
          <p:cNvGrpSpPr/>
          <p:nvPr/>
        </p:nvGrpSpPr>
        <p:grpSpPr>
          <a:xfrm>
            <a:off x="1630225" y="4047925"/>
            <a:ext cx="803700" cy="838800"/>
            <a:chOff x="6538675" y="262075"/>
            <a:chExt cx="803700" cy="838800"/>
          </a:xfrm>
        </p:grpSpPr>
        <p:grpSp>
          <p:nvGrpSpPr>
            <p:cNvPr id="904" name="Google Shape;904;p37">
              <a:extLst>
                <a:ext uri="{FF2B5EF4-FFF2-40B4-BE49-F238E27FC236}">
                  <a16:creationId xmlns:a16="http://schemas.microsoft.com/office/drawing/2014/main" id="{6008D7DE-049B-2829-D11E-49B7BAD9D4C6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905" name="Google Shape;905;p37">
                <a:extLst>
                  <a:ext uri="{FF2B5EF4-FFF2-40B4-BE49-F238E27FC236}">
                    <a16:creationId xmlns:a16="http://schemas.microsoft.com/office/drawing/2014/main" id="{A5525186-1A3F-4AC6-D4B6-32C7726E6E30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906" name="Google Shape;906;p37">
                <a:extLst>
                  <a:ext uri="{FF2B5EF4-FFF2-40B4-BE49-F238E27FC236}">
                    <a16:creationId xmlns:a16="http://schemas.microsoft.com/office/drawing/2014/main" id="{BFECF034-834E-ADAD-FC1A-F0988992029B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907" name="Google Shape;907;p37">
              <a:extLst>
                <a:ext uri="{FF2B5EF4-FFF2-40B4-BE49-F238E27FC236}">
                  <a16:creationId xmlns:a16="http://schemas.microsoft.com/office/drawing/2014/main" id="{12A5B779-4959-1BAE-F175-6CF31FE40FD7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0x02</a:t>
              </a:r>
              <a:endParaRPr sz="1200"/>
            </a:p>
          </p:txBody>
        </p:sp>
      </p:grpSp>
      <p:grpSp>
        <p:nvGrpSpPr>
          <p:cNvPr id="908" name="Google Shape;908;p37">
            <a:extLst>
              <a:ext uri="{FF2B5EF4-FFF2-40B4-BE49-F238E27FC236}">
                <a16:creationId xmlns:a16="http://schemas.microsoft.com/office/drawing/2014/main" id="{28C4B23C-F1FB-F23A-F5C9-600819CA9A0D}"/>
              </a:ext>
            </a:extLst>
          </p:cNvPr>
          <p:cNvGrpSpPr/>
          <p:nvPr/>
        </p:nvGrpSpPr>
        <p:grpSpPr>
          <a:xfrm>
            <a:off x="2777075" y="4047950"/>
            <a:ext cx="803700" cy="838800"/>
            <a:chOff x="6538675" y="262075"/>
            <a:chExt cx="803700" cy="838800"/>
          </a:xfrm>
        </p:grpSpPr>
        <p:sp>
          <p:nvSpPr>
            <p:cNvPr id="909" name="Google Shape;909;p37">
              <a:extLst>
                <a:ext uri="{FF2B5EF4-FFF2-40B4-BE49-F238E27FC236}">
                  <a16:creationId xmlns:a16="http://schemas.microsoft.com/office/drawing/2014/main" id="{E3872AC9-6A77-F822-AA6A-D7C66F9331AA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0x03</a:t>
              </a:r>
              <a:endParaRPr sz="1200"/>
            </a:p>
          </p:txBody>
        </p:sp>
        <p:grpSp>
          <p:nvGrpSpPr>
            <p:cNvPr id="910" name="Google Shape;910;p37">
              <a:extLst>
                <a:ext uri="{FF2B5EF4-FFF2-40B4-BE49-F238E27FC236}">
                  <a16:creationId xmlns:a16="http://schemas.microsoft.com/office/drawing/2014/main" id="{C884D3CD-B95B-F44D-7FD9-7E607552DE9D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911" name="Google Shape;911;p37">
                <a:extLst>
                  <a:ext uri="{FF2B5EF4-FFF2-40B4-BE49-F238E27FC236}">
                    <a16:creationId xmlns:a16="http://schemas.microsoft.com/office/drawing/2014/main" id="{3C805C59-5AB1-70BE-9364-26DDF68153CC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912" name="Google Shape;912;p37">
                <a:extLst>
                  <a:ext uri="{FF2B5EF4-FFF2-40B4-BE49-F238E27FC236}">
                    <a16:creationId xmlns:a16="http://schemas.microsoft.com/office/drawing/2014/main" id="{63EA8B02-D2A9-80A9-9217-8D0BFE3A2321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</p:grpSp>
      <p:cxnSp>
        <p:nvCxnSpPr>
          <p:cNvPr id="913" name="Google Shape;913;p37">
            <a:extLst>
              <a:ext uri="{FF2B5EF4-FFF2-40B4-BE49-F238E27FC236}">
                <a16:creationId xmlns:a16="http://schemas.microsoft.com/office/drawing/2014/main" id="{F4E2556E-D110-35BA-C15F-F0AFE3695EB0}"/>
              </a:ext>
            </a:extLst>
          </p:cNvPr>
          <p:cNvCxnSpPr>
            <a:stCxn id="896" idx="1"/>
            <a:endCxn id="911" idx="1"/>
          </p:cNvCxnSpPr>
          <p:nvPr/>
        </p:nvCxnSpPr>
        <p:spPr>
          <a:xfrm>
            <a:off x="1973375" y="3649738"/>
            <a:ext cx="803700" cy="53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14" name="Google Shape;914;p37">
            <a:extLst>
              <a:ext uri="{FF2B5EF4-FFF2-40B4-BE49-F238E27FC236}">
                <a16:creationId xmlns:a16="http://schemas.microsoft.com/office/drawing/2014/main" id="{0A759280-12B7-B987-0CF5-0804C4FCF433}"/>
              </a:ext>
            </a:extLst>
          </p:cNvPr>
          <p:cNvSpPr txBox="1"/>
          <p:nvPr/>
        </p:nvSpPr>
        <p:spPr>
          <a:xfrm>
            <a:off x="0" y="3108100"/>
            <a:ext cx="648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74</a:t>
            </a:r>
            <a:endParaRPr dirty="0"/>
          </a:p>
        </p:txBody>
      </p:sp>
      <p:grpSp>
        <p:nvGrpSpPr>
          <p:cNvPr id="915" name="Google Shape;915;p37">
            <a:extLst>
              <a:ext uri="{FF2B5EF4-FFF2-40B4-BE49-F238E27FC236}">
                <a16:creationId xmlns:a16="http://schemas.microsoft.com/office/drawing/2014/main" id="{65D2A592-0F60-F753-AAEA-23E4FFB1FD33}"/>
              </a:ext>
            </a:extLst>
          </p:cNvPr>
          <p:cNvGrpSpPr/>
          <p:nvPr/>
        </p:nvGrpSpPr>
        <p:grpSpPr>
          <a:xfrm>
            <a:off x="3877650" y="4047950"/>
            <a:ext cx="803700" cy="838800"/>
            <a:chOff x="6538675" y="262075"/>
            <a:chExt cx="803700" cy="838800"/>
          </a:xfrm>
        </p:grpSpPr>
        <p:grpSp>
          <p:nvGrpSpPr>
            <p:cNvPr id="916" name="Google Shape;916;p37">
              <a:extLst>
                <a:ext uri="{FF2B5EF4-FFF2-40B4-BE49-F238E27FC236}">
                  <a16:creationId xmlns:a16="http://schemas.microsoft.com/office/drawing/2014/main" id="{E29E366A-1FBC-A6F0-5403-2750AC2725E5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917" name="Google Shape;917;p37">
                <a:extLst>
                  <a:ext uri="{FF2B5EF4-FFF2-40B4-BE49-F238E27FC236}">
                    <a16:creationId xmlns:a16="http://schemas.microsoft.com/office/drawing/2014/main" id="{327E42FA-B899-2CEB-8959-05CDA5D3B166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0x03</a:t>
                </a:r>
                <a:endParaRPr/>
              </a:p>
            </p:txBody>
          </p:sp>
          <p:sp>
            <p:nvSpPr>
              <p:cNvPr id="918" name="Google Shape;918;p37">
                <a:extLst>
                  <a:ext uri="{FF2B5EF4-FFF2-40B4-BE49-F238E27FC236}">
                    <a16:creationId xmlns:a16="http://schemas.microsoft.com/office/drawing/2014/main" id="{E7930A9C-3E29-7462-4DB4-9997D15EDAC4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30</a:t>
                </a:r>
                <a:endParaRPr/>
              </a:p>
            </p:txBody>
          </p:sp>
        </p:grpSp>
        <p:sp>
          <p:nvSpPr>
            <p:cNvPr id="919" name="Google Shape;919;p37">
              <a:extLst>
                <a:ext uri="{FF2B5EF4-FFF2-40B4-BE49-F238E27FC236}">
                  <a16:creationId xmlns:a16="http://schemas.microsoft.com/office/drawing/2014/main" id="{E20C449F-2E97-36B6-69EC-25B8D0AB1149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pNext</a:t>
              </a:r>
              <a:endParaRPr sz="1200"/>
            </a:p>
          </p:txBody>
        </p:sp>
      </p:grpSp>
      <p:cxnSp>
        <p:nvCxnSpPr>
          <p:cNvPr id="920" name="Google Shape;920;p37">
            <a:extLst>
              <a:ext uri="{FF2B5EF4-FFF2-40B4-BE49-F238E27FC236}">
                <a16:creationId xmlns:a16="http://schemas.microsoft.com/office/drawing/2014/main" id="{F9FDF03D-D0C1-DF7A-8412-C8D57A972E0E}"/>
              </a:ext>
            </a:extLst>
          </p:cNvPr>
          <p:cNvCxnSpPr>
            <a:stCxn id="902" idx="3"/>
            <a:endCxn id="917" idx="1"/>
          </p:cNvCxnSpPr>
          <p:nvPr/>
        </p:nvCxnSpPr>
        <p:spPr>
          <a:xfrm>
            <a:off x="1115400" y="3929450"/>
            <a:ext cx="2762400" cy="258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21" name="Google Shape;921;p37">
            <a:extLst>
              <a:ext uri="{FF2B5EF4-FFF2-40B4-BE49-F238E27FC236}">
                <a16:creationId xmlns:a16="http://schemas.microsoft.com/office/drawing/2014/main" id="{C679B064-9C8A-5EBC-FF11-EF0C3FCECE7A}"/>
              </a:ext>
            </a:extLst>
          </p:cNvPr>
          <p:cNvCxnSpPr>
            <a:stCxn id="907" idx="3"/>
            <a:endCxn id="911" idx="1"/>
          </p:cNvCxnSpPr>
          <p:nvPr/>
        </p:nvCxnSpPr>
        <p:spPr>
          <a:xfrm rot="10800000" flipH="1">
            <a:off x="2433925" y="4187725"/>
            <a:ext cx="3432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22" name="Google Shape;922;p37">
            <a:extLst>
              <a:ext uri="{FF2B5EF4-FFF2-40B4-BE49-F238E27FC236}">
                <a16:creationId xmlns:a16="http://schemas.microsoft.com/office/drawing/2014/main" id="{25E67517-0AE8-ACEF-990D-997B24E55B83}"/>
              </a:ext>
            </a:extLst>
          </p:cNvPr>
          <p:cNvCxnSpPr>
            <a:endCxn id="917" idx="1"/>
          </p:cNvCxnSpPr>
          <p:nvPr/>
        </p:nvCxnSpPr>
        <p:spPr>
          <a:xfrm rot="10800000" flipH="1">
            <a:off x="3580650" y="4187750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23" name="Google Shape;923;p37">
            <a:extLst>
              <a:ext uri="{FF2B5EF4-FFF2-40B4-BE49-F238E27FC236}">
                <a16:creationId xmlns:a16="http://schemas.microsoft.com/office/drawing/2014/main" id="{B495B7E3-75A3-B9CA-E1F7-DDE28C91B2EC}"/>
              </a:ext>
            </a:extLst>
          </p:cNvPr>
          <p:cNvCxnSpPr>
            <a:stCxn id="902" idx="0"/>
            <a:endCxn id="892" idx="2"/>
          </p:cNvCxnSpPr>
          <p:nvPr/>
        </p:nvCxnSpPr>
        <p:spPr>
          <a:xfrm rot="10800000" flipH="1">
            <a:off x="713550" y="2229650"/>
            <a:ext cx="1259700" cy="1560000"/>
          </a:xfrm>
          <a:prstGeom prst="straightConnector1">
            <a:avLst/>
          </a:prstGeom>
          <a:noFill/>
          <a:ln w="9525" cap="flat" cmpd="sng">
            <a:solidFill>
              <a:srgbClr val="00B050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924" name="Google Shape;924;p37">
            <a:extLst>
              <a:ext uri="{FF2B5EF4-FFF2-40B4-BE49-F238E27FC236}">
                <a16:creationId xmlns:a16="http://schemas.microsoft.com/office/drawing/2014/main" id="{78347AA0-1252-C8C6-3C3D-3F543B2D59A6}"/>
              </a:ext>
            </a:extLst>
          </p:cNvPr>
          <p:cNvCxnSpPr>
            <a:stCxn id="892" idx="2"/>
            <a:endCxn id="911" idx="1"/>
          </p:cNvCxnSpPr>
          <p:nvPr/>
        </p:nvCxnSpPr>
        <p:spPr>
          <a:xfrm>
            <a:off x="1973375" y="2229650"/>
            <a:ext cx="803700" cy="19581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25" name="Google Shape;925;p37">
            <a:extLst>
              <a:ext uri="{FF2B5EF4-FFF2-40B4-BE49-F238E27FC236}">
                <a16:creationId xmlns:a16="http://schemas.microsoft.com/office/drawing/2014/main" id="{F228FA33-D7F2-7363-2F13-09AC8B68C0F3}"/>
              </a:ext>
            </a:extLst>
          </p:cNvPr>
          <p:cNvCxnSpPr>
            <a:stCxn id="888" idx="1"/>
            <a:endCxn id="905" idx="1"/>
          </p:cNvCxnSpPr>
          <p:nvPr/>
        </p:nvCxnSpPr>
        <p:spPr>
          <a:xfrm>
            <a:off x="498900" y="2089850"/>
            <a:ext cx="11313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26" name="Google Shape;926;p37">
            <a:extLst>
              <a:ext uri="{FF2B5EF4-FFF2-40B4-BE49-F238E27FC236}">
                <a16:creationId xmlns:a16="http://schemas.microsoft.com/office/drawing/2014/main" id="{E869C31A-2B0B-22ED-6986-B6CC35A30227}"/>
              </a:ext>
            </a:extLst>
          </p:cNvPr>
          <p:cNvCxnSpPr>
            <a:stCxn id="899" idx="2"/>
            <a:endCxn id="918" idx="0"/>
          </p:cNvCxnSpPr>
          <p:nvPr/>
        </p:nvCxnSpPr>
        <p:spPr>
          <a:xfrm>
            <a:off x="3521950" y="3789550"/>
            <a:ext cx="757500" cy="53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927" name="Google Shape;927;p37">
            <a:extLst>
              <a:ext uri="{FF2B5EF4-FFF2-40B4-BE49-F238E27FC236}">
                <a16:creationId xmlns:a16="http://schemas.microsoft.com/office/drawing/2014/main" id="{8EDBEB08-4723-81B9-D57F-0F0CB87AC2AD}"/>
              </a:ext>
            </a:extLst>
          </p:cNvPr>
          <p:cNvSpPr txBox="1"/>
          <p:nvPr/>
        </p:nvSpPr>
        <p:spPr>
          <a:xfrm>
            <a:off x="3686850" y="3665750"/>
            <a:ext cx="401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75</a:t>
            </a:r>
            <a:endParaRPr/>
          </a:p>
        </p:txBody>
      </p:sp>
      <p:cxnSp>
        <p:nvCxnSpPr>
          <p:cNvPr id="928" name="Google Shape;928;p37">
            <a:extLst>
              <a:ext uri="{FF2B5EF4-FFF2-40B4-BE49-F238E27FC236}">
                <a16:creationId xmlns:a16="http://schemas.microsoft.com/office/drawing/2014/main" id="{DEFB278C-8E73-7EE9-54C9-36655FD9952D}"/>
              </a:ext>
            </a:extLst>
          </p:cNvPr>
          <p:cNvCxnSpPr>
            <a:endCxn id="909" idx="1"/>
          </p:cNvCxnSpPr>
          <p:nvPr/>
        </p:nvCxnSpPr>
        <p:spPr>
          <a:xfrm>
            <a:off x="1115375" y="3929450"/>
            <a:ext cx="1661700" cy="817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929" name="Google Shape;929;p37">
            <a:extLst>
              <a:ext uri="{FF2B5EF4-FFF2-40B4-BE49-F238E27FC236}">
                <a16:creationId xmlns:a16="http://schemas.microsoft.com/office/drawing/2014/main" id="{791B93A1-C4E2-664D-4817-E5D09EC7E730}"/>
              </a:ext>
            </a:extLst>
          </p:cNvPr>
          <p:cNvSpPr txBox="1"/>
          <p:nvPr/>
        </p:nvSpPr>
        <p:spPr>
          <a:xfrm>
            <a:off x="1169825" y="4069250"/>
            <a:ext cx="401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76</a:t>
            </a:r>
            <a:endParaRPr/>
          </a:p>
        </p:txBody>
      </p:sp>
      <p:cxnSp>
        <p:nvCxnSpPr>
          <p:cNvPr id="2" name="Google Shape;924;p37">
            <a:extLst>
              <a:ext uri="{FF2B5EF4-FFF2-40B4-BE49-F238E27FC236}">
                <a16:creationId xmlns:a16="http://schemas.microsoft.com/office/drawing/2014/main" id="{C818C125-8E2D-4964-CD78-38B9705F09BF}"/>
              </a:ext>
            </a:extLst>
          </p:cNvPr>
          <p:cNvCxnSpPr>
            <a:cxnSpLocks/>
          </p:cNvCxnSpPr>
          <p:nvPr/>
        </p:nvCxnSpPr>
        <p:spPr>
          <a:xfrm>
            <a:off x="1986982" y="2236453"/>
            <a:ext cx="1905878" cy="1971708"/>
          </a:xfrm>
          <a:prstGeom prst="straightConnector1">
            <a:avLst/>
          </a:prstGeom>
          <a:noFill/>
          <a:ln w="9525" cap="flat" cmpd="sng">
            <a:solidFill>
              <a:srgbClr val="00B050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9963731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39"/>
          <p:cNvSpPr txBox="1"/>
          <p:nvPr/>
        </p:nvSpPr>
        <p:spPr>
          <a:xfrm>
            <a:off x="387900" y="1190175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34 main()</a:t>
            </a:r>
            <a:endParaRPr/>
          </a:p>
        </p:txBody>
      </p:sp>
      <p:grpSp>
        <p:nvGrpSpPr>
          <p:cNvPr id="980" name="Google Shape;980;p39"/>
          <p:cNvGrpSpPr/>
          <p:nvPr/>
        </p:nvGrpSpPr>
        <p:grpSpPr>
          <a:xfrm>
            <a:off x="498900" y="1670450"/>
            <a:ext cx="803700" cy="559200"/>
            <a:chOff x="725125" y="742575"/>
            <a:chExt cx="803700" cy="559200"/>
          </a:xfrm>
        </p:grpSpPr>
        <p:sp>
          <p:nvSpPr>
            <p:cNvPr id="981" name="Google Shape;981;p39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pBgin</a:t>
              </a:r>
              <a:endParaRPr/>
            </a:p>
          </p:txBody>
        </p:sp>
        <p:sp>
          <p:nvSpPr>
            <p:cNvPr id="982" name="Google Shape;982;p39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sp>
        <p:nvSpPr>
          <p:cNvPr id="983" name="Google Shape;983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연결리스트 추가(30) 완료</a:t>
            </a:r>
            <a:endParaRPr/>
          </a:p>
        </p:txBody>
      </p:sp>
      <p:grpSp>
        <p:nvGrpSpPr>
          <p:cNvPr id="984" name="Google Shape;984;p39"/>
          <p:cNvGrpSpPr/>
          <p:nvPr/>
        </p:nvGrpSpPr>
        <p:grpSpPr>
          <a:xfrm>
            <a:off x="1571525" y="1670450"/>
            <a:ext cx="803700" cy="559200"/>
            <a:chOff x="725125" y="742575"/>
            <a:chExt cx="803700" cy="559200"/>
          </a:xfrm>
        </p:grpSpPr>
        <p:sp>
          <p:nvSpPr>
            <p:cNvPr id="985" name="Google Shape;985;p39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End</a:t>
              </a:r>
              <a:endParaRPr/>
            </a:p>
          </p:txBody>
        </p:sp>
        <p:sp>
          <p:nvSpPr>
            <p:cNvPr id="986" name="Google Shape;986;p39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0x03</a:t>
              </a:r>
              <a:endParaRPr/>
            </a:p>
          </p:txBody>
        </p:sp>
      </p:grpSp>
      <p:grpSp>
        <p:nvGrpSpPr>
          <p:cNvPr id="987" name="Google Shape;987;p39"/>
          <p:cNvGrpSpPr/>
          <p:nvPr/>
        </p:nvGrpSpPr>
        <p:grpSpPr>
          <a:xfrm>
            <a:off x="311700" y="3510050"/>
            <a:ext cx="803700" cy="559200"/>
            <a:chOff x="725125" y="742575"/>
            <a:chExt cx="803700" cy="559200"/>
          </a:xfrm>
        </p:grpSpPr>
        <p:sp>
          <p:nvSpPr>
            <p:cNvPr id="988" name="Google Shape;988;p39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pTemp</a:t>
              </a:r>
              <a:endParaRPr/>
            </a:p>
          </p:txBody>
        </p:sp>
        <p:sp>
          <p:nvSpPr>
            <p:cNvPr id="989" name="Google Shape;989;p39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0x03</a:t>
              </a:r>
              <a:endParaRPr/>
            </a:p>
          </p:txBody>
        </p:sp>
      </p:grpSp>
      <p:grpSp>
        <p:nvGrpSpPr>
          <p:cNvPr id="990" name="Google Shape;990;p39"/>
          <p:cNvGrpSpPr/>
          <p:nvPr/>
        </p:nvGrpSpPr>
        <p:grpSpPr>
          <a:xfrm>
            <a:off x="1630225" y="4047925"/>
            <a:ext cx="803700" cy="838800"/>
            <a:chOff x="6538675" y="262075"/>
            <a:chExt cx="803700" cy="838800"/>
          </a:xfrm>
        </p:grpSpPr>
        <p:grpSp>
          <p:nvGrpSpPr>
            <p:cNvPr id="991" name="Google Shape;991;p39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992" name="Google Shape;992;p39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993" name="Google Shape;993;p39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994" name="Google Shape;994;p39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0x02</a:t>
              </a:r>
              <a:endParaRPr sz="1200"/>
            </a:p>
          </p:txBody>
        </p:sp>
      </p:grpSp>
      <p:grpSp>
        <p:nvGrpSpPr>
          <p:cNvPr id="995" name="Google Shape;995;p39"/>
          <p:cNvGrpSpPr/>
          <p:nvPr/>
        </p:nvGrpSpPr>
        <p:grpSpPr>
          <a:xfrm>
            <a:off x="2777075" y="4047950"/>
            <a:ext cx="803700" cy="838800"/>
            <a:chOff x="6538675" y="262075"/>
            <a:chExt cx="803700" cy="838800"/>
          </a:xfrm>
        </p:grpSpPr>
        <p:sp>
          <p:nvSpPr>
            <p:cNvPr id="996" name="Google Shape;996;p39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0x03</a:t>
              </a:r>
              <a:endParaRPr sz="1200"/>
            </a:p>
          </p:txBody>
        </p:sp>
        <p:grpSp>
          <p:nvGrpSpPr>
            <p:cNvPr id="997" name="Google Shape;997;p39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998" name="Google Shape;998;p39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999" name="Google Shape;999;p39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</p:grpSp>
      <p:grpSp>
        <p:nvGrpSpPr>
          <p:cNvPr id="1000" name="Google Shape;1000;p39"/>
          <p:cNvGrpSpPr/>
          <p:nvPr/>
        </p:nvGrpSpPr>
        <p:grpSpPr>
          <a:xfrm>
            <a:off x="3877650" y="4047950"/>
            <a:ext cx="803700" cy="838800"/>
            <a:chOff x="6538675" y="262075"/>
            <a:chExt cx="803700" cy="838800"/>
          </a:xfrm>
        </p:grpSpPr>
        <p:grpSp>
          <p:nvGrpSpPr>
            <p:cNvPr id="1001" name="Google Shape;1001;p39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002" name="Google Shape;1002;p39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0x03</a:t>
                </a:r>
                <a:endParaRPr/>
              </a:p>
            </p:txBody>
          </p:sp>
          <p:sp>
            <p:nvSpPr>
              <p:cNvPr id="1003" name="Google Shape;1003;p39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30</a:t>
                </a:r>
                <a:endParaRPr/>
              </a:p>
            </p:txBody>
          </p:sp>
        </p:grpSp>
        <p:sp>
          <p:nvSpPr>
            <p:cNvPr id="1004" name="Google Shape;1004;p39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pNext</a:t>
              </a:r>
              <a:endParaRPr sz="1200"/>
            </a:p>
          </p:txBody>
        </p:sp>
      </p:grpSp>
      <p:cxnSp>
        <p:nvCxnSpPr>
          <p:cNvPr id="1005" name="Google Shape;1005;p39"/>
          <p:cNvCxnSpPr>
            <a:stCxn id="989" idx="3"/>
            <a:endCxn id="1002" idx="1"/>
          </p:cNvCxnSpPr>
          <p:nvPr/>
        </p:nvCxnSpPr>
        <p:spPr>
          <a:xfrm>
            <a:off x="1115400" y="3929450"/>
            <a:ext cx="2762400" cy="258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06" name="Google Shape;1006;p39"/>
          <p:cNvCxnSpPr>
            <a:stCxn id="994" idx="3"/>
            <a:endCxn id="998" idx="1"/>
          </p:cNvCxnSpPr>
          <p:nvPr/>
        </p:nvCxnSpPr>
        <p:spPr>
          <a:xfrm rot="10800000" flipH="1">
            <a:off x="2433925" y="4187725"/>
            <a:ext cx="3432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07" name="Google Shape;1007;p39"/>
          <p:cNvCxnSpPr>
            <a:endCxn id="1002" idx="1"/>
          </p:cNvCxnSpPr>
          <p:nvPr/>
        </p:nvCxnSpPr>
        <p:spPr>
          <a:xfrm rot="10800000" flipH="1">
            <a:off x="3580650" y="4187750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08" name="Google Shape;1008;p39"/>
          <p:cNvCxnSpPr>
            <a:stCxn id="986" idx="1"/>
            <a:endCxn id="1002" idx="1"/>
          </p:cNvCxnSpPr>
          <p:nvPr/>
        </p:nvCxnSpPr>
        <p:spPr>
          <a:xfrm>
            <a:off x="1571525" y="2089850"/>
            <a:ext cx="23061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09" name="Google Shape;1009;p39"/>
          <p:cNvCxnSpPr>
            <a:stCxn id="982" idx="1"/>
            <a:endCxn id="992" idx="1"/>
          </p:cNvCxnSpPr>
          <p:nvPr/>
        </p:nvCxnSpPr>
        <p:spPr>
          <a:xfrm>
            <a:off x="498900" y="2089850"/>
            <a:ext cx="11313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40"/>
          <p:cNvSpPr txBox="1"/>
          <p:nvPr/>
        </p:nvSpPr>
        <p:spPr>
          <a:xfrm>
            <a:off x="387900" y="1190175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34 main()</a:t>
            </a:r>
            <a:endParaRPr/>
          </a:p>
        </p:txBody>
      </p:sp>
      <p:grpSp>
        <p:nvGrpSpPr>
          <p:cNvPr id="1015" name="Google Shape;1015;p40"/>
          <p:cNvGrpSpPr/>
          <p:nvPr/>
        </p:nvGrpSpPr>
        <p:grpSpPr>
          <a:xfrm>
            <a:off x="498900" y="1670450"/>
            <a:ext cx="803700" cy="559200"/>
            <a:chOff x="725125" y="742575"/>
            <a:chExt cx="803700" cy="559200"/>
          </a:xfrm>
        </p:grpSpPr>
        <p:sp>
          <p:nvSpPr>
            <p:cNvPr id="1016" name="Google Shape;1016;p40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pBgin</a:t>
              </a:r>
              <a:endParaRPr/>
            </a:p>
          </p:txBody>
        </p:sp>
        <p:sp>
          <p:nvSpPr>
            <p:cNvPr id="1017" name="Google Shape;1017;p40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sp>
        <p:nvSpPr>
          <p:cNvPr id="1018" name="Google Shape;1018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연결리스트 추가(40)</a:t>
            </a:r>
            <a:endParaRPr/>
          </a:p>
        </p:txBody>
      </p:sp>
      <p:grpSp>
        <p:nvGrpSpPr>
          <p:cNvPr id="1019" name="Google Shape;1019;p40"/>
          <p:cNvGrpSpPr/>
          <p:nvPr/>
        </p:nvGrpSpPr>
        <p:grpSpPr>
          <a:xfrm>
            <a:off x="1571525" y="1670450"/>
            <a:ext cx="803700" cy="559200"/>
            <a:chOff x="725125" y="742575"/>
            <a:chExt cx="803700" cy="559200"/>
          </a:xfrm>
        </p:grpSpPr>
        <p:sp>
          <p:nvSpPr>
            <p:cNvPr id="1020" name="Google Shape;1020;p40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End</a:t>
              </a:r>
              <a:endParaRPr/>
            </a:p>
          </p:txBody>
        </p:sp>
        <p:sp>
          <p:nvSpPr>
            <p:cNvPr id="1021" name="Google Shape;1021;p40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0x03</a:t>
              </a:r>
              <a:endParaRPr/>
            </a:p>
          </p:txBody>
        </p:sp>
      </p:grpSp>
      <p:sp>
        <p:nvSpPr>
          <p:cNvPr id="1022" name="Google Shape;1022;p40"/>
          <p:cNvSpPr txBox="1"/>
          <p:nvPr/>
        </p:nvSpPr>
        <p:spPr>
          <a:xfrm>
            <a:off x="346500" y="2571750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 48 CreateNode(pEnd, 40)</a:t>
            </a:r>
            <a:endParaRPr/>
          </a:p>
        </p:txBody>
      </p:sp>
      <p:grpSp>
        <p:nvGrpSpPr>
          <p:cNvPr id="1023" name="Google Shape;1023;p40"/>
          <p:cNvGrpSpPr/>
          <p:nvPr/>
        </p:nvGrpSpPr>
        <p:grpSpPr>
          <a:xfrm>
            <a:off x="1973375" y="3230338"/>
            <a:ext cx="803700" cy="559200"/>
            <a:chOff x="725125" y="742575"/>
            <a:chExt cx="803700" cy="559200"/>
          </a:xfrm>
        </p:grpSpPr>
        <p:sp>
          <p:nvSpPr>
            <p:cNvPr id="1024" name="Google Shape;1024;p40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pNode</a:t>
              </a:r>
              <a:endParaRPr/>
            </a:p>
          </p:txBody>
        </p:sp>
        <p:sp>
          <p:nvSpPr>
            <p:cNvPr id="1025" name="Google Shape;1025;p40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/>
                <a:t>0x03</a:t>
              </a:r>
              <a:endParaRPr dirty="0"/>
            </a:p>
          </p:txBody>
        </p:sp>
      </p:grpSp>
      <p:grpSp>
        <p:nvGrpSpPr>
          <p:cNvPr id="1026" name="Google Shape;1026;p40"/>
          <p:cNvGrpSpPr/>
          <p:nvPr/>
        </p:nvGrpSpPr>
        <p:grpSpPr>
          <a:xfrm>
            <a:off x="3120100" y="3230350"/>
            <a:ext cx="803700" cy="559200"/>
            <a:chOff x="725125" y="742575"/>
            <a:chExt cx="803700" cy="559200"/>
          </a:xfrm>
        </p:grpSpPr>
        <p:sp>
          <p:nvSpPr>
            <p:cNvPr id="1027" name="Google Shape;1027;p40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data</a:t>
              </a:r>
              <a:endParaRPr/>
            </a:p>
          </p:txBody>
        </p:sp>
        <p:sp>
          <p:nvSpPr>
            <p:cNvPr id="1028" name="Google Shape;1028;p40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40</a:t>
              </a:r>
              <a:endParaRPr/>
            </a:p>
          </p:txBody>
        </p:sp>
      </p:grpSp>
      <p:grpSp>
        <p:nvGrpSpPr>
          <p:cNvPr id="1029" name="Google Shape;1029;p40"/>
          <p:cNvGrpSpPr/>
          <p:nvPr/>
        </p:nvGrpSpPr>
        <p:grpSpPr>
          <a:xfrm>
            <a:off x="311700" y="3510050"/>
            <a:ext cx="803700" cy="559200"/>
            <a:chOff x="725125" y="742575"/>
            <a:chExt cx="803700" cy="559200"/>
          </a:xfrm>
        </p:grpSpPr>
        <p:sp>
          <p:nvSpPr>
            <p:cNvPr id="1030" name="Google Shape;1030;p40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pTemp</a:t>
              </a:r>
              <a:endParaRPr/>
            </a:p>
          </p:txBody>
        </p:sp>
        <p:sp>
          <p:nvSpPr>
            <p:cNvPr id="1031" name="Google Shape;1031;p40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>
                  <a:solidFill>
                    <a:srgbClr val="00B050"/>
                  </a:solidFill>
                </a:rPr>
                <a:t>0x04</a:t>
              </a:r>
              <a:endParaRPr lang="ko-KR" altLang="en-US" dirty="0">
                <a:solidFill>
                  <a:srgbClr val="00B050"/>
                </a:solidFill>
              </a:endParaRPr>
            </a:p>
          </p:txBody>
        </p:sp>
      </p:grpSp>
      <p:grpSp>
        <p:nvGrpSpPr>
          <p:cNvPr id="1032" name="Google Shape;1032;p40"/>
          <p:cNvGrpSpPr/>
          <p:nvPr/>
        </p:nvGrpSpPr>
        <p:grpSpPr>
          <a:xfrm>
            <a:off x="1630225" y="4047925"/>
            <a:ext cx="803700" cy="838800"/>
            <a:chOff x="6538675" y="262075"/>
            <a:chExt cx="803700" cy="838800"/>
          </a:xfrm>
        </p:grpSpPr>
        <p:grpSp>
          <p:nvGrpSpPr>
            <p:cNvPr id="1033" name="Google Shape;1033;p40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034" name="Google Shape;1034;p40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1035" name="Google Shape;1035;p40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1036" name="Google Shape;1036;p40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0x02</a:t>
              </a:r>
              <a:endParaRPr sz="1200"/>
            </a:p>
          </p:txBody>
        </p:sp>
      </p:grpSp>
      <p:grpSp>
        <p:nvGrpSpPr>
          <p:cNvPr id="1037" name="Google Shape;1037;p40"/>
          <p:cNvGrpSpPr/>
          <p:nvPr/>
        </p:nvGrpSpPr>
        <p:grpSpPr>
          <a:xfrm>
            <a:off x="2777075" y="4047950"/>
            <a:ext cx="803700" cy="838800"/>
            <a:chOff x="6538675" y="262075"/>
            <a:chExt cx="803700" cy="838800"/>
          </a:xfrm>
        </p:grpSpPr>
        <p:sp>
          <p:nvSpPr>
            <p:cNvPr id="1038" name="Google Shape;1038;p40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0x03</a:t>
              </a:r>
              <a:endParaRPr sz="1200"/>
            </a:p>
          </p:txBody>
        </p:sp>
        <p:grpSp>
          <p:nvGrpSpPr>
            <p:cNvPr id="1039" name="Google Shape;1039;p40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040" name="Google Shape;1040;p40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1041" name="Google Shape;1041;p40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</p:grpSp>
      <p:cxnSp>
        <p:nvCxnSpPr>
          <p:cNvPr id="1042" name="Google Shape;1042;p40"/>
          <p:cNvCxnSpPr>
            <a:stCxn id="1025" idx="1"/>
            <a:endCxn id="1043" idx="1"/>
          </p:cNvCxnSpPr>
          <p:nvPr/>
        </p:nvCxnSpPr>
        <p:spPr>
          <a:xfrm>
            <a:off x="1973375" y="3649738"/>
            <a:ext cx="1904400" cy="53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44" name="Google Shape;1044;p40"/>
          <p:cNvSpPr txBox="1"/>
          <p:nvPr/>
        </p:nvSpPr>
        <p:spPr>
          <a:xfrm>
            <a:off x="0" y="3108100"/>
            <a:ext cx="648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74</a:t>
            </a:r>
            <a:endParaRPr/>
          </a:p>
        </p:txBody>
      </p:sp>
      <p:grpSp>
        <p:nvGrpSpPr>
          <p:cNvPr id="1045" name="Google Shape;1045;p40"/>
          <p:cNvGrpSpPr/>
          <p:nvPr/>
        </p:nvGrpSpPr>
        <p:grpSpPr>
          <a:xfrm>
            <a:off x="3877650" y="4047950"/>
            <a:ext cx="803700" cy="838800"/>
            <a:chOff x="6538675" y="262075"/>
            <a:chExt cx="803700" cy="838800"/>
          </a:xfrm>
        </p:grpSpPr>
        <p:grpSp>
          <p:nvGrpSpPr>
            <p:cNvPr id="1046" name="Google Shape;1046;p40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043" name="Google Shape;1043;p40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0x03</a:t>
                </a:r>
                <a:endParaRPr/>
              </a:p>
            </p:txBody>
          </p:sp>
          <p:sp>
            <p:nvSpPr>
              <p:cNvPr id="1047" name="Google Shape;1047;p40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30</a:t>
                </a:r>
                <a:endParaRPr/>
              </a:p>
            </p:txBody>
          </p:sp>
        </p:grpSp>
        <p:sp>
          <p:nvSpPr>
            <p:cNvPr id="1048" name="Google Shape;1048;p40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0x04</a:t>
              </a:r>
              <a:endParaRPr sz="1200"/>
            </a:p>
          </p:txBody>
        </p:sp>
      </p:grpSp>
      <p:cxnSp>
        <p:nvCxnSpPr>
          <p:cNvPr id="1049" name="Google Shape;1049;p40"/>
          <p:cNvCxnSpPr>
            <a:stCxn id="1031" idx="3"/>
            <a:endCxn id="1050" idx="1"/>
          </p:cNvCxnSpPr>
          <p:nvPr/>
        </p:nvCxnSpPr>
        <p:spPr>
          <a:xfrm>
            <a:off x="1115400" y="3929450"/>
            <a:ext cx="3862800" cy="258300"/>
          </a:xfrm>
          <a:prstGeom prst="straightConnector1">
            <a:avLst/>
          </a:prstGeom>
          <a:noFill/>
          <a:ln w="9525" cap="flat" cmpd="sng">
            <a:solidFill>
              <a:srgbClr val="00B05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51" name="Google Shape;1051;p40"/>
          <p:cNvCxnSpPr>
            <a:stCxn id="1036" idx="3"/>
            <a:endCxn id="1040" idx="1"/>
          </p:cNvCxnSpPr>
          <p:nvPr/>
        </p:nvCxnSpPr>
        <p:spPr>
          <a:xfrm rot="10800000" flipH="1">
            <a:off x="2433925" y="4187725"/>
            <a:ext cx="3432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52" name="Google Shape;1052;p40"/>
          <p:cNvCxnSpPr>
            <a:endCxn id="1043" idx="1"/>
          </p:cNvCxnSpPr>
          <p:nvPr/>
        </p:nvCxnSpPr>
        <p:spPr>
          <a:xfrm rot="10800000" flipH="1">
            <a:off x="3580650" y="4187750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53" name="Google Shape;1053;p40"/>
          <p:cNvCxnSpPr>
            <a:stCxn id="1021" idx="2"/>
            <a:endCxn id="1043" idx="1"/>
          </p:cNvCxnSpPr>
          <p:nvPr/>
        </p:nvCxnSpPr>
        <p:spPr>
          <a:xfrm>
            <a:off x="1973375" y="2229650"/>
            <a:ext cx="1904400" cy="195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54" name="Google Shape;1054;p40"/>
          <p:cNvCxnSpPr>
            <a:stCxn id="1017" idx="1"/>
            <a:endCxn id="1034" idx="1"/>
          </p:cNvCxnSpPr>
          <p:nvPr/>
        </p:nvCxnSpPr>
        <p:spPr>
          <a:xfrm>
            <a:off x="498900" y="2089850"/>
            <a:ext cx="11313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55" name="Google Shape;1055;p40"/>
          <p:cNvCxnSpPr>
            <a:stCxn id="1028" idx="2"/>
            <a:endCxn id="1056" idx="0"/>
          </p:cNvCxnSpPr>
          <p:nvPr/>
        </p:nvCxnSpPr>
        <p:spPr>
          <a:xfrm>
            <a:off x="3521950" y="3789550"/>
            <a:ext cx="1858200" cy="53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1057" name="Google Shape;1057;p40"/>
          <p:cNvSpPr txBox="1"/>
          <p:nvPr/>
        </p:nvSpPr>
        <p:spPr>
          <a:xfrm>
            <a:off x="4078650" y="3589550"/>
            <a:ext cx="401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75</a:t>
            </a:r>
            <a:endParaRPr/>
          </a:p>
        </p:txBody>
      </p:sp>
      <p:cxnSp>
        <p:nvCxnSpPr>
          <p:cNvPr id="1058" name="Google Shape;1058;p40"/>
          <p:cNvCxnSpPr>
            <a:endCxn id="1048" idx="1"/>
          </p:cNvCxnSpPr>
          <p:nvPr/>
        </p:nvCxnSpPr>
        <p:spPr>
          <a:xfrm>
            <a:off x="1115250" y="3929450"/>
            <a:ext cx="2762400" cy="817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1059" name="Google Shape;1059;p40"/>
          <p:cNvSpPr txBox="1"/>
          <p:nvPr/>
        </p:nvSpPr>
        <p:spPr>
          <a:xfrm>
            <a:off x="1169825" y="4069250"/>
            <a:ext cx="401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76</a:t>
            </a:r>
            <a:endParaRPr/>
          </a:p>
        </p:txBody>
      </p:sp>
      <p:cxnSp>
        <p:nvCxnSpPr>
          <p:cNvPr id="1060" name="Google Shape;1060;p40"/>
          <p:cNvCxnSpPr>
            <a:stCxn id="1021" idx="2"/>
            <a:endCxn id="1025" idx="0"/>
          </p:cNvCxnSpPr>
          <p:nvPr/>
        </p:nvCxnSpPr>
        <p:spPr>
          <a:xfrm>
            <a:off x="1973375" y="2229650"/>
            <a:ext cx="402000" cy="1280400"/>
          </a:xfrm>
          <a:prstGeom prst="straightConnector1">
            <a:avLst/>
          </a:prstGeom>
          <a:noFill/>
          <a:ln w="9525" cap="flat" cmpd="sng">
            <a:solidFill>
              <a:srgbClr val="00B050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1061" name="Google Shape;1061;p40"/>
          <p:cNvSpPr txBox="1"/>
          <p:nvPr/>
        </p:nvSpPr>
        <p:spPr>
          <a:xfrm>
            <a:off x="1429050" y="3060875"/>
            <a:ext cx="40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70</a:t>
            </a:r>
            <a:endParaRPr/>
          </a:p>
        </p:txBody>
      </p:sp>
      <p:grpSp>
        <p:nvGrpSpPr>
          <p:cNvPr id="1062" name="Google Shape;1062;p40"/>
          <p:cNvGrpSpPr/>
          <p:nvPr/>
        </p:nvGrpSpPr>
        <p:grpSpPr>
          <a:xfrm>
            <a:off x="4978225" y="4047925"/>
            <a:ext cx="803700" cy="838800"/>
            <a:chOff x="6538675" y="262075"/>
            <a:chExt cx="803700" cy="838800"/>
          </a:xfrm>
        </p:grpSpPr>
        <p:grpSp>
          <p:nvGrpSpPr>
            <p:cNvPr id="1063" name="Google Shape;1063;p40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050" name="Google Shape;1050;p40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B05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0x04</a:t>
                </a:r>
                <a:endParaRPr/>
              </a:p>
            </p:txBody>
          </p:sp>
          <p:sp>
            <p:nvSpPr>
              <p:cNvPr id="1056" name="Google Shape;1056;p40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B05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40</a:t>
                </a:r>
                <a:endParaRPr/>
              </a:p>
            </p:txBody>
          </p:sp>
        </p:grpSp>
        <p:sp>
          <p:nvSpPr>
            <p:cNvPr id="1064" name="Google Shape;1064;p40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pNext</a:t>
              </a:r>
              <a:endParaRPr sz="1200"/>
            </a:p>
          </p:txBody>
        </p:sp>
      </p:grpSp>
      <p:cxnSp>
        <p:nvCxnSpPr>
          <p:cNvPr id="1065" name="Google Shape;1065;p40"/>
          <p:cNvCxnSpPr>
            <a:stCxn id="1048" idx="3"/>
            <a:endCxn id="1050" idx="1"/>
          </p:cNvCxnSpPr>
          <p:nvPr/>
        </p:nvCxnSpPr>
        <p:spPr>
          <a:xfrm rot="10800000" flipH="1">
            <a:off x="4681350" y="4187750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41"/>
          <p:cNvSpPr txBox="1"/>
          <p:nvPr/>
        </p:nvSpPr>
        <p:spPr>
          <a:xfrm>
            <a:off x="387900" y="1190175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34 main()</a:t>
            </a:r>
            <a:endParaRPr/>
          </a:p>
        </p:txBody>
      </p:sp>
      <p:grpSp>
        <p:nvGrpSpPr>
          <p:cNvPr id="1071" name="Google Shape;1071;p41"/>
          <p:cNvGrpSpPr/>
          <p:nvPr/>
        </p:nvGrpSpPr>
        <p:grpSpPr>
          <a:xfrm>
            <a:off x="498900" y="1670450"/>
            <a:ext cx="803700" cy="559200"/>
            <a:chOff x="725125" y="742575"/>
            <a:chExt cx="803700" cy="559200"/>
          </a:xfrm>
        </p:grpSpPr>
        <p:sp>
          <p:nvSpPr>
            <p:cNvPr id="1072" name="Google Shape;1072;p41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pBgin</a:t>
              </a:r>
              <a:endParaRPr/>
            </a:p>
          </p:txBody>
        </p:sp>
        <p:sp>
          <p:nvSpPr>
            <p:cNvPr id="1073" name="Google Shape;1073;p41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sp>
        <p:nvSpPr>
          <p:cNvPr id="1074" name="Google Shape;1074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연결리스트 추가(40) 리턴</a:t>
            </a:r>
            <a:endParaRPr/>
          </a:p>
        </p:txBody>
      </p:sp>
      <p:grpSp>
        <p:nvGrpSpPr>
          <p:cNvPr id="1075" name="Google Shape;1075;p41"/>
          <p:cNvGrpSpPr/>
          <p:nvPr/>
        </p:nvGrpSpPr>
        <p:grpSpPr>
          <a:xfrm>
            <a:off x="1571525" y="1670450"/>
            <a:ext cx="803700" cy="559200"/>
            <a:chOff x="725125" y="742575"/>
            <a:chExt cx="803700" cy="559200"/>
          </a:xfrm>
        </p:grpSpPr>
        <p:sp>
          <p:nvSpPr>
            <p:cNvPr id="1076" name="Google Shape;1076;p41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End</a:t>
              </a:r>
              <a:endParaRPr/>
            </a:p>
          </p:txBody>
        </p:sp>
        <p:sp>
          <p:nvSpPr>
            <p:cNvPr id="1077" name="Google Shape;1077;p41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0x04</a:t>
              </a:r>
              <a:endParaRPr/>
            </a:p>
          </p:txBody>
        </p:sp>
      </p:grpSp>
      <p:sp>
        <p:nvSpPr>
          <p:cNvPr id="1078" name="Google Shape;1078;p41"/>
          <p:cNvSpPr txBox="1"/>
          <p:nvPr/>
        </p:nvSpPr>
        <p:spPr>
          <a:xfrm>
            <a:off x="346500" y="2571750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 48 CreateNode(pEnd, 40)</a:t>
            </a:r>
            <a:endParaRPr/>
          </a:p>
        </p:txBody>
      </p:sp>
      <p:grpSp>
        <p:nvGrpSpPr>
          <p:cNvPr id="1079" name="Google Shape;1079;p41"/>
          <p:cNvGrpSpPr/>
          <p:nvPr/>
        </p:nvGrpSpPr>
        <p:grpSpPr>
          <a:xfrm>
            <a:off x="1973375" y="3230338"/>
            <a:ext cx="803700" cy="559200"/>
            <a:chOff x="725125" y="742575"/>
            <a:chExt cx="803700" cy="559200"/>
          </a:xfrm>
        </p:grpSpPr>
        <p:sp>
          <p:nvSpPr>
            <p:cNvPr id="1080" name="Google Shape;1080;p41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pNode</a:t>
              </a:r>
              <a:endParaRPr/>
            </a:p>
          </p:txBody>
        </p:sp>
        <p:sp>
          <p:nvSpPr>
            <p:cNvPr id="1081" name="Google Shape;1081;p41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0x03</a:t>
              </a:r>
              <a:endParaRPr/>
            </a:p>
          </p:txBody>
        </p:sp>
      </p:grpSp>
      <p:grpSp>
        <p:nvGrpSpPr>
          <p:cNvPr id="1082" name="Google Shape;1082;p41"/>
          <p:cNvGrpSpPr/>
          <p:nvPr/>
        </p:nvGrpSpPr>
        <p:grpSpPr>
          <a:xfrm>
            <a:off x="3120100" y="3230350"/>
            <a:ext cx="803700" cy="559200"/>
            <a:chOff x="725125" y="742575"/>
            <a:chExt cx="803700" cy="559200"/>
          </a:xfrm>
        </p:grpSpPr>
        <p:sp>
          <p:nvSpPr>
            <p:cNvPr id="1083" name="Google Shape;1083;p41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data</a:t>
              </a:r>
              <a:endParaRPr/>
            </a:p>
          </p:txBody>
        </p:sp>
        <p:sp>
          <p:nvSpPr>
            <p:cNvPr id="1084" name="Google Shape;1084;p41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40</a:t>
              </a:r>
              <a:endParaRPr/>
            </a:p>
          </p:txBody>
        </p:sp>
      </p:grpSp>
      <p:grpSp>
        <p:nvGrpSpPr>
          <p:cNvPr id="1085" name="Google Shape;1085;p41"/>
          <p:cNvGrpSpPr/>
          <p:nvPr/>
        </p:nvGrpSpPr>
        <p:grpSpPr>
          <a:xfrm>
            <a:off x="311700" y="3510050"/>
            <a:ext cx="803700" cy="559200"/>
            <a:chOff x="725125" y="742575"/>
            <a:chExt cx="803700" cy="559200"/>
          </a:xfrm>
        </p:grpSpPr>
        <p:sp>
          <p:nvSpPr>
            <p:cNvPr id="1086" name="Google Shape;1086;p41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pTemp</a:t>
              </a:r>
              <a:endParaRPr/>
            </a:p>
          </p:txBody>
        </p:sp>
        <p:sp>
          <p:nvSpPr>
            <p:cNvPr id="1087" name="Google Shape;1087;p41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0x04</a:t>
              </a:r>
              <a:endParaRPr/>
            </a:p>
          </p:txBody>
        </p:sp>
      </p:grpSp>
      <p:grpSp>
        <p:nvGrpSpPr>
          <p:cNvPr id="1088" name="Google Shape;1088;p41"/>
          <p:cNvGrpSpPr/>
          <p:nvPr/>
        </p:nvGrpSpPr>
        <p:grpSpPr>
          <a:xfrm>
            <a:off x="1630225" y="4047925"/>
            <a:ext cx="803700" cy="838800"/>
            <a:chOff x="6538675" y="262075"/>
            <a:chExt cx="803700" cy="838800"/>
          </a:xfrm>
        </p:grpSpPr>
        <p:grpSp>
          <p:nvGrpSpPr>
            <p:cNvPr id="1089" name="Google Shape;1089;p41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090" name="Google Shape;1090;p41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1091" name="Google Shape;1091;p41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1092" name="Google Shape;1092;p41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0x02</a:t>
              </a:r>
              <a:endParaRPr sz="1200"/>
            </a:p>
          </p:txBody>
        </p:sp>
      </p:grpSp>
      <p:grpSp>
        <p:nvGrpSpPr>
          <p:cNvPr id="1093" name="Google Shape;1093;p41"/>
          <p:cNvGrpSpPr/>
          <p:nvPr/>
        </p:nvGrpSpPr>
        <p:grpSpPr>
          <a:xfrm>
            <a:off x="2777075" y="4047950"/>
            <a:ext cx="803700" cy="838800"/>
            <a:chOff x="6538675" y="262075"/>
            <a:chExt cx="803700" cy="838800"/>
          </a:xfrm>
        </p:grpSpPr>
        <p:sp>
          <p:nvSpPr>
            <p:cNvPr id="1094" name="Google Shape;1094;p41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0x03</a:t>
              </a:r>
              <a:endParaRPr sz="1200"/>
            </a:p>
          </p:txBody>
        </p:sp>
        <p:grpSp>
          <p:nvGrpSpPr>
            <p:cNvPr id="1095" name="Google Shape;1095;p41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096" name="Google Shape;1096;p41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1097" name="Google Shape;1097;p41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</p:grpSp>
      <p:sp>
        <p:nvSpPr>
          <p:cNvPr id="1098" name="Google Shape;1098;p41"/>
          <p:cNvSpPr txBox="1"/>
          <p:nvPr/>
        </p:nvSpPr>
        <p:spPr>
          <a:xfrm>
            <a:off x="0" y="3108100"/>
            <a:ext cx="648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77-48</a:t>
            </a:r>
            <a:endParaRPr/>
          </a:p>
        </p:txBody>
      </p:sp>
      <p:grpSp>
        <p:nvGrpSpPr>
          <p:cNvPr id="1099" name="Google Shape;1099;p41"/>
          <p:cNvGrpSpPr/>
          <p:nvPr/>
        </p:nvGrpSpPr>
        <p:grpSpPr>
          <a:xfrm>
            <a:off x="3877650" y="4047950"/>
            <a:ext cx="803700" cy="838800"/>
            <a:chOff x="6538675" y="262075"/>
            <a:chExt cx="803700" cy="838800"/>
          </a:xfrm>
        </p:grpSpPr>
        <p:grpSp>
          <p:nvGrpSpPr>
            <p:cNvPr id="1100" name="Google Shape;1100;p41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101" name="Google Shape;1101;p41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0x03</a:t>
                </a:r>
                <a:endParaRPr/>
              </a:p>
            </p:txBody>
          </p:sp>
          <p:sp>
            <p:nvSpPr>
              <p:cNvPr id="1102" name="Google Shape;1102;p41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30</a:t>
                </a:r>
                <a:endParaRPr/>
              </a:p>
            </p:txBody>
          </p:sp>
        </p:grpSp>
        <p:sp>
          <p:nvSpPr>
            <p:cNvPr id="1103" name="Google Shape;1103;p41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0x04</a:t>
              </a:r>
              <a:endParaRPr sz="1200"/>
            </a:p>
          </p:txBody>
        </p:sp>
      </p:grpSp>
      <p:cxnSp>
        <p:nvCxnSpPr>
          <p:cNvPr id="1104" name="Google Shape;1104;p41"/>
          <p:cNvCxnSpPr>
            <a:stCxn id="1092" idx="3"/>
            <a:endCxn id="1096" idx="1"/>
          </p:cNvCxnSpPr>
          <p:nvPr/>
        </p:nvCxnSpPr>
        <p:spPr>
          <a:xfrm rot="10800000" flipH="1">
            <a:off x="2433925" y="4187725"/>
            <a:ext cx="3432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05" name="Google Shape;1105;p41"/>
          <p:cNvCxnSpPr>
            <a:endCxn id="1101" idx="1"/>
          </p:cNvCxnSpPr>
          <p:nvPr/>
        </p:nvCxnSpPr>
        <p:spPr>
          <a:xfrm rot="10800000" flipH="1">
            <a:off x="3580650" y="4187750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06" name="Google Shape;1106;p41"/>
          <p:cNvCxnSpPr>
            <a:stCxn id="1077" idx="2"/>
            <a:endCxn id="1107" idx="1"/>
          </p:cNvCxnSpPr>
          <p:nvPr/>
        </p:nvCxnSpPr>
        <p:spPr>
          <a:xfrm>
            <a:off x="1973375" y="2229650"/>
            <a:ext cx="3004800" cy="195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08" name="Google Shape;1108;p41"/>
          <p:cNvCxnSpPr>
            <a:stCxn id="1073" idx="1"/>
            <a:endCxn id="1090" idx="1"/>
          </p:cNvCxnSpPr>
          <p:nvPr/>
        </p:nvCxnSpPr>
        <p:spPr>
          <a:xfrm>
            <a:off x="498900" y="2089850"/>
            <a:ext cx="11313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109" name="Google Shape;1109;p41"/>
          <p:cNvGrpSpPr/>
          <p:nvPr/>
        </p:nvGrpSpPr>
        <p:grpSpPr>
          <a:xfrm>
            <a:off x="4978225" y="4047925"/>
            <a:ext cx="803700" cy="838800"/>
            <a:chOff x="6538675" y="262075"/>
            <a:chExt cx="803700" cy="838800"/>
          </a:xfrm>
        </p:grpSpPr>
        <p:grpSp>
          <p:nvGrpSpPr>
            <p:cNvPr id="1110" name="Google Shape;1110;p41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107" name="Google Shape;1107;p41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0x04</a:t>
                </a:r>
                <a:endParaRPr/>
              </a:p>
            </p:txBody>
          </p:sp>
          <p:sp>
            <p:nvSpPr>
              <p:cNvPr id="1111" name="Google Shape;1111;p41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40</a:t>
                </a:r>
                <a:endParaRPr/>
              </a:p>
            </p:txBody>
          </p:sp>
        </p:grpSp>
        <p:sp>
          <p:nvSpPr>
            <p:cNvPr id="1112" name="Google Shape;1112;p41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pNext</a:t>
              </a:r>
              <a:endParaRPr sz="1200"/>
            </a:p>
          </p:txBody>
        </p:sp>
      </p:grpSp>
      <p:cxnSp>
        <p:nvCxnSpPr>
          <p:cNvPr id="1113" name="Google Shape;1113;p41"/>
          <p:cNvCxnSpPr>
            <a:stCxn id="1087" idx="2"/>
            <a:endCxn id="1077" idx="0"/>
          </p:cNvCxnSpPr>
          <p:nvPr/>
        </p:nvCxnSpPr>
        <p:spPr>
          <a:xfrm rot="10800000" flipH="1">
            <a:off x="713550" y="1950050"/>
            <a:ext cx="1259700" cy="211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114" name="Google Shape;1114;p41"/>
          <p:cNvCxnSpPr>
            <a:stCxn id="1103" idx="3"/>
            <a:endCxn id="1107" idx="1"/>
          </p:cNvCxnSpPr>
          <p:nvPr/>
        </p:nvCxnSpPr>
        <p:spPr>
          <a:xfrm rot="10800000" flipH="1">
            <a:off x="4681350" y="4187750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42"/>
          <p:cNvSpPr txBox="1"/>
          <p:nvPr/>
        </p:nvSpPr>
        <p:spPr>
          <a:xfrm>
            <a:off x="387900" y="1190175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34 main()</a:t>
            </a:r>
            <a:endParaRPr/>
          </a:p>
        </p:txBody>
      </p:sp>
      <p:grpSp>
        <p:nvGrpSpPr>
          <p:cNvPr id="1120" name="Google Shape;1120;p42"/>
          <p:cNvGrpSpPr/>
          <p:nvPr/>
        </p:nvGrpSpPr>
        <p:grpSpPr>
          <a:xfrm>
            <a:off x="498900" y="1670450"/>
            <a:ext cx="803700" cy="559200"/>
            <a:chOff x="725125" y="742575"/>
            <a:chExt cx="803700" cy="559200"/>
          </a:xfrm>
        </p:grpSpPr>
        <p:sp>
          <p:nvSpPr>
            <p:cNvPr id="1121" name="Google Shape;1121;p42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pBgin</a:t>
              </a:r>
              <a:endParaRPr/>
            </a:p>
          </p:txBody>
        </p:sp>
        <p:sp>
          <p:nvSpPr>
            <p:cNvPr id="1122" name="Google Shape;1122;p42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sp>
        <p:nvSpPr>
          <p:cNvPr id="1123" name="Google Shape;1123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연결리스트 추가(40) 완료</a:t>
            </a:r>
            <a:endParaRPr/>
          </a:p>
        </p:txBody>
      </p:sp>
      <p:grpSp>
        <p:nvGrpSpPr>
          <p:cNvPr id="1124" name="Google Shape;1124;p42"/>
          <p:cNvGrpSpPr/>
          <p:nvPr/>
        </p:nvGrpSpPr>
        <p:grpSpPr>
          <a:xfrm>
            <a:off x="1571525" y="1670450"/>
            <a:ext cx="803700" cy="559200"/>
            <a:chOff x="725125" y="742575"/>
            <a:chExt cx="803700" cy="559200"/>
          </a:xfrm>
        </p:grpSpPr>
        <p:sp>
          <p:nvSpPr>
            <p:cNvPr id="1125" name="Google Shape;1125;p42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End</a:t>
              </a:r>
              <a:endParaRPr/>
            </a:p>
          </p:txBody>
        </p:sp>
        <p:sp>
          <p:nvSpPr>
            <p:cNvPr id="1126" name="Google Shape;1126;p42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0x04</a:t>
              </a:r>
              <a:endParaRPr/>
            </a:p>
          </p:txBody>
        </p:sp>
      </p:grpSp>
      <p:grpSp>
        <p:nvGrpSpPr>
          <p:cNvPr id="1127" name="Google Shape;1127;p42"/>
          <p:cNvGrpSpPr/>
          <p:nvPr/>
        </p:nvGrpSpPr>
        <p:grpSpPr>
          <a:xfrm>
            <a:off x="1630225" y="4047925"/>
            <a:ext cx="803700" cy="838800"/>
            <a:chOff x="6538675" y="262075"/>
            <a:chExt cx="803700" cy="838800"/>
          </a:xfrm>
        </p:grpSpPr>
        <p:grpSp>
          <p:nvGrpSpPr>
            <p:cNvPr id="1128" name="Google Shape;1128;p42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129" name="Google Shape;1129;p42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1130" name="Google Shape;1130;p42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1131" name="Google Shape;1131;p42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0x02</a:t>
              </a:r>
              <a:endParaRPr sz="1200"/>
            </a:p>
          </p:txBody>
        </p:sp>
      </p:grpSp>
      <p:grpSp>
        <p:nvGrpSpPr>
          <p:cNvPr id="1132" name="Google Shape;1132;p42"/>
          <p:cNvGrpSpPr/>
          <p:nvPr/>
        </p:nvGrpSpPr>
        <p:grpSpPr>
          <a:xfrm>
            <a:off x="2777075" y="4047950"/>
            <a:ext cx="803700" cy="838800"/>
            <a:chOff x="6538675" y="262075"/>
            <a:chExt cx="803700" cy="838800"/>
          </a:xfrm>
        </p:grpSpPr>
        <p:sp>
          <p:nvSpPr>
            <p:cNvPr id="1133" name="Google Shape;1133;p42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0x03</a:t>
              </a:r>
              <a:endParaRPr sz="1200"/>
            </a:p>
          </p:txBody>
        </p:sp>
        <p:grpSp>
          <p:nvGrpSpPr>
            <p:cNvPr id="1134" name="Google Shape;1134;p42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135" name="Google Shape;1135;p42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1136" name="Google Shape;1136;p42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</p:grpSp>
      <p:grpSp>
        <p:nvGrpSpPr>
          <p:cNvPr id="1137" name="Google Shape;1137;p42"/>
          <p:cNvGrpSpPr/>
          <p:nvPr/>
        </p:nvGrpSpPr>
        <p:grpSpPr>
          <a:xfrm>
            <a:off x="3877650" y="4047950"/>
            <a:ext cx="803700" cy="838800"/>
            <a:chOff x="6538675" y="262075"/>
            <a:chExt cx="803700" cy="838800"/>
          </a:xfrm>
        </p:grpSpPr>
        <p:grpSp>
          <p:nvGrpSpPr>
            <p:cNvPr id="1138" name="Google Shape;1138;p42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139" name="Google Shape;1139;p42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0x03</a:t>
                </a:r>
                <a:endParaRPr/>
              </a:p>
            </p:txBody>
          </p:sp>
          <p:sp>
            <p:nvSpPr>
              <p:cNvPr id="1140" name="Google Shape;1140;p42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30</a:t>
                </a:r>
                <a:endParaRPr/>
              </a:p>
            </p:txBody>
          </p:sp>
        </p:grpSp>
        <p:sp>
          <p:nvSpPr>
            <p:cNvPr id="1141" name="Google Shape;1141;p42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0x04</a:t>
              </a:r>
              <a:endParaRPr sz="1200"/>
            </a:p>
          </p:txBody>
        </p:sp>
      </p:grpSp>
      <p:cxnSp>
        <p:nvCxnSpPr>
          <p:cNvPr id="1142" name="Google Shape;1142;p42"/>
          <p:cNvCxnSpPr>
            <a:stCxn id="1131" idx="3"/>
            <a:endCxn id="1135" idx="1"/>
          </p:cNvCxnSpPr>
          <p:nvPr/>
        </p:nvCxnSpPr>
        <p:spPr>
          <a:xfrm rot="10800000" flipH="1">
            <a:off x="2433925" y="4187725"/>
            <a:ext cx="3432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43" name="Google Shape;1143;p42"/>
          <p:cNvCxnSpPr>
            <a:endCxn id="1139" idx="1"/>
          </p:cNvCxnSpPr>
          <p:nvPr/>
        </p:nvCxnSpPr>
        <p:spPr>
          <a:xfrm rot="10800000" flipH="1">
            <a:off x="3580650" y="4187750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44" name="Google Shape;1144;p42"/>
          <p:cNvCxnSpPr>
            <a:stCxn id="1126" idx="2"/>
            <a:endCxn id="1145" idx="1"/>
          </p:cNvCxnSpPr>
          <p:nvPr/>
        </p:nvCxnSpPr>
        <p:spPr>
          <a:xfrm>
            <a:off x="1973375" y="2229650"/>
            <a:ext cx="3004800" cy="195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46" name="Google Shape;1146;p42"/>
          <p:cNvCxnSpPr>
            <a:stCxn id="1122" idx="1"/>
            <a:endCxn id="1129" idx="1"/>
          </p:cNvCxnSpPr>
          <p:nvPr/>
        </p:nvCxnSpPr>
        <p:spPr>
          <a:xfrm>
            <a:off x="498900" y="2089850"/>
            <a:ext cx="11313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147" name="Google Shape;1147;p42"/>
          <p:cNvGrpSpPr/>
          <p:nvPr/>
        </p:nvGrpSpPr>
        <p:grpSpPr>
          <a:xfrm>
            <a:off x="4978225" y="4047925"/>
            <a:ext cx="803700" cy="838800"/>
            <a:chOff x="6538675" y="262075"/>
            <a:chExt cx="803700" cy="838800"/>
          </a:xfrm>
        </p:grpSpPr>
        <p:grpSp>
          <p:nvGrpSpPr>
            <p:cNvPr id="1148" name="Google Shape;1148;p42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145" name="Google Shape;1145;p42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0x04</a:t>
                </a:r>
                <a:endParaRPr/>
              </a:p>
            </p:txBody>
          </p:sp>
          <p:sp>
            <p:nvSpPr>
              <p:cNvPr id="1149" name="Google Shape;1149;p42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40</a:t>
                </a:r>
                <a:endParaRPr/>
              </a:p>
            </p:txBody>
          </p:sp>
        </p:grpSp>
        <p:sp>
          <p:nvSpPr>
            <p:cNvPr id="1150" name="Google Shape;1150;p42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pNext</a:t>
              </a:r>
              <a:endParaRPr sz="1200"/>
            </a:p>
          </p:txBody>
        </p:sp>
      </p:grpSp>
      <p:cxnSp>
        <p:nvCxnSpPr>
          <p:cNvPr id="1151" name="Google Shape;1151;p42"/>
          <p:cNvCxnSpPr>
            <a:stCxn id="1141" idx="3"/>
            <a:endCxn id="1145" idx="1"/>
          </p:cNvCxnSpPr>
          <p:nvPr/>
        </p:nvCxnSpPr>
        <p:spPr>
          <a:xfrm rot="10800000" flipH="1">
            <a:off x="4681350" y="4187750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p43"/>
          <p:cNvSpPr txBox="1"/>
          <p:nvPr/>
        </p:nvSpPr>
        <p:spPr>
          <a:xfrm>
            <a:off x="387900" y="1190175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34 main()</a:t>
            </a:r>
            <a:endParaRPr/>
          </a:p>
        </p:txBody>
      </p:sp>
      <p:grpSp>
        <p:nvGrpSpPr>
          <p:cNvPr id="1157" name="Google Shape;1157;p43"/>
          <p:cNvGrpSpPr/>
          <p:nvPr/>
        </p:nvGrpSpPr>
        <p:grpSpPr>
          <a:xfrm>
            <a:off x="498900" y="1670450"/>
            <a:ext cx="803700" cy="559200"/>
            <a:chOff x="725125" y="742575"/>
            <a:chExt cx="803700" cy="559200"/>
          </a:xfrm>
        </p:grpSpPr>
        <p:sp>
          <p:nvSpPr>
            <p:cNvPr id="1158" name="Google Shape;1158;p43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pBgin</a:t>
              </a:r>
              <a:endParaRPr/>
            </a:p>
          </p:txBody>
        </p:sp>
        <p:sp>
          <p:nvSpPr>
            <p:cNvPr id="1159" name="Google Shape;1159;p43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sp>
        <p:nvSpPr>
          <p:cNvPr id="1160" name="Google Shape;1160;p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연결리스트 추가(50)</a:t>
            </a:r>
            <a:endParaRPr/>
          </a:p>
        </p:txBody>
      </p:sp>
      <p:grpSp>
        <p:nvGrpSpPr>
          <p:cNvPr id="1161" name="Google Shape;1161;p43"/>
          <p:cNvGrpSpPr/>
          <p:nvPr/>
        </p:nvGrpSpPr>
        <p:grpSpPr>
          <a:xfrm>
            <a:off x="1571525" y="1670450"/>
            <a:ext cx="803700" cy="559200"/>
            <a:chOff x="725125" y="742575"/>
            <a:chExt cx="803700" cy="559200"/>
          </a:xfrm>
        </p:grpSpPr>
        <p:sp>
          <p:nvSpPr>
            <p:cNvPr id="1162" name="Google Shape;1162;p43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End</a:t>
              </a:r>
              <a:endParaRPr/>
            </a:p>
          </p:txBody>
        </p:sp>
        <p:sp>
          <p:nvSpPr>
            <p:cNvPr id="1163" name="Google Shape;1163;p43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ko" dirty="0">
                  <a:solidFill>
                    <a:schemeClr val="tx1"/>
                  </a:solidFill>
                </a:rPr>
                <a:t>0x04</a:t>
              </a:r>
              <a:endParaRPr dirty="0">
                <a:solidFill>
                  <a:schemeClr val="tx1"/>
                </a:solidFill>
              </a:endParaRPr>
            </a:p>
          </p:txBody>
        </p:sp>
      </p:grpSp>
      <p:sp>
        <p:nvSpPr>
          <p:cNvPr id="1164" name="Google Shape;1164;p43"/>
          <p:cNvSpPr txBox="1"/>
          <p:nvPr/>
        </p:nvSpPr>
        <p:spPr>
          <a:xfrm>
            <a:off x="346500" y="2571750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 49 CreateNode(pEnd, 50)</a:t>
            </a:r>
            <a:endParaRPr/>
          </a:p>
        </p:txBody>
      </p:sp>
      <p:grpSp>
        <p:nvGrpSpPr>
          <p:cNvPr id="1165" name="Google Shape;1165;p43"/>
          <p:cNvGrpSpPr/>
          <p:nvPr/>
        </p:nvGrpSpPr>
        <p:grpSpPr>
          <a:xfrm>
            <a:off x="1973375" y="3230338"/>
            <a:ext cx="803700" cy="559200"/>
            <a:chOff x="725125" y="742575"/>
            <a:chExt cx="803700" cy="559200"/>
          </a:xfrm>
        </p:grpSpPr>
        <p:sp>
          <p:nvSpPr>
            <p:cNvPr id="1166" name="Google Shape;1166;p43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pNode</a:t>
              </a:r>
              <a:endParaRPr/>
            </a:p>
          </p:txBody>
        </p:sp>
        <p:sp>
          <p:nvSpPr>
            <p:cNvPr id="1167" name="Google Shape;1167;p43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0x04</a:t>
              </a:r>
              <a:endParaRPr/>
            </a:p>
          </p:txBody>
        </p:sp>
      </p:grpSp>
      <p:grpSp>
        <p:nvGrpSpPr>
          <p:cNvPr id="1168" name="Google Shape;1168;p43"/>
          <p:cNvGrpSpPr/>
          <p:nvPr/>
        </p:nvGrpSpPr>
        <p:grpSpPr>
          <a:xfrm>
            <a:off x="3120100" y="3230350"/>
            <a:ext cx="803700" cy="559200"/>
            <a:chOff x="725125" y="742575"/>
            <a:chExt cx="803700" cy="559200"/>
          </a:xfrm>
        </p:grpSpPr>
        <p:sp>
          <p:nvSpPr>
            <p:cNvPr id="1169" name="Google Shape;1169;p43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data</a:t>
              </a:r>
              <a:endParaRPr/>
            </a:p>
          </p:txBody>
        </p:sp>
        <p:sp>
          <p:nvSpPr>
            <p:cNvPr id="1170" name="Google Shape;1170;p43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50</a:t>
              </a:r>
              <a:endParaRPr/>
            </a:p>
          </p:txBody>
        </p:sp>
      </p:grpSp>
      <p:grpSp>
        <p:nvGrpSpPr>
          <p:cNvPr id="1171" name="Google Shape;1171;p43"/>
          <p:cNvGrpSpPr/>
          <p:nvPr/>
        </p:nvGrpSpPr>
        <p:grpSpPr>
          <a:xfrm>
            <a:off x="311700" y="3510050"/>
            <a:ext cx="803700" cy="559200"/>
            <a:chOff x="725125" y="742575"/>
            <a:chExt cx="803700" cy="559200"/>
          </a:xfrm>
        </p:grpSpPr>
        <p:sp>
          <p:nvSpPr>
            <p:cNvPr id="1172" name="Google Shape;1172;p43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pTemp</a:t>
              </a:r>
              <a:endParaRPr/>
            </a:p>
          </p:txBody>
        </p:sp>
        <p:sp>
          <p:nvSpPr>
            <p:cNvPr id="1173" name="Google Shape;1173;p43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>
                  <a:solidFill>
                    <a:srgbClr val="00B050"/>
                  </a:solidFill>
                </a:rPr>
                <a:t>0x05</a:t>
              </a:r>
              <a:endParaRPr lang="ko-KR" altLang="en-US" dirty="0">
                <a:solidFill>
                  <a:srgbClr val="00B050"/>
                </a:solidFill>
              </a:endParaRPr>
            </a:p>
          </p:txBody>
        </p:sp>
      </p:grpSp>
      <p:grpSp>
        <p:nvGrpSpPr>
          <p:cNvPr id="1174" name="Google Shape;1174;p43"/>
          <p:cNvGrpSpPr/>
          <p:nvPr/>
        </p:nvGrpSpPr>
        <p:grpSpPr>
          <a:xfrm>
            <a:off x="1630225" y="4047925"/>
            <a:ext cx="803700" cy="838800"/>
            <a:chOff x="6538675" y="262075"/>
            <a:chExt cx="803700" cy="838800"/>
          </a:xfrm>
        </p:grpSpPr>
        <p:grpSp>
          <p:nvGrpSpPr>
            <p:cNvPr id="1175" name="Google Shape;1175;p43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176" name="Google Shape;1176;p43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1177" name="Google Shape;1177;p43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1178" name="Google Shape;1178;p43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0x02</a:t>
              </a:r>
              <a:endParaRPr sz="1200"/>
            </a:p>
          </p:txBody>
        </p:sp>
      </p:grpSp>
      <p:grpSp>
        <p:nvGrpSpPr>
          <p:cNvPr id="1179" name="Google Shape;1179;p43"/>
          <p:cNvGrpSpPr/>
          <p:nvPr/>
        </p:nvGrpSpPr>
        <p:grpSpPr>
          <a:xfrm>
            <a:off x="2777075" y="4047950"/>
            <a:ext cx="803700" cy="838800"/>
            <a:chOff x="6538675" y="262075"/>
            <a:chExt cx="803700" cy="838800"/>
          </a:xfrm>
        </p:grpSpPr>
        <p:sp>
          <p:nvSpPr>
            <p:cNvPr id="1180" name="Google Shape;1180;p43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0x03</a:t>
              </a:r>
              <a:endParaRPr sz="1200"/>
            </a:p>
          </p:txBody>
        </p:sp>
        <p:grpSp>
          <p:nvGrpSpPr>
            <p:cNvPr id="1181" name="Google Shape;1181;p43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182" name="Google Shape;1182;p43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1183" name="Google Shape;1183;p43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</p:grpSp>
      <p:cxnSp>
        <p:nvCxnSpPr>
          <p:cNvPr id="1184" name="Google Shape;1184;p43"/>
          <p:cNvCxnSpPr>
            <a:stCxn id="1167" idx="1"/>
            <a:endCxn id="1185" idx="1"/>
          </p:cNvCxnSpPr>
          <p:nvPr/>
        </p:nvCxnSpPr>
        <p:spPr>
          <a:xfrm>
            <a:off x="1973375" y="3649738"/>
            <a:ext cx="3004800" cy="53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86" name="Google Shape;1186;p43"/>
          <p:cNvSpPr txBox="1"/>
          <p:nvPr/>
        </p:nvSpPr>
        <p:spPr>
          <a:xfrm>
            <a:off x="0" y="3108100"/>
            <a:ext cx="648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74</a:t>
            </a:r>
            <a:endParaRPr/>
          </a:p>
        </p:txBody>
      </p:sp>
      <p:grpSp>
        <p:nvGrpSpPr>
          <p:cNvPr id="1187" name="Google Shape;1187;p43"/>
          <p:cNvGrpSpPr/>
          <p:nvPr/>
        </p:nvGrpSpPr>
        <p:grpSpPr>
          <a:xfrm>
            <a:off x="3877650" y="4047950"/>
            <a:ext cx="803700" cy="838800"/>
            <a:chOff x="6538675" y="262075"/>
            <a:chExt cx="803700" cy="838800"/>
          </a:xfrm>
        </p:grpSpPr>
        <p:grpSp>
          <p:nvGrpSpPr>
            <p:cNvPr id="1188" name="Google Shape;1188;p43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189" name="Google Shape;1189;p43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0x03</a:t>
                </a:r>
                <a:endParaRPr/>
              </a:p>
            </p:txBody>
          </p:sp>
          <p:sp>
            <p:nvSpPr>
              <p:cNvPr id="1190" name="Google Shape;1190;p43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30</a:t>
                </a:r>
                <a:endParaRPr/>
              </a:p>
            </p:txBody>
          </p:sp>
        </p:grpSp>
        <p:sp>
          <p:nvSpPr>
            <p:cNvPr id="1191" name="Google Shape;1191;p43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0x04</a:t>
              </a:r>
              <a:endParaRPr sz="1200"/>
            </a:p>
          </p:txBody>
        </p:sp>
      </p:grpSp>
      <p:cxnSp>
        <p:nvCxnSpPr>
          <p:cNvPr id="1192" name="Google Shape;1192;p43"/>
          <p:cNvCxnSpPr>
            <a:stCxn id="1178" idx="3"/>
            <a:endCxn id="1182" idx="1"/>
          </p:cNvCxnSpPr>
          <p:nvPr/>
        </p:nvCxnSpPr>
        <p:spPr>
          <a:xfrm rot="10800000" flipH="1">
            <a:off x="2433925" y="4187725"/>
            <a:ext cx="3432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93" name="Google Shape;1193;p43"/>
          <p:cNvCxnSpPr>
            <a:endCxn id="1189" idx="1"/>
          </p:cNvCxnSpPr>
          <p:nvPr/>
        </p:nvCxnSpPr>
        <p:spPr>
          <a:xfrm rot="10800000" flipH="1">
            <a:off x="3580650" y="4187750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94" name="Google Shape;1194;p43"/>
          <p:cNvCxnSpPr>
            <a:stCxn id="1163" idx="2"/>
            <a:endCxn id="1185" idx="1"/>
          </p:cNvCxnSpPr>
          <p:nvPr/>
        </p:nvCxnSpPr>
        <p:spPr>
          <a:xfrm>
            <a:off x="2004265" y="2229650"/>
            <a:ext cx="2950741" cy="1927208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95" name="Google Shape;1195;p43"/>
          <p:cNvCxnSpPr>
            <a:stCxn id="1159" idx="1"/>
            <a:endCxn id="1176" idx="1"/>
          </p:cNvCxnSpPr>
          <p:nvPr/>
        </p:nvCxnSpPr>
        <p:spPr>
          <a:xfrm>
            <a:off x="498900" y="2089850"/>
            <a:ext cx="11313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96" name="Google Shape;1196;p43"/>
          <p:cNvSpPr txBox="1"/>
          <p:nvPr/>
        </p:nvSpPr>
        <p:spPr>
          <a:xfrm>
            <a:off x="4078650" y="3589550"/>
            <a:ext cx="401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75</a:t>
            </a:r>
            <a:endParaRPr/>
          </a:p>
        </p:txBody>
      </p:sp>
      <p:cxnSp>
        <p:nvCxnSpPr>
          <p:cNvPr id="1197" name="Google Shape;1197;p43"/>
          <p:cNvCxnSpPr>
            <a:endCxn id="1198" idx="1"/>
          </p:cNvCxnSpPr>
          <p:nvPr/>
        </p:nvCxnSpPr>
        <p:spPr>
          <a:xfrm>
            <a:off x="1115125" y="3929425"/>
            <a:ext cx="3863100" cy="817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1199" name="Google Shape;1199;p43"/>
          <p:cNvSpPr txBox="1"/>
          <p:nvPr/>
        </p:nvSpPr>
        <p:spPr>
          <a:xfrm>
            <a:off x="1171963" y="3953325"/>
            <a:ext cx="401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76</a:t>
            </a:r>
            <a:endParaRPr/>
          </a:p>
        </p:txBody>
      </p:sp>
      <p:cxnSp>
        <p:nvCxnSpPr>
          <p:cNvPr id="1200" name="Google Shape;1200;p43"/>
          <p:cNvCxnSpPr>
            <a:stCxn id="1163" idx="2"/>
            <a:endCxn id="1167" idx="0"/>
          </p:cNvCxnSpPr>
          <p:nvPr/>
        </p:nvCxnSpPr>
        <p:spPr>
          <a:xfrm>
            <a:off x="1973375" y="2229650"/>
            <a:ext cx="402000" cy="1280400"/>
          </a:xfrm>
          <a:prstGeom prst="straightConnector1">
            <a:avLst/>
          </a:prstGeom>
          <a:noFill/>
          <a:ln w="9525" cap="flat" cmpd="sng">
            <a:solidFill>
              <a:srgbClr val="00B050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1201" name="Google Shape;1201;p43"/>
          <p:cNvSpPr txBox="1"/>
          <p:nvPr/>
        </p:nvSpPr>
        <p:spPr>
          <a:xfrm>
            <a:off x="1429050" y="3060875"/>
            <a:ext cx="40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70</a:t>
            </a:r>
            <a:endParaRPr/>
          </a:p>
        </p:txBody>
      </p:sp>
      <p:grpSp>
        <p:nvGrpSpPr>
          <p:cNvPr id="1202" name="Google Shape;1202;p43"/>
          <p:cNvGrpSpPr/>
          <p:nvPr/>
        </p:nvGrpSpPr>
        <p:grpSpPr>
          <a:xfrm>
            <a:off x="4978225" y="4047925"/>
            <a:ext cx="803700" cy="838800"/>
            <a:chOff x="6538675" y="262075"/>
            <a:chExt cx="803700" cy="838800"/>
          </a:xfrm>
        </p:grpSpPr>
        <p:grpSp>
          <p:nvGrpSpPr>
            <p:cNvPr id="1203" name="Google Shape;1203;p43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185" name="Google Shape;1185;p43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0x04</a:t>
                </a:r>
                <a:endParaRPr/>
              </a:p>
            </p:txBody>
          </p:sp>
          <p:sp>
            <p:nvSpPr>
              <p:cNvPr id="1204" name="Google Shape;1204;p43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40</a:t>
                </a:r>
                <a:endParaRPr/>
              </a:p>
            </p:txBody>
          </p:sp>
        </p:grpSp>
        <p:sp>
          <p:nvSpPr>
            <p:cNvPr id="1198" name="Google Shape;1198;p43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0x05</a:t>
              </a:r>
              <a:endParaRPr sz="1200"/>
            </a:p>
          </p:txBody>
        </p:sp>
      </p:grpSp>
      <p:cxnSp>
        <p:nvCxnSpPr>
          <p:cNvPr id="1205" name="Google Shape;1205;p43"/>
          <p:cNvCxnSpPr>
            <a:stCxn id="1191" idx="3"/>
            <a:endCxn id="1185" idx="1"/>
          </p:cNvCxnSpPr>
          <p:nvPr/>
        </p:nvCxnSpPr>
        <p:spPr>
          <a:xfrm rot="10800000" flipH="1">
            <a:off x="4681350" y="4187750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206" name="Google Shape;1206;p43"/>
          <p:cNvGrpSpPr/>
          <p:nvPr/>
        </p:nvGrpSpPr>
        <p:grpSpPr>
          <a:xfrm>
            <a:off x="6078800" y="4047925"/>
            <a:ext cx="803700" cy="838800"/>
            <a:chOff x="6538675" y="262075"/>
            <a:chExt cx="803700" cy="838800"/>
          </a:xfrm>
        </p:grpSpPr>
        <p:grpSp>
          <p:nvGrpSpPr>
            <p:cNvPr id="1207" name="Google Shape;1207;p43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208" name="Google Shape;1208;p43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B05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0x05</a:t>
                </a:r>
                <a:endParaRPr/>
              </a:p>
            </p:txBody>
          </p:sp>
          <p:sp>
            <p:nvSpPr>
              <p:cNvPr id="1209" name="Google Shape;1209;p43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B05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50</a:t>
                </a:r>
                <a:endParaRPr/>
              </a:p>
            </p:txBody>
          </p:sp>
        </p:grpSp>
        <p:sp>
          <p:nvSpPr>
            <p:cNvPr id="1210" name="Google Shape;1210;p43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pNext</a:t>
              </a:r>
              <a:endParaRPr sz="1200"/>
            </a:p>
          </p:txBody>
        </p:sp>
      </p:grpSp>
      <p:cxnSp>
        <p:nvCxnSpPr>
          <p:cNvPr id="1211" name="Google Shape;1211;p43"/>
          <p:cNvCxnSpPr>
            <a:stCxn id="1173" idx="3"/>
            <a:endCxn id="1208" idx="1"/>
          </p:cNvCxnSpPr>
          <p:nvPr/>
        </p:nvCxnSpPr>
        <p:spPr>
          <a:xfrm>
            <a:off x="1115400" y="3929450"/>
            <a:ext cx="4963500" cy="258300"/>
          </a:xfrm>
          <a:prstGeom prst="straightConnector1">
            <a:avLst/>
          </a:prstGeom>
          <a:noFill/>
          <a:ln w="9525" cap="flat" cmpd="sng">
            <a:solidFill>
              <a:srgbClr val="00B05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12" name="Google Shape;1212;p43"/>
          <p:cNvCxnSpPr>
            <a:stCxn id="1170" idx="2"/>
            <a:endCxn id="1209" idx="0"/>
          </p:cNvCxnSpPr>
          <p:nvPr/>
        </p:nvCxnSpPr>
        <p:spPr>
          <a:xfrm>
            <a:off x="3521950" y="3789550"/>
            <a:ext cx="2958600" cy="53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213" name="Google Shape;1213;p43"/>
          <p:cNvCxnSpPr>
            <a:stCxn id="1198" idx="3"/>
            <a:endCxn id="1208" idx="1"/>
          </p:cNvCxnSpPr>
          <p:nvPr/>
        </p:nvCxnSpPr>
        <p:spPr>
          <a:xfrm rot="10800000" flipH="1">
            <a:off x="5781925" y="4187725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p44"/>
          <p:cNvSpPr txBox="1"/>
          <p:nvPr/>
        </p:nvSpPr>
        <p:spPr>
          <a:xfrm>
            <a:off x="387900" y="1190175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34 main()</a:t>
            </a:r>
            <a:endParaRPr/>
          </a:p>
        </p:txBody>
      </p:sp>
      <p:grpSp>
        <p:nvGrpSpPr>
          <p:cNvPr id="1219" name="Google Shape;1219;p44"/>
          <p:cNvGrpSpPr/>
          <p:nvPr/>
        </p:nvGrpSpPr>
        <p:grpSpPr>
          <a:xfrm>
            <a:off x="498900" y="1670450"/>
            <a:ext cx="803700" cy="559200"/>
            <a:chOff x="725125" y="742575"/>
            <a:chExt cx="803700" cy="559200"/>
          </a:xfrm>
        </p:grpSpPr>
        <p:sp>
          <p:nvSpPr>
            <p:cNvPr id="1220" name="Google Shape;1220;p4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pBgin</a:t>
              </a:r>
              <a:endParaRPr/>
            </a:p>
          </p:txBody>
        </p:sp>
        <p:sp>
          <p:nvSpPr>
            <p:cNvPr id="1221" name="Google Shape;1221;p4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sp>
        <p:nvSpPr>
          <p:cNvPr id="1222" name="Google Shape;1222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연결리스트 추가(50) 리턴</a:t>
            </a:r>
            <a:endParaRPr/>
          </a:p>
        </p:txBody>
      </p:sp>
      <p:grpSp>
        <p:nvGrpSpPr>
          <p:cNvPr id="1223" name="Google Shape;1223;p44"/>
          <p:cNvGrpSpPr/>
          <p:nvPr/>
        </p:nvGrpSpPr>
        <p:grpSpPr>
          <a:xfrm>
            <a:off x="1571525" y="1670450"/>
            <a:ext cx="803700" cy="559200"/>
            <a:chOff x="725125" y="742575"/>
            <a:chExt cx="803700" cy="559200"/>
          </a:xfrm>
        </p:grpSpPr>
        <p:sp>
          <p:nvSpPr>
            <p:cNvPr id="1224" name="Google Shape;1224;p4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End</a:t>
              </a:r>
              <a:endParaRPr/>
            </a:p>
          </p:txBody>
        </p:sp>
        <p:sp>
          <p:nvSpPr>
            <p:cNvPr id="1225" name="Google Shape;1225;p4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>
                  <a:solidFill>
                    <a:srgbClr val="00B050"/>
                  </a:solidFill>
                </a:rPr>
                <a:t>0x05</a:t>
              </a:r>
              <a:endParaRPr lang="ko-KR" altLang="en-US" dirty="0">
                <a:solidFill>
                  <a:srgbClr val="00B050"/>
                </a:solidFill>
              </a:endParaRPr>
            </a:p>
          </p:txBody>
        </p:sp>
      </p:grpSp>
      <p:sp>
        <p:nvSpPr>
          <p:cNvPr id="1226" name="Google Shape;1226;p44"/>
          <p:cNvSpPr txBox="1"/>
          <p:nvPr/>
        </p:nvSpPr>
        <p:spPr>
          <a:xfrm>
            <a:off x="346500" y="2571750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 49 CreateNode(pEnd, 50)</a:t>
            </a:r>
            <a:endParaRPr/>
          </a:p>
        </p:txBody>
      </p:sp>
      <p:grpSp>
        <p:nvGrpSpPr>
          <p:cNvPr id="1227" name="Google Shape;1227;p44"/>
          <p:cNvGrpSpPr/>
          <p:nvPr/>
        </p:nvGrpSpPr>
        <p:grpSpPr>
          <a:xfrm>
            <a:off x="1973375" y="3230338"/>
            <a:ext cx="803700" cy="559200"/>
            <a:chOff x="725125" y="742575"/>
            <a:chExt cx="803700" cy="559200"/>
          </a:xfrm>
        </p:grpSpPr>
        <p:sp>
          <p:nvSpPr>
            <p:cNvPr id="1228" name="Google Shape;1228;p4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pNode</a:t>
              </a:r>
              <a:endParaRPr/>
            </a:p>
          </p:txBody>
        </p:sp>
        <p:sp>
          <p:nvSpPr>
            <p:cNvPr id="1229" name="Google Shape;1229;p4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0x04</a:t>
              </a:r>
              <a:endParaRPr/>
            </a:p>
          </p:txBody>
        </p:sp>
      </p:grpSp>
      <p:grpSp>
        <p:nvGrpSpPr>
          <p:cNvPr id="1230" name="Google Shape;1230;p44"/>
          <p:cNvGrpSpPr/>
          <p:nvPr/>
        </p:nvGrpSpPr>
        <p:grpSpPr>
          <a:xfrm>
            <a:off x="3120100" y="3230350"/>
            <a:ext cx="803700" cy="559200"/>
            <a:chOff x="725125" y="742575"/>
            <a:chExt cx="803700" cy="559200"/>
          </a:xfrm>
        </p:grpSpPr>
        <p:sp>
          <p:nvSpPr>
            <p:cNvPr id="1231" name="Google Shape;1231;p4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data</a:t>
              </a:r>
              <a:endParaRPr/>
            </a:p>
          </p:txBody>
        </p:sp>
        <p:sp>
          <p:nvSpPr>
            <p:cNvPr id="1232" name="Google Shape;1232;p4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50</a:t>
              </a:r>
              <a:endParaRPr/>
            </a:p>
          </p:txBody>
        </p:sp>
      </p:grpSp>
      <p:grpSp>
        <p:nvGrpSpPr>
          <p:cNvPr id="1233" name="Google Shape;1233;p44"/>
          <p:cNvGrpSpPr/>
          <p:nvPr/>
        </p:nvGrpSpPr>
        <p:grpSpPr>
          <a:xfrm>
            <a:off x="311700" y="3510050"/>
            <a:ext cx="803700" cy="559200"/>
            <a:chOff x="725125" y="742575"/>
            <a:chExt cx="803700" cy="559200"/>
          </a:xfrm>
        </p:grpSpPr>
        <p:sp>
          <p:nvSpPr>
            <p:cNvPr id="1234" name="Google Shape;1234;p4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pTemp</a:t>
              </a:r>
              <a:endParaRPr/>
            </a:p>
          </p:txBody>
        </p:sp>
        <p:sp>
          <p:nvSpPr>
            <p:cNvPr id="1235" name="Google Shape;1235;p4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0x05</a:t>
              </a:r>
              <a:endParaRPr/>
            </a:p>
          </p:txBody>
        </p:sp>
      </p:grpSp>
      <p:grpSp>
        <p:nvGrpSpPr>
          <p:cNvPr id="1236" name="Google Shape;1236;p44"/>
          <p:cNvGrpSpPr/>
          <p:nvPr/>
        </p:nvGrpSpPr>
        <p:grpSpPr>
          <a:xfrm>
            <a:off x="1630225" y="4047925"/>
            <a:ext cx="803700" cy="838800"/>
            <a:chOff x="6538675" y="262075"/>
            <a:chExt cx="803700" cy="838800"/>
          </a:xfrm>
        </p:grpSpPr>
        <p:grpSp>
          <p:nvGrpSpPr>
            <p:cNvPr id="1237" name="Google Shape;1237;p44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238" name="Google Shape;1238;p44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1239" name="Google Shape;1239;p44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1240" name="Google Shape;1240;p44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0x02</a:t>
              </a:r>
              <a:endParaRPr sz="1200"/>
            </a:p>
          </p:txBody>
        </p:sp>
      </p:grpSp>
      <p:grpSp>
        <p:nvGrpSpPr>
          <p:cNvPr id="1241" name="Google Shape;1241;p44"/>
          <p:cNvGrpSpPr/>
          <p:nvPr/>
        </p:nvGrpSpPr>
        <p:grpSpPr>
          <a:xfrm>
            <a:off x="2777075" y="4047950"/>
            <a:ext cx="803700" cy="838800"/>
            <a:chOff x="6538675" y="262075"/>
            <a:chExt cx="803700" cy="838800"/>
          </a:xfrm>
        </p:grpSpPr>
        <p:sp>
          <p:nvSpPr>
            <p:cNvPr id="1242" name="Google Shape;1242;p44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0x03</a:t>
              </a:r>
              <a:endParaRPr sz="1200"/>
            </a:p>
          </p:txBody>
        </p:sp>
        <p:grpSp>
          <p:nvGrpSpPr>
            <p:cNvPr id="1243" name="Google Shape;1243;p44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244" name="Google Shape;1244;p44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1245" name="Google Shape;1245;p44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</p:grpSp>
      <p:sp>
        <p:nvSpPr>
          <p:cNvPr id="1246" name="Google Shape;1246;p44"/>
          <p:cNvSpPr txBox="1"/>
          <p:nvPr/>
        </p:nvSpPr>
        <p:spPr>
          <a:xfrm>
            <a:off x="0" y="3108100"/>
            <a:ext cx="648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77-49</a:t>
            </a:r>
            <a:endParaRPr/>
          </a:p>
        </p:txBody>
      </p:sp>
      <p:grpSp>
        <p:nvGrpSpPr>
          <p:cNvPr id="1247" name="Google Shape;1247;p44"/>
          <p:cNvGrpSpPr/>
          <p:nvPr/>
        </p:nvGrpSpPr>
        <p:grpSpPr>
          <a:xfrm>
            <a:off x="3877650" y="4047950"/>
            <a:ext cx="803700" cy="838800"/>
            <a:chOff x="6538675" y="262075"/>
            <a:chExt cx="803700" cy="838800"/>
          </a:xfrm>
        </p:grpSpPr>
        <p:grpSp>
          <p:nvGrpSpPr>
            <p:cNvPr id="1248" name="Google Shape;1248;p44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249" name="Google Shape;1249;p44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0x03</a:t>
                </a:r>
                <a:endParaRPr/>
              </a:p>
            </p:txBody>
          </p:sp>
          <p:sp>
            <p:nvSpPr>
              <p:cNvPr id="1250" name="Google Shape;1250;p44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30</a:t>
                </a:r>
                <a:endParaRPr/>
              </a:p>
            </p:txBody>
          </p:sp>
        </p:grpSp>
        <p:sp>
          <p:nvSpPr>
            <p:cNvPr id="1251" name="Google Shape;1251;p44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0x04</a:t>
              </a:r>
              <a:endParaRPr sz="1200"/>
            </a:p>
          </p:txBody>
        </p:sp>
      </p:grpSp>
      <p:cxnSp>
        <p:nvCxnSpPr>
          <p:cNvPr id="1252" name="Google Shape;1252;p44"/>
          <p:cNvCxnSpPr>
            <a:stCxn id="1240" idx="3"/>
            <a:endCxn id="1244" idx="1"/>
          </p:cNvCxnSpPr>
          <p:nvPr/>
        </p:nvCxnSpPr>
        <p:spPr>
          <a:xfrm rot="10800000" flipH="1">
            <a:off x="2433925" y="4187725"/>
            <a:ext cx="3432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53" name="Google Shape;1253;p44"/>
          <p:cNvCxnSpPr>
            <a:endCxn id="1249" idx="1"/>
          </p:cNvCxnSpPr>
          <p:nvPr/>
        </p:nvCxnSpPr>
        <p:spPr>
          <a:xfrm rot="10800000" flipH="1">
            <a:off x="3580650" y="4187750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54" name="Google Shape;1254;p44"/>
          <p:cNvCxnSpPr>
            <a:stCxn id="1225" idx="2"/>
            <a:endCxn id="1255" idx="1"/>
          </p:cNvCxnSpPr>
          <p:nvPr/>
        </p:nvCxnSpPr>
        <p:spPr>
          <a:xfrm>
            <a:off x="1973375" y="2229650"/>
            <a:ext cx="4105500" cy="195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56" name="Google Shape;1256;p44"/>
          <p:cNvCxnSpPr>
            <a:stCxn id="1221" idx="1"/>
            <a:endCxn id="1238" idx="1"/>
          </p:cNvCxnSpPr>
          <p:nvPr/>
        </p:nvCxnSpPr>
        <p:spPr>
          <a:xfrm>
            <a:off x="498900" y="2089850"/>
            <a:ext cx="11313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257" name="Google Shape;1257;p44"/>
          <p:cNvGrpSpPr/>
          <p:nvPr/>
        </p:nvGrpSpPr>
        <p:grpSpPr>
          <a:xfrm>
            <a:off x="4978225" y="4047925"/>
            <a:ext cx="803700" cy="838800"/>
            <a:chOff x="6538675" y="262075"/>
            <a:chExt cx="803700" cy="838800"/>
          </a:xfrm>
        </p:grpSpPr>
        <p:grpSp>
          <p:nvGrpSpPr>
            <p:cNvPr id="1258" name="Google Shape;1258;p44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259" name="Google Shape;1259;p44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0x04</a:t>
                </a:r>
                <a:endParaRPr/>
              </a:p>
            </p:txBody>
          </p:sp>
          <p:sp>
            <p:nvSpPr>
              <p:cNvPr id="1260" name="Google Shape;1260;p44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40</a:t>
                </a:r>
                <a:endParaRPr/>
              </a:p>
            </p:txBody>
          </p:sp>
        </p:grpSp>
        <p:sp>
          <p:nvSpPr>
            <p:cNvPr id="1261" name="Google Shape;1261;p44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0x05</a:t>
              </a:r>
              <a:endParaRPr sz="1200"/>
            </a:p>
          </p:txBody>
        </p:sp>
      </p:grpSp>
      <p:cxnSp>
        <p:nvCxnSpPr>
          <p:cNvPr id="1262" name="Google Shape;1262;p44"/>
          <p:cNvCxnSpPr>
            <a:stCxn id="1251" idx="3"/>
            <a:endCxn id="1259" idx="1"/>
          </p:cNvCxnSpPr>
          <p:nvPr/>
        </p:nvCxnSpPr>
        <p:spPr>
          <a:xfrm rot="10800000" flipH="1">
            <a:off x="4681350" y="4187750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263" name="Google Shape;1263;p44"/>
          <p:cNvGrpSpPr/>
          <p:nvPr/>
        </p:nvGrpSpPr>
        <p:grpSpPr>
          <a:xfrm>
            <a:off x="6078800" y="4047925"/>
            <a:ext cx="803700" cy="838800"/>
            <a:chOff x="6538675" y="262075"/>
            <a:chExt cx="803700" cy="838800"/>
          </a:xfrm>
        </p:grpSpPr>
        <p:grpSp>
          <p:nvGrpSpPr>
            <p:cNvPr id="1264" name="Google Shape;1264;p44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255" name="Google Shape;1255;p44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0x05</a:t>
                </a:r>
                <a:endParaRPr/>
              </a:p>
            </p:txBody>
          </p:sp>
          <p:sp>
            <p:nvSpPr>
              <p:cNvPr id="1265" name="Google Shape;1265;p44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50</a:t>
                </a:r>
                <a:endParaRPr/>
              </a:p>
            </p:txBody>
          </p:sp>
        </p:grpSp>
        <p:sp>
          <p:nvSpPr>
            <p:cNvPr id="1266" name="Google Shape;1266;p44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pNext</a:t>
              </a:r>
              <a:endParaRPr sz="1200"/>
            </a:p>
          </p:txBody>
        </p:sp>
      </p:grpSp>
      <p:cxnSp>
        <p:nvCxnSpPr>
          <p:cNvPr id="1267" name="Google Shape;1267;p44"/>
          <p:cNvCxnSpPr>
            <a:stCxn id="1235" idx="3"/>
            <a:endCxn id="1255" idx="1"/>
          </p:cNvCxnSpPr>
          <p:nvPr/>
        </p:nvCxnSpPr>
        <p:spPr>
          <a:xfrm>
            <a:off x="1115400" y="3929450"/>
            <a:ext cx="4963500" cy="258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68" name="Google Shape;1268;p44"/>
          <p:cNvCxnSpPr>
            <a:stCxn id="1261" idx="3"/>
            <a:endCxn id="1255" idx="1"/>
          </p:cNvCxnSpPr>
          <p:nvPr/>
        </p:nvCxnSpPr>
        <p:spPr>
          <a:xfrm rot="10800000" flipH="1">
            <a:off x="5781925" y="4187725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69" name="Google Shape;1269;p44"/>
          <p:cNvCxnSpPr>
            <a:stCxn id="1235" idx="2"/>
            <a:endCxn id="1225" idx="0"/>
          </p:cNvCxnSpPr>
          <p:nvPr/>
        </p:nvCxnSpPr>
        <p:spPr>
          <a:xfrm rot="10800000" flipH="1">
            <a:off x="713550" y="1950050"/>
            <a:ext cx="1259700" cy="2119200"/>
          </a:xfrm>
          <a:prstGeom prst="straightConnector1">
            <a:avLst/>
          </a:prstGeom>
          <a:noFill/>
          <a:ln w="9525" cap="flat" cmpd="sng">
            <a:solidFill>
              <a:srgbClr val="00B050"/>
            </a:solidFill>
            <a:prstDash val="dash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p45"/>
          <p:cNvSpPr txBox="1"/>
          <p:nvPr/>
        </p:nvSpPr>
        <p:spPr>
          <a:xfrm>
            <a:off x="387900" y="1190175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34 main()</a:t>
            </a:r>
            <a:endParaRPr/>
          </a:p>
        </p:txBody>
      </p:sp>
      <p:grpSp>
        <p:nvGrpSpPr>
          <p:cNvPr id="1275" name="Google Shape;1275;p45"/>
          <p:cNvGrpSpPr/>
          <p:nvPr/>
        </p:nvGrpSpPr>
        <p:grpSpPr>
          <a:xfrm>
            <a:off x="498900" y="1670450"/>
            <a:ext cx="803700" cy="559200"/>
            <a:chOff x="725125" y="742575"/>
            <a:chExt cx="803700" cy="559200"/>
          </a:xfrm>
        </p:grpSpPr>
        <p:sp>
          <p:nvSpPr>
            <p:cNvPr id="1276" name="Google Shape;1276;p45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pBgin</a:t>
              </a:r>
              <a:endParaRPr/>
            </a:p>
          </p:txBody>
        </p:sp>
        <p:sp>
          <p:nvSpPr>
            <p:cNvPr id="1277" name="Google Shape;1277;p45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sp>
        <p:nvSpPr>
          <p:cNvPr id="1278" name="Google Shape;1278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연결리스트 추가(50) 완료</a:t>
            </a:r>
            <a:endParaRPr/>
          </a:p>
        </p:txBody>
      </p:sp>
      <p:grpSp>
        <p:nvGrpSpPr>
          <p:cNvPr id="1279" name="Google Shape;1279;p45"/>
          <p:cNvGrpSpPr/>
          <p:nvPr/>
        </p:nvGrpSpPr>
        <p:grpSpPr>
          <a:xfrm>
            <a:off x="1571525" y="1670450"/>
            <a:ext cx="803700" cy="559200"/>
            <a:chOff x="725125" y="742575"/>
            <a:chExt cx="803700" cy="559200"/>
          </a:xfrm>
        </p:grpSpPr>
        <p:sp>
          <p:nvSpPr>
            <p:cNvPr id="1280" name="Google Shape;1280;p45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End</a:t>
              </a:r>
              <a:endParaRPr/>
            </a:p>
          </p:txBody>
        </p:sp>
        <p:sp>
          <p:nvSpPr>
            <p:cNvPr id="1281" name="Google Shape;1281;p45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0x05</a:t>
              </a:r>
              <a:endParaRPr/>
            </a:p>
          </p:txBody>
        </p:sp>
      </p:grpSp>
      <p:grpSp>
        <p:nvGrpSpPr>
          <p:cNvPr id="1282" name="Google Shape;1282;p45"/>
          <p:cNvGrpSpPr/>
          <p:nvPr/>
        </p:nvGrpSpPr>
        <p:grpSpPr>
          <a:xfrm>
            <a:off x="1630225" y="4047925"/>
            <a:ext cx="803700" cy="838800"/>
            <a:chOff x="6538675" y="262075"/>
            <a:chExt cx="803700" cy="838800"/>
          </a:xfrm>
        </p:grpSpPr>
        <p:grpSp>
          <p:nvGrpSpPr>
            <p:cNvPr id="1283" name="Google Shape;1283;p45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284" name="Google Shape;1284;p45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1285" name="Google Shape;1285;p45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1286" name="Google Shape;1286;p45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0x02</a:t>
              </a:r>
              <a:endParaRPr sz="1200"/>
            </a:p>
          </p:txBody>
        </p:sp>
      </p:grpSp>
      <p:grpSp>
        <p:nvGrpSpPr>
          <p:cNvPr id="1287" name="Google Shape;1287;p45"/>
          <p:cNvGrpSpPr/>
          <p:nvPr/>
        </p:nvGrpSpPr>
        <p:grpSpPr>
          <a:xfrm>
            <a:off x="2777075" y="4047950"/>
            <a:ext cx="803700" cy="838800"/>
            <a:chOff x="6538675" y="262075"/>
            <a:chExt cx="803700" cy="838800"/>
          </a:xfrm>
        </p:grpSpPr>
        <p:sp>
          <p:nvSpPr>
            <p:cNvPr id="1288" name="Google Shape;1288;p45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0x03</a:t>
              </a:r>
              <a:endParaRPr sz="1200"/>
            </a:p>
          </p:txBody>
        </p:sp>
        <p:grpSp>
          <p:nvGrpSpPr>
            <p:cNvPr id="1289" name="Google Shape;1289;p45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290" name="Google Shape;1290;p45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1291" name="Google Shape;1291;p45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</p:grpSp>
      <p:grpSp>
        <p:nvGrpSpPr>
          <p:cNvPr id="1292" name="Google Shape;1292;p45"/>
          <p:cNvGrpSpPr/>
          <p:nvPr/>
        </p:nvGrpSpPr>
        <p:grpSpPr>
          <a:xfrm>
            <a:off x="3877650" y="4047950"/>
            <a:ext cx="803700" cy="838800"/>
            <a:chOff x="6538675" y="262075"/>
            <a:chExt cx="803700" cy="838800"/>
          </a:xfrm>
        </p:grpSpPr>
        <p:grpSp>
          <p:nvGrpSpPr>
            <p:cNvPr id="1293" name="Google Shape;1293;p45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294" name="Google Shape;1294;p45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0x03</a:t>
                </a:r>
                <a:endParaRPr/>
              </a:p>
            </p:txBody>
          </p:sp>
          <p:sp>
            <p:nvSpPr>
              <p:cNvPr id="1295" name="Google Shape;1295;p45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30</a:t>
                </a:r>
                <a:endParaRPr/>
              </a:p>
            </p:txBody>
          </p:sp>
        </p:grpSp>
        <p:sp>
          <p:nvSpPr>
            <p:cNvPr id="1296" name="Google Shape;1296;p45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0x04</a:t>
              </a:r>
              <a:endParaRPr sz="1200"/>
            </a:p>
          </p:txBody>
        </p:sp>
      </p:grpSp>
      <p:cxnSp>
        <p:nvCxnSpPr>
          <p:cNvPr id="1297" name="Google Shape;1297;p45"/>
          <p:cNvCxnSpPr>
            <a:stCxn id="1286" idx="3"/>
            <a:endCxn id="1290" idx="1"/>
          </p:cNvCxnSpPr>
          <p:nvPr/>
        </p:nvCxnSpPr>
        <p:spPr>
          <a:xfrm rot="10800000" flipH="1">
            <a:off x="2433925" y="4187725"/>
            <a:ext cx="3432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98" name="Google Shape;1298;p45"/>
          <p:cNvCxnSpPr>
            <a:endCxn id="1294" idx="1"/>
          </p:cNvCxnSpPr>
          <p:nvPr/>
        </p:nvCxnSpPr>
        <p:spPr>
          <a:xfrm rot="10800000" flipH="1">
            <a:off x="3580650" y="4187750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99" name="Google Shape;1299;p45"/>
          <p:cNvCxnSpPr>
            <a:stCxn id="1281" idx="1"/>
            <a:endCxn id="1300" idx="1"/>
          </p:cNvCxnSpPr>
          <p:nvPr/>
        </p:nvCxnSpPr>
        <p:spPr>
          <a:xfrm>
            <a:off x="1571525" y="2089850"/>
            <a:ext cx="45072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01" name="Google Shape;1301;p45"/>
          <p:cNvCxnSpPr>
            <a:stCxn id="1277" idx="1"/>
            <a:endCxn id="1284" idx="1"/>
          </p:cNvCxnSpPr>
          <p:nvPr/>
        </p:nvCxnSpPr>
        <p:spPr>
          <a:xfrm>
            <a:off x="498900" y="2089850"/>
            <a:ext cx="11313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302" name="Google Shape;1302;p45"/>
          <p:cNvGrpSpPr/>
          <p:nvPr/>
        </p:nvGrpSpPr>
        <p:grpSpPr>
          <a:xfrm>
            <a:off x="4978225" y="4047925"/>
            <a:ext cx="803700" cy="838800"/>
            <a:chOff x="6538675" y="262075"/>
            <a:chExt cx="803700" cy="838800"/>
          </a:xfrm>
        </p:grpSpPr>
        <p:grpSp>
          <p:nvGrpSpPr>
            <p:cNvPr id="1303" name="Google Shape;1303;p45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304" name="Google Shape;1304;p45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0x04</a:t>
                </a:r>
                <a:endParaRPr/>
              </a:p>
            </p:txBody>
          </p:sp>
          <p:sp>
            <p:nvSpPr>
              <p:cNvPr id="1305" name="Google Shape;1305;p45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40</a:t>
                </a:r>
                <a:endParaRPr/>
              </a:p>
            </p:txBody>
          </p:sp>
        </p:grpSp>
        <p:sp>
          <p:nvSpPr>
            <p:cNvPr id="1306" name="Google Shape;1306;p45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0x05</a:t>
              </a:r>
              <a:endParaRPr sz="1200"/>
            </a:p>
          </p:txBody>
        </p:sp>
      </p:grpSp>
      <p:cxnSp>
        <p:nvCxnSpPr>
          <p:cNvPr id="1307" name="Google Shape;1307;p45"/>
          <p:cNvCxnSpPr>
            <a:stCxn id="1296" idx="3"/>
            <a:endCxn id="1304" idx="1"/>
          </p:cNvCxnSpPr>
          <p:nvPr/>
        </p:nvCxnSpPr>
        <p:spPr>
          <a:xfrm rot="10800000" flipH="1">
            <a:off x="4681350" y="4187750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308" name="Google Shape;1308;p45"/>
          <p:cNvGrpSpPr/>
          <p:nvPr/>
        </p:nvGrpSpPr>
        <p:grpSpPr>
          <a:xfrm>
            <a:off x="6078800" y="4047925"/>
            <a:ext cx="803700" cy="838800"/>
            <a:chOff x="6538675" y="262075"/>
            <a:chExt cx="803700" cy="838800"/>
          </a:xfrm>
        </p:grpSpPr>
        <p:grpSp>
          <p:nvGrpSpPr>
            <p:cNvPr id="1309" name="Google Shape;1309;p45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300" name="Google Shape;1300;p45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0x05</a:t>
                </a:r>
                <a:endParaRPr/>
              </a:p>
            </p:txBody>
          </p:sp>
          <p:sp>
            <p:nvSpPr>
              <p:cNvPr id="1310" name="Google Shape;1310;p45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50</a:t>
                </a:r>
                <a:endParaRPr/>
              </a:p>
            </p:txBody>
          </p:sp>
        </p:grpSp>
        <p:sp>
          <p:nvSpPr>
            <p:cNvPr id="1311" name="Google Shape;1311;p45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 dirty="0"/>
                <a:t>pNext</a:t>
              </a:r>
              <a:endParaRPr sz="1200" dirty="0"/>
            </a:p>
          </p:txBody>
        </p:sp>
      </p:grpSp>
      <p:cxnSp>
        <p:nvCxnSpPr>
          <p:cNvPr id="1312" name="Google Shape;1312;p45"/>
          <p:cNvCxnSpPr>
            <a:stCxn id="1306" idx="3"/>
            <a:endCxn id="1300" idx="1"/>
          </p:cNvCxnSpPr>
          <p:nvPr/>
        </p:nvCxnSpPr>
        <p:spPr>
          <a:xfrm rot="10800000" flipH="1">
            <a:off x="5781925" y="4187725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p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찾기 문제점</a:t>
            </a:r>
            <a:endParaRPr/>
          </a:p>
        </p:txBody>
      </p:sp>
      <p:grpSp>
        <p:nvGrpSpPr>
          <p:cNvPr id="1318" name="Google Shape;1318;p46"/>
          <p:cNvGrpSpPr/>
          <p:nvPr/>
        </p:nvGrpSpPr>
        <p:grpSpPr>
          <a:xfrm>
            <a:off x="311700" y="1338350"/>
            <a:ext cx="2942400" cy="998500"/>
            <a:chOff x="2421050" y="2030400"/>
            <a:chExt cx="2942400" cy="998500"/>
          </a:xfrm>
        </p:grpSpPr>
        <p:grpSp>
          <p:nvGrpSpPr>
            <p:cNvPr id="1319" name="Google Shape;1319;p46"/>
            <p:cNvGrpSpPr/>
            <p:nvPr/>
          </p:nvGrpSpPr>
          <p:grpSpPr>
            <a:xfrm>
              <a:off x="2421050" y="2030400"/>
              <a:ext cx="2942400" cy="998500"/>
              <a:chOff x="261375" y="2343663"/>
              <a:chExt cx="2942400" cy="998500"/>
            </a:xfrm>
          </p:grpSpPr>
          <p:sp>
            <p:nvSpPr>
              <p:cNvPr id="1320" name="Google Shape;1320;p46"/>
              <p:cNvSpPr/>
              <p:nvPr/>
            </p:nvSpPr>
            <p:spPr>
              <a:xfrm>
                <a:off x="261375" y="2343663"/>
                <a:ext cx="2942400" cy="3153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>
                    <a:solidFill>
                      <a:schemeClr val="dk1"/>
                    </a:solidFill>
                  </a:rPr>
                  <a:t>main()</a:t>
                </a:r>
                <a:endParaRPr/>
              </a:p>
            </p:txBody>
          </p:sp>
          <p:sp>
            <p:nvSpPr>
              <p:cNvPr id="1321" name="Google Shape;1321;p46"/>
              <p:cNvSpPr/>
              <p:nvPr/>
            </p:nvSpPr>
            <p:spPr>
              <a:xfrm>
                <a:off x="261375" y="2647963"/>
                <a:ext cx="2942400" cy="6942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22" name="Google Shape;1322;p46"/>
            <p:cNvSpPr/>
            <p:nvPr/>
          </p:nvSpPr>
          <p:spPr>
            <a:xfrm>
              <a:off x="2544875" y="2584213"/>
              <a:ext cx="803700" cy="3048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pBegin</a:t>
              </a:r>
              <a:endParaRPr/>
            </a:p>
          </p:txBody>
        </p:sp>
        <p:sp>
          <p:nvSpPr>
            <p:cNvPr id="1323" name="Google Shape;1323;p46"/>
            <p:cNvSpPr/>
            <p:nvPr/>
          </p:nvSpPr>
          <p:spPr>
            <a:xfrm>
              <a:off x="3530175" y="2576025"/>
              <a:ext cx="803700" cy="3048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pEnd</a:t>
              </a:r>
              <a:endParaRPr/>
            </a:p>
          </p:txBody>
        </p:sp>
      </p:grpSp>
      <p:sp>
        <p:nvSpPr>
          <p:cNvPr id="1324" name="Google Shape;1324;p46"/>
          <p:cNvSpPr/>
          <p:nvPr/>
        </p:nvSpPr>
        <p:spPr>
          <a:xfrm>
            <a:off x="399625" y="2751513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10</a:t>
            </a:r>
            <a:endParaRPr/>
          </a:p>
        </p:txBody>
      </p:sp>
      <p:sp>
        <p:nvSpPr>
          <p:cNvPr id="1325" name="Google Shape;1325;p46"/>
          <p:cNvSpPr/>
          <p:nvPr/>
        </p:nvSpPr>
        <p:spPr>
          <a:xfrm>
            <a:off x="979350" y="2751513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20</a:t>
            </a:r>
            <a:endParaRPr/>
          </a:p>
        </p:txBody>
      </p:sp>
      <p:sp>
        <p:nvSpPr>
          <p:cNvPr id="1326" name="Google Shape;1326;p46"/>
          <p:cNvSpPr/>
          <p:nvPr/>
        </p:nvSpPr>
        <p:spPr>
          <a:xfrm>
            <a:off x="1559075" y="2751513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30</a:t>
            </a:r>
            <a:endParaRPr/>
          </a:p>
        </p:txBody>
      </p:sp>
      <p:sp>
        <p:nvSpPr>
          <p:cNvPr id="1327" name="Google Shape;1327;p46"/>
          <p:cNvSpPr/>
          <p:nvPr/>
        </p:nvSpPr>
        <p:spPr>
          <a:xfrm>
            <a:off x="2112350" y="2751513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40</a:t>
            </a:r>
            <a:endParaRPr/>
          </a:p>
        </p:txBody>
      </p:sp>
      <p:sp>
        <p:nvSpPr>
          <p:cNvPr id="1328" name="Google Shape;1328;p46"/>
          <p:cNvSpPr/>
          <p:nvPr/>
        </p:nvSpPr>
        <p:spPr>
          <a:xfrm>
            <a:off x="2674475" y="2751513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50</a:t>
            </a:r>
            <a:endParaRPr/>
          </a:p>
        </p:txBody>
      </p:sp>
      <p:cxnSp>
        <p:nvCxnSpPr>
          <p:cNvPr id="1329" name="Google Shape;1329;p46"/>
          <p:cNvCxnSpPr>
            <a:stCxn id="1322" idx="3"/>
            <a:endCxn id="1324" idx="1"/>
          </p:cNvCxnSpPr>
          <p:nvPr/>
        </p:nvCxnSpPr>
        <p:spPr>
          <a:xfrm flipH="1">
            <a:off x="399525" y="2044563"/>
            <a:ext cx="839700" cy="859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30" name="Google Shape;1330;p46"/>
          <p:cNvCxnSpPr>
            <a:stCxn id="1323" idx="3"/>
            <a:endCxn id="1328" idx="1"/>
          </p:cNvCxnSpPr>
          <p:nvPr/>
        </p:nvCxnSpPr>
        <p:spPr>
          <a:xfrm>
            <a:off x="2224525" y="2036375"/>
            <a:ext cx="450000" cy="867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31" name="Google Shape;1331;p46"/>
          <p:cNvCxnSpPr>
            <a:stCxn id="1324" idx="3"/>
            <a:endCxn id="1325" idx="1"/>
          </p:cNvCxnSpPr>
          <p:nvPr/>
        </p:nvCxnSpPr>
        <p:spPr>
          <a:xfrm>
            <a:off x="804325" y="2903913"/>
            <a:ext cx="174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32" name="Google Shape;1332;p46"/>
          <p:cNvCxnSpPr>
            <a:endCxn id="1326" idx="1"/>
          </p:cNvCxnSpPr>
          <p:nvPr/>
        </p:nvCxnSpPr>
        <p:spPr>
          <a:xfrm>
            <a:off x="1384175" y="2903913"/>
            <a:ext cx="174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33" name="Google Shape;1333;p46"/>
          <p:cNvCxnSpPr>
            <a:stCxn id="1326" idx="3"/>
            <a:endCxn id="1327" idx="1"/>
          </p:cNvCxnSpPr>
          <p:nvPr/>
        </p:nvCxnSpPr>
        <p:spPr>
          <a:xfrm>
            <a:off x="1963775" y="2903913"/>
            <a:ext cx="148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34" name="Google Shape;1334;p46"/>
          <p:cNvCxnSpPr>
            <a:stCxn id="1327" idx="3"/>
            <a:endCxn id="1328" idx="1"/>
          </p:cNvCxnSpPr>
          <p:nvPr/>
        </p:nvCxnSpPr>
        <p:spPr>
          <a:xfrm>
            <a:off x="2517050" y="2903913"/>
            <a:ext cx="157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335" name="Google Shape;1335;p46"/>
          <p:cNvGrpSpPr/>
          <p:nvPr/>
        </p:nvGrpSpPr>
        <p:grpSpPr>
          <a:xfrm>
            <a:off x="3407325" y="1338338"/>
            <a:ext cx="2090100" cy="998500"/>
            <a:chOff x="2421050" y="2030388"/>
            <a:chExt cx="2090100" cy="998500"/>
          </a:xfrm>
        </p:grpSpPr>
        <p:grpSp>
          <p:nvGrpSpPr>
            <p:cNvPr id="1336" name="Google Shape;1336;p46"/>
            <p:cNvGrpSpPr/>
            <p:nvPr/>
          </p:nvGrpSpPr>
          <p:grpSpPr>
            <a:xfrm>
              <a:off x="2421050" y="2030388"/>
              <a:ext cx="2090100" cy="998500"/>
              <a:chOff x="261375" y="2343650"/>
              <a:chExt cx="2090100" cy="998500"/>
            </a:xfrm>
          </p:grpSpPr>
          <p:sp>
            <p:nvSpPr>
              <p:cNvPr id="1337" name="Google Shape;1337;p46"/>
              <p:cNvSpPr/>
              <p:nvPr/>
            </p:nvSpPr>
            <p:spPr>
              <a:xfrm>
                <a:off x="261375" y="2343650"/>
                <a:ext cx="2090100" cy="3153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>
                    <a:solidFill>
                      <a:schemeClr val="dk1"/>
                    </a:solidFill>
                  </a:rPr>
                  <a:t>Find(pBegin,40 )</a:t>
                </a:r>
                <a:endParaRPr/>
              </a:p>
            </p:txBody>
          </p:sp>
          <p:sp>
            <p:nvSpPr>
              <p:cNvPr id="1338" name="Google Shape;1338;p46"/>
              <p:cNvSpPr/>
              <p:nvPr/>
            </p:nvSpPr>
            <p:spPr>
              <a:xfrm>
                <a:off x="261375" y="2647950"/>
                <a:ext cx="2090100" cy="6942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39" name="Google Shape;1339;p46"/>
            <p:cNvSpPr/>
            <p:nvPr/>
          </p:nvSpPr>
          <p:spPr>
            <a:xfrm>
              <a:off x="2544875" y="2584213"/>
              <a:ext cx="803700" cy="3048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pNode</a:t>
              </a:r>
              <a:endParaRPr/>
            </a:p>
          </p:txBody>
        </p:sp>
      </p:grpSp>
      <p:cxnSp>
        <p:nvCxnSpPr>
          <p:cNvPr id="1340" name="Google Shape;1340;p46"/>
          <p:cNvCxnSpPr>
            <a:stCxn id="1339" idx="1"/>
            <a:endCxn id="1324" idx="1"/>
          </p:cNvCxnSpPr>
          <p:nvPr/>
        </p:nvCxnSpPr>
        <p:spPr>
          <a:xfrm flipH="1">
            <a:off x="399750" y="2044563"/>
            <a:ext cx="3131400" cy="8595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41" name="Google Shape;1341;p46"/>
          <p:cNvSpPr/>
          <p:nvPr/>
        </p:nvSpPr>
        <p:spPr>
          <a:xfrm>
            <a:off x="2374650" y="1901200"/>
            <a:ext cx="803700" cy="3048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pFind</a:t>
            </a:r>
            <a:endParaRPr/>
          </a:p>
        </p:txBody>
      </p:sp>
      <p:cxnSp>
        <p:nvCxnSpPr>
          <p:cNvPr id="1342" name="Google Shape;1342;p46"/>
          <p:cNvCxnSpPr>
            <a:stCxn id="1341" idx="3"/>
            <a:endCxn id="1324" idx="1"/>
          </p:cNvCxnSpPr>
          <p:nvPr/>
        </p:nvCxnSpPr>
        <p:spPr>
          <a:xfrm flipH="1">
            <a:off x="399750" y="2053600"/>
            <a:ext cx="2778600" cy="85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p4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찾기 문제점</a:t>
            </a:r>
            <a:endParaRPr/>
          </a:p>
        </p:txBody>
      </p:sp>
      <p:sp>
        <p:nvSpPr>
          <p:cNvPr id="1348" name="Google Shape;1348;p47"/>
          <p:cNvSpPr txBox="1"/>
          <p:nvPr/>
        </p:nvSpPr>
        <p:spPr>
          <a:xfrm>
            <a:off x="387900" y="1190175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34 main()</a:t>
            </a:r>
            <a:endParaRPr/>
          </a:p>
        </p:txBody>
      </p:sp>
      <p:grpSp>
        <p:nvGrpSpPr>
          <p:cNvPr id="1349" name="Google Shape;1349;p47"/>
          <p:cNvGrpSpPr/>
          <p:nvPr/>
        </p:nvGrpSpPr>
        <p:grpSpPr>
          <a:xfrm>
            <a:off x="498900" y="1670450"/>
            <a:ext cx="803700" cy="559200"/>
            <a:chOff x="725125" y="742575"/>
            <a:chExt cx="803700" cy="559200"/>
          </a:xfrm>
        </p:grpSpPr>
        <p:sp>
          <p:nvSpPr>
            <p:cNvPr id="1350" name="Google Shape;1350;p47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pBgin</a:t>
              </a:r>
              <a:endParaRPr/>
            </a:p>
          </p:txBody>
        </p:sp>
        <p:sp>
          <p:nvSpPr>
            <p:cNvPr id="1351" name="Google Shape;1351;p47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1352" name="Google Shape;1352;p47"/>
          <p:cNvGrpSpPr/>
          <p:nvPr/>
        </p:nvGrpSpPr>
        <p:grpSpPr>
          <a:xfrm>
            <a:off x="1571525" y="1670450"/>
            <a:ext cx="803700" cy="559200"/>
            <a:chOff x="725125" y="742575"/>
            <a:chExt cx="803700" cy="559200"/>
          </a:xfrm>
        </p:grpSpPr>
        <p:sp>
          <p:nvSpPr>
            <p:cNvPr id="1353" name="Google Shape;1353;p47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End</a:t>
              </a:r>
              <a:endParaRPr/>
            </a:p>
          </p:txBody>
        </p:sp>
        <p:sp>
          <p:nvSpPr>
            <p:cNvPr id="1354" name="Google Shape;1354;p47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0x05</a:t>
              </a:r>
              <a:endParaRPr/>
            </a:p>
          </p:txBody>
        </p:sp>
      </p:grpSp>
      <p:grpSp>
        <p:nvGrpSpPr>
          <p:cNvPr id="1355" name="Google Shape;1355;p47"/>
          <p:cNvGrpSpPr/>
          <p:nvPr/>
        </p:nvGrpSpPr>
        <p:grpSpPr>
          <a:xfrm>
            <a:off x="1630225" y="4047925"/>
            <a:ext cx="803700" cy="838800"/>
            <a:chOff x="6538675" y="262075"/>
            <a:chExt cx="803700" cy="838800"/>
          </a:xfrm>
        </p:grpSpPr>
        <p:grpSp>
          <p:nvGrpSpPr>
            <p:cNvPr id="1356" name="Google Shape;1356;p47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357" name="Google Shape;1357;p47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1358" name="Google Shape;1358;p47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1359" name="Google Shape;1359;p47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0x02</a:t>
              </a:r>
              <a:endParaRPr sz="1200"/>
            </a:p>
          </p:txBody>
        </p:sp>
      </p:grpSp>
      <p:grpSp>
        <p:nvGrpSpPr>
          <p:cNvPr id="1360" name="Google Shape;1360;p47"/>
          <p:cNvGrpSpPr/>
          <p:nvPr/>
        </p:nvGrpSpPr>
        <p:grpSpPr>
          <a:xfrm>
            <a:off x="2777075" y="4047950"/>
            <a:ext cx="803700" cy="838800"/>
            <a:chOff x="6538675" y="262075"/>
            <a:chExt cx="803700" cy="838800"/>
          </a:xfrm>
        </p:grpSpPr>
        <p:sp>
          <p:nvSpPr>
            <p:cNvPr id="1361" name="Google Shape;1361;p47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0x03</a:t>
              </a:r>
              <a:endParaRPr sz="1200"/>
            </a:p>
          </p:txBody>
        </p:sp>
        <p:grpSp>
          <p:nvGrpSpPr>
            <p:cNvPr id="1362" name="Google Shape;1362;p47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363" name="Google Shape;1363;p47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1364" name="Google Shape;1364;p47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</p:grpSp>
      <p:grpSp>
        <p:nvGrpSpPr>
          <p:cNvPr id="1365" name="Google Shape;1365;p47"/>
          <p:cNvGrpSpPr/>
          <p:nvPr/>
        </p:nvGrpSpPr>
        <p:grpSpPr>
          <a:xfrm>
            <a:off x="3877650" y="4047950"/>
            <a:ext cx="803700" cy="838800"/>
            <a:chOff x="6538675" y="262075"/>
            <a:chExt cx="803700" cy="838800"/>
          </a:xfrm>
        </p:grpSpPr>
        <p:grpSp>
          <p:nvGrpSpPr>
            <p:cNvPr id="1366" name="Google Shape;1366;p47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367" name="Google Shape;1367;p47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0x03</a:t>
                </a:r>
                <a:endParaRPr/>
              </a:p>
            </p:txBody>
          </p:sp>
          <p:sp>
            <p:nvSpPr>
              <p:cNvPr id="1368" name="Google Shape;1368;p47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30</a:t>
                </a:r>
                <a:endParaRPr/>
              </a:p>
            </p:txBody>
          </p:sp>
        </p:grpSp>
        <p:sp>
          <p:nvSpPr>
            <p:cNvPr id="1369" name="Google Shape;1369;p47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0x04</a:t>
              </a:r>
              <a:endParaRPr sz="1200"/>
            </a:p>
          </p:txBody>
        </p:sp>
      </p:grpSp>
      <p:cxnSp>
        <p:nvCxnSpPr>
          <p:cNvPr id="1370" name="Google Shape;1370;p47"/>
          <p:cNvCxnSpPr>
            <a:stCxn id="1359" idx="3"/>
            <a:endCxn id="1363" idx="1"/>
          </p:cNvCxnSpPr>
          <p:nvPr/>
        </p:nvCxnSpPr>
        <p:spPr>
          <a:xfrm rot="10800000" flipH="1">
            <a:off x="2433925" y="4187725"/>
            <a:ext cx="3432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71" name="Google Shape;1371;p47"/>
          <p:cNvCxnSpPr>
            <a:endCxn id="1367" idx="1"/>
          </p:cNvCxnSpPr>
          <p:nvPr/>
        </p:nvCxnSpPr>
        <p:spPr>
          <a:xfrm rot="10800000" flipH="1">
            <a:off x="3580650" y="4187750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72" name="Google Shape;1372;p47"/>
          <p:cNvCxnSpPr>
            <a:stCxn id="1354" idx="1"/>
            <a:endCxn id="1373" idx="1"/>
          </p:cNvCxnSpPr>
          <p:nvPr/>
        </p:nvCxnSpPr>
        <p:spPr>
          <a:xfrm>
            <a:off x="1571525" y="2089850"/>
            <a:ext cx="45072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74" name="Google Shape;1374;p47"/>
          <p:cNvCxnSpPr>
            <a:stCxn id="1351" idx="1"/>
            <a:endCxn id="1357" idx="1"/>
          </p:cNvCxnSpPr>
          <p:nvPr/>
        </p:nvCxnSpPr>
        <p:spPr>
          <a:xfrm>
            <a:off x="498900" y="2089850"/>
            <a:ext cx="11313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375" name="Google Shape;1375;p47"/>
          <p:cNvGrpSpPr/>
          <p:nvPr/>
        </p:nvGrpSpPr>
        <p:grpSpPr>
          <a:xfrm>
            <a:off x="4978225" y="4047925"/>
            <a:ext cx="803700" cy="838800"/>
            <a:chOff x="6538675" y="262075"/>
            <a:chExt cx="803700" cy="838800"/>
          </a:xfrm>
        </p:grpSpPr>
        <p:grpSp>
          <p:nvGrpSpPr>
            <p:cNvPr id="1376" name="Google Shape;1376;p47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377" name="Google Shape;1377;p47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0x04</a:t>
                </a:r>
                <a:endParaRPr/>
              </a:p>
            </p:txBody>
          </p:sp>
          <p:sp>
            <p:nvSpPr>
              <p:cNvPr id="1378" name="Google Shape;1378;p47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40</a:t>
                </a:r>
                <a:endParaRPr/>
              </a:p>
            </p:txBody>
          </p:sp>
        </p:grpSp>
        <p:sp>
          <p:nvSpPr>
            <p:cNvPr id="1379" name="Google Shape;1379;p47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0x05</a:t>
              </a:r>
              <a:endParaRPr sz="1200"/>
            </a:p>
          </p:txBody>
        </p:sp>
      </p:grpSp>
      <p:cxnSp>
        <p:nvCxnSpPr>
          <p:cNvPr id="1380" name="Google Shape;1380;p47"/>
          <p:cNvCxnSpPr>
            <a:stCxn id="1369" idx="3"/>
            <a:endCxn id="1377" idx="1"/>
          </p:cNvCxnSpPr>
          <p:nvPr/>
        </p:nvCxnSpPr>
        <p:spPr>
          <a:xfrm rot="10800000" flipH="1">
            <a:off x="4681350" y="4187750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381" name="Google Shape;1381;p47"/>
          <p:cNvGrpSpPr/>
          <p:nvPr/>
        </p:nvGrpSpPr>
        <p:grpSpPr>
          <a:xfrm>
            <a:off x="6078800" y="4047925"/>
            <a:ext cx="803700" cy="838800"/>
            <a:chOff x="6538675" y="262075"/>
            <a:chExt cx="803700" cy="838800"/>
          </a:xfrm>
        </p:grpSpPr>
        <p:grpSp>
          <p:nvGrpSpPr>
            <p:cNvPr id="1382" name="Google Shape;1382;p47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373" name="Google Shape;1373;p47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0x05</a:t>
                </a:r>
                <a:endParaRPr/>
              </a:p>
            </p:txBody>
          </p:sp>
          <p:sp>
            <p:nvSpPr>
              <p:cNvPr id="1383" name="Google Shape;1383;p47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50</a:t>
                </a:r>
                <a:endParaRPr/>
              </a:p>
            </p:txBody>
          </p:sp>
        </p:grpSp>
        <p:sp>
          <p:nvSpPr>
            <p:cNvPr id="1384" name="Google Shape;1384;p47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pNext</a:t>
              </a:r>
              <a:endParaRPr sz="1200"/>
            </a:p>
          </p:txBody>
        </p:sp>
      </p:grpSp>
      <p:cxnSp>
        <p:nvCxnSpPr>
          <p:cNvPr id="1385" name="Google Shape;1385;p47"/>
          <p:cNvCxnSpPr>
            <a:stCxn id="1379" idx="3"/>
            <a:endCxn id="1373" idx="1"/>
          </p:cNvCxnSpPr>
          <p:nvPr/>
        </p:nvCxnSpPr>
        <p:spPr>
          <a:xfrm rot="10800000" flipH="1">
            <a:off x="5781925" y="4187725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86" name="Google Shape;1386;p47"/>
          <p:cNvSpPr txBox="1"/>
          <p:nvPr/>
        </p:nvSpPr>
        <p:spPr>
          <a:xfrm>
            <a:off x="3669175" y="1721700"/>
            <a:ext cx="3572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FindNodeData(pBegin, 40)</a:t>
            </a:r>
            <a:endParaRPr/>
          </a:p>
        </p:txBody>
      </p:sp>
      <p:grpSp>
        <p:nvGrpSpPr>
          <p:cNvPr id="1387" name="Google Shape;1387;p47"/>
          <p:cNvGrpSpPr/>
          <p:nvPr/>
        </p:nvGrpSpPr>
        <p:grpSpPr>
          <a:xfrm>
            <a:off x="7536900" y="1862450"/>
            <a:ext cx="803700" cy="559200"/>
            <a:chOff x="725125" y="742575"/>
            <a:chExt cx="803700" cy="559200"/>
          </a:xfrm>
        </p:grpSpPr>
        <p:sp>
          <p:nvSpPr>
            <p:cNvPr id="1388" name="Google Shape;1388;p47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지역변수</a:t>
              </a:r>
              <a:endParaRPr sz="1200"/>
            </a:p>
          </p:txBody>
        </p:sp>
        <p:sp>
          <p:nvSpPr>
            <p:cNvPr id="1389" name="Google Shape;1389;p47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value</a:t>
              </a:r>
              <a:endParaRPr/>
            </a:p>
          </p:txBody>
        </p:sp>
      </p:grpSp>
      <p:grpSp>
        <p:nvGrpSpPr>
          <p:cNvPr id="1390" name="Google Shape;1390;p47"/>
          <p:cNvGrpSpPr/>
          <p:nvPr/>
        </p:nvGrpSpPr>
        <p:grpSpPr>
          <a:xfrm>
            <a:off x="7536900" y="1062350"/>
            <a:ext cx="803700" cy="559200"/>
            <a:chOff x="725125" y="742575"/>
            <a:chExt cx="803700" cy="559200"/>
          </a:xfrm>
        </p:grpSpPr>
        <p:sp>
          <p:nvSpPr>
            <p:cNvPr id="1391" name="Google Shape;1391;p47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매개변수</a:t>
              </a:r>
              <a:endParaRPr sz="1200"/>
            </a:p>
          </p:txBody>
        </p:sp>
        <p:sp>
          <p:nvSpPr>
            <p:cNvPr id="1392" name="Google Shape;1392;p47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value</a:t>
              </a:r>
              <a:endParaRPr/>
            </a:p>
          </p:txBody>
        </p:sp>
      </p:grpSp>
      <p:grpSp>
        <p:nvGrpSpPr>
          <p:cNvPr id="1393" name="Google Shape;1393;p47"/>
          <p:cNvGrpSpPr/>
          <p:nvPr/>
        </p:nvGrpSpPr>
        <p:grpSpPr>
          <a:xfrm>
            <a:off x="4487275" y="2253225"/>
            <a:ext cx="803700" cy="559200"/>
            <a:chOff x="725125" y="742575"/>
            <a:chExt cx="803700" cy="559200"/>
          </a:xfrm>
        </p:grpSpPr>
        <p:sp>
          <p:nvSpPr>
            <p:cNvPr id="1394" name="Google Shape;1394;p47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pStart</a:t>
              </a:r>
              <a:endParaRPr sz="1200"/>
            </a:p>
          </p:txBody>
        </p:sp>
        <p:sp>
          <p:nvSpPr>
            <p:cNvPr id="1395" name="Google Shape;1395;p47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1396" name="Google Shape;1396;p47"/>
          <p:cNvGrpSpPr/>
          <p:nvPr/>
        </p:nvGrpSpPr>
        <p:grpSpPr>
          <a:xfrm>
            <a:off x="5469175" y="2253213"/>
            <a:ext cx="803700" cy="559200"/>
            <a:chOff x="725125" y="742575"/>
            <a:chExt cx="803700" cy="559200"/>
          </a:xfrm>
        </p:grpSpPr>
        <p:sp>
          <p:nvSpPr>
            <p:cNvPr id="1397" name="Google Shape;1397;p47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data</a:t>
              </a:r>
              <a:endParaRPr sz="1200"/>
            </a:p>
          </p:txBody>
        </p:sp>
        <p:sp>
          <p:nvSpPr>
            <p:cNvPr id="1398" name="Google Shape;1398;p47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40</a:t>
              </a:r>
              <a:endParaRPr/>
            </a:p>
          </p:txBody>
        </p:sp>
      </p:grpSp>
      <p:cxnSp>
        <p:nvCxnSpPr>
          <p:cNvPr id="1399" name="Google Shape;1399;p47"/>
          <p:cNvCxnSpPr>
            <a:stCxn id="1351" idx="2"/>
            <a:endCxn id="1395" idx="0"/>
          </p:cNvCxnSpPr>
          <p:nvPr/>
        </p:nvCxnSpPr>
        <p:spPr>
          <a:xfrm>
            <a:off x="900750" y="2229650"/>
            <a:ext cx="3988500" cy="303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400" name="Google Shape;1400;p47"/>
          <p:cNvCxnSpPr>
            <a:stCxn id="1395" idx="1"/>
            <a:endCxn id="1357" idx="1"/>
          </p:cNvCxnSpPr>
          <p:nvPr/>
        </p:nvCxnSpPr>
        <p:spPr>
          <a:xfrm flipH="1">
            <a:off x="1630375" y="2672625"/>
            <a:ext cx="2856900" cy="1515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401" name="Google Shape;1401;p47"/>
          <p:cNvGrpSpPr/>
          <p:nvPr/>
        </p:nvGrpSpPr>
        <p:grpSpPr>
          <a:xfrm>
            <a:off x="5469175" y="3009425"/>
            <a:ext cx="803700" cy="559200"/>
            <a:chOff x="725125" y="742575"/>
            <a:chExt cx="803700" cy="559200"/>
          </a:xfrm>
        </p:grpSpPr>
        <p:sp>
          <p:nvSpPr>
            <p:cNvPr id="1402" name="Google Shape;1402;p47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pNode</a:t>
              </a:r>
              <a:endParaRPr sz="1200"/>
            </a:p>
          </p:txBody>
        </p:sp>
        <p:sp>
          <p:nvSpPr>
            <p:cNvPr id="1403" name="Google Shape;1403;p47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>
                  <a:solidFill>
                    <a:srgbClr val="FF0000"/>
                  </a:solidFill>
                </a:rPr>
                <a:t>0x01</a:t>
              </a:r>
              <a:endParaRPr>
                <a:solidFill>
                  <a:srgbClr val="FF0000"/>
                </a:solidFill>
              </a:endParaRPr>
            </a:p>
          </p:txBody>
        </p:sp>
      </p:grpSp>
      <p:cxnSp>
        <p:nvCxnSpPr>
          <p:cNvPr id="1404" name="Google Shape;1404;p47"/>
          <p:cNvCxnSpPr>
            <a:stCxn id="1395" idx="2"/>
            <a:endCxn id="1403" idx="0"/>
          </p:cNvCxnSpPr>
          <p:nvPr/>
        </p:nvCxnSpPr>
        <p:spPr>
          <a:xfrm>
            <a:off x="4889125" y="2812425"/>
            <a:ext cx="981900" cy="476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405" name="Google Shape;1405;p47"/>
          <p:cNvCxnSpPr>
            <a:endCxn id="1357" idx="1"/>
          </p:cNvCxnSpPr>
          <p:nvPr/>
        </p:nvCxnSpPr>
        <p:spPr>
          <a:xfrm flipH="1">
            <a:off x="1630225" y="3428725"/>
            <a:ext cx="3838800" cy="7590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406" name="Google Shape;1406;p47"/>
          <p:cNvGrpSpPr/>
          <p:nvPr/>
        </p:nvGrpSpPr>
        <p:grpSpPr>
          <a:xfrm>
            <a:off x="2620350" y="1670450"/>
            <a:ext cx="803700" cy="559200"/>
            <a:chOff x="725125" y="742575"/>
            <a:chExt cx="803700" cy="559200"/>
          </a:xfrm>
        </p:grpSpPr>
        <p:sp>
          <p:nvSpPr>
            <p:cNvPr id="1407" name="Google Shape;1407;p47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Find</a:t>
              </a:r>
              <a:endParaRPr/>
            </a:p>
          </p:txBody>
        </p:sp>
        <p:sp>
          <p:nvSpPr>
            <p:cNvPr id="1408" name="Google Shape;1408;p47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cxnSp>
        <p:nvCxnSpPr>
          <p:cNvPr id="1409" name="Google Shape;1409;p47"/>
          <p:cNvCxnSpPr>
            <a:stCxn id="1403" idx="2"/>
            <a:endCxn id="1408" idx="0"/>
          </p:cNvCxnSpPr>
          <p:nvPr/>
        </p:nvCxnSpPr>
        <p:spPr>
          <a:xfrm rot="10800000">
            <a:off x="3022225" y="1950125"/>
            <a:ext cx="2848800" cy="1618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410" name="Google Shape;1410;p47"/>
          <p:cNvCxnSpPr>
            <a:stCxn id="1408" idx="1"/>
            <a:endCxn id="1357" idx="1"/>
          </p:cNvCxnSpPr>
          <p:nvPr/>
        </p:nvCxnSpPr>
        <p:spPr>
          <a:xfrm flipH="1">
            <a:off x="1630350" y="2089850"/>
            <a:ext cx="9900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p4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찾기 문제점 해결방법</a:t>
            </a:r>
            <a:endParaRPr/>
          </a:p>
        </p:txBody>
      </p:sp>
      <p:sp>
        <p:nvSpPr>
          <p:cNvPr id="1416" name="Google Shape;1416;p48"/>
          <p:cNvSpPr txBox="1"/>
          <p:nvPr/>
        </p:nvSpPr>
        <p:spPr>
          <a:xfrm>
            <a:off x="387900" y="1190175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34 main()</a:t>
            </a:r>
            <a:endParaRPr/>
          </a:p>
        </p:txBody>
      </p:sp>
      <p:grpSp>
        <p:nvGrpSpPr>
          <p:cNvPr id="1417" name="Google Shape;1417;p48"/>
          <p:cNvGrpSpPr/>
          <p:nvPr/>
        </p:nvGrpSpPr>
        <p:grpSpPr>
          <a:xfrm>
            <a:off x="498900" y="1670450"/>
            <a:ext cx="803700" cy="559200"/>
            <a:chOff x="725125" y="742575"/>
            <a:chExt cx="803700" cy="559200"/>
          </a:xfrm>
        </p:grpSpPr>
        <p:sp>
          <p:nvSpPr>
            <p:cNvPr id="1418" name="Google Shape;1418;p48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pBgin</a:t>
              </a:r>
              <a:endParaRPr/>
            </a:p>
          </p:txBody>
        </p:sp>
        <p:sp>
          <p:nvSpPr>
            <p:cNvPr id="1419" name="Google Shape;1419;p48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1420" name="Google Shape;1420;p48"/>
          <p:cNvGrpSpPr/>
          <p:nvPr/>
        </p:nvGrpSpPr>
        <p:grpSpPr>
          <a:xfrm>
            <a:off x="1571525" y="1670450"/>
            <a:ext cx="803700" cy="559200"/>
            <a:chOff x="725125" y="742575"/>
            <a:chExt cx="803700" cy="559200"/>
          </a:xfrm>
        </p:grpSpPr>
        <p:sp>
          <p:nvSpPr>
            <p:cNvPr id="1421" name="Google Shape;1421;p48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End</a:t>
              </a:r>
              <a:endParaRPr/>
            </a:p>
          </p:txBody>
        </p:sp>
        <p:sp>
          <p:nvSpPr>
            <p:cNvPr id="1422" name="Google Shape;1422;p48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0x05</a:t>
              </a:r>
              <a:endParaRPr/>
            </a:p>
          </p:txBody>
        </p:sp>
      </p:grpSp>
      <p:grpSp>
        <p:nvGrpSpPr>
          <p:cNvPr id="1423" name="Google Shape;1423;p48"/>
          <p:cNvGrpSpPr/>
          <p:nvPr/>
        </p:nvGrpSpPr>
        <p:grpSpPr>
          <a:xfrm>
            <a:off x="1630225" y="4047925"/>
            <a:ext cx="803700" cy="838800"/>
            <a:chOff x="6538675" y="262075"/>
            <a:chExt cx="803700" cy="838800"/>
          </a:xfrm>
        </p:grpSpPr>
        <p:grpSp>
          <p:nvGrpSpPr>
            <p:cNvPr id="1424" name="Google Shape;1424;p48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425" name="Google Shape;1425;p48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1426" name="Google Shape;1426;p48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1427" name="Google Shape;1427;p48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0x02</a:t>
              </a:r>
              <a:endParaRPr sz="1200"/>
            </a:p>
          </p:txBody>
        </p:sp>
      </p:grpSp>
      <p:grpSp>
        <p:nvGrpSpPr>
          <p:cNvPr id="1428" name="Google Shape;1428;p48"/>
          <p:cNvGrpSpPr/>
          <p:nvPr/>
        </p:nvGrpSpPr>
        <p:grpSpPr>
          <a:xfrm>
            <a:off x="2777075" y="4047950"/>
            <a:ext cx="803700" cy="838800"/>
            <a:chOff x="6538675" y="262075"/>
            <a:chExt cx="803700" cy="838800"/>
          </a:xfrm>
        </p:grpSpPr>
        <p:sp>
          <p:nvSpPr>
            <p:cNvPr id="1429" name="Google Shape;1429;p48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0x03</a:t>
              </a:r>
              <a:endParaRPr sz="1200"/>
            </a:p>
          </p:txBody>
        </p:sp>
        <p:grpSp>
          <p:nvGrpSpPr>
            <p:cNvPr id="1430" name="Google Shape;1430;p48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431" name="Google Shape;1431;p48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1432" name="Google Shape;1432;p48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</p:grpSp>
      <p:grpSp>
        <p:nvGrpSpPr>
          <p:cNvPr id="1433" name="Google Shape;1433;p48"/>
          <p:cNvGrpSpPr/>
          <p:nvPr/>
        </p:nvGrpSpPr>
        <p:grpSpPr>
          <a:xfrm>
            <a:off x="3877650" y="4047950"/>
            <a:ext cx="803700" cy="838800"/>
            <a:chOff x="6538675" y="262075"/>
            <a:chExt cx="803700" cy="838800"/>
          </a:xfrm>
        </p:grpSpPr>
        <p:grpSp>
          <p:nvGrpSpPr>
            <p:cNvPr id="1434" name="Google Shape;1434;p48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435" name="Google Shape;1435;p48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0x03</a:t>
                </a:r>
                <a:endParaRPr/>
              </a:p>
            </p:txBody>
          </p:sp>
          <p:sp>
            <p:nvSpPr>
              <p:cNvPr id="1436" name="Google Shape;1436;p48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30</a:t>
                </a:r>
                <a:endParaRPr/>
              </a:p>
            </p:txBody>
          </p:sp>
        </p:grpSp>
        <p:sp>
          <p:nvSpPr>
            <p:cNvPr id="1437" name="Google Shape;1437;p48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0x04</a:t>
              </a:r>
              <a:endParaRPr sz="1200"/>
            </a:p>
          </p:txBody>
        </p:sp>
      </p:grpSp>
      <p:cxnSp>
        <p:nvCxnSpPr>
          <p:cNvPr id="1438" name="Google Shape;1438;p48"/>
          <p:cNvCxnSpPr>
            <a:stCxn id="1427" idx="3"/>
            <a:endCxn id="1431" idx="1"/>
          </p:cNvCxnSpPr>
          <p:nvPr/>
        </p:nvCxnSpPr>
        <p:spPr>
          <a:xfrm rot="10800000" flipH="1">
            <a:off x="2433925" y="4187725"/>
            <a:ext cx="3432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39" name="Google Shape;1439;p48"/>
          <p:cNvCxnSpPr>
            <a:endCxn id="1435" idx="1"/>
          </p:cNvCxnSpPr>
          <p:nvPr/>
        </p:nvCxnSpPr>
        <p:spPr>
          <a:xfrm rot="10800000" flipH="1">
            <a:off x="3580650" y="4187750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40" name="Google Shape;1440;p48"/>
          <p:cNvCxnSpPr>
            <a:stCxn id="1422" idx="1"/>
            <a:endCxn id="1441" idx="1"/>
          </p:cNvCxnSpPr>
          <p:nvPr/>
        </p:nvCxnSpPr>
        <p:spPr>
          <a:xfrm>
            <a:off x="1571525" y="2089850"/>
            <a:ext cx="45072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42" name="Google Shape;1442;p48"/>
          <p:cNvCxnSpPr>
            <a:stCxn id="1419" idx="1"/>
            <a:endCxn id="1425" idx="1"/>
          </p:cNvCxnSpPr>
          <p:nvPr/>
        </p:nvCxnSpPr>
        <p:spPr>
          <a:xfrm>
            <a:off x="498900" y="2089850"/>
            <a:ext cx="11313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443" name="Google Shape;1443;p48"/>
          <p:cNvGrpSpPr/>
          <p:nvPr/>
        </p:nvGrpSpPr>
        <p:grpSpPr>
          <a:xfrm>
            <a:off x="4978225" y="4047925"/>
            <a:ext cx="803700" cy="838800"/>
            <a:chOff x="6538675" y="262075"/>
            <a:chExt cx="803700" cy="838800"/>
          </a:xfrm>
        </p:grpSpPr>
        <p:grpSp>
          <p:nvGrpSpPr>
            <p:cNvPr id="1444" name="Google Shape;1444;p48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445" name="Google Shape;1445;p48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0x04</a:t>
                </a:r>
                <a:endParaRPr/>
              </a:p>
            </p:txBody>
          </p:sp>
          <p:sp>
            <p:nvSpPr>
              <p:cNvPr id="1446" name="Google Shape;1446;p48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40</a:t>
                </a:r>
                <a:endParaRPr/>
              </a:p>
            </p:txBody>
          </p:sp>
        </p:grpSp>
        <p:sp>
          <p:nvSpPr>
            <p:cNvPr id="1447" name="Google Shape;1447;p48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0x05</a:t>
              </a:r>
              <a:endParaRPr sz="1200"/>
            </a:p>
          </p:txBody>
        </p:sp>
      </p:grpSp>
      <p:cxnSp>
        <p:nvCxnSpPr>
          <p:cNvPr id="1448" name="Google Shape;1448;p48"/>
          <p:cNvCxnSpPr>
            <a:stCxn id="1437" idx="3"/>
            <a:endCxn id="1445" idx="1"/>
          </p:cNvCxnSpPr>
          <p:nvPr/>
        </p:nvCxnSpPr>
        <p:spPr>
          <a:xfrm rot="10800000" flipH="1">
            <a:off x="4681350" y="4187750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449" name="Google Shape;1449;p48"/>
          <p:cNvGrpSpPr/>
          <p:nvPr/>
        </p:nvGrpSpPr>
        <p:grpSpPr>
          <a:xfrm>
            <a:off x="6078800" y="4047925"/>
            <a:ext cx="803700" cy="838800"/>
            <a:chOff x="6538675" y="262075"/>
            <a:chExt cx="803700" cy="838800"/>
          </a:xfrm>
        </p:grpSpPr>
        <p:grpSp>
          <p:nvGrpSpPr>
            <p:cNvPr id="1450" name="Google Shape;1450;p48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441" name="Google Shape;1441;p48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0x05</a:t>
                </a:r>
                <a:endParaRPr/>
              </a:p>
            </p:txBody>
          </p:sp>
          <p:sp>
            <p:nvSpPr>
              <p:cNvPr id="1451" name="Google Shape;1451;p48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50</a:t>
                </a:r>
                <a:endParaRPr/>
              </a:p>
            </p:txBody>
          </p:sp>
        </p:grpSp>
        <p:sp>
          <p:nvSpPr>
            <p:cNvPr id="1452" name="Google Shape;1452;p48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pNext</a:t>
              </a:r>
              <a:endParaRPr sz="1200"/>
            </a:p>
          </p:txBody>
        </p:sp>
      </p:grpSp>
      <p:cxnSp>
        <p:nvCxnSpPr>
          <p:cNvPr id="1453" name="Google Shape;1453;p48"/>
          <p:cNvCxnSpPr>
            <a:stCxn id="1447" idx="3"/>
            <a:endCxn id="1441" idx="1"/>
          </p:cNvCxnSpPr>
          <p:nvPr/>
        </p:nvCxnSpPr>
        <p:spPr>
          <a:xfrm rot="10800000" flipH="1">
            <a:off x="5781925" y="4187725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54" name="Google Shape;1454;p48"/>
          <p:cNvSpPr txBox="1"/>
          <p:nvPr/>
        </p:nvSpPr>
        <p:spPr>
          <a:xfrm>
            <a:off x="3669175" y="1721700"/>
            <a:ext cx="3572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FindNodeData(pBegin, 40)</a:t>
            </a:r>
            <a:endParaRPr/>
          </a:p>
        </p:txBody>
      </p:sp>
      <p:grpSp>
        <p:nvGrpSpPr>
          <p:cNvPr id="1455" name="Google Shape;1455;p48"/>
          <p:cNvGrpSpPr/>
          <p:nvPr/>
        </p:nvGrpSpPr>
        <p:grpSpPr>
          <a:xfrm>
            <a:off x="7536900" y="1862450"/>
            <a:ext cx="803700" cy="559200"/>
            <a:chOff x="725125" y="742575"/>
            <a:chExt cx="803700" cy="559200"/>
          </a:xfrm>
        </p:grpSpPr>
        <p:sp>
          <p:nvSpPr>
            <p:cNvPr id="1456" name="Google Shape;1456;p48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지역변수</a:t>
              </a:r>
              <a:endParaRPr sz="1200"/>
            </a:p>
          </p:txBody>
        </p:sp>
        <p:sp>
          <p:nvSpPr>
            <p:cNvPr id="1457" name="Google Shape;1457;p48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value</a:t>
              </a:r>
              <a:endParaRPr/>
            </a:p>
          </p:txBody>
        </p:sp>
      </p:grpSp>
      <p:grpSp>
        <p:nvGrpSpPr>
          <p:cNvPr id="1458" name="Google Shape;1458;p48"/>
          <p:cNvGrpSpPr/>
          <p:nvPr/>
        </p:nvGrpSpPr>
        <p:grpSpPr>
          <a:xfrm>
            <a:off x="7536900" y="1062350"/>
            <a:ext cx="803700" cy="559200"/>
            <a:chOff x="725125" y="742575"/>
            <a:chExt cx="803700" cy="559200"/>
          </a:xfrm>
        </p:grpSpPr>
        <p:sp>
          <p:nvSpPr>
            <p:cNvPr id="1459" name="Google Shape;1459;p48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매개변수</a:t>
              </a:r>
              <a:endParaRPr sz="1200"/>
            </a:p>
          </p:txBody>
        </p:sp>
        <p:sp>
          <p:nvSpPr>
            <p:cNvPr id="1460" name="Google Shape;1460;p48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value</a:t>
              </a:r>
              <a:endParaRPr/>
            </a:p>
          </p:txBody>
        </p:sp>
      </p:grpSp>
      <p:grpSp>
        <p:nvGrpSpPr>
          <p:cNvPr id="1461" name="Google Shape;1461;p48"/>
          <p:cNvGrpSpPr/>
          <p:nvPr/>
        </p:nvGrpSpPr>
        <p:grpSpPr>
          <a:xfrm>
            <a:off x="4487275" y="2253225"/>
            <a:ext cx="803700" cy="559200"/>
            <a:chOff x="725125" y="742575"/>
            <a:chExt cx="803700" cy="559200"/>
          </a:xfrm>
        </p:grpSpPr>
        <p:sp>
          <p:nvSpPr>
            <p:cNvPr id="1462" name="Google Shape;1462;p48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pStart</a:t>
              </a:r>
              <a:endParaRPr sz="1200"/>
            </a:p>
          </p:txBody>
        </p:sp>
        <p:sp>
          <p:nvSpPr>
            <p:cNvPr id="1463" name="Google Shape;1463;p48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1464" name="Google Shape;1464;p48"/>
          <p:cNvGrpSpPr/>
          <p:nvPr/>
        </p:nvGrpSpPr>
        <p:grpSpPr>
          <a:xfrm>
            <a:off x="5469175" y="2253213"/>
            <a:ext cx="803700" cy="559200"/>
            <a:chOff x="725125" y="742575"/>
            <a:chExt cx="803700" cy="559200"/>
          </a:xfrm>
        </p:grpSpPr>
        <p:sp>
          <p:nvSpPr>
            <p:cNvPr id="1465" name="Google Shape;1465;p48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data</a:t>
              </a:r>
              <a:endParaRPr sz="1200"/>
            </a:p>
          </p:txBody>
        </p:sp>
        <p:sp>
          <p:nvSpPr>
            <p:cNvPr id="1466" name="Google Shape;1466;p48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40</a:t>
              </a:r>
              <a:endParaRPr/>
            </a:p>
          </p:txBody>
        </p:sp>
      </p:grpSp>
      <p:cxnSp>
        <p:nvCxnSpPr>
          <p:cNvPr id="1467" name="Google Shape;1467;p48"/>
          <p:cNvCxnSpPr>
            <a:stCxn id="1419" idx="2"/>
            <a:endCxn id="1463" idx="0"/>
          </p:cNvCxnSpPr>
          <p:nvPr/>
        </p:nvCxnSpPr>
        <p:spPr>
          <a:xfrm>
            <a:off x="900750" y="2229650"/>
            <a:ext cx="3988500" cy="303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468" name="Google Shape;1468;p48"/>
          <p:cNvCxnSpPr>
            <a:stCxn id="1463" idx="1"/>
            <a:endCxn id="1425" idx="1"/>
          </p:cNvCxnSpPr>
          <p:nvPr/>
        </p:nvCxnSpPr>
        <p:spPr>
          <a:xfrm flipH="1">
            <a:off x="1630375" y="2672625"/>
            <a:ext cx="2856900" cy="1515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469" name="Google Shape;1469;p48"/>
          <p:cNvGrpSpPr/>
          <p:nvPr/>
        </p:nvGrpSpPr>
        <p:grpSpPr>
          <a:xfrm>
            <a:off x="5469175" y="3009425"/>
            <a:ext cx="803700" cy="559200"/>
            <a:chOff x="725125" y="742575"/>
            <a:chExt cx="803700" cy="559200"/>
          </a:xfrm>
        </p:grpSpPr>
        <p:sp>
          <p:nvSpPr>
            <p:cNvPr id="1470" name="Google Shape;1470;p48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pNode</a:t>
              </a:r>
              <a:endParaRPr sz="1200"/>
            </a:p>
          </p:txBody>
        </p:sp>
        <p:sp>
          <p:nvSpPr>
            <p:cNvPr id="1471" name="Google Shape;1471;p48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>
                  <a:solidFill>
                    <a:srgbClr val="FF0000"/>
                  </a:solidFill>
                </a:rPr>
                <a:t>0x04</a:t>
              </a:r>
              <a:endParaRPr>
                <a:solidFill>
                  <a:srgbClr val="FF0000"/>
                </a:solidFill>
              </a:endParaRPr>
            </a:p>
          </p:txBody>
        </p:sp>
      </p:grpSp>
      <p:cxnSp>
        <p:nvCxnSpPr>
          <p:cNvPr id="1472" name="Google Shape;1472;p48"/>
          <p:cNvCxnSpPr>
            <a:stCxn id="1463" idx="2"/>
            <a:endCxn id="1471" idx="0"/>
          </p:cNvCxnSpPr>
          <p:nvPr/>
        </p:nvCxnSpPr>
        <p:spPr>
          <a:xfrm>
            <a:off x="4889125" y="2812425"/>
            <a:ext cx="981900" cy="476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473" name="Google Shape;1473;p48"/>
          <p:cNvCxnSpPr>
            <a:endCxn id="1445" idx="1"/>
          </p:cNvCxnSpPr>
          <p:nvPr/>
        </p:nvCxnSpPr>
        <p:spPr>
          <a:xfrm flipH="1">
            <a:off x="4978225" y="3428725"/>
            <a:ext cx="490800" cy="7590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474" name="Google Shape;1474;p48"/>
          <p:cNvGrpSpPr/>
          <p:nvPr/>
        </p:nvGrpSpPr>
        <p:grpSpPr>
          <a:xfrm>
            <a:off x="2620350" y="1670450"/>
            <a:ext cx="803700" cy="559200"/>
            <a:chOff x="725125" y="742575"/>
            <a:chExt cx="803700" cy="559200"/>
          </a:xfrm>
        </p:grpSpPr>
        <p:sp>
          <p:nvSpPr>
            <p:cNvPr id="1475" name="Google Shape;1475;p48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Find</a:t>
              </a:r>
              <a:endParaRPr/>
            </a:p>
          </p:txBody>
        </p:sp>
        <p:sp>
          <p:nvSpPr>
            <p:cNvPr id="1476" name="Google Shape;1476;p48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>
                  <a:solidFill>
                    <a:srgbClr val="FF0000"/>
                  </a:solidFill>
                </a:rPr>
                <a:t>0x04</a:t>
              </a:r>
              <a:endParaRPr dirty="0">
                <a:solidFill>
                  <a:srgbClr val="FF0000"/>
                </a:solidFill>
              </a:endParaRPr>
            </a:p>
          </p:txBody>
        </p:sp>
      </p:grpSp>
      <p:cxnSp>
        <p:nvCxnSpPr>
          <p:cNvPr id="1477" name="Google Shape;1477;p48"/>
          <p:cNvCxnSpPr>
            <a:stCxn id="1471" idx="2"/>
            <a:endCxn id="1476" idx="0"/>
          </p:cNvCxnSpPr>
          <p:nvPr/>
        </p:nvCxnSpPr>
        <p:spPr>
          <a:xfrm rot="10800000">
            <a:off x="3022225" y="1950125"/>
            <a:ext cx="2848800" cy="1618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478" name="Google Shape;1478;p48"/>
          <p:cNvCxnSpPr>
            <a:stCxn id="1476" idx="1"/>
            <a:endCxn id="1445" idx="1"/>
          </p:cNvCxnSpPr>
          <p:nvPr/>
        </p:nvCxnSpPr>
        <p:spPr>
          <a:xfrm>
            <a:off x="2620350" y="2089850"/>
            <a:ext cx="2358000" cy="20979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Google Shape;1483;p4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찾기 문제점 - 반복구조 찾기</a:t>
            </a:r>
            <a:endParaRPr/>
          </a:p>
        </p:txBody>
      </p:sp>
      <p:sp>
        <p:nvSpPr>
          <p:cNvPr id="1484" name="Google Shape;1484;p49"/>
          <p:cNvSpPr txBox="1"/>
          <p:nvPr/>
        </p:nvSpPr>
        <p:spPr>
          <a:xfrm>
            <a:off x="387900" y="1190175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34 main()</a:t>
            </a:r>
            <a:endParaRPr/>
          </a:p>
        </p:txBody>
      </p:sp>
      <p:grpSp>
        <p:nvGrpSpPr>
          <p:cNvPr id="1485" name="Google Shape;1485;p49"/>
          <p:cNvGrpSpPr/>
          <p:nvPr/>
        </p:nvGrpSpPr>
        <p:grpSpPr>
          <a:xfrm>
            <a:off x="498900" y="1670450"/>
            <a:ext cx="803700" cy="559200"/>
            <a:chOff x="725125" y="742575"/>
            <a:chExt cx="803700" cy="559200"/>
          </a:xfrm>
        </p:grpSpPr>
        <p:sp>
          <p:nvSpPr>
            <p:cNvPr id="1486" name="Google Shape;1486;p49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pBgin</a:t>
              </a:r>
              <a:endParaRPr/>
            </a:p>
          </p:txBody>
        </p:sp>
        <p:sp>
          <p:nvSpPr>
            <p:cNvPr id="1487" name="Google Shape;1487;p49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1488" name="Google Shape;1488;p49"/>
          <p:cNvGrpSpPr/>
          <p:nvPr/>
        </p:nvGrpSpPr>
        <p:grpSpPr>
          <a:xfrm>
            <a:off x="1571525" y="1670450"/>
            <a:ext cx="803700" cy="559200"/>
            <a:chOff x="725125" y="742575"/>
            <a:chExt cx="803700" cy="559200"/>
          </a:xfrm>
        </p:grpSpPr>
        <p:sp>
          <p:nvSpPr>
            <p:cNvPr id="1489" name="Google Shape;1489;p49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End</a:t>
              </a:r>
              <a:endParaRPr/>
            </a:p>
          </p:txBody>
        </p:sp>
        <p:sp>
          <p:nvSpPr>
            <p:cNvPr id="1490" name="Google Shape;1490;p49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0x05</a:t>
              </a:r>
              <a:endParaRPr/>
            </a:p>
          </p:txBody>
        </p:sp>
      </p:grpSp>
      <p:grpSp>
        <p:nvGrpSpPr>
          <p:cNvPr id="1491" name="Google Shape;1491;p49"/>
          <p:cNvGrpSpPr/>
          <p:nvPr/>
        </p:nvGrpSpPr>
        <p:grpSpPr>
          <a:xfrm>
            <a:off x="1630225" y="4047925"/>
            <a:ext cx="803700" cy="838800"/>
            <a:chOff x="6538675" y="262075"/>
            <a:chExt cx="803700" cy="838800"/>
          </a:xfrm>
        </p:grpSpPr>
        <p:grpSp>
          <p:nvGrpSpPr>
            <p:cNvPr id="1492" name="Google Shape;1492;p49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493" name="Google Shape;1493;p49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1494" name="Google Shape;1494;p49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1495" name="Google Shape;1495;p49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0x02</a:t>
              </a:r>
              <a:endParaRPr sz="1200"/>
            </a:p>
          </p:txBody>
        </p:sp>
      </p:grpSp>
      <p:grpSp>
        <p:nvGrpSpPr>
          <p:cNvPr id="1496" name="Google Shape;1496;p49"/>
          <p:cNvGrpSpPr/>
          <p:nvPr/>
        </p:nvGrpSpPr>
        <p:grpSpPr>
          <a:xfrm>
            <a:off x="2777075" y="4047950"/>
            <a:ext cx="803700" cy="838800"/>
            <a:chOff x="6538675" y="262075"/>
            <a:chExt cx="803700" cy="838800"/>
          </a:xfrm>
        </p:grpSpPr>
        <p:sp>
          <p:nvSpPr>
            <p:cNvPr id="1497" name="Google Shape;1497;p49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0x03</a:t>
              </a:r>
              <a:endParaRPr sz="1200"/>
            </a:p>
          </p:txBody>
        </p:sp>
        <p:grpSp>
          <p:nvGrpSpPr>
            <p:cNvPr id="1498" name="Google Shape;1498;p49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499" name="Google Shape;1499;p49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1500" name="Google Shape;1500;p49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</p:grpSp>
      <p:grpSp>
        <p:nvGrpSpPr>
          <p:cNvPr id="1501" name="Google Shape;1501;p49"/>
          <p:cNvGrpSpPr/>
          <p:nvPr/>
        </p:nvGrpSpPr>
        <p:grpSpPr>
          <a:xfrm>
            <a:off x="3877650" y="4047950"/>
            <a:ext cx="803700" cy="838800"/>
            <a:chOff x="6538675" y="262075"/>
            <a:chExt cx="803700" cy="838800"/>
          </a:xfrm>
        </p:grpSpPr>
        <p:grpSp>
          <p:nvGrpSpPr>
            <p:cNvPr id="1502" name="Google Shape;1502;p49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503" name="Google Shape;1503;p49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0x03</a:t>
                </a:r>
                <a:endParaRPr/>
              </a:p>
            </p:txBody>
          </p:sp>
          <p:sp>
            <p:nvSpPr>
              <p:cNvPr id="1504" name="Google Shape;1504;p49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30</a:t>
                </a:r>
                <a:endParaRPr/>
              </a:p>
            </p:txBody>
          </p:sp>
        </p:grpSp>
        <p:sp>
          <p:nvSpPr>
            <p:cNvPr id="1505" name="Google Shape;1505;p49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0x04</a:t>
              </a:r>
              <a:endParaRPr sz="1200"/>
            </a:p>
          </p:txBody>
        </p:sp>
      </p:grpSp>
      <p:cxnSp>
        <p:nvCxnSpPr>
          <p:cNvPr id="1506" name="Google Shape;1506;p49"/>
          <p:cNvCxnSpPr>
            <a:stCxn id="1495" idx="3"/>
            <a:endCxn id="1499" idx="1"/>
          </p:cNvCxnSpPr>
          <p:nvPr/>
        </p:nvCxnSpPr>
        <p:spPr>
          <a:xfrm rot="10800000" flipH="1">
            <a:off x="2433925" y="4187725"/>
            <a:ext cx="3432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07" name="Google Shape;1507;p49"/>
          <p:cNvCxnSpPr>
            <a:endCxn id="1503" idx="1"/>
          </p:cNvCxnSpPr>
          <p:nvPr/>
        </p:nvCxnSpPr>
        <p:spPr>
          <a:xfrm rot="10800000" flipH="1">
            <a:off x="3580650" y="4187750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08" name="Google Shape;1508;p49"/>
          <p:cNvCxnSpPr>
            <a:stCxn id="1490" idx="1"/>
            <a:endCxn id="1509" idx="1"/>
          </p:cNvCxnSpPr>
          <p:nvPr/>
        </p:nvCxnSpPr>
        <p:spPr>
          <a:xfrm>
            <a:off x="1571525" y="2089850"/>
            <a:ext cx="45072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10" name="Google Shape;1510;p49"/>
          <p:cNvCxnSpPr>
            <a:stCxn id="1487" idx="1"/>
            <a:endCxn id="1493" idx="1"/>
          </p:cNvCxnSpPr>
          <p:nvPr/>
        </p:nvCxnSpPr>
        <p:spPr>
          <a:xfrm>
            <a:off x="498900" y="2089850"/>
            <a:ext cx="11313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511" name="Google Shape;1511;p49"/>
          <p:cNvGrpSpPr/>
          <p:nvPr/>
        </p:nvGrpSpPr>
        <p:grpSpPr>
          <a:xfrm>
            <a:off x="4978225" y="4047925"/>
            <a:ext cx="803700" cy="838800"/>
            <a:chOff x="6538675" y="262075"/>
            <a:chExt cx="803700" cy="838800"/>
          </a:xfrm>
        </p:grpSpPr>
        <p:grpSp>
          <p:nvGrpSpPr>
            <p:cNvPr id="1512" name="Google Shape;1512;p49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513" name="Google Shape;1513;p49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0x04</a:t>
                </a:r>
                <a:endParaRPr/>
              </a:p>
            </p:txBody>
          </p:sp>
          <p:sp>
            <p:nvSpPr>
              <p:cNvPr id="1514" name="Google Shape;1514;p49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40</a:t>
                </a:r>
                <a:endParaRPr/>
              </a:p>
            </p:txBody>
          </p:sp>
        </p:grpSp>
        <p:sp>
          <p:nvSpPr>
            <p:cNvPr id="1515" name="Google Shape;1515;p49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0x05</a:t>
              </a:r>
              <a:endParaRPr sz="1200"/>
            </a:p>
          </p:txBody>
        </p:sp>
      </p:grpSp>
      <p:cxnSp>
        <p:nvCxnSpPr>
          <p:cNvPr id="1516" name="Google Shape;1516;p49"/>
          <p:cNvCxnSpPr>
            <a:stCxn id="1505" idx="3"/>
            <a:endCxn id="1513" idx="1"/>
          </p:cNvCxnSpPr>
          <p:nvPr/>
        </p:nvCxnSpPr>
        <p:spPr>
          <a:xfrm rot="10800000" flipH="1">
            <a:off x="4681350" y="4187750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517" name="Google Shape;1517;p49"/>
          <p:cNvGrpSpPr/>
          <p:nvPr/>
        </p:nvGrpSpPr>
        <p:grpSpPr>
          <a:xfrm>
            <a:off x="6078800" y="4047925"/>
            <a:ext cx="803700" cy="838800"/>
            <a:chOff x="6538675" y="262075"/>
            <a:chExt cx="803700" cy="838800"/>
          </a:xfrm>
        </p:grpSpPr>
        <p:grpSp>
          <p:nvGrpSpPr>
            <p:cNvPr id="1518" name="Google Shape;1518;p49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509" name="Google Shape;1509;p49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0x05</a:t>
                </a:r>
                <a:endParaRPr/>
              </a:p>
            </p:txBody>
          </p:sp>
          <p:sp>
            <p:nvSpPr>
              <p:cNvPr id="1519" name="Google Shape;1519;p49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50</a:t>
                </a:r>
                <a:endParaRPr/>
              </a:p>
            </p:txBody>
          </p:sp>
        </p:grpSp>
        <p:sp>
          <p:nvSpPr>
            <p:cNvPr id="1520" name="Google Shape;1520;p49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pNext</a:t>
              </a:r>
              <a:endParaRPr sz="1200"/>
            </a:p>
          </p:txBody>
        </p:sp>
      </p:grpSp>
      <p:cxnSp>
        <p:nvCxnSpPr>
          <p:cNvPr id="1521" name="Google Shape;1521;p49"/>
          <p:cNvCxnSpPr>
            <a:stCxn id="1515" idx="3"/>
            <a:endCxn id="1509" idx="1"/>
          </p:cNvCxnSpPr>
          <p:nvPr/>
        </p:nvCxnSpPr>
        <p:spPr>
          <a:xfrm rot="10800000" flipH="1">
            <a:off x="5781925" y="4187725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22" name="Google Shape;1522;p49"/>
          <p:cNvSpPr txBox="1"/>
          <p:nvPr/>
        </p:nvSpPr>
        <p:spPr>
          <a:xfrm>
            <a:off x="3669175" y="1721700"/>
            <a:ext cx="3572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FindNodeData(pBegin, 40)</a:t>
            </a:r>
            <a:endParaRPr/>
          </a:p>
        </p:txBody>
      </p:sp>
      <p:grpSp>
        <p:nvGrpSpPr>
          <p:cNvPr id="1523" name="Google Shape;1523;p49"/>
          <p:cNvGrpSpPr/>
          <p:nvPr/>
        </p:nvGrpSpPr>
        <p:grpSpPr>
          <a:xfrm>
            <a:off x="4487275" y="2253225"/>
            <a:ext cx="803700" cy="559200"/>
            <a:chOff x="725125" y="742575"/>
            <a:chExt cx="803700" cy="559200"/>
          </a:xfrm>
        </p:grpSpPr>
        <p:sp>
          <p:nvSpPr>
            <p:cNvPr id="1524" name="Google Shape;1524;p49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pStart</a:t>
              </a:r>
              <a:endParaRPr sz="1200"/>
            </a:p>
          </p:txBody>
        </p:sp>
        <p:sp>
          <p:nvSpPr>
            <p:cNvPr id="1525" name="Google Shape;1525;p49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/>
                <a:t>0x01</a:t>
              </a:r>
              <a:endParaRPr dirty="0"/>
            </a:p>
          </p:txBody>
        </p:sp>
      </p:grpSp>
      <p:grpSp>
        <p:nvGrpSpPr>
          <p:cNvPr id="1526" name="Google Shape;1526;p49"/>
          <p:cNvGrpSpPr/>
          <p:nvPr/>
        </p:nvGrpSpPr>
        <p:grpSpPr>
          <a:xfrm>
            <a:off x="5469175" y="2253213"/>
            <a:ext cx="803700" cy="559200"/>
            <a:chOff x="725125" y="742575"/>
            <a:chExt cx="803700" cy="559200"/>
          </a:xfrm>
        </p:grpSpPr>
        <p:sp>
          <p:nvSpPr>
            <p:cNvPr id="1527" name="Google Shape;1527;p49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data</a:t>
              </a:r>
              <a:endParaRPr sz="1200"/>
            </a:p>
          </p:txBody>
        </p:sp>
        <p:sp>
          <p:nvSpPr>
            <p:cNvPr id="1528" name="Google Shape;1528;p49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40</a:t>
              </a:r>
              <a:endParaRPr/>
            </a:p>
          </p:txBody>
        </p:sp>
      </p:grpSp>
      <p:cxnSp>
        <p:nvCxnSpPr>
          <p:cNvPr id="1529" name="Google Shape;1529;p49"/>
          <p:cNvCxnSpPr>
            <a:stCxn id="1487" idx="2"/>
            <a:endCxn id="1525" idx="0"/>
          </p:cNvCxnSpPr>
          <p:nvPr/>
        </p:nvCxnSpPr>
        <p:spPr>
          <a:xfrm>
            <a:off x="900750" y="2229650"/>
            <a:ext cx="3988500" cy="303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530" name="Google Shape;1530;p49"/>
          <p:cNvCxnSpPr>
            <a:stCxn id="1525" idx="1"/>
            <a:endCxn id="1493" idx="1"/>
          </p:cNvCxnSpPr>
          <p:nvPr/>
        </p:nvCxnSpPr>
        <p:spPr>
          <a:xfrm flipH="1">
            <a:off x="1630375" y="2672625"/>
            <a:ext cx="2856900" cy="1515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531" name="Google Shape;1531;p49"/>
          <p:cNvGrpSpPr/>
          <p:nvPr/>
        </p:nvGrpSpPr>
        <p:grpSpPr>
          <a:xfrm>
            <a:off x="5469175" y="3009425"/>
            <a:ext cx="803700" cy="559200"/>
            <a:chOff x="725125" y="742575"/>
            <a:chExt cx="803700" cy="559200"/>
          </a:xfrm>
        </p:grpSpPr>
        <p:sp>
          <p:nvSpPr>
            <p:cNvPr id="1532" name="Google Shape;1532;p49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pNode</a:t>
              </a:r>
              <a:endParaRPr sz="1200"/>
            </a:p>
          </p:txBody>
        </p:sp>
        <p:sp>
          <p:nvSpPr>
            <p:cNvPr id="1533" name="Google Shape;1533;p49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cxnSp>
        <p:nvCxnSpPr>
          <p:cNvPr id="1534" name="Google Shape;1534;p49"/>
          <p:cNvCxnSpPr>
            <a:stCxn id="1525" idx="2"/>
            <a:endCxn id="1533" idx="0"/>
          </p:cNvCxnSpPr>
          <p:nvPr/>
        </p:nvCxnSpPr>
        <p:spPr>
          <a:xfrm>
            <a:off x="4889125" y="2812425"/>
            <a:ext cx="981900" cy="476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535" name="Google Shape;1535;p49"/>
          <p:cNvCxnSpPr>
            <a:endCxn id="1493" idx="1"/>
          </p:cNvCxnSpPr>
          <p:nvPr/>
        </p:nvCxnSpPr>
        <p:spPr>
          <a:xfrm flipH="1">
            <a:off x="1630225" y="3428725"/>
            <a:ext cx="3838800" cy="75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536" name="Google Shape;1536;p49"/>
          <p:cNvGrpSpPr/>
          <p:nvPr/>
        </p:nvGrpSpPr>
        <p:grpSpPr>
          <a:xfrm>
            <a:off x="2620350" y="1670450"/>
            <a:ext cx="803700" cy="559200"/>
            <a:chOff x="725125" y="742575"/>
            <a:chExt cx="803700" cy="559200"/>
          </a:xfrm>
        </p:grpSpPr>
        <p:sp>
          <p:nvSpPr>
            <p:cNvPr id="1537" name="Google Shape;1537;p49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Find</a:t>
              </a:r>
              <a:endParaRPr/>
            </a:p>
          </p:txBody>
        </p:sp>
        <p:sp>
          <p:nvSpPr>
            <p:cNvPr id="1538" name="Google Shape;1538;p49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cxnSp>
        <p:nvCxnSpPr>
          <p:cNvPr id="1539" name="Google Shape;1539;p49"/>
          <p:cNvCxnSpPr>
            <a:stCxn id="1533" idx="2"/>
            <a:endCxn id="1538" idx="0"/>
          </p:cNvCxnSpPr>
          <p:nvPr/>
        </p:nvCxnSpPr>
        <p:spPr>
          <a:xfrm rot="10800000">
            <a:off x="3022225" y="1950125"/>
            <a:ext cx="2848800" cy="1618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540" name="Google Shape;1540;p49"/>
          <p:cNvCxnSpPr>
            <a:stCxn id="1538" idx="1"/>
            <a:endCxn id="1493" idx="1"/>
          </p:cNvCxnSpPr>
          <p:nvPr/>
        </p:nvCxnSpPr>
        <p:spPr>
          <a:xfrm flipH="1">
            <a:off x="1630350" y="2089850"/>
            <a:ext cx="9900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41" name="Google Shape;1541;p49"/>
          <p:cNvSpPr txBox="1"/>
          <p:nvPr/>
        </p:nvSpPr>
        <p:spPr>
          <a:xfrm>
            <a:off x="6018325" y="116750"/>
            <a:ext cx="3180900" cy="19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0x01-&gt;nData == 40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solidFill>
                  <a:srgbClr val="FF0000"/>
                </a:solidFill>
              </a:rPr>
              <a:t>pStart-&gt;nData == 40 -&gt; F</a:t>
            </a:r>
            <a:br>
              <a:rPr lang="ko" dirty="0">
                <a:solidFill>
                  <a:srgbClr val="FF0000"/>
                </a:solidFill>
              </a:rPr>
            </a:br>
            <a:r>
              <a:rPr lang="ko" dirty="0"/>
              <a:t>10 != 40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0x02-&gt;nData == 40</a:t>
            </a:r>
            <a:br>
              <a:rPr lang="ko" dirty="0"/>
            </a:br>
            <a:r>
              <a:rPr lang="ko" dirty="0"/>
              <a:t>pStart는 시작이므로 변경되면안됨.</a:t>
            </a:r>
            <a:br>
              <a:rPr lang="ko" dirty="0"/>
            </a:br>
            <a:r>
              <a:rPr lang="ko" dirty="0">
                <a:solidFill>
                  <a:srgbClr val="FF0000"/>
                </a:solidFill>
              </a:rPr>
              <a:t>pNode = pStart-&gt;pNext</a:t>
            </a:r>
            <a:endParaRPr dirty="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pNode-&gt;nData == 40 -&gt; F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20 != 40</a:t>
            </a:r>
            <a:endParaRPr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Google Shape;1483;p4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찾기 문제점 - 반복구조 찾기</a:t>
            </a:r>
            <a:endParaRPr/>
          </a:p>
        </p:txBody>
      </p:sp>
      <p:sp>
        <p:nvSpPr>
          <p:cNvPr id="1484" name="Google Shape;1484;p49"/>
          <p:cNvSpPr txBox="1"/>
          <p:nvPr/>
        </p:nvSpPr>
        <p:spPr>
          <a:xfrm>
            <a:off x="387900" y="1190175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34 main()</a:t>
            </a:r>
            <a:endParaRPr/>
          </a:p>
        </p:txBody>
      </p:sp>
      <p:grpSp>
        <p:nvGrpSpPr>
          <p:cNvPr id="1485" name="Google Shape;1485;p49"/>
          <p:cNvGrpSpPr/>
          <p:nvPr/>
        </p:nvGrpSpPr>
        <p:grpSpPr>
          <a:xfrm>
            <a:off x="498900" y="1670450"/>
            <a:ext cx="803700" cy="559200"/>
            <a:chOff x="725125" y="742575"/>
            <a:chExt cx="803700" cy="559200"/>
          </a:xfrm>
        </p:grpSpPr>
        <p:sp>
          <p:nvSpPr>
            <p:cNvPr id="1486" name="Google Shape;1486;p49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pBgin</a:t>
              </a:r>
              <a:endParaRPr/>
            </a:p>
          </p:txBody>
        </p:sp>
        <p:sp>
          <p:nvSpPr>
            <p:cNvPr id="1487" name="Google Shape;1487;p49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1488" name="Google Shape;1488;p49"/>
          <p:cNvGrpSpPr/>
          <p:nvPr/>
        </p:nvGrpSpPr>
        <p:grpSpPr>
          <a:xfrm>
            <a:off x="1571525" y="1670450"/>
            <a:ext cx="803700" cy="559200"/>
            <a:chOff x="725125" y="742575"/>
            <a:chExt cx="803700" cy="559200"/>
          </a:xfrm>
        </p:grpSpPr>
        <p:sp>
          <p:nvSpPr>
            <p:cNvPr id="1489" name="Google Shape;1489;p49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End</a:t>
              </a:r>
              <a:endParaRPr/>
            </a:p>
          </p:txBody>
        </p:sp>
        <p:sp>
          <p:nvSpPr>
            <p:cNvPr id="1490" name="Google Shape;1490;p49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0x05</a:t>
              </a:r>
              <a:endParaRPr/>
            </a:p>
          </p:txBody>
        </p:sp>
      </p:grpSp>
      <p:grpSp>
        <p:nvGrpSpPr>
          <p:cNvPr id="1491" name="Google Shape;1491;p49"/>
          <p:cNvGrpSpPr/>
          <p:nvPr/>
        </p:nvGrpSpPr>
        <p:grpSpPr>
          <a:xfrm>
            <a:off x="1630225" y="4047925"/>
            <a:ext cx="803700" cy="838800"/>
            <a:chOff x="6538675" y="262075"/>
            <a:chExt cx="803700" cy="838800"/>
          </a:xfrm>
        </p:grpSpPr>
        <p:grpSp>
          <p:nvGrpSpPr>
            <p:cNvPr id="1492" name="Google Shape;1492;p49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493" name="Google Shape;1493;p49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1494" name="Google Shape;1494;p49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1495" name="Google Shape;1495;p49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0x02</a:t>
              </a:r>
              <a:endParaRPr sz="1200"/>
            </a:p>
          </p:txBody>
        </p:sp>
      </p:grpSp>
      <p:grpSp>
        <p:nvGrpSpPr>
          <p:cNvPr id="1496" name="Google Shape;1496;p49"/>
          <p:cNvGrpSpPr/>
          <p:nvPr/>
        </p:nvGrpSpPr>
        <p:grpSpPr>
          <a:xfrm>
            <a:off x="2777075" y="4047950"/>
            <a:ext cx="803700" cy="838800"/>
            <a:chOff x="6538675" y="262075"/>
            <a:chExt cx="803700" cy="838800"/>
          </a:xfrm>
        </p:grpSpPr>
        <p:sp>
          <p:nvSpPr>
            <p:cNvPr id="1497" name="Google Shape;1497;p49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0x03</a:t>
              </a:r>
              <a:endParaRPr sz="1200"/>
            </a:p>
          </p:txBody>
        </p:sp>
        <p:grpSp>
          <p:nvGrpSpPr>
            <p:cNvPr id="1498" name="Google Shape;1498;p49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499" name="Google Shape;1499;p49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1500" name="Google Shape;1500;p49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</p:grpSp>
      <p:grpSp>
        <p:nvGrpSpPr>
          <p:cNvPr id="1501" name="Google Shape;1501;p49"/>
          <p:cNvGrpSpPr/>
          <p:nvPr/>
        </p:nvGrpSpPr>
        <p:grpSpPr>
          <a:xfrm>
            <a:off x="3877650" y="4047950"/>
            <a:ext cx="803700" cy="838800"/>
            <a:chOff x="6538675" y="262075"/>
            <a:chExt cx="803700" cy="838800"/>
          </a:xfrm>
        </p:grpSpPr>
        <p:grpSp>
          <p:nvGrpSpPr>
            <p:cNvPr id="1502" name="Google Shape;1502;p49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503" name="Google Shape;1503;p49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0x03</a:t>
                </a:r>
                <a:endParaRPr/>
              </a:p>
            </p:txBody>
          </p:sp>
          <p:sp>
            <p:nvSpPr>
              <p:cNvPr id="1504" name="Google Shape;1504;p49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30</a:t>
                </a:r>
                <a:endParaRPr/>
              </a:p>
            </p:txBody>
          </p:sp>
        </p:grpSp>
        <p:sp>
          <p:nvSpPr>
            <p:cNvPr id="1505" name="Google Shape;1505;p49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0x04</a:t>
              </a:r>
              <a:endParaRPr sz="1200"/>
            </a:p>
          </p:txBody>
        </p:sp>
      </p:grpSp>
      <p:cxnSp>
        <p:nvCxnSpPr>
          <p:cNvPr id="1506" name="Google Shape;1506;p49"/>
          <p:cNvCxnSpPr>
            <a:stCxn id="1495" idx="3"/>
            <a:endCxn id="1499" idx="1"/>
          </p:cNvCxnSpPr>
          <p:nvPr/>
        </p:nvCxnSpPr>
        <p:spPr>
          <a:xfrm rot="10800000" flipH="1">
            <a:off x="2433925" y="4187725"/>
            <a:ext cx="3432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07" name="Google Shape;1507;p49"/>
          <p:cNvCxnSpPr>
            <a:endCxn id="1503" idx="1"/>
          </p:cNvCxnSpPr>
          <p:nvPr/>
        </p:nvCxnSpPr>
        <p:spPr>
          <a:xfrm rot="10800000" flipH="1">
            <a:off x="3580650" y="4187750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08" name="Google Shape;1508;p49"/>
          <p:cNvCxnSpPr>
            <a:stCxn id="1490" idx="1"/>
            <a:endCxn id="1509" idx="1"/>
          </p:cNvCxnSpPr>
          <p:nvPr/>
        </p:nvCxnSpPr>
        <p:spPr>
          <a:xfrm>
            <a:off x="1571525" y="2089850"/>
            <a:ext cx="45072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10" name="Google Shape;1510;p49"/>
          <p:cNvCxnSpPr>
            <a:stCxn id="1487" idx="1"/>
            <a:endCxn id="1493" idx="1"/>
          </p:cNvCxnSpPr>
          <p:nvPr/>
        </p:nvCxnSpPr>
        <p:spPr>
          <a:xfrm>
            <a:off x="498900" y="2089850"/>
            <a:ext cx="11313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511" name="Google Shape;1511;p49"/>
          <p:cNvGrpSpPr/>
          <p:nvPr/>
        </p:nvGrpSpPr>
        <p:grpSpPr>
          <a:xfrm>
            <a:off x="4978225" y="4047925"/>
            <a:ext cx="803700" cy="838800"/>
            <a:chOff x="6538675" y="262075"/>
            <a:chExt cx="803700" cy="838800"/>
          </a:xfrm>
        </p:grpSpPr>
        <p:grpSp>
          <p:nvGrpSpPr>
            <p:cNvPr id="1512" name="Google Shape;1512;p49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513" name="Google Shape;1513;p49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0x04</a:t>
                </a:r>
                <a:endParaRPr/>
              </a:p>
            </p:txBody>
          </p:sp>
          <p:sp>
            <p:nvSpPr>
              <p:cNvPr id="1514" name="Google Shape;1514;p49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40</a:t>
                </a:r>
                <a:endParaRPr/>
              </a:p>
            </p:txBody>
          </p:sp>
        </p:grpSp>
        <p:sp>
          <p:nvSpPr>
            <p:cNvPr id="1515" name="Google Shape;1515;p49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0x05</a:t>
              </a:r>
              <a:endParaRPr sz="1200"/>
            </a:p>
          </p:txBody>
        </p:sp>
      </p:grpSp>
      <p:cxnSp>
        <p:nvCxnSpPr>
          <p:cNvPr id="1516" name="Google Shape;1516;p49"/>
          <p:cNvCxnSpPr>
            <a:stCxn id="1505" idx="3"/>
            <a:endCxn id="1513" idx="1"/>
          </p:cNvCxnSpPr>
          <p:nvPr/>
        </p:nvCxnSpPr>
        <p:spPr>
          <a:xfrm rot="10800000" flipH="1">
            <a:off x="4681350" y="4187750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517" name="Google Shape;1517;p49"/>
          <p:cNvGrpSpPr/>
          <p:nvPr/>
        </p:nvGrpSpPr>
        <p:grpSpPr>
          <a:xfrm>
            <a:off x="6078800" y="4047925"/>
            <a:ext cx="803700" cy="838800"/>
            <a:chOff x="6538675" y="262075"/>
            <a:chExt cx="803700" cy="838800"/>
          </a:xfrm>
        </p:grpSpPr>
        <p:grpSp>
          <p:nvGrpSpPr>
            <p:cNvPr id="1518" name="Google Shape;1518;p49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509" name="Google Shape;1509;p49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0x05</a:t>
                </a:r>
                <a:endParaRPr/>
              </a:p>
            </p:txBody>
          </p:sp>
          <p:sp>
            <p:nvSpPr>
              <p:cNvPr id="1519" name="Google Shape;1519;p49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50</a:t>
                </a:r>
                <a:endParaRPr/>
              </a:p>
            </p:txBody>
          </p:sp>
        </p:grpSp>
        <p:sp>
          <p:nvSpPr>
            <p:cNvPr id="1520" name="Google Shape;1520;p49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pNext</a:t>
              </a:r>
              <a:endParaRPr sz="1200"/>
            </a:p>
          </p:txBody>
        </p:sp>
      </p:grpSp>
      <p:cxnSp>
        <p:nvCxnSpPr>
          <p:cNvPr id="1521" name="Google Shape;1521;p49"/>
          <p:cNvCxnSpPr>
            <a:stCxn id="1515" idx="3"/>
            <a:endCxn id="1509" idx="1"/>
          </p:cNvCxnSpPr>
          <p:nvPr/>
        </p:nvCxnSpPr>
        <p:spPr>
          <a:xfrm rot="10800000" flipH="1">
            <a:off x="5781925" y="4187725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22" name="Google Shape;1522;p49"/>
          <p:cNvSpPr txBox="1"/>
          <p:nvPr/>
        </p:nvSpPr>
        <p:spPr>
          <a:xfrm>
            <a:off x="3669175" y="1721700"/>
            <a:ext cx="3572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FindNodeData(pBegin, 40)</a:t>
            </a:r>
            <a:endParaRPr/>
          </a:p>
        </p:txBody>
      </p:sp>
      <p:grpSp>
        <p:nvGrpSpPr>
          <p:cNvPr id="1523" name="Google Shape;1523;p49"/>
          <p:cNvGrpSpPr/>
          <p:nvPr/>
        </p:nvGrpSpPr>
        <p:grpSpPr>
          <a:xfrm>
            <a:off x="4487275" y="2253225"/>
            <a:ext cx="803700" cy="559200"/>
            <a:chOff x="725125" y="742575"/>
            <a:chExt cx="803700" cy="559200"/>
          </a:xfrm>
        </p:grpSpPr>
        <p:sp>
          <p:nvSpPr>
            <p:cNvPr id="1524" name="Google Shape;1524;p49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pStart</a:t>
              </a:r>
              <a:endParaRPr sz="1200"/>
            </a:p>
          </p:txBody>
        </p:sp>
        <p:sp>
          <p:nvSpPr>
            <p:cNvPr id="1525" name="Google Shape;1525;p49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/>
                <a:t>0x01</a:t>
              </a:r>
              <a:endParaRPr dirty="0"/>
            </a:p>
          </p:txBody>
        </p:sp>
      </p:grpSp>
      <p:grpSp>
        <p:nvGrpSpPr>
          <p:cNvPr id="1526" name="Google Shape;1526;p49"/>
          <p:cNvGrpSpPr/>
          <p:nvPr/>
        </p:nvGrpSpPr>
        <p:grpSpPr>
          <a:xfrm>
            <a:off x="5469175" y="2253213"/>
            <a:ext cx="803700" cy="559200"/>
            <a:chOff x="725125" y="742575"/>
            <a:chExt cx="803700" cy="559200"/>
          </a:xfrm>
        </p:grpSpPr>
        <p:sp>
          <p:nvSpPr>
            <p:cNvPr id="1527" name="Google Shape;1527;p49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data</a:t>
              </a:r>
              <a:endParaRPr sz="1200"/>
            </a:p>
          </p:txBody>
        </p:sp>
        <p:sp>
          <p:nvSpPr>
            <p:cNvPr id="1528" name="Google Shape;1528;p49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40</a:t>
              </a:r>
              <a:endParaRPr/>
            </a:p>
          </p:txBody>
        </p:sp>
      </p:grpSp>
      <p:cxnSp>
        <p:nvCxnSpPr>
          <p:cNvPr id="1529" name="Google Shape;1529;p49"/>
          <p:cNvCxnSpPr>
            <a:stCxn id="1487" idx="2"/>
            <a:endCxn id="1525" idx="0"/>
          </p:cNvCxnSpPr>
          <p:nvPr/>
        </p:nvCxnSpPr>
        <p:spPr>
          <a:xfrm>
            <a:off x="900750" y="2229650"/>
            <a:ext cx="3988500" cy="303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530" name="Google Shape;1530;p49"/>
          <p:cNvCxnSpPr>
            <a:stCxn id="1525" idx="1"/>
            <a:endCxn id="1493" idx="1"/>
          </p:cNvCxnSpPr>
          <p:nvPr/>
        </p:nvCxnSpPr>
        <p:spPr>
          <a:xfrm flipH="1">
            <a:off x="1630375" y="2672625"/>
            <a:ext cx="2856900" cy="1515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531" name="Google Shape;1531;p49"/>
          <p:cNvGrpSpPr/>
          <p:nvPr/>
        </p:nvGrpSpPr>
        <p:grpSpPr>
          <a:xfrm>
            <a:off x="5469175" y="3009425"/>
            <a:ext cx="803700" cy="559200"/>
            <a:chOff x="725125" y="742575"/>
            <a:chExt cx="803700" cy="559200"/>
          </a:xfrm>
        </p:grpSpPr>
        <p:sp>
          <p:nvSpPr>
            <p:cNvPr id="1532" name="Google Shape;1532;p49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pNode</a:t>
              </a:r>
              <a:endParaRPr sz="1200"/>
            </a:p>
          </p:txBody>
        </p:sp>
        <p:sp>
          <p:nvSpPr>
            <p:cNvPr id="1533" name="Google Shape;1533;p49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cxnSp>
        <p:nvCxnSpPr>
          <p:cNvPr id="1534" name="Google Shape;1534;p49"/>
          <p:cNvCxnSpPr>
            <a:stCxn id="1525" idx="2"/>
            <a:endCxn id="1533" idx="0"/>
          </p:cNvCxnSpPr>
          <p:nvPr/>
        </p:nvCxnSpPr>
        <p:spPr>
          <a:xfrm>
            <a:off x="4889125" y="2812425"/>
            <a:ext cx="981900" cy="476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535" name="Google Shape;1535;p49"/>
          <p:cNvCxnSpPr>
            <a:endCxn id="1493" idx="1"/>
          </p:cNvCxnSpPr>
          <p:nvPr/>
        </p:nvCxnSpPr>
        <p:spPr>
          <a:xfrm flipH="1">
            <a:off x="1630225" y="3428725"/>
            <a:ext cx="3838800" cy="75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536" name="Google Shape;1536;p49"/>
          <p:cNvGrpSpPr/>
          <p:nvPr/>
        </p:nvGrpSpPr>
        <p:grpSpPr>
          <a:xfrm>
            <a:off x="2620350" y="1670450"/>
            <a:ext cx="803700" cy="559200"/>
            <a:chOff x="725125" y="742575"/>
            <a:chExt cx="803700" cy="559200"/>
          </a:xfrm>
        </p:grpSpPr>
        <p:sp>
          <p:nvSpPr>
            <p:cNvPr id="1537" name="Google Shape;1537;p49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Find</a:t>
              </a:r>
              <a:endParaRPr/>
            </a:p>
          </p:txBody>
        </p:sp>
        <p:sp>
          <p:nvSpPr>
            <p:cNvPr id="1538" name="Google Shape;1538;p49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cxnSp>
        <p:nvCxnSpPr>
          <p:cNvPr id="1539" name="Google Shape;1539;p49"/>
          <p:cNvCxnSpPr>
            <a:stCxn id="1533" idx="2"/>
            <a:endCxn id="1538" idx="0"/>
          </p:cNvCxnSpPr>
          <p:nvPr/>
        </p:nvCxnSpPr>
        <p:spPr>
          <a:xfrm rot="10800000">
            <a:off x="3022225" y="1950125"/>
            <a:ext cx="2848800" cy="1618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540" name="Google Shape;1540;p49"/>
          <p:cNvCxnSpPr>
            <a:stCxn id="1538" idx="1"/>
            <a:endCxn id="1493" idx="1"/>
          </p:cNvCxnSpPr>
          <p:nvPr/>
        </p:nvCxnSpPr>
        <p:spPr>
          <a:xfrm flipH="1">
            <a:off x="1630350" y="2089850"/>
            <a:ext cx="9900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41" name="Google Shape;1541;p49"/>
          <p:cNvSpPr txBox="1"/>
          <p:nvPr/>
        </p:nvSpPr>
        <p:spPr>
          <a:xfrm>
            <a:off x="6018325" y="116750"/>
            <a:ext cx="3180900" cy="19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0x01-&gt;nData == 40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solidFill>
                  <a:srgbClr val="FF0000"/>
                </a:solidFill>
              </a:rPr>
              <a:t>pStart-&gt;nData == 40 -&gt; F</a:t>
            </a:r>
            <a:br>
              <a:rPr lang="ko" dirty="0">
                <a:solidFill>
                  <a:srgbClr val="FF0000"/>
                </a:solidFill>
              </a:rPr>
            </a:br>
            <a:r>
              <a:rPr lang="ko" dirty="0"/>
              <a:t>10 != 40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0x02-&gt;nData == 40</a:t>
            </a:r>
            <a:br>
              <a:rPr lang="ko" dirty="0"/>
            </a:br>
            <a:r>
              <a:rPr lang="ko" dirty="0"/>
              <a:t>pStart는 시작이므로 변경되면안됨.</a:t>
            </a:r>
            <a:br>
              <a:rPr lang="ko" dirty="0"/>
            </a:br>
            <a:r>
              <a:rPr lang="ko" dirty="0">
                <a:solidFill>
                  <a:srgbClr val="FF0000"/>
                </a:solidFill>
              </a:rPr>
              <a:t>pNode = pStart-&gt;pNext</a:t>
            </a:r>
            <a:endParaRPr dirty="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pNode-&gt;nData == 40 -&gt; F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20 != 40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9203997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" name="Google Shape;1546;p5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찾기 문제점 - 반복구조 찾기</a:t>
            </a:r>
            <a:endParaRPr/>
          </a:p>
        </p:txBody>
      </p:sp>
      <p:sp>
        <p:nvSpPr>
          <p:cNvPr id="1547" name="Google Shape;1547;p50"/>
          <p:cNvSpPr txBox="1"/>
          <p:nvPr/>
        </p:nvSpPr>
        <p:spPr>
          <a:xfrm>
            <a:off x="387900" y="1190175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34 main()</a:t>
            </a:r>
            <a:endParaRPr/>
          </a:p>
        </p:txBody>
      </p:sp>
      <p:grpSp>
        <p:nvGrpSpPr>
          <p:cNvPr id="1548" name="Google Shape;1548;p50"/>
          <p:cNvGrpSpPr/>
          <p:nvPr/>
        </p:nvGrpSpPr>
        <p:grpSpPr>
          <a:xfrm>
            <a:off x="498900" y="1670450"/>
            <a:ext cx="803700" cy="559200"/>
            <a:chOff x="725125" y="742575"/>
            <a:chExt cx="803700" cy="559200"/>
          </a:xfrm>
        </p:grpSpPr>
        <p:sp>
          <p:nvSpPr>
            <p:cNvPr id="1549" name="Google Shape;1549;p50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pBgin</a:t>
              </a:r>
              <a:endParaRPr/>
            </a:p>
          </p:txBody>
        </p:sp>
        <p:sp>
          <p:nvSpPr>
            <p:cNvPr id="1550" name="Google Shape;1550;p50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1551" name="Google Shape;1551;p50"/>
          <p:cNvGrpSpPr/>
          <p:nvPr/>
        </p:nvGrpSpPr>
        <p:grpSpPr>
          <a:xfrm>
            <a:off x="1571525" y="1670450"/>
            <a:ext cx="803700" cy="559200"/>
            <a:chOff x="725125" y="742575"/>
            <a:chExt cx="803700" cy="559200"/>
          </a:xfrm>
        </p:grpSpPr>
        <p:sp>
          <p:nvSpPr>
            <p:cNvPr id="1552" name="Google Shape;1552;p50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End</a:t>
              </a:r>
              <a:endParaRPr/>
            </a:p>
          </p:txBody>
        </p:sp>
        <p:sp>
          <p:nvSpPr>
            <p:cNvPr id="1553" name="Google Shape;1553;p50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0x05</a:t>
              </a:r>
              <a:endParaRPr/>
            </a:p>
          </p:txBody>
        </p:sp>
      </p:grpSp>
      <p:grpSp>
        <p:nvGrpSpPr>
          <p:cNvPr id="1554" name="Google Shape;1554;p50"/>
          <p:cNvGrpSpPr/>
          <p:nvPr/>
        </p:nvGrpSpPr>
        <p:grpSpPr>
          <a:xfrm>
            <a:off x="1630225" y="4047925"/>
            <a:ext cx="803700" cy="838800"/>
            <a:chOff x="6538675" y="262075"/>
            <a:chExt cx="803700" cy="838800"/>
          </a:xfrm>
        </p:grpSpPr>
        <p:grpSp>
          <p:nvGrpSpPr>
            <p:cNvPr id="1555" name="Google Shape;1555;p50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556" name="Google Shape;1556;p50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1557" name="Google Shape;1557;p50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1558" name="Google Shape;1558;p50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0x02</a:t>
              </a:r>
              <a:endParaRPr sz="1200"/>
            </a:p>
          </p:txBody>
        </p:sp>
      </p:grpSp>
      <p:grpSp>
        <p:nvGrpSpPr>
          <p:cNvPr id="1559" name="Google Shape;1559;p50"/>
          <p:cNvGrpSpPr/>
          <p:nvPr/>
        </p:nvGrpSpPr>
        <p:grpSpPr>
          <a:xfrm>
            <a:off x="2777075" y="4047950"/>
            <a:ext cx="803700" cy="838800"/>
            <a:chOff x="6538675" y="262075"/>
            <a:chExt cx="803700" cy="838800"/>
          </a:xfrm>
        </p:grpSpPr>
        <p:sp>
          <p:nvSpPr>
            <p:cNvPr id="1560" name="Google Shape;1560;p50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0x03</a:t>
              </a:r>
              <a:endParaRPr sz="1200"/>
            </a:p>
          </p:txBody>
        </p:sp>
        <p:grpSp>
          <p:nvGrpSpPr>
            <p:cNvPr id="1561" name="Google Shape;1561;p50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562" name="Google Shape;1562;p50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1563" name="Google Shape;1563;p50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</p:grpSp>
      <p:grpSp>
        <p:nvGrpSpPr>
          <p:cNvPr id="1564" name="Google Shape;1564;p50"/>
          <p:cNvGrpSpPr/>
          <p:nvPr/>
        </p:nvGrpSpPr>
        <p:grpSpPr>
          <a:xfrm>
            <a:off x="3877650" y="4047950"/>
            <a:ext cx="803700" cy="838800"/>
            <a:chOff x="6538675" y="262075"/>
            <a:chExt cx="803700" cy="838800"/>
          </a:xfrm>
        </p:grpSpPr>
        <p:grpSp>
          <p:nvGrpSpPr>
            <p:cNvPr id="1565" name="Google Shape;1565;p50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566" name="Google Shape;1566;p50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0x03</a:t>
                </a:r>
                <a:endParaRPr/>
              </a:p>
            </p:txBody>
          </p:sp>
          <p:sp>
            <p:nvSpPr>
              <p:cNvPr id="1567" name="Google Shape;1567;p50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30</a:t>
                </a:r>
                <a:endParaRPr/>
              </a:p>
            </p:txBody>
          </p:sp>
        </p:grpSp>
        <p:sp>
          <p:nvSpPr>
            <p:cNvPr id="1568" name="Google Shape;1568;p50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0x04</a:t>
              </a:r>
              <a:endParaRPr sz="1200"/>
            </a:p>
          </p:txBody>
        </p:sp>
      </p:grpSp>
      <p:cxnSp>
        <p:nvCxnSpPr>
          <p:cNvPr id="1569" name="Google Shape;1569;p50"/>
          <p:cNvCxnSpPr>
            <a:stCxn id="1558" idx="3"/>
            <a:endCxn id="1562" idx="1"/>
          </p:cNvCxnSpPr>
          <p:nvPr/>
        </p:nvCxnSpPr>
        <p:spPr>
          <a:xfrm rot="10800000" flipH="1">
            <a:off x="2433925" y="4187725"/>
            <a:ext cx="3432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70" name="Google Shape;1570;p50"/>
          <p:cNvCxnSpPr>
            <a:endCxn id="1566" idx="1"/>
          </p:cNvCxnSpPr>
          <p:nvPr/>
        </p:nvCxnSpPr>
        <p:spPr>
          <a:xfrm rot="10800000" flipH="1">
            <a:off x="3580650" y="4187750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71" name="Google Shape;1571;p50"/>
          <p:cNvCxnSpPr>
            <a:stCxn id="1553" idx="1"/>
            <a:endCxn id="1572" idx="1"/>
          </p:cNvCxnSpPr>
          <p:nvPr/>
        </p:nvCxnSpPr>
        <p:spPr>
          <a:xfrm>
            <a:off x="1571525" y="2089850"/>
            <a:ext cx="45072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73" name="Google Shape;1573;p50"/>
          <p:cNvCxnSpPr>
            <a:stCxn id="1550" idx="1"/>
            <a:endCxn id="1556" idx="1"/>
          </p:cNvCxnSpPr>
          <p:nvPr/>
        </p:nvCxnSpPr>
        <p:spPr>
          <a:xfrm>
            <a:off x="498900" y="2089850"/>
            <a:ext cx="11313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574" name="Google Shape;1574;p50"/>
          <p:cNvGrpSpPr/>
          <p:nvPr/>
        </p:nvGrpSpPr>
        <p:grpSpPr>
          <a:xfrm>
            <a:off x="4978225" y="4047925"/>
            <a:ext cx="803700" cy="838800"/>
            <a:chOff x="6538675" y="262075"/>
            <a:chExt cx="803700" cy="838800"/>
          </a:xfrm>
        </p:grpSpPr>
        <p:grpSp>
          <p:nvGrpSpPr>
            <p:cNvPr id="1575" name="Google Shape;1575;p50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576" name="Google Shape;1576;p50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0x04</a:t>
                </a:r>
                <a:endParaRPr/>
              </a:p>
            </p:txBody>
          </p:sp>
          <p:sp>
            <p:nvSpPr>
              <p:cNvPr id="1577" name="Google Shape;1577;p50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40</a:t>
                </a:r>
                <a:endParaRPr/>
              </a:p>
            </p:txBody>
          </p:sp>
        </p:grpSp>
        <p:sp>
          <p:nvSpPr>
            <p:cNvPr id="1578" name="Google Shape;1578;p50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0x05</a:t>
              </a:r>
              <a:endParaRPr sz="1200"/>
            </a:p>
          </p:txBody>
        </p:sp>
      </p:grpSp>
      <p:cxnSp>
        <p:nvCxnSpPr>
          <p:cNvPr id="1579" name="Google Shape;1579;p50"/>
          <p:cNvCxnSpPr>
            <a:stCxn id="1568" idx="3"/>
            <a:endCxn id="1576" idx="1"/>
          </p:cNvCxnSpPr>
          <p:nvPr/>
        </p:nvCxnSpPr>
        <p:spPr>
          <a:xfrm rot="10800000" flipH="1">
            <a:off x="4681350" y="4187750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580" name="Google Shape;1580;p50"/>
          <p:cNvGrpSpPr/>
          <p:nvPr/>
        </p:nvGrpSpPr>
        <p:grpSpPr>
          <a:xfrm>
            <a:off x="6078800" y="4047925"/>
            <a:ext cx="803700" cy="838800"/>
            <a:chOff x="6538675" y="262075"/>
            <a:chExt cx="803700" cy="838800"/>
          </a:xfrm>
        </p:grpSpPr>
        <p:grpSp>
          <p:nvGrpSpPr>
            <p:cNvPr id="1581" name="Google Shape;1581;p50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572" name="Google Shape;1572;p50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0x05</a:t>
                </a:r>
                <a:endParaRPr/>
              </a:p>
            </p:txBody>
          </p:sp>
          <p:sp>
            <p:nvSpPr>
              <p:cNvPr id="1582" name="Google Shape;1582;p50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50</a:t>
                </a:r>
                <a:endParaRPr/>
              </a:p>
            </p:txBody>
          </p:sp>
        </p:grpSp>
        <p:sp>
          <p:nvSpPr>
            <p:cNvPr id="1583" name="Google Shape;1583;p50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pNext</a:t>
              </a:r>
              <a:endParaRPr sz="1200"/>
            </a:p>
          </p:txBody>
        </p:sp>
      </p:grpSp>
      <p:cxnSp>
        <p:nvCxnSpPr>
          <p:cNvPr id="1584" name="Google Shape;1584;p50"/>
          <p:cNvCxnSpPr>
            <a:stCxn id="1578" idx="3"/>
            <a:endCxn id="1572" idx="1"/>
          </p:cNvCxnSpPr>
          <p:nvPr/>
        </p:nvCxnSpPr>
        <p:spPr>
          <a:xfrm rot="10800000" flipH="1">
            <a:off x="5781925" y="4187725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85" name="Google Shape;1585;p50"/>
          <p:cNvSpPr txBox="1"/>
          <p:nvPr/>
        </p:nvSpPr>
        <p:spPr>
          <a:xfrm>
            <a:off x="3669175" y="1721700"/>
            <a:ext cx="3572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FindNodeData(pBegin, 40)</a:t>
            </a:r>
            <a:endParaRPr/>
          </a:p>
        </p:txBody>
      </p:sp>
      <p:grpSp>
        <p:nvGrpSpPr>
          <p:cNvPr id="1586" name="Google Shape;1586;p50"/>
          <p:cNvGrpSpPr/>
          <p:nvPr/>
        </p:nvGrpSpPr>
        <p:grpSpPr>
          <a:xfrm>
            <a:off x="4487275" y="2253225"/>
            <a:ext cx="803700" cy="559200"/>
            <a:chOff x="725125" y="742575"/>
            <a:chExt cx="803700" cy="559200"/>
          </a:xfrm>
        </p:grpSpPr>
        <p:sp>
          <p:nvSpPr>
            <p:cNvPr id="1587" name="Google Shape;1587;p50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pStart</a:t>
              </a:r>
              <a:endParaRPr sz="1200"/>
            </a:p>
          </p:txBody>
        </p:sp>
        <p:sp>
          <p:nvSpPr>
            <p:cNvPr id="1588" name="Google Shape;1588;p50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1589" name="Google Shape;1589;p50"/>
          <p:cNvGrpSpPr/>
          <p:nvPr/>
        </p:nvGrpSpPr>
        <p:grpSpPr>
          <a:xfrm>
            <a:off x="5469175" y="2253213"/>
            <a:ext cx="803700" cy="559200"/>
            <a:chOff x="725125" y="742575"/>
            <a:chExt cx="803700" cy="559200"/>
          </a:xfrm>
        </p:grpSpPr>
        <p:sp>
          <p:nvSpPr>
            <p:cNvPr id="1590" name="Google Shape;1590;p50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data</a:t>
              </a:r>
              <a:endParaRPr sz="1200"/>
            </a:p>
          </p:txBody>
        </p:sp>
        <p:sp>
          <p:nvSpPr>
            <p:cNvPr id="1591" name="Google Shape;1591;p50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40</a:t>
              </a:r>
              <a:endParaRPr/>
            </a:p>
          </p:txBody>
        </p:sp>
      </p:grpSp>
      <p:cxnSp>
        <p:nvCxnSpPr>
          <p:cNvPr id="1592" name="Google Shape;1592;p50"/>
          <p:cNvCxnSpPr>
            <a:stCxn id="1550" idx="2"/>
            <a:endCxn id="1588" idx="0"/>
          </p:cNvCxnSpPr>
          <p:nvPr/>
        </p:nvCxnSpPr>
        <p:spPr>
          <a:xfrm>
            <a:off x="900750" y="2229650"/>
            <a:ext cx="3988500" cy="303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593" name="Google Shape;1593;p50"/>
          <p:cNvCxnSpPr>
            <a:stCxn id="1588" idx="1"/>
            <a:endCxn id="1556" idx="1"/>
          </p:cNvCxnSpPr>
          <p:nvPr/>
        </p:nvCxnSpPr>
        <p:spPr>
          <a:xfrm flipH="1">
            <a:off x="1630375" y="2672625"/>
            <a:ext cx="2856900" cy="1515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594" name="Google Shape;1594;p50"/>
          <p:cNvGrpSpPr/>
          <p:nvPr/>
        </p:nvGrpSpPr>
        <p:grpSpPr>
          <a:xfrm>
            <a:off x="5469175" y="3009425"/>
            <a:ext cx="803700" cy="559200"/>
            <a:chOff x="725125" y="742575"/>
            <a:chExt cx="803700" cy="559200"/>
          </a:xfrm>
        </p:grpSpPr>
        <p:sp>
          <p:nvSpPr>
            <p:cNvPr id="1595" name="Google Shape;1595;p50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pNode</a:t>
              </a:r>
              <a:endParaRPr sz="1200"/>
            </a:p>
          </p:txBody>
        </p:sp>
        <p:sp>
          <p:nvSpPr>
            <p:cNvPr id="1596" name="Google Shape;1596;p50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ko" dirty="0">
                  <a:solidFill>
                    <a:srgbClr val="FF0000"/>
                  </a:solidFill>
                </a:rPr>
                <a:t>0x02</a:t>
              </a:r>
              <a:endParaRPr dirty="0">
                <a:solidFill>
                  <a:srgbClr val="FF0000"/>
                </a:solidFill>
              </a:endParaRPr>
            </a:p>
          </p:txBody>
        </p:sp>
      </p:grpSp>
      <p:cxnSp>
        <p:nvCxnSpPr>
          <p:cNvPr id="1597" name="Google Shape;1597;p50"/>
          <p:cNvCxnSpPr>
            <a:stCxn id="1588" idx="2"/>
            <a:endCxn id="1596" idx="0"/>
          </p:cNvCxnSpPr>
          <p:nvPr/>
        </p:nvCxnSpPr>
        <p:spPr>
          <a:xfrm>
            <a:off x="4889125" y="2812425"/>
            <a:ext cx="981900" cy="476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598" name="Google Shape;1598;p50"/>
          <p:cNvCxnSpPr>
            <a:endCxn id="1566" idx="1"/>
          </p:cNvCxnSpPr>
          <p:nvPr/>
        </p:nvCxnSpPr>
        <p:spPr>
          <a:xfrm flipH="1">
            <a:off x="3571194" y="3453597"/>
            <a:ext cx="1905938" cy="734153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599" name="Google Shape;1599;p50"/>
          <p:cNvGrpSpPr/>
          <p:nvPr/>
        </p:nvGrpSpPr>
        <p:grpSpPr>
          <a:xfrm>
            <a:off x="2620350" y="1670450"/>
            <a:ext cx="803700" cy="559200"/>
            <a:chOff x="725125" y="742575"/>
            <a:chExt cx="803700" cy="559200"/>
          </a:xfrm>
        </p:grpSpPr>
        <p:sp>
          <p:nvSpPr>
            <p:cNvPr id="1600" name="Google Shape;1600;p50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Find</a:t>
              </a:r>
              <a:endParaRPr/>
            </a:p>
          </p:txBody>
        </p:sp>
        <p:sp>
          <p:nvSpPr>
            <p:cNvPr id="1601" name="Google Shape;1601;p50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cxnSp>
        <p:nvCxnSpPr>
          <p:cNvPr id="1602" name="Google Shape;1602;p50"/>
          <p:cNvCxnSpPr>
            <a:stCxn id="1596" idx="2"/>
            <a:endCxn id="1601" idx="0"/>
          </p:cNvCxnSpPr>
          <p:nvPr/>
        </p:nvCxnSpPr>
        <p:spPr>
          <a:xfrm rot="10800000">
            <a:off x="3022225" y="1950125"/>
            <a:ext cx="2848800" cy="1618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603" name="Google Shape;1603;p50"/>
          <p:cNvCxnSpPr>
            <a:stCxn id="1601" idx="1"/>
            <a:endCxn id="1556" idx="1"/>
          </p:cNvCxnSpPr>
          <p:nvPr/>
        </p:nvCxnSpPr>
        <p:spPr>
          <a:xfrm flipH="1">
            <a:off x="1630350" y="2089850"/>
            <a:ext cx="9900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04" name="Google Shape;1604;p50"/>
          <p:cNvSpPr txBox="1"/>
          <p:nvPr/>
        </p:nvSpPr>
        <p:spPr>
          <a:xfrm>
            <a:off x="6078725" y="756075"/>
            <a:ext cx="31809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6D9EEB"/>
                </a:solidFill>
              </a:rPr>
              <a:t>pNode-&gt;nData == 40 -&gt; F</a:t>
            </a:r>
            <a:endParaRPr>
              <a:solidFill>
                <a:srgbClr val="6D9EEB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20 != 40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pNode = 0x03</a:t>
            </a:r>
            <a:br>
              <a:rPr lang="ko"/>
            </a:br>
            <a:r>
              <a:rPr lang="ko">
                <a:solidFill>
                  <a:srgbClr val="FF0000"/>
                </a:solidFill>
              </a:rPr>
              <a:t>pNode = pNode-&gt;pNext</a:t>
            </a:r>
            <a:endParaRPr>
              <a:solidFill>
                <a:srgbClr val="FF0000"/>
              </a:solidFill>
            </a:endParaRPr>
          </a:p>
        </p:txBody>
      </p:sp>
      <p:cxnSp>
        <p:nvCxnSpPr>
          <p:cNvPr id="1606" name="Google Shape;1606;p50"/>
          <p:cNvCxnSpPr>
            <a:cxnSpLocks/>
            <a:stCxn id="1560" idx="2"/>
            <a:endCxn id="1596" idx="0"/>
          </p:cNvCxnSpPr>
          <p:nvPr/>
        </p:nvCxnSpPr>
        <p:spPr>
          <a:xfrm flipV="1">
            <a:off x="1986229" y="3280669"/>
            <a:ext cx="3851766" cy="1630929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dash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5">
          <a:extLst>
            <a:ext uri="{FF2B5EF4-FFF2-40B4-BE49-F238E27FC236}">
              <a16:creationId xmlns:a16="http://schemas.microsoft.com/office/drawing/2014/main" id="{030B34EB-9AF1-EEA3-02CE-9F75E1327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" name="Google Shape;1546;p50">
            <a:extLst>
              <a:ext uri="{FF2B5EF4-FFF2-40B4-BE49-F238E27FC236}">
                <a16:creationId xmlns:a16="http://schemas.microsoft.com/office/drawing/2014/main" id="{B6CFE1B2-74A0-9C3F-C096-1A0A272231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찾기 문제점 - 반복구조 찾기</a:t>
            </a:r>
            <a:endParaRPr/>
          </a:p>
        </p:txBody>
      </p:sp>
      <p:sp>
        <p:nvSpPr>
          <p:cNvPr id="1547" name="Google Shape;1547;p50">
            <a:extLst>
              <a:ext uri="{FF2B5EF4-FFF2-40B4-BE49-F238E27FC236}">
                <a16:creationId xmlns:a16="http://schemas.microsoft.com/office/drawing/2014/main" id="{A1D8414E-98B5-12AE-C281-7C12CFA5C5CF}"/>
              </a:ext>
            </a:extLst>
          </p:cNvPr>
          <p:cNvSpPr txBox="1"/>
          <p:nvPr/>
        </p:nvSpPr>
        <p:spPr>
          <a:xfrm>
            <a:off x="387900" y="1190175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34 main()</a:t>
            </a:r>
            <a:endParaRPr/>
          </a:p>
        </p:txBody>
      </p:sp>
      <p:grpSp>
        <p:nvGrpSpPr>
          <p:cNvPr id="1548" name="Google Shape;1548;p50">
            <a:extLst>
              <a:ext uri="{FF2B5EF4-FFF2-40B4-BE49-F238E27FC236}">
                <a16:creationId xmlns:a16="http://schemas.microsoft.com/office/drawing/2014/main" id="{8F8F1AE2-1423-B5F5-0FB4-457D9B7A74EC}"/>
              </a:ext>
            </a:extLst>
          </p:cNvPr>
          <p:cNvGrpSpPr/>
          <p:nvPr/>
        </p:nvGrpSpPr>
        <p:grpSpPr>
          <a:xfrm>
            <a:off x="498900" y="1670450"/>
            <a:ext cx="803700" cy="559200"/>
            <a:chOff x="725125" y="742575"/>
            <a:chExt cx="803700" cy="559200"/>
          </a:xfrm>
        </p:grpSpPr>
        <p:sp>
          <p:nvSpPr>
            <p:cNvPr id="1549" name="Google Shape;1549;p50">
              <a:extLst>
                <a:ext uri="{FF2B5EF4-FFF2-40B4-BE49-F238E27FC236}">
                  <a16:creationId xmlns:a16="http://schemas.microsoft.com/office/drawing/2014/main" id="{54A1EEC7-183B-7D0A-00BF-6025E5F1D8D7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pBgin</a:t>
              </a:r>
              <a:endParaRPr/>
            </a:p>
          </p:txBody>
        </p:sp>
        <p:sp>
          <p:nvSpPr>
            <p:cNvPr id="1550" name="Google Shape;1550;p50">
              <a:extLst>
                <a:ext uri="{FF2B5EF4-FFF2-40B4-BE49-F238E27FC236}">
                  <a16:creationId xmlns:a16="http://schemas.microsoft.com/office/drawing/2014/main" id="{BC814F65-ED0D-E981-1C48-6C9A5244C87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1551" name="Google Shape;1551;p50">
            <a:extLst>
              <a:ext uri="{FF2B5EF4-FFF2-40B4-BE49-F238E27FC236}">
                <a16:creationId xmlns:a16="http://schemas.microsoft.com/office/drawing/2014/main" id="{1346F776-FC40-EDFE-E43B-194B118C1D6E}"/>
              </a:ext>
            </a:extLst>
          </p:cNvPr>
          <p:cNvGrpSpPr/>
          <p:nvPr/>
        </p:nvGrpSpPr>
        <p:grpSpPr>
          <a:xfrm>
            <a:off x="1571525" y="1670450"/>
            <a:ext cx="803700" cy="559200"/>
            <a:chOff x="725125" y="742575"/>
            <a:chExt cx="803700" cy="559200"/>
          </a:xfrm>
        </p:grpSpPr>
        <p:sp>
          <p:nvSpPr>
            <p:cNvPr id="1552" name="Google Shape;1552;p50">
              <a:extLst>
                <a:ext uri="{FF2B5EF4-FFF2-40B4-BE49-F238E27FC236}">
                  <a16:creationId xmlns:a16="http://schemas.microsoft.com/office/drawing/2014/main" id="{80FBDC16-1C3C-11E9-D1E8-CA03247D5AA5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End</a:t>
              </a:r>
              <a:endParaRPr/>
            </a:p>
          </p:txBody>
        </p:sp>
        <p:sp>
          <p:nvSpPr>
            <p:cNvPr id="1553" name="Google Shape;1553;p50">
              <a:extLst>
                <a:ext uri="{FF2B5EF4-FFF2-40B4-BE49-F238E27FC236}">
                  <a16:creationId xmlns:a16="http://schemas.microsoft.com/office/drawing/2014/main" id="{17BE67A5-D995-5955-AA67-E7E22ACC11C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0x05</a:t>
              </a:r>
              <a:endParaRPr/>
            </a:p>
          </p:txBody>
        </p:sp>
      </p:grpSp>
      <p:grpSp>
        <p:nvGrpSpPr>
          <p:cNvPr id="1554" name="Google Shape;1554;p50">
            <a:extLst>
              <a:ext uri="{FF2B5EF4-FFF2-40B4-BE49-F238E27FC236}">
                <a16:creationId xmlns:a16="http://schemas.microsoft.com/office/drawing/2014/main" id="{6F01CFF3-476D-D62D-59EA-6A823028D29A}"/>
              </a:ext>
            </a:extLst>
          </p:cNvPr>
          <p:cNvGrpSpPr/>
          <p:nvPr/>
        </p:nvGrpSpPr>
        <p:grpSpPr>
          <a:xfrm>
            <a:off x="1630225" y="4047925"/>
            <a:ext cx="803700" cy="838800"/>
            <a:chOff x="6538675" y="262075"/>
            <a:chExt cx="803700" cy="838800"/>
          </a:xfrm>
        </p:grpSpPr>
        <p:grpSp>
          <p:nvGrpSpPr>
            <p:cNvPr id="1555" name="Google Shape;1555;p50">
              <a:extLst>
                <a:ext uri="{FF2B5EF4-FFF2-40B4-BE49-F238E27FC236}">
                  <a16:creationId xmlns:a16="http://schemas.microsoft.com/office/drawing/2014/main" id="{5F04F07E-9FE5-66E8-9AC8-777EC1914A0C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556" name="Google Shape;1556;p50">
                <a:extLst>
                  <a:ext uri="{FF2B5EF4-FFF2-40B4-BE49-F238E27FC236}">
                    <a16:creationId xmlns:a16="http://schemas.microsoft.com/office/drawing/2014/main" id="{7CD5C050-74DD-E92C-528A-AD9456C0BF52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1557" name="Google Shape;1557;p50">
                <a:extLst>
                  <a:ext uri="{FF2B5EF4-FFF2-40B4-BE49-F238E27FC236}">
                    <a16:creationId xmlns:a16="http://schemas.microsoft.com/office/drawing/2014/main" id="{DF2F43E7-6E45-0167-8BC4-8C4366406AAE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1558" name="Google Shape;1558;p50">
              <a:extLst>
                <a:ext uri="{FF2B5EF4-FFF2-40B4-BE49-F238E27FC236}">
                  <a16:creationId xmlns:a16="http://schemas.microsoft.com/office/drawing/2014/main" id="{A7BAB555-7D0B-656B-3E3F-F9E538B99C93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0x02</a:t>
              </a:r>
              <a:endParaRPr sz="1200"/>
            </a:p>
          </p:txBody>
        </p:sp>
      </p:grpSp>
      <p:grpSp>
        <p:nvGrpSpPr>
          <p:cNvPr id="1559" name="Google Shape;1559;p50">
            <a:extLst>
              <a:ext uri="{FF2B5EF4-FFF2-40B4-BE49-F238E27FC236}">
                <a16:creationId xmlns:a16="http://schemas.microsoft.com/office/drawing/2014/main" id="{2AD86EE6-3860-EA20-55C7-D6350E903C09}"/>
              </a:ext>
            </a:extLst>
          </p:cNvPr>
          <p:cNvGrpSpPr/>
          <p:nvPr/>
        </p:nvGrpSpPr>
        <p:grpSpPr>
          <a:xfrm>
            <a:off x="2777075" y="4047950"/>
            <a:ext cx="803700" cy="838800"/>
            <a:chOff x="6538675" y="262075"/>
            <a:chExt cx="803700" cy="838800"/>
          </a:xfrm>
        </p:grpSpPr>
        <p:sp>
          <p:nvSpPr>
            <p:cNvPr id="1560" name="Google Shape;1560;p50">
              <a:extLst>
                <a:ext uri="{FF2B5EF4-FFF2-40B4-BE49-F238E27FC236}">
                  <a16:creationId xmlns:a16="http://schemas.microsoft.com/office/drawing/2014/main" id="{7DCE2545-3876-8476-F219-4249BA25320D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0x03</a:t>
              </a:r>
              <a:endParaRPr sz="1200"/>
            </a:p>
          </p:txBody>
        </p:sp>
        <p:grpSp>
          <p:nvGrpSpPr>
            <p:cNvPr id="1561" name="Google Shape;1561;p50">
              <a:extLst>
                <a:ext uri="{FF2B5EF4-FFF2-40B4-BE49-F238E27FC236}">
                  <a16:creationId xmlns:a16="http://schemas.microsoft.com/office/drawing/2014/main" id="{8A9C067E-F8C9-0BB6-4D8B-3325B442227F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562" name="Google Shape;1562;p50">
                <a:extLst>
                  <a:ext uri="{FF2B5EF4-FFF2-40B4-BE49-F238E27FC236}">
                    <a16:creationId xmlns:a16="http://schemas.microsoft.com/office/drawing/2014/main" id="{3432427D-9582-167B-B639-8AD1C61ACF11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1563" name="Google Shape;1563;p50">
                <a:extLst>
                  <a:ext uri="{FF2B5EF4-FFF2-40B4-BE49-F238E27FC236}">
                    <a16:creationId xmlns:a16="http://schemas.microsoft.com/office/drawing/2014/main" id="{C9DBAB7B-89BD-EA3F-C216-BA5A5B87CB80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</p:grpSp>
      <p:grpSp>
        <p:nvGrpSpPr>
          <p:cNvPr id="1564" name="Google Shape;1564;p50">
            <a:extLst>
              <a:ext uri="{FF2B5EF4-FFF2-40B4-BE49-F238E27FC236}">
                <a16:creationId xmlns:a16="http://schemas.microsoft.com/office/drawing/2014/main" id="{D6C556D0-5B1A-63E3-2DAF-5EE96611EF59}"/>
              </a:ext>
            </a:extLst>
          </p:cNvPr>
          <p:cNvGrpSpPr/>
          <p:nvPr/>
        </p:nvGrpSpPr>
        <p:grpSpPr>
          <a:xfrm>
            <a:off x="3877650" y="4047950"/>
            <a:ext cx="803700" cy="838800"/>
            <a:chOff x="6538675" y="262075"/>
            <a:chExt cx="803700" cy="838800"/>
          </a:xfrm>
        </p:grpSpPr>
        <p:grpSp>
          <p:nvGrpSpPr>
            <p:cNvPr id="1565" name="Google Shape;1565;p50">
              <a:extLst>
                <a:ext uri="{FF2B5EF4-FFF2-40B4-BE49-F238E27FC236}">
                  <a16:creationId xmlns:a16="http://schemas.microsoft.com/office/drawing/2014/main" id="{1FDDFED0-BFFA-9A24-F639-3ED0A0BBA262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566" name="Google Shape;1566;p50">
                <a:extLst>
                  <a:ext uri="{FF2B5EF4-FFF2-40B4-BE49-F238E27FC236}">
                    <a16:creationId xmlns:a16="http://schemas.microsoft.com/office/drawing/2014/main" id="{80FCA3FB-2EBE-35BC-FED1-3D58ED75D8E6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0x03</a:t>
                </a:r>
                <a:endParaRPr/>
              </a:p>
            </p:txBody>
          </p:sp>
          <p:sp>
            <p:nvSpPr>
              <p:cNvPr id="1567" name="Google Shape;1567;p50">
                <a:extLst>
                  <a:ext uri="{FF2B5EF4-FFF2-40B4-BE49-F238E27FC236}">
                    <a16:creationId xmlns:a16="http://schemas.microsoft.com/office/drawing/2014/main" id="{A9FAF4EF-BB3C-7744-E7C7-D63732DB6226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30</a:t>
                </a:r>
                <a:endParaRPr/>
              </a:p>
            </p:txBody>
          </p:sp>
        </p:grpSp>
        <p:sp>
          <p:nvSpPr>
            <p:cNvPr id="1568" name="Google Shape;1568;p50">
              <a:extLst>
                <a:ext uri="{FF2B5EF4-FFF2-40B4-BE49-F238E27FC236}">
                  <a16:creationId xmlns:a16="http://schemas.microsoft.com/office/drawing/2014/main" id="{49611B67-B7FB-4A64-C8CB-9BB5365D6C5D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0x04</a:t>
              </a:r>
              <a:endParaRPr sz="1200"/>
            </a:p>
          </p:txBody>
        </p:sp>
      </p:grpSp>
      <p:cxnSp>
        <p:nvCxnSpPr>
          <p:cNvPr id="1569" name="Google Shape;1569;p50">
            <a:extLst>
              <a:ext uri="{FF2B5EF4-FFF2-40B4-BE49-F238E27FC236}">
                <a16:creationId xmlns:a16="http://schemas.microsoft.com/office/drawing/2014/main" id="{EC98F1E5-805D-817B-0178-A612E14DAC54}"/>
              </a:ext>
            </a:extLst>
          </p:cNvPr>
          <p:cNvCxnSpPr>
            <a:stCxn id="1558" idx="3"/>
            <a:endCxn id="1562" idx="1"/>
          </p:cNvCxnSpPr>
          <p:nvPr/>
        </p:nvCxnSpPr>
        <p:spPr>
          <a:xfrm rot="10800000" flipH="1">
            <a:off x="2433925" y="4187725"/>
            <a:ext cx="3432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70" name="Google Shape;1570;p50">
            <a:extLst>
              <a:ext uri="{FF2B5EF4-FFF2-40B4-BE49-F238E27FC236}">
                <a16:creationId xmlns:a16="http://schemas.microsoft.com/office/drawing/2014/main" id="{E3365938-9777-D7B1-29E0-57A822E4E7F8}"/>
              </a:ext>
            </a:extLst>
          </p:cNvPr>
          <p:cNvCxnSpPr>
            <a:endCxn id="1566" idx="1"/>
          </p:cNvCxnSpPr>
          <p:nvPr/>
        </p:nvCxnSpPr>
        <p:spPr>
          <a:xfrm rot="10800000" flipH="1">
            <a:off x="3580650" y="4187750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71" name="Google Shape;1571;p50">
            <a:extLst>
              <a:ext uri="{FF2B5EF4-FFF2-40B4-BE49-F238E27FC236}">
                <a16:creationId xmlns:a16="http://schemas.microsoft.com/office/drawing/2014/main" id="{098004D3-60E6-458A-7DD3-9BB957A6168E}"/>
              </a:ext>
            </a:extLst>
          </p:cNvPr>
          <p:cNvCxnSpPr>
            <a:stCxn id="1553" idx="1"/>
            <a:endCxn id="1572" idx="1"/>
          </p:cNvCxnSpPr>
          <p:nvPr/>
        </p:nvCxnSpPr>
        <p:spPr>
          <a:xfrm>
            <a:off x="1571525" y="2089850"/>
            <a:ext cx="45072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73" name="Google Shape;1573;p50">
            <a:extLst>
              <a:ext uri="{FF2B5EF4-FFF2-40B4-BE49-F238E27FC236}">
                <a16:creationId xmlns:a16="http://schemas.microsoft.com/office/drawing/2014/main" id="{EE8D10F9-C79D-CB79-C134-8704C9828E03}"/>
              </a:ext>
            </a:extLst>
          </p:cNvPr>
          <p:cNvCxnSpPr>
            <a:stCxn id="1550" idx="1"/>
            <a:endCxn id="1556" idx="1"/>
          </p:cNvCxnSpPr>
          <p:nvPr/>
        </p:nvCxnSpPr>
        <p:spPr>
          <a:xfrm>
            <a:off x="498900" y="2089850"/>
            <a:ext cx="11313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574" name="Google Shape;1574;p50">
            <a:extLst>
              <a:ext uri="{FF2B5EF4-FFF2-40B4-BE49-F238E27FC236}">
                <a16:creationId xmlns:a16="http://schemas.microsoft.com/office/drawing/2014/main" id="{E0705521-15DD-C0A7-3977-D5F882DEF4D0}"/>
              </a:ext>
            </a:extLst>
          </p:cNvPr>
          <p:cNvGrpSpPr/>
          <p:nvPr/>
        </p:nvGrpSpPr>
        <p:grpSpPr>
          <a:xfrm>
            <a:off x="4978225" y="4047925"/>
            <a:ext cx="803700" cy="838800"/>
            <a:chOff x="6538675" y="262075"/>
            <a:chExt cx="803700" cy="838800"/>
          </a:xfrm>
        </p:grpSpPr>
        <p:grpSp>
          <p:nvGrpSpPr>
            <p:cNvPr id="1575" name="Google Shape;1575;p50">
              <a:extLst>
                <a:ext uri="{FF2B5EF4-FFF2-40B4-BE49-F238E27FC236}">
                  <a16:creationId xmlns:a16="http://schemas.microsoft.com/office/drawing/2014/main" id="{DD92F2B2-CC6B-EDE8-D0F6-15DADB492AE9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576" name="Google Shape;1576;p50">
                <a:extLst>
                  <a:ext uri="{FF2B5EF4-FFF2-40B4-BE49-F238E27FC236}">
                    <a16:creationId xmlns:a16="http://schemas.microsoft.com/office/drawing/2014/main" id="{66BA9C74-8FF4-2A4D-4E9B-FD67F1EB1F2C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0x04</a:t>
                </a:r>
                <a:endParaRPr/>
              </a:p>
            </p:txBody>
          </p:sp>
          <p:sp>
            <p:nvSpPr>
              <p:cNvPr id="1577" name="Google Shape;1577;p50">
                <a:extLst>
                  <a:ext uri="{FF2B5EF4-FFF2-40B4-BE49-F238E27FC236}">
                    <a16:creationId xmlns:a16="http://schemas.microsoft.com/office/drawing/2014/main" id="{CF7E892E-9613-53B2-3E8E-520B925C8918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40</a:t>
                </a:r>
                <a:endParaRPr/>
              </a:p>
            </p:txBody>
          </p:sp>
        </p:grpSp>
        <p:sp>
          <p:nvSpPr>
            <p:cNvPr id="1578" name="Google Shape;1578;p50">
              <a:extLst>
                <a:ext uri="{FF2B5EF4-FFF2-40B4-BE49-F238E27FC236}">
                  <a16:creationId xmlns:a16="http://schemas.microsoft.com/office/drawing/2014/main" id="{A08EAC13-345D-3524-8DAB-D3459187F061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0x05</a:t>
              </a:r>
              <a:endParaRPr sz="1200"/>
            </a:p>
          </p:txBody>
        </p:sp>
      </p:grpSp>
      <p:cxnSp>
        <p:nvCxnSpPr>
          <p:cNvPr id="1579" name="Google Shape;1579;p50">
            <a:extLst>
              <a:ext uri="{FF2B5EF4-FFF2-40B4-BE49-F238E27FC236}">
                <a16:creationId xmlns:a16="http://schemas.microsoft.com/office/drawing/2014/main" id="{42FBF0BE-76FC-E774-EE8C-F0B516AC4C40}"/>
              </a:ext>
            </a:extLst>
          </p:cNvPr>
          <p:cNvCxnSpPr>
            <a:stCxn id="1568" idx="3"/>
            <a:endCxn id="1576" idx="1"/>
          </p:cNvCxnSpPr>
          <p:nvPr/>
        </p:nvCxnSpPr>
        <p:spPr>
          <a:xfrm rot="10800000" flipH="1">
            <a:off x="4681350" y="4187750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580" name="Google Shape;1580;p50">
            <a:extLst>
              <a:ext uri="{FF2B5EF4-FFF2-40B4-BE49-F238E27FC236}">
                <a16:creationId xmlns:a16="http://schemas.microsoft.com/office/drawing/2014/main" id="{26FEE43F-7CD6-BA0D-03D0-5B29EB508648}"/>
              </a:ext>
            </a:extLst>
          </p:cNvPr>
          <p:cNvGrpSpPr/>
          <p:nvPr/>
        </p:nvGrpSpPr>
        <p:grpSpPr>
          <a:xfrm>
            <a:off x="6078800" y="4047925"/>
            <a:ext cx="803700" cy="838800"/>
            <a:chOff x="6538675" y="262075"/>
            <a:chExt cx="803700" cy="838800"/>
          </a:xfrm>
        </p:grpSpPr>
        <p:grpSp>
          <p:nvGrpSpPr>
            <p:cNvPr id="1581" name="Google Shape;1581;p50">
              <a:extLst>
                <a:ext uri="{FF2B5EF4-FFF2-40B4-BE49-F238E27FC236}">
                  <a16:creationId xmlns:a16="http://schemas.microsoft.com/office/drawing/2014/main" id="{067A78A6-66EF-7225-F3EE-1508E113E7F2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572" name="Google Shape;1572;p50">
                <a:extLst>
                  <a:ext uri="{FF2B5EF4-FFF2-40B4-BE49-F238E27FC236}">
                    <a16:creationId xmlns:a16="http://schemas.microsoft.com/office/drawing/2014/main" id="{08EE7E7E-3D64-D640-33C2-388DDF114832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0x05</a:t>
                </a:r>
                <a:endParaRPr/>
              </a:p>
            </p:txBody>
          </p:sp>
          <p:sp>
            <p:nvSpPr>
              <p:cNvPr id="1582" name="Google Shape;1582;p50">
                <a:extLst>
                  <a:ext uri="{FF2B5EF4-FFF2-40B4-BE49-F238E27FC236}">
                    <a16:creationId xmlns:a16="http://schemas.microsoft.com/office/drawing/2014/main" id="{30490A49-44AC-7FAE-8076-AF2D5226B300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50</a:t>
                </a:r>
                <a:endParaRPr/>
              </a:p>
            </p:txBody>
          </p:sp>
        </p:grpSp>
        <p:sp>
          <p:nvSpPr>
            <p:cNvPr id="1583" name="Google Shape;1583;p50">
              <a:extLst>
                <a:ext uri="{FF2B5EF4-FFF2-40B4-BE49-F238E27FC236}">
                  <a16:creationId xmlns:a16="http://schemas.microsoft.com/office/drawing/2014/main" id="{30CAFAD2-D2EE-8C98-F943-DBC3D39CD43B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pNext</a:t>
              </a:r>
              <a:endParaRPr sz="1200"/>
            </a:p>
          </p:txBody>
        </p:sp>
      </p:grpSp>
      <p:cxnSp>
        <p:nvCxnSpPr>
          <p:cNvPr id="1584" name="Google Shape;1584;p50">
            <a:extLst>
              <a:ext uri="{FF2B5EF4-FFF2-40B4-BE49-F238E27FC236}">
                <a16:creationId xmlns:a16="http://schemas.microsoft.com/office/drawing/2014/main" id="{39C97A3F-9FE4-2778-4504-4B45F6ADD562}"/>
              </a:ext>
            </a:extLst>
          </p:cNvPr>
          <p:cNvCxnSpPr>
            <a:stCxn id="1578" idx="3"/>
            <a:endCxn id="1572" idx="1"/>
          </p:cNvCxnSpPr>
          <p:nvPr/>
        </p:nvCxnSpPr>
        <p:spPr>
          <a:xfrm rot="10800000" flipH="1">
            <a:off x="5781925" y="4187725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85" name="Google Shape;1585;p50">
            <a:extLst>
              <a:ext uri="{FF2B5EF4-FFF2-40B4-BE49-F238E27FC236}">
                <a16:creationId xmlns:a16="http://schemas.microsoft.com/office/drawing/2014/main" id="{1EB6F487-3C47-D415-4818-93FECEDB7936}"/>
              </a:ext>
            </a:extLst>
          </p:cNvPr>
          <p:cNvSpPr txBox="1"/>
          <p:nvPr/>
        </p:nvSpPr>
        <p:spPr>
          <a:xfrm>
            <a:off x="3669175" y="1721700"/>
            <a:ext cx="3572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FindNodeData(pBegin, 40)</a:t>
            </a:r>
            <a:endParaRPr/>
          </a:p>
        </p:txBody>
      </p:sp>
      <p:grpSp>
        <p:nvGrpSpPr>
          <p:cNvPr id="1586" name="Google Shape;1586;p50">
            <a:extLst>
              <a:ext uri="{FF2B5EF4-FFF2-40B4-BE49-F238E27FC236}">
                <a16:creationId xmlns:a16="http://schemas.microsoft.com/office/drawing/2014/main" id="{965A5D39-41CF-9109-89C4-A09F9C350429}"/>
              </a:ext>
            </a:extLst>
          </p:cNvPr>
          <p:cNvGrpSpPr/>
          <p:nvPr/>
        </p:nvGrpSpPr>
        <p:grpSpPr>
          <a:xfrm>
            <a:off x="4487275" y="2253225"/>
            <a:ext cx="803700" cy="559200"/>
            <a:chOff x="725125" y="742575"/>
            <a:chExt cx="803700" cy="559200"/>
          </a:xfrm>
        </p:grpSpPr>
        <p:sp>
          <p:nvSpPr>
            <p:cNvPr id="1587" name="Google Shape;1587;p50">
              <a:extLst>
                <a:ext uri="{FF2B5EF4-FFF2-40B4-BE49-F238E27FC236}">
                  <a16:creationId xmlns:a16="http://schemas.microsoft.com/office/drawing/2014/main" id="{67721C84-BEF0-79D2-B2F4-A27A5A9462C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pStart</a:t>
              </a:r>
              <a:endParaRPr sz="1200"/>
            </a:p>
          </p:txBody>
        </p:sp>
        <p:sp>
          <p:nvSpPr>
            <p:cNvPr id="1588" name="Google Shape;1588;p50">
              <a:extLst>
                <a:ext uri="{FF2B5EF4-FFF2-40B4-BE49-F238E27FC236}">
                  <a16:creationId xmlns:a16="http://schemas.microsoft.com/office/drawing/2014/main" id="{3ED4374D-6106-BB7B-F99F-4837331B89B2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1589" name="Google Shape;1589;p50">
            <a:extLst>
              <a:ext uri="{FF2B5EF4-FFF2-40B4-BE49-F238E27FC236}">
                <a16:creationId xmlns:a16="http://schemas.microsoft.com/office/drawing/2014/main" id="{6A62DA7F-F47F-684A-3702-3D8E10B1E617}"/>
              </a:ext>
            </a:extLst>
          </p:cNvPr>
          <p:cNvGrpSpPr/>
          <p:nvPr/>
        </p:nvGrpSpPr>
        <p:grpSpPr>
          <a:xfrm>
            <a:off x="5469175" y="2253213"/>
            <a:ext cx="803700" cy="559200"/>
            <a:chOff x="725125" y="742575"/>
            <a:chExt cx="803700" cy="559200"/>
          </a:xfrm>
        </p:grpSpPr>
        <p:sp>
          <p:nvSpPr>
            <p:cNvPr id="1590" name="Google Shape;1590;p50">
              <a:extLst>
                <a:ext uri="{FF2B5EF4-FFF2-40B4-BE49-F238E27FC236}">
                  <a16:creationId xmlns:a16="http://schemas.microsoft.com/office/drawing/2014/main" id="{8CDFC068-0BEB-BC6B-17FC-DE6F5DBBB21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data</a:t>
              </a:r>
              <a:endParaRPr sz="1200"/>
            </a:p>
          </p:txBody>
        </p:sp>
        <p:sp>
          <p:nvSpPr>
            <p:cNvPr id="1591" name="Google Shape;1591;p50">
              <a:extLst>
                <a:ext uri="{FF2B5EF4-FFF2-40B4-BE49-F238E27FC236}">
                  <a16:creationId xmlns:a16="http://schemas.microsoft.com/office/drawing/2014/main" id="{82C1C3A6-CDB5-4E3A-EB39-6C4CDB167686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40</a:t>
              </a:r>
              <a:endParaRPr/>
            </a:p>
          </p:txBody>
        </p:sp>
      </p:grpSp>
      <p:cxnSp>
        <p:nvCxnSpPr>
          <p:cNvPr id="1592" name="Google Shape;1592;p50">
            <a:extLst>
              <a:ext uri="{FF2B5EF4-FFF2-40B4-BE49-F238E27FC236}">
                <a16:creationId xmlns:a16="http://schemas.microsoft.com/office/drawing/2014/main" id="{ACA03DA3-A235-1389-88CE-06AEB2A4DACA}"/>
              </a:ext>
            </a:extLst>
          </p:cNvPr>
          <p:cNvCxnSpPr>
            <a:stCxn id="1550" idx="2"/>
            <a:endCxn id="1588" idx="0"/>
          </p:cNvCxnSpPr>
          <p:nvPr/>
        </p:nvCxnSpPr>
        <p:spPr>
          <a:xfrm>
            <a:off x="900750" y="2229650"/>
            <a:ext cx="3988500" cy="303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593" name="Google Shape;1593;p50">
            <a:extLst>
              <a:ext uri="{FF2B5EF4-FFF2-40B4-BE49-F238E27FC236}">
                <a16:creationId xmlns:a16="http://schemas.microsoft.com/office/drawing/2014/main" id="{AEC3D79E-C29F-421D-79EE-25CB427497E3}"/>
              </a:ext>
            </a:extLst>
          </p:cNvPr>
          <p:cNvCxnSpPr>
            <a:stCxn id="1588" idx="1"/>
            <a:endCxn id="1556" idx="1"/>
          </p:cNvCxnSpPr>
          <p:nvPr/>
        </p:nvCxnSpPr>
        <p:spPr>
          <a:xfrm flipH="1">
            <a:off x="1630375" y="2672625"/>
            <a:ext cx="2856900" cy="1515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594" name="Google Shape;1594;p50">
            <a:extLst>
              <a:ext uri="{FF2B5EF4-FFF2-40B4-BE49-F238E27FC236}">
                <a16:creationId xmlns:a16="http://schemas.microsoft.com/office/drawing/2014/main" id="{05B0C5A1-D3DC-C62F-756E-B1028898C84F}"/>
              </a:ext>
            </a:extLst>
          </p:cNvPr>
          <p:cNvGrpSpPr/>
          <p:nvPr/>
        </p:nvGrpSpPr>
        <p:grpSpPr>
          <a:xfrm>
            <a:off x="5469175" y="3009425"/>
            <a:ext cx="803700" cy="559200"/>
            <a:chOff x="725125" y="742575"/>
            <a:chExt cx="803700" cy="559200"/>
          </a:xfrm>
        </p:grpSpPr>
        <p:sp>
          <p:nvSpPr>
            <p:cNvPr id="1595" name="Google Shape;1595;p50">
              <a:extLst>
                <a:ext uri="{FF2B5EF4-FFF2-40B4-BE49-F238E27FC236}">
                  <a16:creationId xmlns:a16="http://schemas.microsoft.com/office/drawing/2014/main" id="{1DCFE76F-B21B-DE11-5CAF-AA5770CD674C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pNode</a:t>
              </a:r>
              <a:endParaRPr sz="1200"/>
            </a:p>
          </p:txBody>
        </p:sp>
        <p:sp>
          <p:nvSpPr>
            <p:cNvPr id="1596" name="Google Shape;1596;p50">
              <a:extLst>
                <a:ext uri="{FF2B5EF4-FFF2-40B4-BE49-F238E27FC236}">
                  <a16:creationId xmlns:a16="http://schemas.microsoft.com/office/drawing/2014/main" id="{244871EE-5674-EC56-913E-892278A8C2A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>
                  <a:solidFill>
                    <a:srgbClr val="FF0000"/>
                  </a:solidFill>
                </a:rPr>
                <a:t>0x03</a:t>
              </a:r>
              <a:endParaRPr>
                <a:solidFill>
                  <a:srgbClr val="FF0000"/>
                </a:solidFill>
              </a:endParaRPr>
            </a:p>
          </p:txBody>
        </p:sp>
      </p:grpSp>
      <p:cxnSp>
        <p:nvCxnSpPr>
          <p:cNvPr id="1597" name="Google Shape;1597;p50">
            <a:extLst>
              <a:ext uri="{FF2B5EF4-FFF2-40B4-BE49-F238E27FC236}">
                <a16:creationId xmlns:a16="http://schemas.microsoft.com/office/drawing/2014/main" id="{8E5775E9-CF55-AC07-A807-9B71B5DB5437}"/>
              </a:ext>
            </a:extLst>
          </p:cNvPr>
          <p:cNvCxnSpPr>
            <a:stCxn id="1588" idx="2"/>
            <a:endCxn id="1596" idx="0"/>
          </p:cNvCxnSpPr>
          <p:nvPr/>
        </p:nvCxnSpPr>
        <p:spPr>
          <a:xfrm>
            <a:off x="4889125" y="2812425"/>
            <a:ext cx="981900" cy="476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598" name="Google Shape;1598;p50">
            <a:extLst>
              <a:ext uri="{FF2B5EF4-FFF2-40B4-BE49-F238E27FC236}">
                <a16:creationId xmlns:a16="http://schemas.microsoft.com/office/drawing/2014/main" id="{714DFD0C-D090-4ACA-2544-642C1FE795FC}"/>
              </a:ext>
            </a:extLst>
          </p:cNvPr>
          <p:cNvCxnSpPr>
            <a:endCxn id="1566" idx="1"/>
          </p:cNvCxnSpPr>
          <p:nvPr/>
        </p:nvCxnSpPr>
        <p:spPr>
          <a:xfrm flipH="1">
            <a:off x="3877650" y="3428750"/>
            <a:ext cx="1591200" cy="7590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599" name="Google Shape;1599;p50">
            <a:extLst>
              <a:ext uri="{FF2B5EF4-FFF2-40B4-BE49-F238E27FC236}">
                <a16:creationId xmlns:a16="http://schemas.microsoft.com/office/drawing/2014/main" id="{BC328405-CA15-DEE2-CA60-D1F88AB2A7FC}"/>
              </a:ext>
            </a:extLst>
          </p:cNvPr>
          <p:cNvGrpSpPr/>
          <p:nvPr/>
        </p:nvGrpSpPr>
        <p:grpSpPr>
          <a:xfrm>
            <a:off x="2620350" y="1670450"/>
            <a:ext cx="803700" cy="559200"/>
            <a:chOff x="725125" y="742575"/>
            <a:chExt cx="803700" cy="559200"/>
          </a:xfrm>
        </p:grpSpPr>
        <p:sp>
          <p:nvSpPr>
            <p:cNvPr id="1600" name="Google Shape;1600;p50">
              <a:extLst>
                <a:ext uri="{FF2B5EF4-FFF2-40B4-BE49-F238E27FC236}">
                  <a16:creationId xmlns:a16="http://schemas.microsoft.com/office/drawing/2014/main" id="{7E0ACF72-6C37-EA26-C24B-C41D4DCC409F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Find</a:t>
              </a:r>
              <a:endParaRPr/>
            </a:p>
          </p:txBody>
        </p:sp>
        <p:sp>
          <p:nvSpPr>
            <p:cNvPr id="1601" name="Google Shape;1601;p50">
              <a:extLst>
                <a:ext uri="{FF2B5EF4-FFF2-40B4-BE49-F238E27FC236}">
                  <a16:creationId xmlns:a16="http://schemas.microsoft.com/office/drawing/2014/main" id="{84C2D1AC-2EFF-3EA2-CBC5-5FB449D059FE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cxnSp>
        <p:nvCxnSpPr>
          <p:cNvPr id="1602" name="Google Shape;1602;p50">
            <a:extLst>
              <a:ext uri="{FF2B5EF4-FFF2-40B4-BE49-F238E27FC236}">
                <a16:creationId xmlns:a16="http://schemas.microsoft.com/office/drawing/2014/main" id="{FBE591E9-C323-0722-505C-5B0CBE60D7DE}"/>
              </a:ext>
            </a:extLst>
          </p:cNvPr>
          <p:cNvCxnSpPr>
            <a:stCxn id="1596" idx="2"/>
            <a:endCxn id="1601" idx="0"/>
          </p:cNvCxnSpPr>
          <p:nvPr/>
        </p:nvCxnSpPr>
        <p:spPr>
          <a:xfrm rot="10800000">
            <a:off x="3022225" y="1950125"/>
            <a:ext cx="2848800" cy="1618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603" name="Google Shape;1603;p50">
            <a:extLst>
              <a:ext uri="{FF2B5EF4-FFF2-40B4-BE49-F238E27FC236}">
                <a16:creationId xmlns:a16="http://schemas.microsoft.com/office/drawing/2014/main" id="{7143ABAF-9D18-0B89-0DAD-009A44D46B9C}"/>
              </a:ext>
            </a:extLst>
          </p:cNvPr>
          <p:cNvCxnSpPr>
            <a:stCxn id="1601" idx="1"/>
            <a:endCxn id="1556" idx="1"/>
          </p:cNvCxnSpPr>
          <p:nvPr/>
        </p:nvCxnSpPr>
        <p:spPr>
          <a:xfrm flipH="1">
            <a:off x="1630350" y="2089850"/>
            <a:ext cx="9900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04" name="Google Shape;1604;p50">
            <a:extLst>
              <a:ext uri="{FF2B5EF4-FFF2-40B4-BE49-F238E27FC236}">
                <a16:creationId xmlns:a16="http://schemas.microsoft.com/office/drawing/2014/main" id="{DB2A8FB1-824D-72CD-4155-55B2F8EF585F}"/>
              </a:ext>
            </a:extLst>
          </p:cNvPr>
          <p:cNvSpPr txBox="1"/>
          <p:nvPr/>
        </p:nvSpPr>
        <p:spPr>
          <a:xfrm>
            <a:off x="6078725" y="756075"/>
            <a:ext cx="31809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6D9EEB"/>
                </a:solidFill>
              </a:rPr>
              <a:t>pNode-&gt;nData == 40 -&gt; F</a:t>
            </a:r>
            <a:endParaRPr>
              <a:solidFill>
                <a:srgbClr val="6D9EEB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20 != 40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pNode = 0x03</a:t>
            </a:r>
            <a:br>
              <a:rPr lang="ko"/>
            </a:br>
            <a:r>
              <a:rPr lang="ko">
                <a:solidFill>
                  <a:srgbClr val="FF0000"/>
                </a:solidFill>
              </a:rPr>
              <a:t>pNode = pNode-&gt;pNext</a:t>
            </a:r>
            <a:endParaRPr>
              <a:solidFill>
                <a:srgbClr val="FF0000"/>
              </a:solidFill>
            </a:endParaRPr>
          </a:p>
        </p:txBody>
      </p:sp>
      <p:cxnSp>
        <p:nvCxnSpPr>
          <p:cNvPr id="1605" name="Google Shape;1605;p50">
            <a:extLst>
              <a:ext uri="{FF2B5EF4-FFF2-40B4-BE49-F238E27FC236}">
                <a16:creationId xmlns:a16="http://schemas.microsoft.com/office/drawing/2014/main" id="{13389129-66FF-194E-C107-FCD62DE24978}"/>
              </a:ext>
            </a:extLst>
          </p:cNvPr>
          <p:cNvCxnSpPr>
            <a:stCxn id="1558" idx="2"/>
            <a:endCxn id="1596" idx="0"/>
          </p:cNvCxnSpPr>
          <p:nvPr/>
        </p:nvCxnSpPr>
        <p:spPr>
          <a:xfrm rot="10800000" flipH="1">
            <a:off x="2032075" y="3288925"/>
            <a:ext cx="3839100" cy="159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606" name="Google Shape;1606;p50">
            <a:extLst>
              <a:ext uri="{FF2B5EF4-FFF2-40B4-BE49-F238E27FC236}">
                <a16:creationId xmlns:a16="http://schemas.microsoft.com/office/drawing/2014/main" id="{665CD46A-F0A6-0055-AC65-7B61B4FE71AB}"/>
              </a:ext>
            </a:extLst>
          </p:cNvPr>
          <p:cNvCxnSpPr>
            <a:stCxn id="1560" idx="2"/>
            <a:endCxn id="1596" idx="0"/>
          </p:cNvCxnSpPr>
          <p:nvPr/>
        </p:nvCxnSpPr>
        <p:spPr>
          <a:xfrm rot="10800000" flipH="1">
            <a:off x="3178925" y="3288950"/>
            <a:ext cx="2692200" cy="15978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dash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20881766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Google Shape;1611;p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찾기 문제점 - 반복구조 검증</a:t>
            </a:r>
            <a:endParaRPr/>
          </a:p>
        </p:txBody>
      </p:sp>
      <p:sp>
        <p:nvSpPr>
          <p:cNvPr id="1612" name="Google Shape;1612;p51"/>
          <p:cNvSpPr txBox="1"/>
          <p:nvPr/>
        </p:nvSpPr>
        <p:spPr>
          <a:xfrm>
            <a:off x="387900" y="1190175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34 main()</a:t>
            </a:r>
            <a:endParaRPr/>
          </a:p>
        </p:txBody>
      </p:sp>
      <p:grpSp>
        <p:nvGrpSpPr>
          <p:cNvPr id="1613" name="Google Shape;1613;p51"/>
          <p:cNvGrpSpPr/>
          <p:nvPr/>
        </p:nvGrpSpPr>
        <p:grpSpPr>
          <a:xfrm>
            <a:off x="498900" y="1670450"/>
            <a:ext cx="803700" cy="559200"/>
            <a:chOff x="725125" y="742575"/>
            <a:chExt cx="803700" cy="559200"/>
          </a:xfrm>
        </p:grpSpPr>
        <p:sp>
          <p:nvSpPr>
            <p:cNvPr id="1614" name="Google Shape;1614;p51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pBgin</a:t>
              </a:r>
              <a:endParaRPr/>
            </a:p>
          </p:txBody>
        </p:sp>
        <p:sp>
          <p:nvSpPr>
            <p:cNvPr id="1615" name="Google Shape;1615;p51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1616" name="Google Shape;1616;p51"/>
          <p:cNvGrpSpPr/>
          <p:nvPr/>
        </p:nvGrpSpPr>
        <p:grpSpPr>
          <a:xfrm>
            <a:off x="1571525" y="1670450"/>
            <a:ext cx="803700" cy="559200"/>
            <a:chOff x="725125" y="742575"/>
            <a:chExt cx="803700" cy="559200"/>
          </a:xfrm>
        </p:grpSpPr>
        <p:sp>
          <p:nvSpPr>
            <p:cNvPr id="1617" name="Google Shape;1617;p51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End</a:t>
              </a:r>
              <a:endParaRPr/>
            </a:p>
          </p:txBody>
        </p:sp>
        <p:sp>
          <p:nvSpPr>
            <p:cNvPr id="1618" name="Google Shape;1618;p51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0x05</a:t>
              </a:r>
              <a:endParaRPr/>
            </a:p>
          </p:txBody>
        </p:sp>
      </p:grpSp>
      <p:grpSp>
        <p:nvGrpSpPr>
          <p:cNvPr id="1619" name="Google Shape;1619;p51"/>
          <p:cNvGrpSpPr/>
          <p:nvPr/>
        </p:nvGrpSpPr>
        <p:grpSpPr>
          <a:xfrm>
            <a:off x="1630225" y="4047925"/>
            <a:ext cx="803700" cy="838800"/>
            <a:chOff x="6538675" y="262075"/>
            <a:chExt cx="803700" cy="838800"/>
          </a:xfrm>
        </p:grpSpPr>
        <p:grpSp>
          <p:nvGrpSpPr>
            <p:cNvPr id="1620" name="Google Shape;1620;p51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621" name="Google Shape;1621;p51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1622" name="Google Shape;1622;p51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1623" name="Google Shape;1623;p51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0x02</a:t>
              </a:r>
              <a:endParaRPr sz="1200"/>
            </a:p>
          </p:txBody>
        </p:sp>
      </p:grpSp>
      <p:grpSp>
        <p:nvGrpSpPr>
          <p:cNvPr id="1624" name="Google Shape;1624;p51"/>
          <p:cNvGrpSpPr/>
          <p:nvPr/>
        </p:nvGrpSpPr>
        <p:grpSpPr>
          <a:xfrm>
            <a:off x="2777075" y="4047950"/>
            <a:ext cx="803700" cy="838800"/>
            <a:chOff x="6538675" y="262075"/>
            <a:chExt cx="803700" cy="838800"/>
          </a:xfrm>
        </p:grpSpPr>
        <p:sp>
          <p:nvSpPr>
            <p:cNvPr id="1625" name="Google Shape;1625;p51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0x03</a:t>
              </a:r>
              <a:endParaRPr sz="1200"/>
            </a:p>
          </p:txBody>
        </p:sp>
        <p:grpSp>
          <p:nvGrpSpPr>
            <p:cNvPr id="1626" name="Google Shape;1626;p51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627" name="Google Shape;1627;p51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1628" name="Google Shape;1628;p51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</p:grpSp>
      <p:grpSp>
        <p:nvGrpSpPr>
          <p:cNvPr id="1629" name="Google Shape;1629;p51"/>
          <p:cNvGrpSpPr/>
          <p:nvPr/>
        </p:nvGrpSpPr>
        <p:grpSpPr>
          <a:xfrm>
            <a:off x="3877650" y="4047950"/>
            <a:ext cx="803700" cy="838800"/>
            <a:chOff x="6538675" y="262075"/>
            <a:chExt cx="803700" cy="838800"/>
          </a:xfrm>
        </p:grpSpPr>
        <p:grpSp>
          <p:nvGrpSpPr>
            <p:cNvPr id="1630" name="Google Shape;1630;p51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631" name="Google Shape;1631;p51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0x03</a:t>
                </a:r>
                <a:endParaRPr/>
              </a:p>
            </p:txBody>
          </p:sp>
          <p:sp>
            <p:nvSpPr>
              <p:cNvPr id="1632" name="Google Shape;1632;p51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30</a:t>
                </a:r>
                <a:endParaRPr/>
              </a:p>
            </p:txBody>
          </p:sp>
        </p:grpSp>
        <p:sp>
          <p:nvSpPr>
            <p:cNvPr id="1633" name="Google Shape;1633;p51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0x04</a:t>
              </a:r>
              <a:endParaRPr sz="1200"/>
            </a:p>
          </p:txBody>
        </p:sp>
      </p:grpSp>
      <p:cxnSp>
        <p:nvCxnSpPr>
          <p:cNvPr id="1634" name="Google Shape;1634;p51"/>
          <p:cNvCxnSpPr>
            <a:stCxn id="1623" idx="3"/>
            <a:endCxn id="1627" idx="1"/>
          </p:cNvCxnSpPr>
          <p:nvPr/>
        </p:nvCxnSpPr>
        <p:spPr>
          <a:xfrm rot="10800000" flipH="1">
            <a:off x="2433925" y="4187725"/>
            <a:ext cx="3432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35" name="Google Shape;1635;p51"/>
          <p:cNvCxnSpPr>
            <a:endCxn id="1631" idx="1"/>
          </p:cNvCxnSpPr>
          <p:nvPr/>
        </p:nvCxnSpPr>
        <p:spPr>
          <a:xfrm rot="10800000" flipH="1">
            <a:off x="3580650" y="4187750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36" name="Google Shape;1636;p51"/>
          <p:cNvCxnSpPr>
            <a:stCxn id="1618" idx="1"/>
            <a:endCxn id="1637" idx="1"/>
          </p:cNvCxnSpPr>
          <p:nvPr/>
        </p:nvCxnSpPr>
        <p:spPr>
          <a:xfrm>
            <a:off x="1571525" y="2089850"/>
            <a:ext cx="45072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38" name="Google Shape;1638;p51"/>
          <p:cNvCxnSpPr>
            <a:stCxn id="1615" idx="1"/>
            <a:endCxn id="1621" idx="1"/>
          </p:cNvCxnSpPr>
          <p:nvPr/>
        </p:nvCxnSpPr>
        <p:spPr>
          <a:xfrm>
            <a:off x="498900" y="2089850"/>
            <a:ext cx="11313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639" name="Google Shape;1639;p51"/>
          <p:cNvGrpSpPr/>
          <p:nvPr/>
        </p:nvGrpSpPr>
        <p:grpSpPr>
          <a:xfrm>
            <a:off x="4978225" y="4047925"/>
            <a:ext cx="803700" cy="838800"/>
            <a:chOff x="6538675" y="262075"/>
            <a:chExt cx="803700" cy="838800"/>
          </a:xfrm>
        </p:grpSpPr>
        <p:grpSp>
          <p:nvGrpSpPr>
            <p:cNvPr id="1640" name="Google Shape;1640;p51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641" name="Google Shape;1641;p51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0x04</a:t>
                </a:r>
                <a:endParaRPr/>
              </a:p>
            </p:txBody>
          </p:sp>
          <p:sp>
            <p:nvSpPr>
              <p:cNvPr id="1642" name="Google Shape;1642;p51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40</a:t>
                </a:r>
                <a:endParaRPr/>
              </a:p>
            </p:txBody>
          </p:sp>
        </p:grpSp>
        <p:sp>
          <p:nvSpPr>
            <p:cNvPr id="1643" name="Google Shape;1643;p51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0x05</a:t>
              </a:r>
              <a:endParaRPr sz="1200"/>
            </a:p>
          </p:txBody>
        </p:sp>
      </p:grpSp>
      <p:cxnSp>
        <p:nvCxnSpPr>
          <p:cNvPr id="1644" name="Google Shape;1644;p51"/>
          <p:cNvCxnSpPr>
            <a:stCxn id="1633" idx="3"/>
            <a:endCxn id="1641" idx="1"/>
          </p:cNvCxnSpPr>
          <p:nvPr/>
        </p:nvCxnSpPr>
        <p:spPr>
          <a:xfrm rot="10800000" flipH="1">
            <a:off x="4681350" y="4187750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645" name="Google Shape;1645;p51"/>
          <p:cNvGrpSpPr/>
          <p:nvPr/>
        </p:nvGrpSpPr>
        <p:grpSpPr>
          <a:xfrm>
            <a:off x="6078800" y="4047925"/>
            <a:ext cx="803700" cy="838800"/>
            <a:chOff x="6538675" y="262075"/>
            <a:chExt cx="803700" cy="838800"/>
          </a:xfrm>
        </p:grpSpPr>
        <p:grpSp>
          <p:nvGrpSpPr>
            <p:cNvPr id="1646" name="Google Shape;1646;p51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637" name="Google Shape;1637;p51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0x05</a:t>
                </a:r>
                <a:endParaRPr/>
              </a:p>
            </p:txBody>
          </p:sp>
          <p:sp>
            <p:nvSpPr>
              <p:cNvPr id="1647" name="Google Shape;1647;p51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50</a:t>
                </a:r>
                <a:endParaRPr/>
              </a:p>
            </p:txBody>
          </p:sp>
        </p:grpSp>
        <p:sp>
          <p:nvSpPr>
            <p:cNvPr id="1648" name="Google Shape;1648;p51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pNext</a:t>
              </a:r>
              <a:endParaRPr sz="1200"/>
            </a:p>
          </p:txBody>
        </p:sp>
      </p:grpSp>
      <p:cxnSp>
        <p:nvCxnSpPr>
          <p:cNvPr id="1649" name="Google Shape;1649;p51"/>
          <p:cNvCxnSpPr>
            <a:stCxn id="1643" idx="3"/>
            <a:endCxn id="1637" idx="1"/>
          </p:cNvCxnSpPr>
          <p:nvPr/>
        </p:nvCxnSpPr>
        <p:spPr>
          <a:xfrm rot="10800000" flipH="1">
            <a:off x="5781925" y="4187725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50" name="Google Shape;1650;p51"/>
          <p:cNvSpPr txBox="1"/>
          <p:nvPr/>
        </p:nvSpPr>
        <p:spPr>
          <a:xfrm>
            <a:off x="3669175" y="1721700"/>
            <a:ext cx="3572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FindNodeData(pBegin, 40)</a:t>
            </a:r>
            <a:endParaRPr/>
          </a:p>
        </p:txBody>
      </p:sp>
      <p:grpSp>
        <p:nvGrpSpPr>
          <p:cNvPr id="1651" name="Google Shape;1651;p51"/>
          <p:cNvGrpSpPr/>
          <p:nvPr/>
        </p:nvGrpSpPr>
        <p:grpSpPr>
          <a:xfrm>
            <a:off x="4487275" y="2253225"/>
            <a:ext cx="803700" cy="559200"/>
            <a:chOff x="725125" y="742575"/>
            <a:chExt cx="803700" cy="559200"/>
          </a:xfrm>
        </p:grpSpPr>
        <p:sp>
          <p:nvSpPr>
            <p:cNvPr id="1652" name="Google Shape;1652;p51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pStart</a:t>
              </a:r>
              <a:endParaRPr sz="1200"/>
            </a:p>
          </p:txBody>
        </p:sp>
        <p:sp>
          <p:nvSpPr>
            <p:cNvPr id="1653" name="Google Shape;1653;p51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1654" name="Google Shape;1654;p51"/>
          <p:cNvGrpSpPr/>
          <p:nvPr/>
        </p:nvGrpSpPr>
        <p:grpSpPr>
          <a:xfrm>
            <a:off x="5469175" y="2253213"/>
            <a:ext cx="803700" cy="559200"/>
            <a:chOff x="725125" y="742575"/>
            <a:chExt cx="803700" cy="559200"/>
          </a:xfrm>
        </p:grpSpPr>
        <p:sp>
          <p:nvSpPr>
            <p:cNvPr id="1655" name="Google Shape;1655;p51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data</a:t>
              </a:r>
              <a:endParaRPr sz="1200"/>
            </a:p>
          </p:txBody>
        </p:sp>
        <p:sp>
          <p:nvSpPr>
            <p:cNvPr id="1656" name="Google Shape;1656;p51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40</a:t>
              </a:r>
              <a:endParaRPr/>
            </a:p>
          </p:txBody>
        </p:sp>
      </p:grpSp>
      <p:cxnSp>
        <p:nvCxnSpPr>
          <p:cNvPr id="1657" name="Google Shape;1657;p51"/>
          <p:cNvCxnSpPr>
            <a:stCxn id="1615" idx="2"/>
            <a:endCxn id="1653" idx="0"/>
          </p:cNvCxnSpPr>
          <p:nvPr/>
        </p:nvCxnSpPr>
        <p:spPr>
          <a:xfrm>
            <a:off x="900750" y="2229650"/>
            <a:ext cx="3988500" cy="303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658" name="Google Shape;1658;p51"/>
          <p:cNvCxnSpPr>
            <a:stCxn id="1653" idx="1"/>
            <a:endCxn id="1621" idx="1"/>
          </p:cNvCxnSpPr>
          <p:nvPr/>
        </p:nvCxnSpPr>
        <p:spPr>
          <a:xfrm flipH="1">
            <a:off x="1630375" y="2672625"/>
            <a:ext cx="2856900" cy="1515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659" name="Google Shape;1659;p51"/>
          <p:cNvGrpSpPr/>
          <p:nvPr/>
        </p:nvGrpSpPr>
        <p:grpSpPr>
          <a:xfrm>
            <a:off x="5469175" y="3009425"/>
            <a:ext cx="803700" cy="559200"/>
            <a:chOff x="725125" y="742575"/>
            <a:chExt cx="803700" cy="559200"/>
          </a:xfrm>
        </p:grpSpPr>
        <p:sp>
          <p:nvSpPr>
            <p:cNvPr id="1660" name="Google Shape;1660;p51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pNode</a:t>
              </a:r>
              <a:endParaRPr sz="1200"/>
            </a:p>
          </p:txBody>
        </p:sp>
        <p:sp>
          <p:nvSpPr>
            <p:cNvPr id="1661" name="Google Shape;1661;p51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>
                  <a:solidFill>
                    <a:schemeClr val="dk1"/>
                  </a:solidFill>
                </a:rPr>
                <a:t>0x04</a:t>
              </a:r>
              <a:endParaRPr>
                <a:solidFill>
                  <a:schemeClr val="dk1"/>
                </a:solidFill>
              </a:endParaRPr>
            </a:p>
          </p:txBody>
        </p:sp>
      </p:grpSp>
      <p:cxnSp>
        <p:nvCxnSpPr>
          <p:cNvPr id="1662" name="Google Shape;1662;p51"/>
          <p:cNvCxnSpPr>
            <a:stCxn id="1653" idx="2"/>
            <a:endCxn id="1661" idx="0"/>
          </p:cNvCxnSpPr>
          <p:nvPr/>
        </p:nvCxnSpPr>
        <p:spPr>
          <a:xfrm>
            <a:off x="4889125" y="2812425"/>
            <a:ext cx="981900" cy="476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663" name="Google Shape;1663;p51"/>
          <p:cNvCxnSpPr>
            <a:endCxn id="1641" idx="1"/>
          </p:cNvCxnSpPr>
          <p:nvPr/>
        </p:nvCxnSpPr>
        <p:spPr>
          <a:xfrm flipH="1">
            <a:off x="4978225" y="3428725"/>
            <a:ext cx="490500" cy="759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664" name="Google Shape;1664;p51"/>
          <p:cNvGrpSpPr/>
          <p:nvPr/>
        </p:nvGrpSpPr>
        <p:grpSpPr>
          <a:xfrm>
            <a:off x="2620350" y="1670450"/>
            <a:ext cx="803700" cy="559200"/>
            <a:chOff x="725125" y="742575"/>
            <a:chExt cx="803700" cy="559200"/>
          </a:xfrm>
        </p:grpSpPr>
        <p:sp>
          <p:nvSpPr>
            <p:cNvPr id="1665" name="Google Shape;1665;p51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Find</a:t>
              </a:r>
              <a:endParaRPr/>
            </a:p>
          </p:txBody>
        </p:sp>
        <p:sp>
          <p:nvSpPr>
            <p:cNvPr id="1666" name="Google Shape;1666;p51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cxnSp>
        <p:nvCxnSpPr>
          <p:cNvPr id="1667" name="Google Shape;1667;p51"/>
          <p:cNvCxnSpPr>
            <a:stCxn id="1661" idx="2"/>
            <a:endCxn id="1666" idx="0"/>
          </p:cNvCxnSpPr>
          <p:nvPr/>
        </p:nvCxnSpPr>
        <p:spPr>
          <a:xfrm rot="10800000">
            <a:off x="3022225" y="1950125"/>
            <a:ext cx="2848800" cy="1618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668" name="Google Shape;1668;p51"/>
          <p:cNvCxnSpPr>
            <a:stCxn id="1666" idx="1"/>
            <a:endCxn id="1621" idx="1"/>
          </p:cNvCxnSpPr>
          <p:nvPr/>
        </p:nvCxnSpPr>
        <p:spPr>
          <a:xfrm flipH="1">
            <a:off x="1630350" y="2089850"/>
            <a:ext cx="9900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69" name="Google Shape;1669;p51"/>
          <p:cNvSpPr txBox="1"/>
          <p:nvPr/>
        </p:nvSpPr>
        <p:spPr>
          <a:xfrm>
            <a:off x="6078725" y="756075"/>
            <a:ext cx="31809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6D9EEB"/>
                </a:solidFill>
              </a:rPr>
              <a:t>pNode-&gt;nData == 40 -&gt; F</a:t>
            </a:r>
            <a:br>
              <a:rPr lang="ko">
                <a:solidFill>
                  <a:srgbClr val="6D9EEB"/>
                </a:solidFill>
              </a:rPr>
            </a:br>
            <a:r>
              <a:rPr lang="ko">
                <a:solidFill>
                  <a:schemeClr val="dk1"/>
                </a:solidFill>
              </a:rPr>
              <a:t>30 != 40 -&gt; F</a:t>
            </a:r>
            <a:br>
              <a:rPr lang="ko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</p:txBody>
      </p:sp>
      <p:cxnSp>
        <p:nvCxnSpPr>
          <p:cNvPr id="1670" name="Google Shape;1670;p51"/>
          <p:cNvCxnSpPr>
            <a:stCxn id="1633" idx="2"/>
            <a:endCxn id="1661" idx="0"/>
          </p:cNvCxnSpPr>
          <p:nvPr/>
        </p:nvCxnSpPr>
        <p:spPr>
          <a:xfrm rot="10800000" flipH="1">
            <a:off x="4279500" y="3288950"/>
            <a:ext cx="1591500" cy="159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5" name="Google Shape;1675;p5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찾기 문제점 - 반복구조 검증</a:t>
            </a:r>
            <a:endParaRPr/>
          </a:p>
        </p:txBody>
      </p:sp>
      <p:sp>
        <p:nvSpPr>
          <p:cNvPr id="1676" name="Google Shape;1676;p52"/>
          <p:cNvSpPr txBox="1"/>
          <p:nvPr/>
        </p:nvSpPr>
        <p:spPr>
          <a:xfrm>
            <a:off x="387900" y="1190175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34 main()</a:t>
            </a:r>
            <a:endParaRPr/>
          </a:p>
        </p:txBody>
      </p:sp>
      <p:grpSp>
        <p:nvGrpSpPr>
          <p:cNvPr id="1677" name="Google Shape;1677;p52"/>
          <p:cNvGrpSpPr/>
          <p:nvPr/>
        </p:nvGrpSpPr>
        <p:grpSpPr>
          <a:xfrm>
            <a:off x="498900" y="1670450"/>
            <a:ext cx="803700" cy="559200"/>
            <a:chOff x="725125" y="742575"/>
            <a:chExt cx="803700" cy="559200"/>
          </a:xfrm>
        </p:grpSpPr>
        <p:sp>
          <p:nvSpPr>
            <p:cNvPr id="1678" name="Google Shape;1678;p52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pBgin</a:t>
              </a:r>
              <a:endParaRPr/>
            </a:p>
          </p:txBody>
        </p:sp>
        <p:sp>
          <p:nvSpPr>
            <p:cNvPr id="1679" name="Google Shape;1679;p52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1680" name="Google Shape;1680;p52"/>
          <p:cNvGrpSpPr/>
          <p:nvPr/>
        </p:nvGrpSpPr>
        <p:grpSpPr>
          <a:xfrm>
            <a:off x="1571525" y="1670450"/>
            <a:ext cx="803700" cy="559200"/>
            <a:chOff x="725125" y="742575"/>
            <a:chExt cx="803700" cy="559200"/>
          </a:xfrm>
        </p:grpSpPr>
        <p:sp>
          <p:nvSpPr>
            <p:cNvPr id="1681" name="Google Shape;1681;p52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End</a:t>
              </a:r>
              <a:endParaRPr/>
            </a:p>
          </p:txBody>
        </p:sp>
        <p:sp>
          <p:nvSpPr>
            <p:cNvPr id="1682" name="Google Shape;1682;p52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0x05</a:t>
              </a:r>
              <a:endParaRPr/>
            </a:p>
          </p:txBody>
        </p:sp>
      </p:grpSp>
      <p:grpSp>
        <p:nvGrpSpPr>
          <p:cNvPr id="1683" name="Google Shape;1683;p52"/>
          <p:cNvGrpSpPr/>
          <p:nvPr/>
        </p:nvGrpSpPr>
        <p:grpSpPr>
          <a:xfrm>
            <a:off x="1630225" y="4047925"/>
            <a:ext cx="803700" cy="838800"/>
            <a:chOff x="6538675" y="262075"/>
            <a:chExt cx="803700" cy="838800"/>
          </a:xfrm>
        </p:grpSpPr>
        <p:grpSp>
          <p:nvGrpSpPr>
            <p:cNvPr id="1684" name="Google Shape;1684;p52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685" name="Google Shape;1685;p52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1686" name="Google Shape;1686;p52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1687" name="Google Shape;1687;p52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0x02</a:t>
              </a:r>
              <a:endParaRPr sz="1200"/>
            </a:p>
          </p:txBody>
        </p:sp>
      </p:grpSp>
      <p:grpSp>
        <p:nvGrpSpPr>
          <p:cNvPr id="1688" name="Google Shape;1688;p52"/>
          <p:cNvGrpSpPr/>
          <p:nvPr/>
        </p:nvGrpSpPr>
        <p:grpSpPr>
          <a:xfrm>
            <a:off x="2777075" y="4047950"/>
            <a:ext cx="803700" cy="838800"/>
            <a:chOff x="6538675" y="262075"/>
            <a:chExt cx="803700" cy="838800"/>
          </a:xfrm>
        </p:grpSpPr>
        <p:sp>
          <p:nvSpPr>
            <p:cNvPr id="1689" name="Google Shape;1689;p52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0x03</a:t>
              </a:r>
              <a:endParaRPr sz="1200"/>
            </a:p>
          </p:txBody>
        </p:sp>
        <p:grpSp>
          <p:nvGrpSpPr>
            <p:cNvPr id="1690" name="Google Shape;1690;p52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691" name="Google Shape;1691;p52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1692" name="Google Shape;1692;p52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</p:grpSp>
      <p:grpSp>
        <p:nvGrpSpPr>
          <p:cNvPr id="1693" name="Google Shape;1693;p52"/>
          <p:cNvGrpSpPr/>
          <p:nvPr/>
        </p:nvGrpSpPr>
        <p:grpSpPr>
          <a:xfrm>
            <a:off x="3877650" y="4047950"/>
            <a:ext cx="803700" cy="838800"/>
            <a:chOff x="6538675" y="262075"/>
            <a:chExt cx="803700" cy="838800"/>
          </a:xfrm>
        </p:grpSpPr>
        <p:grpSp>
          <p:nvGrpSpPr>
            <p:cNvPr id="1694" name="Google Shape;1694;p52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695" name="Google Shape;1695;p52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0x03</a:t>
                </a:r>
                <a:endParaRPr/>
              </a:p>
            </p:txBody>
          </p:sp>
          <p:sp>
            <p:nvSpPr>
              <p:cNvPr id="1696" name="Google Shape;1696;p52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30</a:t>
                </a:r>
                <a:endParaRPr/>
              </a:p>
            </p:txBody>
          </p:sp>
        </p:grpSp>
        <p:sp>
          <p:nvSpPr>
            <p:cNvPr id="1697" name="Google Shape;1697;p52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0x04</a:t>
              </a:r>
              <a:endParaRPr sz="1200"/>
            </a:p>
          </p:txBody>
        </p:sp>
      </p:grpSp>
      <p:cxnSp>
        <p:nvCxnSpPr>
          <p:cNvPr id="1698" name="Google Shape;1698;p52"/>
          <p:cNvCxnSpPr>
            <a:stCxn id="1687" idx="3"/>
            <a:endCxn id="1691" idx="1"/>
          </p:cNvCxnSpPr>
          <p:nvPr/>
        </p:nvCxnSpPr>
        <p:spPr>
          <a:xfrm rot="10800000" flipH="1">
            <a:off x="2433925" y="4187725"/>
            <a:ext cx="3432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99" name="Google Shape;1699;p52"/>
          <p:cNvCxnSpPr>
            <a:endCxn id="1695" idx="1"/>
          </p:cNvCxnSpPr>
          <p:nvPr/>
        </p:nvCxnSpPr>
        <p:spPr>
          <a:xfrm rot="10800000" flipH="1">
            <a:off x="3580650" y="4187750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00" name="Google Shape;1700;p52"/>
          <p:cNvCxnSpPr>
            <a:stCxn id="1682" idx="1"/>
            <a:endCxn id="1701" idx="1"/>
          </p:cNvCxnSpPr>
          <p:nvPr/>
        </p:nvCxnSpPr>
        <p:spPr>
          <a:xfrm>
            <a:off x="1571525" y="2089850"/>
            <a:ext cx="45072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02" name="Google Shape;1702;p52"/>
          <p:cNvCxnSpPr>
            <a:stCxn id="1679" idx="1"/>
            <a:endCxn id="1685" idx="1"/>
          </p:cNvCxnSpPr>
          <p:nvPr/>
        </p:nvCxnSpPr>
        <p:spPr>
          <a:xfrm>
            <a:off x="498900" y="2089850"/>
            <a:ext cx="11313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703" name="Google Shape;1703;p52"/>
          <p:cNvGrpSpPr/>
          <p:nvPr/>
        </p:nvGrpSpPr>
        <p:grpSpPr>
          <a:xfrm>
            <a:off x="4978225" y="4047925"/>
            <a:ext cx="803700" cy="838800"/>
            <a:chOff x="6538675" y="262075"/>
            <a:chExt cx="803700" cy="838800"/>
          </a:xfrm>
        </p:grpSpPr>
        <p:grpSp>
          <p:nvGrpSpPr>
            <p:cNvPr id="1704" name="Google Shape;1704;p52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705" name="Google Shape;1705;p52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0x04</a:t>
                </a:r>
                <a:endParaRPr/>
              </a:p>
            </p:txBody>
          </p:sp>
          <p:sp>
            <p:nvSpPr>
              <p:cNvPr id="1706" name="Google Shape;1706;p52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40</a:t>
                </a:r>
                <a:endParaRPr/>
              </a:p>
            </p:txBody>
          </p:sp>
        </p:grpSp>
        <p:sp>
          <p:nvSpPr>
            <p:cNvPr id="1707" name="Google Shape;1707;p52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0x05</a:t>
              </a:r>
              <a:endParaRPr sz="1200"/>
            </a:p>
          </p:txBody>
        </p:sp>
      </p:grpSp>
      <p:cxnSp>
        <p:nvCxnSpPr>
          <p:cNvPr id="1708" name="Google Shape;1708;p52"/>
          <p:cNvCxnSpPr>
            <a:stCxn id="1697" idx="3"/>
            <a:endCxn id="1705" idx="1"/>
          </p:cNvCxnSpPr>
          <p:nvPr/>
        </p:nvCxnSpPr>
        <p:spPr>
          <a:xfrm rot="10800000" flipH="1">
            <a:off x="4681350" y="4187750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709" name="Google Shape;1709;p52"/>
          <p:cNvGrpSpPr/>
          <p:nvPr/>
        </p:nvGrpSpPr>
        <p:grpSpPr>
          <a:xfrm>
            <a:off x="6078800" y="4047925"/>
            <a:ext cx="803700" cy="838800"/>
            <a:chOff x="6538675" y="262075"/>
            <a:chExt cx="803700" cy="838800"/>
          </a:xfrm>
        </p:grpSpPr>
        <p:grpSp>
          <p:nvGrpSpPr>
            <p:cNvPr id="1710" name="Google Shape;1710;p52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701" name="Google Shape;1701;p52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0x05</a:t>
                </a:r>
                <a:endParaRPr/>
              </a:p>
            </p:txBody>
          </p:sp>
          <p:sp>
            <p:nvSpPr>
              <p:cNvPr id="1711" name="Google Shape;1711;p52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50</a:t>
                </a:r>
                <a:endParaRPr/>
              </a:p>
            </p:txBody>
          </p:sp>
        </p:grpSp>
        <p:sp>
          <p:nvSpPr>
            <p:cNvPr id="1712" name="Google Shape;1712;p52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pNext</a:t>
              </a:r>
              <a:endParaRPr sz="1200"/>
            </a:p>
          </p:txBody>
        </p:sp>
      </p:grpSp>
      <p:cxnSp>
        <p:nvCxnSpPr>
          <p:cNvPr id="1713" name="Google Shape;1713;p52"/>
          <p:cNvCxnSpPr>
            <a:stCxn id="1707" idx="3"/>
            <a:endCxn id="1701" idx="1"/>
          </p:cNvCxnSpPr>
          <p:nvPr/>
        </p:nvCxnSpPr>
        <p:spPr>
          <a:xfrm rot="10800000" flipH="1">
            <a:off x="5781925" y="4187725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14" name="Google Shape;1714;p52"/>
          <p:cNvSpPr txBox="1"/>
          <p:nvPr/>
        </p:nvSpPr>
        <p:spPr>
          <a:xfrm>
            <a:off x="3669175" y="1721700"/>
            <a:ext cx="3572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FindNodeData(pBegin, 40)</a:t>
            </a:r>
            <a:endParaRPr/>
          </a:p>
        </p:txBody>
      </p:sp>
      <p:grpSp>
        <p:nvGrpSpPr>
          <p:cNvPr id="1715" name="Google Shape;1715;p52"/>
          <p:cNvGrpSpPr/>
          <p:nvPr/>
        </p:nvGrpSpPr>
        <p:grpSpPr>
          <a:xfrm>
            <a:off x="4487275" y="2253225"/>
            <a:ext cx="803700" cy="559200"/>
            <a:chOff x="725125" y="742575"/>
            <a:chExt cx="803700" cy="559200"/>
          </a:xfrm>
        </p:grpSpPr>
        <p:sp>
          <p:nvSpPr>
            <p:cNvPr id="1716" name="Google Shape;1716;p52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pStart</a:t>
              </a:r>
              <a:endParaRPr sz="1200"/>
            </a:p>
          </p:txBody>
        </p:sp>
        <p:sp>
          <p:nvSpPr>
            <p:cNvPr id="1717" name="Google Shape;1717;p52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1718" name="Google Shape;1718;p52"/>
          <p:cNvGrpSpPr/>
          <p:nvPr/>
        </p:nvGrpSpPr>
        <p:grpSpPr>
          <a:xfrm>
            <a:off x="5469175" y="2253213"/>
            <a:ext cx="803700" cy="559200"/>
            <a:chOff x="725125" y="742575"/>
            <a:chExt cx="803700" cy="559200"/>
          </a:xfrm>
        </p:grpSpPr>
        <p:sp>
          <p:nvSpPr>
            <p:cNvPr id="1719" name="Google Shape;1719;p52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data</a:t>
              </a:r>
              <a:endParaRPr sz="1200"/>
            </a:p>
          </p:txBody>
        </p:sp>
        <p:sp>
          <p:nvSpPr>
            <p:cNvPr id="1720" name="Google Shape;1720;p52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40</a:t>
              </a:r>
              <a:endParaRPr/>
            </a:p>
          </p:txBody>
        </p:sp>
      </p:grpSp>
      <p:cxnSp>
        <p:nvCxnSpPr>
          <p:cNvPr id="1721" name="Google Shape;1721;p52"/>
          <p:cNvCxnSpPr>
            <a:stCxn id="1679" idx="2"/>
            <a:endCxn id="1717" idx="0"/>
          </p:cNvCxnSpPr>
          <p:nvPr/>
        </p:nvCxnSpPr>
        <p:spPr>
          <a:xfrm>
            <a:off x="900750" y="2229650"/>
            <a:ext cx="3988500" cy="303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722" name="Google Shape;1722;p52"/>
          <p:cNvCxnSpPr>
            <a:stCxn id="1717" idx="1"/>
            <a:endCxn id="1685" idx="1"/>
          </p:cNvCxnSpPr>
          <p:nvPr/>
        </p:nvCxnSpPr>
        <p:spPr>
          <a:xfrm flipH="1">
            <a:off x="1630375" y="2672625"/>
            <a:ext cx="2856900" cy="1515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723" name="Google Shape;1723;p52"/>
          <p:cNvGrpSpPr/>
          <p:nvPr/>
        </p:nvGrpSpPr>
        <p:grpSpPr>
          <a:xfrm>
            <a:off x="5469175" y="3009425"/>
            <a:ext cx="803700" cy="559200"/>
            <a:chOff x="725125" y="742575"/>
            <a:chExt cx="803700" cy="559200"/>
          </a:xfrm>
        </p:grpSpPr>
        <p:sp>
          <p:nvSpPr>
            <p:cNvPr id="1724" name="Google Shape;1724;p52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pNode</a:t>
              </a:r>
              <a:endParaRPr sz="1200"/>
            </a:p>
          </p:txBody>
        </p:sp>
        <p:sp>
          <p:nvSpPr>
            <p:cNvPr id="1725" name="Google Shape;1725;p52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>
                  <a:solidFill>
                    <a:schemeClr val="dk1"/>
                  </a:solidFill>
                </a:rPr>
                <a:t>0x04</a:t>
              </a:r>
              <a:endParaRPr>
                <a:solidFill>
                  <a:schemeClr val="dk1"/>
                </a:solidFill>
              </a:endParaRPr>
            </a:p>
          </p:txBody>
        </p:sp>
      </p:grpSp>
      <p:cxnSp>
        <p:nvCxnSpPr>
          <p:cNvPr id="1726" name="Google Shape;1726;p52"/>
          <p:cNvCxnSpPr>
            <a:stCxn id="1717" idx="2"/>
            <a:endCxn id="1725" idx="0"/>
          </p:cNvCxnSpPr>
          <p:nvPr/>
        </p:nvCxnSpPr>
        <p:spPr>
          <a:xfrm>
            <a:off x="4889125" y="2812425"/>
            <a:ext cx="981900" cy="476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727" name="Google Shape;1727;p52"/>
          <p:cNvCxnSpPr>
            <a:endCxn id="1705" idx="1"/>
          </p:cNvCxnSpPr>
          <p:nvPr/>
        </p:nvCxnSpPr>
        <p:spPr>
          <a:xfrm flipH="1">
            <a:off x="4978225" y="3428725"/>
            <a:ext cx="490500" cy="759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728" name="Google Shape;1728;p52"/>
          <p:cNvGrpSpPr/>
          <p:nvPr/>
        </p:nvGrpSpPr>
        <p:grpSpPr>
          <a:xfrm>
            <a:off x="2620350" y="1670450"/>
            <a:ext cx="803700" cy="559200"/>
            <a:chOff x="725125" y="742575"/>
            <a:chExt cx="803700" cy="559200"/>
          </a:xfrm>
        </p:grpSpPr>
        <p:sp>
          <p:nvSpPr>
            <p:cNvPr id="1729" name="Google Shape;1729;p52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Find</a:t>
              </a:r>
              <a:endParaRPr/>
            </a:p>
          </p:txBody>
        </p:sp>
        <p:sp>
          <p:nvSpPr>
            <p:cNvPr id="1730" name="Google Shape;1730;p52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cxnSp>
        <p:nvCxnSpPr>
          <p:cNvPr id="1731" name="Google Shape;1731;p52"/>
          <p:cNvCxnSpPr>
            <a:stCxn id="1725" idx="2"/>
            <a:endCxn id="1730" idx="0"/>
          </p:cNvCxnSpPr>
          <p:nvPr/>
        </p:nvCxnSpPr>
        <p:spPr>
          <a:xfrm rot="10800000">
            <a:off x="3022225" y="1950125"/>
            <a:ext cx="2848800" cy="1618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732" name="Google Shape;1732;p52"/>
          <p:cNvCxnSpPr>
            <a:stCxn id="1730" idx="1"/>
            <a:endCxn id="1685" idx="1"/>
          </p:cNvCxnSpPr>
          <p:nvPr/>
        </p:nvCxnSpPr>
        <p:spPr>
          <a:xfrm flipH="1">
            <a:off x="1630350" y="2089850"/>
            <a:ext cx="9900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33" name="Google Shape;1733;p52"/>
          <p:cNvSpPr txBox="1"/>
          <p:nvPr/>
        </p:nvSpPr>
        <p:spPr>
          <a:xfrm>
            <a:off x="6078725" y="756075"/>
            <a:ext cx="31809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6D9EEB"/>
                </a:solidFill>
              </a:rPr>
              <a:t>pNode-&gt;nData == 40 -&gt; T</a:t>
            </a:r>
            <a:br>
              <a:rPr lang="ko">
                <a:solidFill>
                  <a:srgbClr val="6D9EEB"/>
                </a:solidFill>
              </a:rPr>
            </a:br>
            <a:r>
              <a:rPr lang="ko">
                <a:solidFill>
                  <a:schemeClr val="dk1"/>
                </a:solidFill>
              </a:rPr>
              <a:t>40 != 40 -&gt; T</a:t>
            </a:r>
            <a:br>
              <a:rPr lang="ko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</p:txBody>
      </p:sp>
      <p:cxnSp>
        <p:nvCxnSpPr>
          <p:cNvPr id="1734" name="Google Shape;1734;p52"/>
          <p:cNvCxnSpPr>
            <a:stCxn id="1697" idx="2"/>
            <a:endCxn id="1725" idx="0"/>
          </p:cNvCxnSpPr>
          <p:nvPr/>
        </p:nvCxnSpPr>
        <p:spPr>
          <a:xfrm rot="10800000" flipH="1">
            <a:off x="4279500" y="3288950"/>
            <a:ext cx="1591500" cy="159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9" name="Google Shape;1739;p5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찾기 문제점 해결방법</a:t>
            </a:r>
            <a:endParaRPr/>
          </a:p>
        </p:txBody>
      </p:sp>
      <p:grpSp>
        <p:nvGrpSpPr>
          <p:cNvPr id="1740" name="Google Shape;1740;p53"/>
          <p:cNvGrpSpPr/>
          <p:nvPr/>
        </p:nvGrpSpPr>
        <p:grpSpPr>
          <a:xfrm>
            <a:off x="311700" y="1338338"/>
            <a:ext cx="2090100" cy="998500"/>
            <a:chOff x="2421050" y="2030388"/>
            <a:chExt cx="2090100" cy="998500"/>
          </a:xfrm>
        </p:grpSpPr>
        <p:grpSp>
          <p:nvGrpSpPr>
            <p:cNvPr id="1741" name="Google Shape;1741;p53"/>
            <p:cNvGrpSpPr/>
            <p:nvPr/>
          </p:nvGrpSpPr>
          <p:grpSpPr>
            <a:xfrm>
              <a:off x="2421050" y="2030388"/>
              <a:ext cx="2090100" cy="998500"/>
              <a:chOff x="261375" y="2343650"/>
              <a:chExt cx="2090100" cy="998500"/>
            </a:xfrm>
          </p:grpSpPr>
          <p:sp>
            <p:nvSpPr>
              <p:cNvPr id="1742" name="Google Shape;1742;p53"/>
              <p:cNvSpPr/>
              <p:nvPr/>
            </p:nvSpPr>
            <p:spPr>
              <a:xfrm>
                <a:off x="261375" y="2343650"/>
                <a:ext cx="2090100" cy="3153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>
                    <a:solidFill>
                      <a:schemeClr val="dk1"/>
                    </a:solidFill>
                  </a:rPr>
                  <a:t>main()</a:t>
                </a:r>
                <a:endParaRPr/>
              </a:p>
            </p:txBody>
          </p:sp>
          <p:sp>
            <p:nvSpPr>
              <p:cNvPr id="1743" name="Google Shape;1743;p53"/>
              <p:cNvSpPr/>
              <p:nvPr/>
            </p:nvSpPr>
            <p:spPr>
              <a:xfrm>
                <a:off x="261375" y="2647950"/>
                <a:ext cx="2090100" cy="6942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44" name="Google Shape;1744;p53"/>
            <p:cNvSpPr/>
            <p:nvPr/>
          </p:nvSpPr>
          <p:spPr>
            <a:xfrm>
              <a:off x="2544875" y="2584213"/>
              <a:ext cx="803700" cy="3048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pBegin</a:t>
              </a:r>
              <a:endParaRPr/>
            </a:p>
          </p:txBody>
        </p:sp>
        <p:sp>
          <p:nvSpPr>
            <p:cNvPr id="1745" name="Google Shape;1745;p53"/>
            <p:cNvSpPr/>
            <p:nvPr/>
          </p:nvSpPr>
          <p:spPr>
            <a:xfrm>
              <a:off x="3530175" y="2576025"/>
              <a:ext cx="803700" cy="3048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pEnd</a:t>
              </a:r>
              <a:endParaRPr/>
            </a:p>
          </p:txBody>
        </p:sp>
      </p:grpSp>
      <p:sp>
        <p:nvSpPr>
          <p:cNvPr id="1746" name="Google Shape;1746;p53"/>
          <p:cNvSpPr/>
          <p:nvPr/>
        </p:nvSpPr>
        <p:spPr>
          <a:xfrm>
            <a:off x="399625" y="2751513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10</a:t>
            </a:r>
            <a:endParaRPr/>
          </a:p>
        </p:txBody>
      </p:sp>
      <p:sp>
        <p:nvSpPr>
          <p:cNvPr id="1747" name="Google Shape;1747;p53"/>
          <p:cNvSpPr/>
          <p:nvPr/>
        </p:nvSpPr>
        <p:spPr>
          <a:xfrm>
            <a:off x="979350" y="2751513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20</a:t>
            </a:r>
            <a:endParaRPr/>
          </a:p>
        </p:txBody>
      </p:sp>
      <p:sp>
        <p:nvSpPr>
          <p:cNvPr id="1748" name="Google Shape;1748;p53"/>
          <p:cNvSpPr/>
          <p:nvPr/>
        </p:nvSpPr>
        <p:spPr>
          <a:xfrm>
            <a:off x="1559075" y="2751513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30</a:t>
            </a:r>
            <a:endParaRPr/>
          </a:p>
        </p:txBody>
      </p:sp>
      <p:sp>
        <p:nvSpPr>
          <p:cNvPr id="1749" name="Google Shape;1749;p53"/>
          <p:cNvSpPr/>
          <p:nvPr/>
        </p:nvSpPr>
        <p:spPr>
          <a:xfrm>
            <a:off x="2112350" y="2751513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40</a:t>
            </a:r>
            <a:endParaRPr/>
          </a:p>
        </p:txBody>
      </p:sp>
      <p:sp>
        <p:nvSpPr>
          <p:cNvPr id="1750" name="Google Shape;1750;p53"/>
          <p:cNvSpPr/>
          <p:nvPr/>
        </p:nvSpPr>
        <p:spPr>
          <a:xfrm>
            <a:off x="2674475" y="2751513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50</a:t>
            </a:r>
            <a:endParaRPr/>
          </a:p>
        </p:txBody>
      </p:sp>
      <p:cxnSp>
        <p:nvCxnSpPr>
          <p:cNvPr id="1751" name="Google Shape;1751;p53"/>
          <p:cNvCxnSpPr>
            <a:stCxn id="1744" idx="3"/>
            <a:endCxn id="1746" idx="1"/>
          </p:cNvCxnSpPr>
          <p:nvPr/>
        </p:nvCxnSpPr>
        <p:spPr>
          <a:xfrm flipH="1">
            <a:off x="399525" y="2044563"/>
            <a:ext cx="839700" cy="859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52" name="Google Shape;1752;p53"/>
          <p:cNvCxnSpPr>
            <a:stCxn id="1745" idx="3"/>
            <a:endCxn id="1750" idx="1"/>
          </p:cNvCxnSpPr>
          <p:nvPr/>
        </p:nvCxnSpPr>
        <p:spPr>
          <a:xfrm>
            <a:off x="2224525" y="2036375"/>
            <a:ext cx="450000" cy="867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53" name="Google Shape;1753;p53"/>
          <p:cNvCxnSpPr>
            <a:stCxn id="1746" idx="3"/>
            <a:endCxn id="1747" idx="1"/>
          </p:cNvCxnSpPr>
          <p:nvPr/>
        </p:nvCxnSpPr>
        <p:spPr>
          <a:xfrm>
            <a:off x="804325" y="2903913"/>
            <a:ext cx="174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54" name="Google Shape;1754;p53"/>
          <p:cNvCxnSpPr>
            <a:endCxn id="1748" idx="1"/>
          </p:cNvCxnSpPr>
          <p:nvPr/>
        </p:nvCxnSpPr>
        <p:spPr>
          <a:xfrm>
            <a:off x="1384175" y="2903913"/>
            <a:ext cx="174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55" name="Google Shape;1755;p53"/>
          <p:cNvCxnSpPr>
            <a:stCxn id="1748" idx="3"/>
            <a:endCxn id="1749" idx="1"/>
          </p:cNvCxnSpPr>
          <p:nvPr/>
        </p:nvCxnSpPr>
        <p:spPr>
          <a:xfrm>
            <a:off x="1963775" y="2903913"/>
            <a:ext cx="148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56" name="Google Shape;1756;p53"/>
          <p:cNvCxnSpPr>
            <a:stCxn id="1749" idx="3"/>
            <a:endCxn id="1750" idx="1"/>
          </p:cNvCxnSpPr>
          <p:nvPr/>
        </p:nvCxnSpPr>
        <p:spPr>
          <a:xfrm>
            <a:off x="2517050" y="2903913"/>
            <a:ext cx="157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757" name="Google Shape;1757;p53"/>
          <p:cNvGrpSpPr/>
          <p:nvPr/>
        </p:nvGrpSpPr>
        <p:grpSpPr>
          <a:xfrm>
            <a:off x="3407325" y="1338338"/>
            <a:ext cx="2090100" cy="998500"/>
            <a:chOff x="2421050" y="2030388"/>
            <a:chExt cx="2090100" cy="998500"/>
          </a:xfrm>
        </p:grpSpPr>
        <p:grpSp>
          <p:nvGrpSpPr>
            <p:cNvPr id="1758" name="Google Shape;1758;p53"/>
            <p:cNvGrpSpPr/>
            <p:nvPr/>
          </p:nvGrpSpPr>
          <p:grpSpPr>
            <a:xfrm>
              <a:off x="2421050" y="2030388"/>
              <a:ext cx="2090100" cy="998500"/>
              <a:chOff x="261375" y="2343650"/>
              <a:chExt cx="2090100" cy="998500"/>
            </a:xfrm>
          </p:grpSpPr>
          <p:sp>
            <p:nvSpPr>
              <p:cNvPr id="1759" name="Google Shape;1759;p53"/>
              <p:cNvSpPr/>
              <p:nvPr/>
            </p:nvSpPr>
            <p:spPr>
              <a:xfrm>
                <a:off x="261375" y="2343650"/>
                <a:ext cx="2090100" cy="3153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>
                    <a:solidFill>
                      <a:schemeClr val="dk1"/>
                    </a:solidFill>
                  </a:rPr>
                  <a:t>Find(pBegin,40 )</a:t>
                </a:r>
                <a:endParaRPr/>
              </a:p>
            </p:txBody>
          </p:sp>
          <p:sp>
            <p:nvSpPr>
              <p:cNvPr id="1760" name="Google Shape;1760;p53"/>
              <p:cNvSpPr/>
              <p:nvPr/>
            </p:nvSpPr>
            <p:spPr>
              <a:xfrm>
                <a:off x="261375" y="2647950"/>
                <a:ext cx="2090100" cy="6942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61" name="Google Shape;1761;p53"/>
            <p:cNvSpPr/>
            <p:nvPr/>
          </p:nvSpPr>
          <p:spPr>
            <a:xfrm>
              <a:off x="2544875" y="2584213"/>
              <a:ext cx="803700" cy="3048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pNode</a:t>
              </a:r>
              <a:endParaRPr/>
            </a:p>
          </p:txBody>
        </p:sp>
      </p:grpSp>
      <p:cxnSp>
        <p:nvCxnSpPr>
          <p:cNvPr id="1762" name="Google Shape;1762;p53"/>
          <p:cNvCxnSpPr>
            <a:stCxn id="1761" idx="1"/>
            <a:endCxn id="1749" idx="1"/>
          </p:cNvCxnSpPr>
          <p:nvPr/>
        </p:nvCxnSpPr>
        <p:spPr>
          <a:xfrm flipH="1">
            <a:off x="2112450" y="2044563"/>
            <a:ext cx="1418700" cy="859500"/>
          </a:xfrm>
          <a:prstGeom prst="straightConnector1">
            <a:avLst/>
          </a:prstGeom>
          <a:noFill/>
          <a:ln w="9525" cap="flat" cmpd="sng">
            <a:solidFill>
              <a:srgbClr val="6AA84F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7" name="Google Shape;1767;p5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삽입 문제점</a:t>
            </a:r>
            <a:endParaRPr/>
          </a:p>
        </p:txBody>
      </p:sp>
      <p:grpSp>
        <p:nvGrpSpPr>
          <p:cNvPr id="1768" name="Google Shape;1768;p54"/>
          <p:cNvGrpSpPr/>
          <p:nvPr/>
        </p:nvGrpSpPr>
        <p:grpSpPr>
          <a:xfrm>
            <a:off x="311700" y="1338338"/>
            <a:ext cx="2090100" cy="998500"/>
            <a:chOff x="2421050" y="2030388"/>
            <a:chExt cx="2090100" cy="998500"/>
          </a:xfrm>
        </p:grpSpPr>
        <p:grpSp>
          <p:nvGrpSpPr>
            <p:cNvPr id="1769" name="Google Shape;1769;p54"/>
            <p:cNvGrpSpPr/>
            <p:nvPr/>
          </p:nvGrpSpPr>
          <p:grpSpPr>
            <a:xfrm>
              <a:off x="2421050" y="2030388"/>
              <a:ext cx="2090100" cy="998500"/>
              <a:chOff x="261375" y="2343650"/>
              <a:chExt cx="2090100" cy="998500"/>
            </a:xfrm>
          </p:grpSpPr>
          <p:sp>
            <p:nvSpPr>
              <p:cNvPr id="1770" name="Google Shape;1770;p54"/>
              <p:cNvSpPr/>
              <p:nvPr/>
            </p:nvSpPr>
            <p:spPr>
              <a:xfrm>
                <a:off x="261375" y="2343650"/>
                <a:ext cx="2090100" cy="3153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>
                    <a:solidFill>
                      <a:schemeClr val="dk1"/>
                    </a:solidFill>
                  </a:rPr>
                  <a:t>main()</a:t>
                </a:r>
                <a:endParaRPr/>
              </a:p>
            </p:txBody>
          </p:sp>
          <p:sp>
            <p:nvSpPr>
              <p:cNvPr id="1771" name="Google Shape;1771;p54"/>
              <p:cNvSpPr/>
              <p:nvPr/>
            </p:nvSpPr>
            <p:spPr>
              <a:xfrm>
                <a:off x="261375" y="2647950"/>
                <a:ext cx="2090100" cy="6942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72" name="Google Shape;1772;p54"/>
            <p:cNvSpPr/>
            <p:nvPr/>
          </p:nvSpPr>
          <p:spPr>
            <a:xfrm>
              <a:off x="2544875" y="2584213"/>
              <a:ext cx="803700" cy="3048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pBegin</a:t>
              </a:r>
              <a:endParaRPr/>
            </a:p>
          </p:txBody>
        </p:sp>
        <p:sp>
          <p:nvSpPr>
            <p:cNvPr id="1773" name="Google Shape;1773;p54"/>
            <p:cNvSpPr/>
            <p:nvPr/>
          </p:nvSpPr>
          <p:spPr>
            <a:xfrm>
              <a:off x="3530175" y="2576025"/>
              <a:ext cx="803700" cy="3048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pEnd</a:t>
              </a:r>
              <a:endParaRPr/>
            </a:p>
          </p:txBody>
        </p:sp>
      </p:grpSp>
      <p:sp>
        <p:nvSpPr>
          <p:cNvPr id="1774" name="Google Shape;1774;p54"/>
          <p:cNvSpPr/>
          <p:nvPr/>
        </p:nvSpPr>
        <p:spPr>
          <a:xfrm>
            <a:off x="399625" y="2751513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10</a:t>
            </a:r>
            <a:endParaRPr/>
          </a:p>
        </p:txBody>
      </p:sp>
      <p:sp>
        <p:nvSpPr>
          <p:cNvPr id="1775" name="Google Shape;1775;p54"/>
          <p:cNvSpPr/>
          <p:nvPr/>
        </p:nvSpPr>
        <p:spPr>
          <a:xfrm>
            <a:off x="979350" y="2751513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20</a:t>
            </a:r>
            <a:endParaRPr/>
          </a:p>
        </p:txBody>
      </p:sp>
      <p:sp>
        <p:nvSpPr>
          <p:cNvPr id="1776" name="Google Shape;1776;p54"/>
          <p:cNvSpPr/>
          <p:nvPr/>
        </p:nvSpPr>
        <p:spPr>
          <a:xfrm>
            <a:off x="1559075" y="2751513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30</a:t>
            </a:r>
            <a:endParaRPr/>
          </a:p>
        </p:txBody>
      </p:sp>
      <p:sp>
        <p:nvSpPr>
          <p:cNvPr id="1777" name="Google Shape;1777;p54"/>
          <p:cNvSpPr/>
          <p:nvPr/>
        </p:nvSpPr>
        <p:spPr>
          <a:xfrm>
            <a:off x="2112350" y="2751513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40</a:t>
            </a:r>
            <a:endParaRPr/>
          </a:p>
        </p:txBody>
      </p:sp>
      <p:sp>
        <p:nvSpPr>
          <p:cNvPr id="1778" name="Google Shape;1778;p54"/>
          <p:cNvSpPr/>
          <p:nvPr/>
        </p:nvSpPr>
        <p:spPr>
          <a:xfrm>
            <a:off x="2674475" y="2751513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50</a:t>
            </a:r>
            <a:endParaRPr/>
          </a:p>
        </p:txBody>
      </p:sp>
      <p:cxnSp>
        <p:nvCxnSpPr>
          <p:cNvPr id="1779" name="Google Shape;1779;p54"/>
          <p:cNvCxnSpPr>
            <a:stCxn id="1772" idx="3"/>
            <a:endCxn id="1774" idx="1"/>
          </p:cNvCxnSpPr>
          <p:nvPr/>
        </p:nvCxnSpPr>
        <p:spPr>
          <a:xfrm flipH="1">
            <a:off x="399525" y="2044563"/>
            <a:ext cx="839700" cy="859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80" name="Google Shape;1780;p54"/>
          <p:cNvCxnSpPr>
            <a:stCxn id="1774" idx="3"/>
            <a:endCxn id="1775" idx="1"/>
          </p:cNvCxnSpPr>
          <p:nvPr/>
        </p:nvCxnSpPr>
        <p:spPr>
          <a:xfrm>
            <a:off x="804325" y="2903913"/>
            <a:ext cx="174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81" name="Google Shape;1781;p54"/>
          <p:cNvCxnSpPr>
            <a:endCxn id="1776" idx="1"/>
          </p:cNvCxnSpPr>
          <p:nvPr/>
        </p:nvCxnSpPr>
        <p:spPr>
          <a:xfrm>
            <a:off x="1384175" y="2903913"/>
            <a:ext cx="174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82" name="Google Shape;1782;p54"/>
          <p:cNvCxnSpPr>
            <a:stCxn id="1776" idx="3"/>
            <a:endCxn id="1777" idx="1"/>
          </p:cNvCxnSpPr>
          <p:nvPr/>
        </p:nvCxnSpPr>
        <p:spPr>
          <a:xfrm>
            <a:off x="1963775" y="2903913"/>
            <a:ext cx="148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83" name="Google Shape;1783;p54"/>
          <p:cNvCxnSpPr>
            <a:stCxn id="1777" idx="3"/>
            <a:endCxn id="1778" idx="1"/>
          </p:cNvCxnSpPr>
          <p:nvPr/>
        </p:nvCxnSpPr>
        <p:spPr>
          <a:xfrm>
            <a:off x="2517050" y="2903913"/>
            <a:ext cx="157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784" name="Google Shape;1784;p54"/>
          <p:cNvGrpSpPr/>
          <p:nvPr/>
        </p:nvGrpSpPr>
        <p:grpSpPr>
          <a:xfrm>
            <a:off x="3407325" y="1338338"/>
            <a:ext cx="2090100" cy="998500"/>
            <a:chOff x="2421050" y="2030388"/>
            <a:chExt cx="2090100" cy="998500"/>
          </a:xfrm>
        </p:grpSpPr>
        <p:grpSp>
          <p:nvGrpSpPr>
            <p:cNvPr id="1785" name="Google Shape;1785;p54"/>
            <p:cNvGrpSpPr/>
            <p:nvPr/>
          </p:nvGrpSpPr>
          <p:grpSpPr>
            <a:xfrm>
              <a:off x="2421050" y="2030388"/>
              <a:ext cx="2090100" cy="998500"/>
              <a:chOff x="261375" y="2343650"/>
              <a:chExt cx="2090100" cy="998500"/>
            </a:xfrm>
          </p:grpSpPr>
          <p:sp>
            <p:nvSpPr>
              <p:cNvPr id="1786" name="Google Shape;1786;p54"/>
              <p:cNvSpPr/>
              <p:nvPr/>
            </p:nvSpPr>
            <p:spPr>
              <a:xfrm>
                <a:off x="261375" y="2343650"/>
                <a:ext cx="2090100" cy="3153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>
                    <a:solidFill>
                      <a:schemeClr val="dk1"/>
                    </a:solidFill>
                  </a:rPr>
                  <a:t>Find(pBegin,40 )</a:t>
                </a:r>
                <a:endParaRPr/>
              </a:p>
            </p:txBody>
          </p:sp>
          <p:sp>
            <p:nvSpPr>
              <p:cNvPr id="1787" name="Google Shape;1787;p54"/>
              <p:cNvSpPr/>
              <p:nvPr/>
            </p:nvSpPr>
            <p:spPr>
              <a:xfrm>
                <a:off x="261375" y="2647950"/>
                <a:ext cx="2090100" cy="6942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88" name="Google Shape;1788;p54"/>
            <p:cNvSpPr/>
            <p:nvPr/>
          </p:nvSpPr>
          <p:spPr>
            <a:xfrm>
              <a:off x="2544875" y="2584213"/>
              <a:ext cx="803700" cy="3048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pNode</a:t>
              </a:r>
              <a:endParaRPr/>
            </a:p>
          </p:txBody>
        </p:sp>
      </p:grpSp>
      <p:grpSp>
        <p:nvGrpSpPr>
          <p:cNvPr id="1789" name="Google Shape;1789;p54"/>
          <p:cNvGrpSpPr/>
          <p:nvPr/>
        </p:nvGrpSpPr>
        <p:grpSpPr>
          <a:xfrm>
            <a:off x="311700" y="1338338"/>
            <a:ext cx="2090100" cy="998500"/>
            <a:chOff x="2421050" y="2030388"/>
            <a:chExt cx="2090100" cy="998500"/>
          </a:xfrm>
        </p:grpSpPr>
        <p:grpSp>
          <p:nvGrpSpPr>
            <p:cNvPr id="1790" name="Google Shape;1790;p54"/>
            <p:cNvGrpSpPr/>
            <p:nvPr/>
          </p:nvGrpSpPr>
          <p:grpSpPr>
            <a:xfrm>
              <a:off x="2421050" y="2030388"/>
              <a:ext cx="2090100" cy="998500"/>
              <a:chOff x="261375" y="2343650"/>
              <a:chExt cx="2090100" cy="998500"/>
            </a:xfrm>
          </p:grpSpPr>
          <p:sp>
            <p:nvSpPr>
              <p:cNvPr id="1791" name="Google Shape;1791;p54"/>
              <p:cNvSpPr/>
              <p:nvPr/>
            </p:nvSpPr>
            <p:spPr>
              <a:xfrm>
                <a:off x="261375" y="2343650"/>
                <a:ext cx="2090100" cy="3153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>
                    <a:solidFill>
                      <a:schemeClr val="dk1"/>
                    </a:solidFill>
                  </a:rPr>
                  <a:t>main()</a:t>
                </a:r>
                <a:endParaRPr/>
              </a:p>
            </p:txBody>
          </p:sp>
          <p:sp>
            <p:nvSpPr>
              <p:cNvPr id="1792" name="Google Shape;1792;p54"/>
              <p:cNvSpPr/>
              <p:nvPr/>
            </p:nvSpPr>
            <p:spPr>
              <a:xfrm>
                <a:off x="261375" y="2647950"/>
                <a:ext cx="2090100" cy="6942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93" name="Google Shape;1793;p54"/>
            <p:cNvSpPr/>
            <p:nvPr/>
          </p:nvSpPr>
          <p:spPr>
            <a:xfrm>
              <a:off x="2544875" y="2584213"/>
              <a:ext cx="803700" cy="3048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pBegin</a:t>
              </a:r>
              <a:endParaRPr/>
            </a:p>
          </p:txBody>
        </p:sp>
        <p:sp>
          <p:nvSpPr>
            <p:cNvPr id="1794" name="Google Shape;1794;p54"/>
            <p:cNvSpPr/>
            <p:nvPr/>
          </p:nvSpPr>
          <p:spPr>
            <a:xfrm>
              <a:off x="3530175" y="2576025"/>
              <a:ext cx="803700" cy="3048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pEnd</a:t>
              </a:r>
              <a:endParaRPr/>
            </a:p>
          </p:txBody>
        </p:sp>
      </p:grpSp>
      <p:sp>
        <p:nvSpPr>
          <p:cNvPr id="1795" name="Google Shape;1795;p54"/>
          <p:cNvSpPr/>
          <p:nvPr/>
        </p:nvSpPr>
        <p:spPr>
          <a:xfrm>
            <a:off x="399625" y="2751513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10</a:t>
            </a:r>
            <a:endParaRPr/>
          </a:p>
        </p:txBody>
      </p:sp>
      <p:sp>
        <p:nvSpPr>
          <p:cNvPr id="1796" name="Google Shape;1796;p54"/>
          <p:cNvSpPr/>
          <p:nvPr/>
        </p:nvSpPr>
        <p:spPr>
          <a:xfrm>
            <a:off x="979350" y="2751513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20</a:t>
            </a:r>
            <a:endParaRPr/>
          </a:p>
        </p:txBody>
      </p:sp>
      <p:sp>
        <p:nvSpPr>
          <p:cNvPr id="1797" name="Google Shape;1797;p54"/>
          <p:cNvSpPr/>
          <p:nvPr/>
        </p:nvSpPr>
        <p:spPr>
          <a:xfrm>
            <a:off x="1559075" y="2751513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30</a:t>
            </a:r>
            <a:endParaRPr/>
          </a:p>
        </p:txBody>
      </p:sp>
      <p:sp>
        <p:nvSpPr>
          <p:cNvPr id="1798" name="Google Shape;1798;p54"/>
          <p:cNvSpPr/>
          <p:nvPr/>
        </p:nvSpPr>
        <p:spPr>
          <a:xfrm>
            <a:off x="2112350" y="2751513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40</a:t>
            </a:r>
            <a:endParaRPr/>
          </a:p>
        </p:txBody>
      </p:sp>
      <p:sp>
        <p:nvSpPr>
          <p:cNvPr id="1799" name="Google Shape;1799;p54"/>
          <p:cNvSpPr/>
          <p:nvPr/>
        </p:nvSpPr>
        <p:spPr>
          <a:xfrm>
            <a:off x="2674475" y="2751513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50</a:t>
            </a:r>
            <a:endParaRPr/>
          </a:p>
        </p:txBody>
      </p:sp>
      <p:cxnSp>
        <p:nvCxnSpPr>
          <p:cNvPr id="1800" name="Google Shape;1800;p54"/>
          <p:cNvCxnSpPr>
            <a:stCxn id="1793" idx="3"/>
            <a:endCxn id="1795" idx="1"/>
          </p:cNvCxnSpPr>
          <p:nvPr/>
        </p:nvCxnSpPr>
        <p:spPr>
          <a:xfrm flipH="1">
            <a:off x="399525" y="2044563"/>
            <a:ext cx="839700" cy="859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01" name="Google Shape;1801;p54"/>
          <p:cNvCxnSpPr>
            <a:stCxn id="1794" idx="3"/>
            <a:endCxn id="1797" idx="1"/>
          </p:cNvCxnSpPr>
          <p:nvPr/>
        </p:nvCxnSpPr>
        <p:spPr>
          <a:xfrm flipH="1">
            <a:off x="1559125" y="2036375"/>
            <a:ext cx="665400" cy="8676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02" name="Google Shape;1802;p54"/>
          <p:cNvCxnSpPr>
            <a:stCxn id="1795" idx="3"/>
            <a:endCxn id="1796" idx="1"/>
          </p:cNvCxnSpPr>
          <p:nvPr/>
        </p:nvCxnSpPr>
        <p:spPr>
          <a:xfrm>
            <a:off x="804325" y="2903913"/>
            <a:ext cx="174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03" name="Google Shape;1803;p54"/>
          <p:cNvCxnSpPr>
            <a:endCxn id="1797" idx="1"/>
          </p:cNvCxnSpPr>
          <p:nvPr/>
        </p:nvCxnSpPr>
        <p:spPr>
          <a:xfrm>
            <a:off x="1384175" y="2903913"/>
            <a:ext cx="174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04" name="Google Shape;1804;p54"/>
          <p:cNvCxnSpPr>
            <a:stCxn id="1797" idx="3"/>
            <a:endCxn id="1798" idx="1"/>
          </p:cNvCxnSpPr>
          <p:nvPr/>
        </p:nvCxnSpPr>
        <p:spPr>
          <a:xfrm>
            <a:off x="1963775" y="2903913"/>
            <a:ext cx="148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05" name="Google Shape;1805;p54"/>
          <p:cNvCxnSpPr>
            <a:stCxn id="1798" idx="3"/>
            <a:endCxn id="1799" idx="1"/>
          </p:cNvCxnSpPr>
          <p:nvPr/>
        </p:nvCxnSpPr>
        <p:spPr>
          <a:xfrm>
            <a:off x="2517050" y="2903913"/>
            <a:ext cx="157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806" name="Google Shape;1806;p54"/>
          <p:cNvGrpSpPr/>
          <p:nvPr/>
        </p:nvGrpSpPr>
        <p:grpSpPr>
          <a:xfrm>
            <a:off x="3407325" y="1338338"/>
            <a:ext cx="2090100" cy="998500"/>
            <a:chOff x="2421050" y="2030388"/>
            <a:chExt cx="2090100" cy="998500"/>
          </a:xfrm>
        </p:grpSpPr>
        <p:grpSp>
          <p:nvGrpSpPr>
            <p:cNvPr id="1807" name="Google Shape;1807;p54"/>
            <p:cNvGrpSpPr/>
            <p:nvPr/>
          </p:nvGrpSpPr>
          <p:grpSpPr>
            <a:xfrm>
              <a:off x="2421050" y="2030388"/>
              <a:ext cx="2090100" cy="998500"/>
              <a:chOff x="261375" y="2343650"/>
              <a:chExt cx="2090100" cy="998500"/>
            </a:xfrm>
          </p:grpSpPr>
          <p:sp>
            <p:nvSpPr>
              <p:cNvPr id="1808" name="Google Shape;1808;p54"/>
              <p:cNvSpPr/>
              <p:nvPr/>
            </p:nvSpPr>
            <p:spPr>
              <a:xfrm>
                <a:off x="261375" y="2343650"/>
                <a:ext cx="2090100" cy="3153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>
                    <a:solidFill>
                      <a:schemeClr val="dk1"/>
                    </a:solidFill>
                  </a:rPr>
                  <a:t>Insert(pBegin,</a:t>
                </a:r>
                <a:r>
                  <a:rPr lang="en-US" altLang="ko">
                    <a:solidFill>
                      <a:schemeClr val="dk1"/>
                    </a:solidFill>
                  </a:rPr>
                  <a:t>3</a:t>
                </a:r>
                <a:r>
                  <a:rPr lang="ko">
                    <a:solidFill>
                      <a:schemeClr val="dk1"/>
                    </a:solidFill>
                  </a:rPr>
                  <a:t>0 )</a:t>
                </a:r>
                <a:endParaRPr/>
              </a:p>
            </p:txBody>
          </p:sp>
          <p:sp>
            <p:nvSpPr>
              <p:cNvPr id="1809" name="Google Shape;1809;p54"/>
              <p:cNvSpPr/>
              <p:nvPr/>
            </p:nvSpPr>
            <p:spPr>
              <a:xfrm>
                <a:off x="261375" y="2647950"/>
                <a:ext cx="2090100" cy="6942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810" name="Google Shape;1810;p54"/>
            <p:cNvSpPr/>
            <p:nvPr/>
          </p:nvSpPr>
          <p:spPr>
            <a:xfrm>
              <a:off x="2544875" y="2584213"/>
              <a:ext cx="803700" cy="3048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/>
                <a:t>pNode</a:t>
              </a:r>
              <a:endParaRPr dirty="0"/>
            </a:p>
          </p:txBody>
        </p:sp>
      </p:grpSp>
      <p:cxnSp>
        <p:nvCxnSpPr>
          <p:cNvPr id="1811" name="Google Shape;1811;p54"/>
          <p:cNvCxnSpPr>
            <a:stCxn id="1810" idx="1"/>
            <a:endCxn id="1797" idx="1"/>
          </p:cNvCxnSpPr>
          <p:nvPr/>
        </p:nvCxnSpPr>
        <p:spPr>
          <a:xfrm flipH="1">
            <a:off x="1558950" y="2044563"/>
            <a:ext cx="1972200" cy="8595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12" name="Google Shape;1812;p54"/>
          <p:cNvSpPr/>
          <p:nvPr/>
        </p:nvSpPr>
        <p:spPr>
          <a:xfrm>
            <a:off x="4521750" y="1892163"/>
            <a:ext cx="803700" cy="3048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pInsert</a:t>
            </a:r>
            <a:endParaRPr/>
          </a:p>
        </p:txBody>
      </p:sp>
      <p:grpSp>
        <p:nvGrpSpPr>
          <p:cNvPr id="48" name="Google Shape;1768;p54">
            <a:extLst>
              <a:ext uri="{FF2B5EF4-FFF2-40B4-BE49-F238E27FC236}">
                <a16:creationId xmlns:a16="http://schemas.microsoft.com/office/drawing/2014/main" id="{001CB1AD-8986-43F3-A47E-A3DAB8957CF1}"/>
              </a:ext>
            </a:extLst>
          </p:cNvPr>
          <p:cNvGrpSpPr/>
          <p:nvPr/>
        </p:nvGrpSpPr>
        <p:grpSpPr>
          <a:xfrm>
            <a:off x="311700" y="3208713"/>
            <a:ext cx="2090100" cy="998500"/>
            <a:chOff x="2421050" y="2030388"/>
            <a:chExt cx="2090100" cy="998500"/>
          </a:xfrm>
        </p:grpSpPr>
        <p:grpSp>
          <p:nvGrpSpPr>
            <p:cNvPr id="49" name="Google Shape;1769;p54">
              <a:extLst>
                <a:ext uri="{FF2B5EF4-FFF2-40B4-BE49-F238E27FC236}">
                  <a16:creationId xmlns:a16="http://schemas.microsoft.com/office/drawing/2014/main" id="{7CE130C4-25CE-4F70-98B0-B24B5A83DC3B}"/>
                </a:ext>
              </a:extLst>
            </p:cNvPr>
            <p:cNvGrpSpPr/>
            <p:nvPr/>
          </p:nvGrpSpPr>
          <p:grpSpPr>
            <a:xfrm>
              <a:off x="2421050" y="2030388"/>
              <a:ext cx="2090100" cy="998500"/>
              <a:chOff x="261375" y="2343650"/>
              <a:chExt cx="2090100" cy="998500"/>
            </a:xfrm>
          </p:grpSpPr>
          <p:sp>
            <p:nvSpPr>
              <p:cNvPr id="52" name="Google Shape;1770;p54">
                <a:extLst>
                  <a:ext uri="{FF2B5EF4-FFF2-40B4-BE49-F238E27FC236}">
                    <a16:creationId xmlns:a16="http://schemas.microsoft.com/office/drawing/2014/main" id="{A8C2BCCE-8574-4E30-A219-B3935E9F0365}"/>
                  </a:ext>
                </a:extLst>
              </p:cNvPr>
              <p:cNvSpPr/>
              <p:nvPr/>
            </p:nvSpPr>
            <p:spPr>
              <a:xfrm>
                <a:off x="261375" y="2343650"/>
                <a:ext cx="2090100" cy="3153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>
                    <a:solidFill>
                      <a:schemeClr val="dk1"/>
                    </a:solidFill>
                  </a:rPr>
                  <a:t>main()</a:t>
                </a:r>
                <a:endParaRPr/>
              </a:p>
            </p:txBody>
          </p:sp>
          <p:sp>
            <p:nvSpPr>
              <p:cNvPr id="53" name="Google Shape;1771;p54">
                <a:extLst>
                  <a:ext uri="{FF2B5EF4-FFF2-40B4-BE49-F238E27FC236}">
                    <a16:creationId xmlns:a16="http://schemas.microsoft.com/office/drawing/2014/main" id="{161E37C4-6455-4158-9030-9B2AA053B21E}"/>
                  </a:ext>
                </a:extLst>
              </p:cNvPr>
              <p:cNvSpPr/>
              <p:nvPr/>
            </p:nvSpPr>
            <p:spPr>
              <a:xfrm>
                <a:off x="261375" y="2647950"/>
                <a:ext cx="2090100" cy="6942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0" name="Google Shape;1772;p54">
              <a:extLst>
                <a:ext uri="{FF2B5EF4-FFF2-40B4-BE49-F238E27FC236}">
                  <a16:creationId xmlns:a16="http://schemas.microsoft.com/office/drawing/2014/main" id="{2A81459C-7AB8-430B-B0D4-68B09ADE7D8D}"/>
                </a:ext>
              </a:extLst>
            </p:cNvPr>
            <p:cNvSpPr/>
            <p:nvPr/>
          </p:nvSpPr>
          <p:spPr>
            <a:xfrm>
              <a:off x="2544875" y="2584213"/>
              <a:ext cx="803700" cy="3048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pBegin</a:t>
              </a:r>
              <a:endParaRPr/>
            </a:p>
          </p:txBody>
        </p:sp>
        <p:sp>
          <p:nvSpPr>
            <p:cNvPr id="51" name="Google Shape;1773;p54">
              <a:extLst>
                <a:ext uri="{FF2B5EF4-FFF2-40B4-BE49-F238E27FC236}">
                  <a16:creationId xmlns:a16="http://schemas.microsoft.com/office/drawing/2014/main" id="{85653FB3-AC34-425B-947A-52B394838552}"/>
                </a:ext>
              </a:extLst>
            </p:cNvPr>
            <p:cNvSpPr/>
            <p:nvPr/>
          </p:nvSpPr>
          <p:spPr>
            <a:xfrm>
              <a:off x="3530175" y="2576025"/>
              <a:ext cx="803700" cy="3048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pEnd</a:t>
              </a:r>
              <a:endParaRPr/>
            </a:p>
          </p:txBody>
        </p:sp>
      </p:grpSp>
      <p:sp>
        <p:nvSpPr>
          <p:cNvPr id="54" name="Google Shape;1774;p54">
            <a:extLst>
              <a:ext uri="{FF2B5EF4-FFF2-40B4-BE49-F238E27FC236}">
                <a16:creationId xmlns:a16="http://schemas.microsoft.com/office/drawing/2014/main" id="{A542B0E4-460F-4892-9338-55C4454AFF55}"/>
              </a:ext>
            </a:extLst>
          </p:cNvPr>
          <p:cNvSpPr/>
          <p:nvPr/>
        </p:nvSpPr>
        <p:spPr>
          <a:xfrm>
            <a:off x="399625" y="4621888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10</a:t>
            </a:r>
            <a:endParaRPr/>
          </a:p>
        </p:txBody>
      </p:sp>
      <p:sp>
        <p:nvSpPr>
          <p:cNvPr id="55" name="Google Shape;1775;p54">
            <a:extLst>
              <a:ext uri="{FF2B5EF4-FFF2-40B4-BE49-F238E27FC236}">
                <a16:creationId xmlns:a16="http://schemas.microsoft.com/office/drawing/2014/main" id="{A9104B21-2246-42E6-863B-BEB7CD2BF9D4}"/>
              </a:ext>
            </a:extLst>
          </p:cNvPr>
          <p:cNvSpPr/>
          <p:nvPr/>
        </p:nvSpPr>
        <p:spPr>
          <a:xfrm>
            <a:off x="979350" y="4621888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20</a:t>
            </a:r>
            <a:endParaRPr/>
          </a:p>
        </p:txBody>
      </p:sp>
      <p:sp>
        <p:nvSpPr>
          <p:cNvPr id="56" name="Google Shape;1776;p54">
            <a:extLst>
              <a:ext uri="{FF2B5EF4-FFF2-40B4-BE49-F238E27FC236}">
                <a16:creationId xmlns:a16="http://schemas.microsoft.com/office/drawing/2014/main" id="{04624C4C-41CE-4D81-A255-88DED7BD6D59}"/>
              </a:ext>
            </a:extLst>
          </p:cNvPr>
          <p:cNvSpPr/>
          <p:nvPr/>
        </p:nvSpPr>
        <p:spPr>
          <a:xfrm>
            <a:off x="1559075" y="4621888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30</a:t>
            </a:r>
            <a:endParaRPr/>
          </a:p>
        </p:txBody>
      </p:sp>
      <p:sp>
        <p:nvSpPr>
          <p:cNvPr id="57" name="Google Shape;1777;p54">
            <a:extLst>
              <a:ext uri="{FF2B5EF4-FFF2-40B4-BE49-F238E27FC236}">
                <a16:creationId xmlns:a16="http://schemas.microsoft.com/office/drawing/2014/main" id="{352BC064-7CCD-447C-8032-8684C8A46F74}"/>
              </a:ext>
            </a:extLst>
          </p:cNvPr>
          <p:cNvSpPr/>
          <p:nvPr/>
        </p:nvSpPr>
        <p:spPr>
          <a:xfrm>
            <a:off x="2112350" y="4621888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40</a:t>
            </a:r>
            <a:endParaRPr/>
          </a:p>
        </p:txBody>
      </p:sp>
      <p:sp>
        <p:nvSpPr>
          <p:cNvPr id="58" name="Google Shape;1778;p54">
            <a:extLst>
              <a:ext uri="{FF2B5EF4-FFF2-40B4-BE49-F238E27FC236}">
                <a16:creationId xmlns:a16="http://schemas.microsoft.com/office/drawing/2014/main" id="{8B83FCA2-DEAD-4265-8F43-15222166DB01}"/>
              </a:ext>
            </a:extLst>
          </p:cNvPr>
          <p:cNvSpPr/>
          <p:nvPr/>
        </p:nvSpPr>
        <p:spPr>
          <a:xfrm>
            <a:off x="2674475" y="4621888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50</a:t>
            </a:r>
            <a:endParaRPr/>
          </a:p>
        </p:txBody>
      </p:sp>
      <p:cxnSp>
        <p:nvCxnSpPr>
          <p:cNvPr id="59" name="Google Shape;1779;p54">
            <a:extLst>
              <a:ext uri="{FF2B5EF4-FFF2-40B4-BE49-F238E27FC236}">
                <a16:creationId xmlns:a16="http://schemas.microsoft.com/office/drawing/2014/main" id="{4AFA4C8C-9812-4362-9FE3-20510479751D}"/>
              </a:ext>
            </a:extLst>
          </p:cNvPr>
          <p:cNvCxnSpPr>
            <a:stCxn id="50" idx="3"/>
            <a:endCxn id="54" idx="1"/>
          </p:cNvCxnSpPr>
          <p:nvPr/>
        </p:nvCxnSpPr>
        <p:spPr>
          <a:xfrm flipH="1">
            <a:off x="399525" y="3914938"/>
            <a:ext cx="839700" cy="859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0" name="Google Shape;1780;p54">
            <a:extLst>
              <a:ext uri="{FF2B5EF4-FFF2-40B4-BE49-F238E27FC236}">
                <a16:creationId xmlns:a16="http://schemas.microsoft.com/office/drawing/2014/main" id="{14E8727A-A72B-4725-9549-DD392AEC0A7D}"/>
              </a:ext>
            </a:extLst>
          </p:cNvPr>
          <p:cNvCxnSpPr>
            <a:stCxn id="54" idx="3"/>
            <a:endCxn id="55" idx="1"/>
          </p:cNvCxnSpPr>
          <p:nvPr/>
        </p:nvCxnSpPr>
        <p:spPr>
          <a:xfrm>
            <a:off x="804325" y="4774288"/>
            <a:ext cx="174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" name="Google Shape;1781;p54">
            <a:extLst>
              <a:ext uri="{FF2B5EF4-FFF2-40B4-BE49-F238E27FC236}">
                <a16:creationId xmlns:a16="http://schemas.microsoft.com/office/drawing/2014/main" id="{48F91B15-470D-4841-B29F-F74D6AF62894}"/>
              </a:ext>
            </a:extLst>
          </p:cNvPr>
          <p:cNvCxnSpPr>
            <a:endCxn id="56" idx="1"/>
          </p:cNvCxnSpPr>
          <p:nvPr/>
        </p:nvCxnSpPr>
        <p:spPr>
          <a:xfrm>
            <a:off x="1384175" y="4774288"/>
            <a:ext cx="174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" name="Google Shape;1783;p54">
            <a:extLst>
              <a:ext uri="{FF2B5EF4-FFF2-40B4-BE49-F238E27FC236}">
                <a16:creationId xmlns:a16="http://schemas.microsoft.com/office/drawing/2014/main" id="{B7C151E6-C470-4B8A-B624-2D0B1EE983BF}"/>
              </a:ext>
            </a:extLst>
          </p:cNvPr>
          <p:cNvCxnSpPr>
            <a:stCxn id="57" idx="3"/>
            <a:endCxn id="58" idx="1"/>
          </p:cNvCxnSpPr>
          <p:nvPr/>
        </p:nvCxnSpPr>
        <p:spPr>
          <a:xfrm>
            <a:off x="2517050" y="4774288"/>
            <a:ext cx="157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64" name="Google Shape;1784;p54">
            <a:extLst>
              <a:ext uri="{FF2B5EF4-FFF2-40B4-BE49-F238E27FC236}">
                <a16:creationId xmlns:a16="http://schemas.microsoft.com/office/drawing/2014/main" id="{FF691843-08B3-454E-8D1F-0387B57F336D}"/>
              </a:ext>
            </a:extLst>
          </p:cNvPr>
          <p:cNvGrpSpPr/>
          <p:nvPr/>
        </p:nvGrpSpPr>
        <p:grpSpPr>
          <a:xfrm>
            <a:off x="3407325" y="3208713"/>
            <a:ext cx="2090100" cy="998500"/>
            <a:chOff x="2421050" y="2030388"/>
            <a:chExt cx="2090100" cy="998500"/>
          </a:xfrm>
        </p:grpSpPr>
        <p:grpSp>
          <p:nvGrpSpPr>
            <p:cNvPr id="65" name="Google Shape;1785;p54">
              <a:extLst>
                <a:ext uri="{FF2B5EF4-FFF2-40B4-BE49-F238E27FC236}">
                  <a16:creationId xmlns:a16="http://schemas.microsoft.com/office/drawing/2014/main" id="{9844D70F-F665-4FBF-90A3-F78C46EAA299}"/>
                </a:ext>
              </a:extLst>
            </p:cNvPr>
            <p:cNvGrpSpPr/>
            <p:nvPr/>
          </p:nvGrpSpPr>
          <p:grpSpPr>
            <a:xfrm>
              <a:off x="2421050" y="2030388"/>
              <a:ext cx="2090100" cy="998500"/>
              <a:chOff x="261375" y="2343650"/>
              <a:chExt cx="2090100" cy="998500"/>
            </a:xfrm>
          </p:grpSpPr>
          <p:sp>
            <p:nvSpPr>
              <p:cNvPr id="67" name="Google Shape;1786;p54">
                <a:extLst>
                  <a:ext uri="{FF2B5EF4-FFF2-40B4-BE49-F238E27FC236}">
                    <a16:creationId xmlns:a16="http://schemas.microsoft.com/office/drawing/2014/main" id="{8B9D4C11-54E2-4A00-B527-2E3209F1D679}"/>
                  </a:ext>
                </a:extLst>
              </p:cNvPr>
              <p:cNvSpPr/>
              <p:nvPr/>
            </p:nvSpPr>
            <p:spPr>
              <a:xfrm>
                <a:off x="261375" y="2343650"/>
                <a:ext cx="2090100" cy="3153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>
                    <a:solidFill>
                      <a:schemeClr val="dk1"/>
                    </a:solidFill>
                  </a:rPr>
                  <a:t>Find(pBegin,40 )</a:t>
                </a:r>
                <a:endParaRPr/>
              </a:p>
            </p:txBody>
          </p:sp>
          <p:sp>
            <p:nvSpPr>
              <p:cNvPr id="68" name="Google Shape;1787;p54">
                <a:extLst>
                  <a:ext uri="{FF2B5EF4-FFF2-40B4-BE49-F238E27FC236}">
                    <a16:creationId xmlns:a16="http://schemas.microsoft.com/office/drawing/2014/main" id="{805FB48D-CC2F-426D-87F9-BE779AEFFBD7}"/>
                  </a:ext>
                </a:extLst>
              </p:cNvPr>
              <p:cNvSpPr/>
              <p:nvPr/>
            </p:nvSpPr>
            <p:spPr>
              <a:xfrm>
                <a:off x="261375" y="2647950"/>
                <a:ext cx="2090100" cy="6942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6" name="Google Shape;1788;p54">
              <a:extLst>
                <a:ext uri="{FF2B5EF4-FFF2-40B4-BE49-F238E27FC236}">
                  <a16:creationId xmlns:a16="http://schemas.microsoft.com/office/drawing/2014/main" id="{9C1CCD8A-2755-4501-A629-EE9A6A2AE4A4}"/>
                </a:ext>
              </a:extLst>
            </p:cNvPr>
            <p:cNvSpPr/>
            <p:nvPr/>
          </p:nvSpPr>
          <p:spPr>
            <a:xfrm>
              <a:off x="2544875" y="2584213"/>
              <a:ext cx="803700" cy="3048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pNode</a:t>
              </a:r>
              <a:endParaRPr/>
            </a:p>
          </p:txBody>
        </p:sp>
      </p:grpSp>
      <p:grpSp>
        <p:nvGrpSpPr>
          <p:cNvPr id="69" name="Google Shape;1789;p54">
            <a:extLst>
              <a:ext uri="{FF2B5EF4-FFF2-40B4-BE49-F238E27FC236}">
                <a16:creationId xmlns:a16="http://schemas.microsoft.com/office/drawing/2014/main" id="{797CD0F8-0596-472D-8FFF-C0FB110A2296}"/>
              </a:ext>
            </a:extLst>
          </p:cNvPr>
          <p:cNvGrpSpPr/>
          <p:nvPr/>
        </p:nvGrpSpPr>
        <p:grpSpPr>
          <a:xfrm>
            <a:off x="311700" y="3208713"/>
            <a:ext cx="2090100" cy="998500"/>
            <a:chOff x="2421050" y="2030388"/>
            <a:chExt cx="2090100" cy="998500"/>
          </a:xfrm>
        </p:grpSpPr>
        <p:grpSp>
          <p:nvGrpSpPr>
            <p:cNvPr id="70" name="Google Shape;1790;p54">
              <a:extLst>
                <a:ext uri="{FF2B5EF4-FFF2-40B4-BE49-F238E27FC236}">
                  <a16:creationId xmlns:a16="http://schemas.microsoft.com/office/drawing/2014/main" id="{56137B98-38F8-4984-B584-31FD81A67AE3}"/>
                </a:ext>
              </a:extLst>
            </p:cNvPr>
            <p:cNvGrpSpPr/>
            <p:nvPr/>
          </p:nvGrpSpPr>
          <p:grpSpPr>
            <a:xfrm>
              <a:off x="2421050" y="2030388"/>
              <a:ext cx="2090100" cy="998500"/>
              <a:chOff x="261375" y="2343650"/>
              <a:chExt cx="2090100" cy="998500"/>
            </a:xfrm>
          </p:grpSpPr>
          <p:sp>
            <p:nvSpPr>
              <p:cNvPr id="73" name="Google Shape;1791;p54">
                <a:extLst>
                  <a:ext uri="{FF2B5EF4-FFF2-40B4-BE49-F238E27FC236}">
                    <a16:creationId xmlns:a16="http://schemas.microsoft.com/office/drawing/2014/main" id="{9FD2E30E-8FA3-4106-9008-6D9C2E46A4DF}"/>
                  </a:ext>
                </a:extLst>
              </p:cNvPr>
              <p:cNvSpPr/>
              <p:nvPr/>
            </p:nvSpPr>
            <p:spPr>
              <a:xfrm>
                <a:off x="261375" y="2343650"/>
                <a:ext cx="2090100" cy="3153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>
                    <a:solidFill>
                      <a:schemeClr val="dk1"/>
                    </a:solidFill>
                  </a:rPr>
                  <a:t>main()</a:t>
                </a:r>
                <a:endParaRPr/>
              </a:p>
            </p:txBody>
          </p:sp>
          <p:sp>
            <p:nvSpPr>
              <p:cNvPr id="74" name="Google Shape;1792;p54">
                <a:extLst>
                  <a:ext uri="{FF2B5EF4-FFF2-40B4-BE49-F238E27FC236}">
                    <a16:creationId xmlns:a16="http://schemas.microsoft.com/office/drawing/2014/main" id="{87C5AAE4-DA6F-4F9C-8B42-9E984749B3E9}"/>
                  </a:ext>
                </a:extLst>
              </p:cNvPr>
              <p:cNvSpPr/>
              <p:nvPr/>
            </p:nvSpPr>
            <p:spPr>
              <a:xfrm>
                <a:off x="261375" y="2647950"/>
                <a:ext cx="2090100" cy="6942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1" name="Google Shape;1793;p54">
              <a:extLst>
                <a:ext uri="{FF2B5EF4-FFF2-40B4-BE49-F238E27FC236}">
                  <a16:creationId xmlns:a16="http://schemas.microsoft.com/office/drawing/2014/main" id="{03C8BFDC-2D44-4B77-85EA-E0200AA695E1}"/>
                </a:ext>
              </a:extLst>
            </p:cNvPr>
            <p:cNvSpPr/>
            <p:nvPr/>
          </p:nvSpPr>
          <p:spPr>
            <a:xfrm>
              <a:off x="2544875" y="2584213"/>
              <a:ext cx="803700" cy="3048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pBegin</a:t>
              </a:r>
              <a:endParaRPr/>
            </a:p>
          </p:txBody>
        </p:sp>
        <p:sp>
          <p:nvSpPr>
            <p:cNvPr id="72" name="Google Shape;1794;p54">
              <a:extLst>
                <a:ext uri="{FF2B5EF4-FFF2-40B4-BE49-F238E27FC236}">
                  <a16:creationId xmlns:a16="http://schemas.microsoft.com/office/drawing/2014/main" id="{85BC1809-BE9B-420A-93FD-9FD7D0F88A73}"/>
                </a:ext>
              </a:extLst>
            </p:cNvPr>
            <p:cNvSpPr/>
            <p:nvPr/>
          </p:nvSpPr>
          <p:spPr>
            <a:xfrm>
              <a:off x="3530175" y="2576025"/>
              <a:ext cx="803700" cy="3048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pEnd</a:t>
              </a:r>
              <a:endParaRPr/>
            </a:p>
          </p:txBody>
        </p:sp>
      </p:grpSp>
      <p:sp>
        <p:nvSpPr>
          <p:cNvPr id="75" name="Google Shape;1795;p54">
            <a:extLst>
              <a:ext uri="{FF2B5EF4-FFF2-40B4-BE49-F238E27FC236}">
                <a16:creationId xmlns:a16="http://schemas.microsoft.com/office/drawing/2014/main" id="{6C20468A-BF7A-43F8-880E-95FB4235FB32}"/>
              </a:ext>
            </a:extLst>
          </p:cNvPr>
          <p:cNvSpPr/>
          <p:nvPr/>
        </p:nvSpPr>
        <p:spPr>
          <a:xfrm>
            <a:off x="399625" y="4621888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10</a:t>
            </a:r>
            <a:endParaRPr/>
          </a:p>
        </p:txBody>
      </p:sp>
      <p:sp>
        <p:nvSpPr>
          <p:cNvPr id="76" name="Google Shape;1796;p54">
            <a:extLst>
              <a:ext uri="{FF2B5EF4-FFF2-40B4-BE49-F238E27FC236}">
                <a16:creationId xmlns:a16="http://schemas.microsoft.com/office/drawing/2014/main" id="{6C80D302-FD5D-430D-BDF3-11EB73A4FE5C}"/>
              </a:ext>
            </a:extLst>
          </p:cNvPr>
          <p:cNvSpPr/>
          <p:nvPr/>
        </p:nvSpPr>
        <p:spPr>
          <a:xfrm>
            <a:off x="979350" y="4621888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20</a:t>
            </a:r>
            <a:endParaRPr/>
          </a:p>
        </p:txBody>
      </p:sp>
      <p:sp>
        <p:nvSpPr>
          <p:cNvPr id="77" name="Google Shape;1797;p54">
            <a:extLst>
              <a:ext uri="{FF2B5EF4-FFF2-40B4-BE49-F238E27FC236}">
                <a16:creationId xmlns:a16="http://schemas.microsoft.com/office/drawing/2014/main" id="{5F72997E-E27C-4C09-9359-47CB49A092A6}"/>
              </a:ext>
            </a:extLst>
          </p:cNvPr>
          <p:cNvSpPr/>
          <p:nvPr/>
        </p:nvSpPr>
        <p:spPr>
          <a:xfrm>
            <a:off x="1559075" y="4621888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30</a:t>
            </a:r>
            <a:endParaRPr/>
          </a:p>
        </p:txBody>
      </p:sp>
      <p:sp>
        <p:nvSpPr>
          <p:cNvPr id="78" name="Google Shape;1798;p54">
            <a:extLst>
              <a:ext uri="{FF2B5EF4-FFF2-40B4-BE49-F238E27FC236}">
                <a16:creationId xmlns:a16="http://schemas.microsoft.com/office/drawing/2014/main" id="{F8417CD9-4299-4281-BB8C-786E873D6DB1}"/>
              </a:ext>
            </a:extLst>
          </p:cNvPr>
          <p:cNvSpPr/>
          <p:nvPr/>
        </p:nvSpPr>
        <p:spPr>
          <a:xfrm>
            <a:off x="2112350" y="4621888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40</a:t>
            </a:r>
            <a:endParaRPr/>
          </a:p>
        </p:txBody>
      </p:sp>
      <p:sp>
        <p:nvSpPr>
          <p:cNvPr id="79" name="Google Shape;1799;p54">
            <a:extLst>
              <a:ext uri="{FF2B5EF4-FFF2-40B4-BE49-F238E27FC236}">
                <a16:creationId xmlns:a16="http://schemas.microsoft.com/office/drawing/2014/main" id="{9B41A05A-873A-4E5D-8AF2-248822D93736}"/>
              </a:ext>
            </a:extLst>
          </p:cNvPr>
          <p:cNvSpPr/>
          <p:nvPr/>
        </p:nvSpPr>
        <p:spPr>
          <a:xfrm>
            <a:off x="2674475" y="4621888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50</a:t>
            </a:r>
            <a:endParaRPr/>
          </a:p>
        </p:txBody>
      </p:sp>
      <p:cxnSp>
        <p:nvCxnSpPr>
          <p:cNvPr id="80" name="Google Shape;1800;p54">
            <a:extLst>
              <a:ext uri="{FF2B5EF4-FFF2-40B4-BE49-F238E27FC236}">
                <a16:creationId xmlns:a16="http://schemas.microsoft.com/office/drawing/2014/main" id="{D12BC353-166C-424A-9034-0F25AC05B9F8}"/>
              </a:ext>
            </a:extLst>
          </p:cNvPr>
          <p:cNvCxnSpPr>
            <a:stCxn id="71" idx="3"/>
            <a:endCxn id="75" idx="1"/>
          </p:cNvCxnSpPr>
          <p:nvPr/>
        </p:nvCxnSpPr>
        <p:spPr>
          <a:xfrm flipH="1">
            <a:off x="399525" y="3914938"/>
            <a:ext cx="839700" cy="859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1" name="Google Shape;1801;p54">
            <a:extLst>
              <a:ext uri="{FF2B5EF4-FFF2-40B4-BE49-F238E27FC236}">
                <a16:creationId xmlns:a16="http://schemas.microsoft.com/office/drawing/2014/main" id="{B1DE324B-B342-451B-A412-C7D3AABE3AED}"/>
              </a:ext>
            </a:extLst>
          </p:cNvPr>
          <p:cNvCxnSpPr>
            <a:cxnSpLocks/>
            <a:stCxn id="72" idx="3"/>
            <a:endCxn id="79" idx="1"/>
          </p:cNvCxnSpPr>
          <p:nvPr/>
        </p:nvCxnSpPr>
        <p:spPr>
          <a:xfrm>
            <a:off x="2224525" y="3906750"/>
            <a:ext cx="449950" cy="867538"/>
          </a:xfrm>
          <a:prstGeom prst="straightConnector1">
            <a:avLst/>
          </a:prstGeom>
          <a:noFill/>
          <a:ln w="9525" cap="flat" cmpd="sng">
            <a:solidFill>
              <a:srgbClr val="92D05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2" name="Google Shape;1802;p54">
            <a:extLst>
              <a:ext uri="{FF2B5EF4-FFF2-40B4-BE49-F238E27FC236}">
                <a16:creationId xmlns:a16="http://schemas.microsoft.com/office/drawing/2014/main" id="{73DC57A0-47AB-44B9-B37B-3F439C0B06E7}"/>
              </a:ext>
            </a:extLst>
          </p:cNvPr>
          <p:cNvCxnSpPr>
            <a:stCxn id="75" idx="3"/>
            <a:endCxn id="76" idx="1"/>
          </p:cNvCxnSpPr>
          <p:nvPr/>
        </p:nvCxnSpPr>
        <p:spPr>
          <a:xfrm>
            <a:off x="804325" y="4774288"/>
            <a:ext cx="174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3" name="Google Shape;1803;p54">
            <a:extLst>
              <a:ext uri="{FF2B5EF4-FFF2-40B4-BE49-F238E27FC236}">
                <a16:creationId xmlns:a16="http://schemas.microsoft.com/office/drawing/2014/main" id="{8BA6E674-6DAA-4F4A-8214-DBBBFB604802}"/>
              </a:ext>
            </a:extLst>
          </p:cNvPr>
          <p:cNvCxnSpPr>
            <a:endCxn id="77" idx="1"/>
          </p:cNvCxnSpPr>
          <p:nvPr/>
        </p:nvCxnSpPr>
        <p:spPr>
          <a:xfrm>
            <a:off x="1384175" y="4774288"/>
            <a:ext cx="174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5" name="Google Shape;1805;p54">
            <a:extLst>
              <a:ext uri="{FF2B5EF4-FFF2-40B4-BE49-F238E27FC236}">
                <a16:creationId xmlns:a16="http://schemas.microsoft.com/office/drawing/2014/main" id="{F5CC63B0-4095-4C7A-AF30-107CAAE10EDE}"/>
              </a:ext>
            </a:extLst>
          </p:cNvPr>
          <p:cNvCxnSpPr>
            <a:stCxn id="78" idx="3"/>
            <a:endCxn id="79" idx="1"/>
          </p:cNvCxnSpPr>
          <p:nvPr/>
        </p:nvCxnSpPr>
        <p:spPr>
          <a:xfrm>
            <a:off x="2517050" y="4774288"/>
            <a:ext cx="157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86" name="Google Shape;1806;p54">
            <a:extLst>
              <a:ext uri="{FF2B5EF4-FFF2-40B4-BE49-F238E27FC236}">
                <a16:creationId xmlns:a16="http://schemas.microsoft.com/office/drawing/2014/main" id="{6E9505B3-C4B8-435B-B53D-AFE4E93B5A22}"/>
              </a:ext>
            </a:extLst>
          </p:cNvPr>
          <p:cNvGrpSpPr/>
          <p:nvPr/>
        </p:nvGrpSpPr>
        <p:grpSpPr>
          <a:xfrm>
            <a:off x="3407325" y="3208713"/>
            <a:ext cx="2090100" cy="998500"/>
            <a:chOff x="2421050" y="2030388"/>
            <a:chExt cx="2090100" cy="998500"/>
          </a:xfrm>
        </p:grpSpPr>
        <p:grpSp>
          <p:nvGrpSpPr>
            <p:cNvPr id="87" name="Google Shape;1807;p54">
              <a:extLst>
                <a:ext uri="{FF2B5EF4-FFF2-40B4-BE49-F238E27FC236}">
                  <a16:creationId xmlns:a16="http://schemas.microsoft.com/office/drawing/2014/main" id="{940C59A2-63DE-4D52-BAC6-37955C9A7974}"/>
                </a:ext>
              </a:extLst>
            </p:cNvPr>
            <p:cNvGrpSpPr/>
            <p:nvPr/>
          </p:nvGrpSpPr>
          <p:grpSpPr>
            <a:xfrm>
              <a:off x="2421050" y="2030388"/>
              <a:ext cx="2090100" cy="998500"/>
              <a:chOff x="261375" y="2343650"/>
              <a:chExt cx="2090100" cy="998500"/>
            </a:xfrm>
          </p:grpSpPr>
          <p:sp>
            <p:nvSpPr>
              <p:cNvPr id="89" name="Google Shape;1808;p54">
                <a:extLst>
                  <a:ext uri="{FF2B5EF4-FFF2-40B4-BE49-F238E27FC236}">
                    <a16:creationId xmlns:a16="http://schemas.microsoft.com/office/drawing/2014/main" id="{639A6C95-AF5F-4200-BED0-420ABC2E710C}"/>
                  </a:ext>
                </a:extLst>
              </p:cNvPr>
              <p:cNvSpPr/>
              <p:nvPr/>
            </p:nvSpPr>
            <p:spPr>
              <a:xfrm>
                <a:off x="261375" y="2343650"/>
                <a:ext cx="2090100" cy="3153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>
                    <a:solidFill>
                      <a:schemeClr val="dk1"/>
                    </a:solidFill>
                  </a:rPr>
                  <a:t>Insert(pBegin,</a:t>
                </a:r>
                <a:r>
                  <a:rPr lang="en-US" altLang="ko">
                    <a:solidFill>
                      <a:schemeClr val="dk1"/>
                    </a:solidFill>
                  </a:rPr>
                  <a:t>3</a:t>
                </a:r>
                <a:r>
                  <a:rPr lang="ko">
                    <a:solidFill>
                      <a:schemeClr val="dk1"/>
                    </a:solidFill>
                  </a:rPr>
                  <a:t>0 )</a:t>
                </a:r>
                <a:endParaRPr/>
              </a:p>
            </p:txBody>
          </p:sp>
          <p:sp>
            <p:nvSpPr>
              <p:cNvPr id="90" name="Google Shape;1809;p54">
                <a:extLst>
                  <a:ext uri="{FF2B5EF4-FFF2-40B4-BE49-F238E27FC236}">
                    <a16:creationId xmlns:a16="http://schemas.microsoft.com/office/drawing/2014/main" id="{D77D63DE-9F2F-41A5-A118-F0154E3ED342}"/>
                  </a:ext>
                </a:extLst>
              </p:cNvPr>
              <p:cNvSpPr/>
              <p:nvPr/>
            </p:nvSpPr>
            <p:spPr>
              <a:xfrm>
                <a:off x="261375" y="2647950"/>
                <a:ext cx="2090100" cy="6942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8" name="Google Shape;1810;p54">
              <a:extLst>
                <a:ext uri="{FF2B5EF4-FFF2-40B4-BE49-F238E27FC236}">
                  <a16:creationId xmlns:a16="http://schemas.microsoft.com/office/drawing/2014/main" id="{1A3878B3-CCFF-4193-B622-FEB27F4C9BDD}"/>
                </a:ext>
              </a:extLst>
            </p:cNvPr>
            <p:cNvSpPr/>
            <p:nvPr/>
          </p:nvSpPr>
          <p:spPr>
            <a:xfrm>
              <a:off x="2544875" y="2584213"/>
              <a:ext cx="803700" cy="3048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/>
                <a:t>pNode</a:t>
              </a:r>
              <a:endParaRPr dirty="0"/>
            </a:p>
          </p:txBody>
        </p:sp>
      </p:grpSp>
      <p:cxnSp>
        <p:nvCxnSpPr>
          <p:cNvPr id="91" name="Google Shape;1811;p54">
            <a:extLst>
              <a:ext uri="{FF2B5EF4-FFF2-40B4-BE49-F238E27FC236}">
                <a16:creationId xmlns:a16="http://schemas.microsoft.com/office/drawing/2014/main" id="{6E114324-CDD2-4F5E-89B3-84C485E679F7}"/>
              </a:ext>
            </a:extLst>
          </p:cNvPr>
          <p:cNvCxnSpPr>
            <a:stCxn id="88" idx="1"/>
            <a:endCxn id="77" idx="1"/>
          </p:cNvCxnSpPr>
          <p:nvPr/>
        </p:nvCxnSpPr>
        <p:spPr>
          <a:xfrm flipH="1">
            <a:off x="1558950" y="3914938"/>
            <a:ext cx="1972200" cy="859500"/>
          </a:xfrm>
          <a:prstGeom prst="straightConnector1">
            <a:avLst/>
          </a:prstGeom>
          <a:noFill/>
          <a:ln w="9525" cap="flat" cmpd="sng">
            <a:solidFill>
              <a:srgbClr val="92D05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2" name="Google Shape;1812;p54">
            <a:extLst>
              <a:ext uri="{FF2B5EF4-FFF2-40B4-BE49-F238E27FC236}">
                <a16:creationId xmlns:a16="http://schemas.microsoft.com/office/drawing/2014/main" id="{D47228B7-FFD9-4F30-9E4E-E043A497A77D}"/>
              </a:ext>
            </a:extLst>
          </p:cNvPr>
          <p:cNvSpPr/>
          <p:nvPr/>
        </p:nvSpPr>
        <p:spPr>
          <a:xfrm>
            <a:off x="4521750" y="3762538"/>
            <a:ext cx="803700" cy="3048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pInsert</a:t>
            </a:r>
            <a:endParaRPr/>
          </a:p>
        </p:txBody>
      </p:sp>
      <p:sp>
        <p:nvSpPr>
          <p:cNvPr id="94" name="Google Shape;1799;p54">
            <a:extLst>
              <a:ext uri="{FF2B5EF4-FFF2-40B4-BE49-F238E27FC236}">
                <a16:creationId xmlns:a16="http://schemas.microsoft.com/office/drawing/2014/main" id="{A24FCDDB-D35B-47D8-8F4E-56935A53F208}"/>
              </a:ext>
            </a:extLst>
          </p:cNvPr>
          <p:cNvSpPr/>
          <p:nvPr/>
        </p:nvSpPr>
        <p:spPr>
          <a:xfrm>
            <a:off x="3236600" y="4630226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dirty="0"/>
              <a:t>6</a:t>
            </a:r>
            <a:r>
              <a:rPr lang="ko" dirty="0"/>
              <a:t>0</a:t>
            </a:r>
            <a:endParaRPr dirty="0"/>
          </a:p>
        </p:txBody>
      </p:sp>
      <p:cxnSp>
        <p:nvCxnSpPr>
          <p:cNvPr id="5" name="연결선: 꺾임 4">
            <a:extLst>
              <a:ext uri="{FF2B5EF4-FFF2-40B4-BE49-F238E27FC236}">
                <a16:creationId xmlns:a16="http://schemas.microsoft.com/office/drawing/2014/main" id="{07333FA3-E4C0-417A-BF59-6D86728BCACB}"/>
              </a:ext>
            </a:extLst>
          </p:cNvPr>
          <p:cNvCxnSpPr>
            <a:stCxn id="77" idx="2"/>
            <a:endCxn id="94" idx="2"/>
          </p:cNvCxnSpPr>
          <p:nvPr/>
        </p:nvCxnSpPr>
        <p:spPr>
          <a:xfrm rot="16200000" flipH="1">
            <a:off x="2596018" y="4092094"/>
            <a:ext cx="8338" cy="1677525"/>
          </a:xfrm>
          <a:prstGeom prst="bentConnector3">
            <a:avLst>
              <a:gd name="adj1" fmla="val 2841665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연결선: 꺾임 6">
            <a:extLst>
              <a:ext uri="{FF2B5EF4-FFF2-40B4-BE49-F238E27FC236}">
                <a16:creationId xmlns:a16="http://schemas.microsoft.com/office/drawing/2014/main" id="{6FF6CF75-53A3-4886-9BF3-D0BF488C44CE}"/>
              </a:ext>
            </a:extLst>
          </p:cNvPr>
          <p:cNvCxnSpPr>
            <a:stCxn id="94" idx="0"/>
            <a:endCxn id="78" idx="0"/>
          </p:cNvCxnSpPr>
          <p:nvPr/>
        </p:nvCxnSpPr>
        <p:spPr>
          <a:xfrm rot="16200000" flipV="1">
            <a:off x="2872656" y="4063932"/>
            <a:ext cx="8338" cy="1124250"/>
          </a:xfrm>
          <a:prstGeom prst="bentConnector3">
            <a:avLst>
              <a:gd name="adj1" fmla="val 2841665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739C89DB-293B-41D1-B977-3596EB2A3B56}"/>
              </a:ext>
            </a:extLst>
          </p:cNvPr>
          <p:cNvCxnSpPr>
            <a:stCxn id="92" idx="1"/>
            <a:endCxn id="94" idx="0"/>
          </p:cNvCxnSpPr>
          <p:nvPr/>
        </p:nvCxnSpPr>
        <p:spPr>
          <a:xfrm flipH="1">
            <a:off x="3438950" y="3914938"/>
            <a:ext cx="1082800" cy="71528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Google Shape;1799;p54">
            <a:extLst>
              <a:ext uri="{FF2B5EF4-FFF2-40B4-BE49-F238E27FC236}">
                <a16:creationId xmlns:a16="http://schemas.microsoft.com/office/drawing/2014/main" id="{A6595BEB-1FB7-497D-AC7B-20AE61A86D25}"/>
              </a:ext>
            </a:extLst>
          </p:cNvPr>
          <p:cNvSpPr/>
          <p:nvPr/>
        </p:nvSpPr>
        <p:spPr>
          <a:xfrm>
            <a:off x="6539852" y="1172638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/>
              <a:t>new</a:t>
            </a:r>
            <a:endParaRPr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7" name="Google Shape;1817;p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삽입 문제점 분석</a:t>
            </a:r>
            <a:endParaRPr/>
          </a:p>
        </p:txBody>
      </p:sp>
      <p:sp>
        <p:nvSpPr>
          <p:cNvPr id="1818" name="Google Shape;1818;p55"/>
          <p:cNvSpPr txBox="1"/>
          <p:nvPr/>
        </p:nvSpPr>
        <p:spPr>
          <a:xfrm>
            <a:off x="387900" y="1190175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34 main()</a:t>
            </a:r>
            <a:endParaRPr/>
          </a:p>
        </p:txBody>
      </p:sp>
      <p:grpSp>
        <p:nvGrpSpPr>
          <p:cNvPr id="1819" name="Google Shape;1819;p55"/>
          <p:cNvGrpSpPr/>
          <p:nvPr/>
        </p:nvGrpSpPr>
        <p:grpSpPr>
          <a:xfrm>
            <a:off x="498900" y="1670450"/>
            <a:ext cx="803700" cy="559200"/>
            <a:chOff x="725125" y="742575"/>
            <a:chExt cx="803700" cy="559200"/>
          </a:xfrm>
        </p:grpSpPr>
        <p:sp>
          <p:nvSpPr>
            <p:cNvPr id="1820" name="Google Shape;1820;p55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pBgin</a:t>
              </a:r>
              <a:endParaRPr/>
            </a:p>
          </p:txBody>
        </p:sp>
        <p:sp>
          <p:nvSpPr>
            <p:cNvPr id="1821" name="Google Shape;1821;p55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1822" name="Google Shape;1822;p55"/>
          <p:cNvGrpSpPr/>
          <p:nvPr/>
        </p:nvGrpSpPr>
        <p:grpSpPr>
          <a:xfrm>
            <a:off x="1571525" y="1670450"/>
            <a:ext cx="803700" cy="559200"/>
            <a:chOff x="725125" y="742575"/>
            <a:chExt cx="803700" cy="559200"/>
          </a:xfrm>
        </p:grpSpPr>
        <p:sp>
          <p:nvSpPr>
            <p:cNvPr id="1823" name="Google Shape;1823;p55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End</a:t>
              </a:r>
              <a:endParaRPr/>
            </a:p>
          </p:txBody>
        </p:sp>
        <p:sp>
          <p:nvSpPr>
            <p:cNvPr id="1824" name="Google Shape;1824;p55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/>
                <a:t>0x0</a:t>
              </a:r>
              <a:r>
                <a:rPr lang="en-US" altLang="ko" dirty="0"/>
                <a:t>5</a:t>
              </a:r>
              <a:endParaRPr dirty="0"/>
            </a:p>
          </p:txBody>
        </p:sp>
      </p:grpSp>
      <p:grpSp>
        <p:nvGrpSpPr>
          <p:cNvPr id="1825" name="Google Shape;1825;p55"/>
          <p:cNvGrpSpPr/>
          <p:nvPr/>
        </p:nvGrpSpPr>
        <p:grpSpPr>
          <a:xfrm>
            <a:off x="1630225" y="4047925"/>
            <a:ext cx="803700" cy="838800"/>
            <a:chOff x="6538675" y="262075"/>
            <a:chExt cx="803700" cy="838800"/>
          </a:xfrm>
        </p:grpSpPr>
        <p:grpSp>
          <p:nvGrpSpPr>
            <p:cNvPr id="1826" name="Google Shape;1826;p55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827" name="Google Shape;1827;p55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1828" name="Google Shape;1828;p55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1829" name="Google Shape;1829;p55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0x02</a:t>
              </a:r>
              <a:endParaRPr sz="1200"/>
            </a:p>
          </p:txBody>
        </p:sp>
      </p:grpSp>
      <p:grpSp>
        <p:nvGrpSpPr>
          <p:cNvPr id="1830" name="Google Shape;1830;p55"/>
          <p:cNvGrpSpPr/>
          <p:nvPr/>
        </p:nvGrpSpPr>
        <p:grpSpPr>
          <a:xfrm>
            <a:off x="2777075" y="4047950"/>
            <a:ext cx="803700" cy="838800"/>
            <a:chOff x="6538675" y="262075"/>
            <a:chExt cx="803700" cy="838800"/>
          </a:xfrm>
        </p:grpSpPr>
        <p:sp>
          <p:nvSpPr>
            <p:cNvPr id="1831" name="Google Shape;1831;p55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0x03</a:t>
              </a:r>
              <a:endParaRPr sz="1200"/>
            </a:p>
          </p:txBody>
        </p:sp>
        <p:grpSp>
          <p:nvGrpSpPr>
            <p:cNvPr id="1832" name="Google Shape;1832;p55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833" name="Google Shape;1833;p55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1834" name="Google Shape;1834;p55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</p:grpSp>
      <p:grpSp>
        <p:nvGrpSpPr>
          <p:cNvPr id="1835" name="Google Shape;1835;p55"/>
          <p:cNvGrpSpPr/>
          <p:nvPr/>
        </p:nvGrpSpPr>
        <p:grpSpPr>
          <a:xfrm>
            <a:off x="3877650" y="4047950"/>
            <a:ext cx="803700" cy="838800"/>
            <a:chOff x="6538675" y="262075"/>
            <a:chExt cx="803700" cy="838800"/>
          </a:xfrm>
        </p:grpSpPr>
        <p:grpSp>
          <p:nvGrpSpPr>
            <p:cNvPr id="1836" name="Google Shape;1836;p55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837" name="Google Shape;1837;p55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0x03</a:t>
                </a:r>
                <a:endParaRPr/>
              </a:p>
            </p:txBody>
          </p:sp>
          <p:sp>
            <p:nvSpPr>
              <p:cNvPr id="1838" name="Google Shape;1838;p55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30</a:t>
                </a:r>
                <a:endParaRPr/>
              </a:p>
            </p:txBody>
          </p:sp>
        </p:grpSp>
        <p:sp>
          <p:nvSpPr>
            <p:cNvPr id="1839" name="Google Shape;1839;p55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0x04</a:t>
              </a:r>
              <a:endParaRPr sz="1200"/>
            </a:p>
          </p:txBody>
        </p:sp>
      </p:grpSp>
      <p:cxnSp>
        <p:nvCxnSpPr>
          <p:cNvPr id="1840" name="Google Shape;1840;p55"/>
          <p:cNvCxnSpPr>
            <a:stCxn id="1829" idx="3"/>
            <a:endCxn id="1833" idx="1"/>
          </p:cNvCxnSpPr>
          <p:nvPr/>
        </p:nvCxnSpPr>
        <p:spPr>
          <a:xfrm rot="10800000" flipH="1">
            <a:off x="2433925" y="4187725"/>
            <a:ext cx="3432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41" name="Google Shape;1841;p55"/>
          <p:cNvCxnSpPr>
            <a:endCxn id="1837" idx="1"/>
          </p:cNvCxnSpPr>
          <p:nvPr/>
        </p:nvCxnSpPr>
        <p:spPr>
          <a:xfrm rot="10800000" flipH="1">
            <a:off x="3580650" y="4187750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42" name="Google Shape;1842;p55"/>
          <p:cNvCxnSpPr>
            <a:stCxn id="1824" idx="1"/>
            <a:endCxn id="1843" idx="1"/>
          </p:cNvCxnSpPr>
          <p:nvPr/>
        </p:nvCxnSpPr>
        <p:spPr>
          <a:xfrm>
            <a:off x="1571525" y="2089850"/>
            <a:ext cx="45072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844" name="Google Shape;1844;p55"/>
          <p:cNvCxnSpPr>
            <a:stCxn id="1821" idx="1"/>
            <a:endCxn id="1827" idx="1"/>
          </p:cNvCxnSpPr>
          <p:nvPr/>
        </p:nvCxnSpPr>
        <p:spPr>
          <a:xfrm>
            <a:off x="498900" y="2089850"/>
            <a:ext cx="11313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845" name="Google Shape;1845;p55"/>
          <p:cNvGrpSpPr/>
          <p:nvPr/>
        </p:nvGrpSpPr>
        <p:grpSpPr>
          <a:xfrm>
            <a:off x="4978225" y="4047925"/>
            <a:ext cx="803700" cy="838800"/>
            <a:chOff x="6538675" y="262075"/>
            <a:chExt cx="803700" cy="838800"/>
          </a:xfrm>
        </p:grpSpPr>
        <p:grpSp>
          <p:nvGrpSpPr>
            <p:cNvPr id="1846" name="Google Shape;1846;p55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847" name="Google Shape;1847;p55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0x04</a:t>
                </a:r>
                <a:endParaRPr/>
              </a:p>
            </p:txBody>
          </p:sp>
          <p:sp>
            <p:nvSpPr>
              <p:cNvPr id="1848" name="Google Shape;1848;p55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40</a:t>
                </a:r>
                <a:endParaRPr/>
              </a:p>
            </p:txBody>
          </p:sp>
        </p:grpSp>
        <p:sp>
          <p:nvSpPr>
            <p:cNvPr id="1849" name="Google Shape;1849;p55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0x05</a:t>
              </a:r>
              <a:endParaRPr sz="1200"/>
            </a:p>
          </p:txBody>
        </p:sp>
      </p:grpSp>
      <p:cxnSp>
        <p:nvCxnSpPr>
          <p:cNvPr id="1850" name="Google Shape;1850;p55"/>
          <p:cNvCxnSpPr>
            <a:stCxn id="1839" idx="3"/>
            <a:endCxn id="1847" idx="1"/>
          </p:cNvCxnSpPr>
          <p:nvPr/>
        </p:nvCxnSpPr>
        <p:spPr>
          <a:xfrm rot="10800000" flipH="1">
            <a:off x="4681350" y="4187750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851" name="Google Shape;1851;p55"/>
          <p:cNvGrpSpPr/>
          <p:nvPr/>
        </p:nvGrpSpPr>
        <p:grpSpPr>
          <a:xfrm>
            <a:off x="6078800" y="4047925"/>
            <a:ext cx="803700" cy="838800"/>
            <a:chOff x="6538675" y="262075"/>
            <a:chExt cx="803700" cy="838800"/>
          </a:xfrm>
        </p:grpSpPr>
        <p:grpSp>
          <p:nvGrpSpPr>
            <p:cNvPr id="1852" name="Google Shape;1852;p55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843" name="Google Shape;1843;p55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0x05</a:t>
                </a:r>
                <a:endParaRPr/>
              </a:p>
            </p:txBody>
          </p:sp>
          <p:sp>
            <p:nvSpPr>
              <p:cNvPr id="1853" name="Google Shape;1853;p55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50</a:t>
                </a:r>
                <a:endParaRPr/>
              </a:p>
            </p:txBody>
          </p:sp>
        </p:grpSp>
        <p:sp>
          <p:nvSpPr>
            <p:cNvPr id="1854" name="Google Shape;1854;p55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pNext</a:t>
              </a:r>
              <a:endParaRPr sz="1200"/>
            </a:p>
          </p:txBody>
        </p:sp>
      </p:grpSp>
      <p:cxnSp>
        <p:nvCxnSpPr>
          <p:cNvPr id="1855" name="Google Shape;1855;p55"/>
          <p:cNvCxnSpPr>
            <a:stCxn id="1849" idx="3"/>
            <a:endCxn id="1843" idx="1"/>
          </p:cNvCxnSpPr>
          <p:nvPr/>
        </p:nvCxnSpPr>
        <p:spPr>
          <a:xfrm rot="10800000" flipH="1">
            <a:off x="5781925" y="4187725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856" name="Google Shape;1856;p55"/>
          <p:cNvGrpSpPr/>
          <p:nvPr/>
        </p:nvGrpSpPr>
        <p:grpSpPr>
          <a:xfrm>
            <a:off x="5352950" y="1865738"/>
            <a:ext cx="803700" cy="559200"/>
            <a:chOff x="725125" y="742575"/>
            <a:chExt cx="803700" cy="559200"/>
          </a:xfrm>
        </p:grpSpPr>
        <p:sp>
          <p:nvSpPr>
            <p:cNvPr id="1857" name="Google Shape;1857;p55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pStart</a:t>
              </a:r>
              <a:endParaRPr sz="1200"/>
            </a:p>
          </p:txBody>
        </p:sp>
        <p:sp>
          <p:nvSpPr>
            <p:cNvPr id="1858" name="Google Shape;1858;p55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1859" name="Google Shape;1859;p55"/>
          <p:cNvGrpSpPr/>
          <p:nvPr/>
        </p:nvGrpSpPr>
        <p:grpSpPr>
          <a:xfrm>
            <a:off x="6347650" y="1865738"/>
            <a:ext cx="803700" cy="559200"/>
            <a:chOff x="725125" y="742575"/>
            <a:chExt cx="803700" cy="559200"/>
          </a:xfrm>
        </p:grpSpPr>
        <p:sp>
          <p:nvSpPr>
            <p:cNvPr id="1860" name="Google Shape;1860;p55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data</a:t>
              </a:r>
              <a:endParaRPr sz="1200"/>
            </a:p>
          </p:txBody>
        </p:sp>
        <p:sp>
          <p:nvSpPr>
            <p:cNvPr id="1861" name="Google Shape;1861;p55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30</a:t>
              </a:r>
              <a:endParaRPr/>
            </a:p>
          </p:txBody>
        </p:sp>
      </p:grpSp>
      <p:grpSp>
        <p:nvGrpSpPr>
          <p:cNvPr id="1862" name="Google Shape;1862;p55"/>
          <p:cNvGrpSpPr/>
          <p:nvPr/>
        </p:nvGrpSpPr>
        <p:grpSpPr>
          <a:xfrm>
            <a:off x="7342350" y="1865738"/>
            <a:ext cx="803700" cy="559200"/>
            <a:chOff x="725125" y="742575"/>
            <a:chExt cx="803700" cy="559200"/>
          </a:xfrm>
        </p:grpSpPr>
        <p:sp>
          <p:nvSpPr>
            <p:cNvPr id="1863" name="Google Shape;1863;p55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insert</a:t>
              </a:r>
              <a:endParaRPr sz="1200"/>
            </a:p>
          </p:txBody>
        </p:sp>
        <p:sp>
          <p:nvSpPr>
            <p:cNvPr id="1864" name="Google Shape;1864;p55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60</a:t>
              </a:r>
              <a:endParaRPr/>
            </a:p>
          </p:txBody>
        </p:sp>
      </p:grpSp>
      <p:cxnSp>
        <p:nvCxnSpPr>
          <p:cNvPr id="1865" name="Google Shape;1865;p55"/>
          <p:cNvCxnSpPr>
            <a:stCxn id="1821" idx="2"/>
            <a:endCxn id="1858" idx="0"/>
          </p:cNvCxnSpPr>
          <p:nvPr/>
        </p:nvCxnSpPr>
        <p:spPr>
          <a:xfrm rot="10800000" flipH="1">
            <a:off x="900750" y="2145350"/>
            <a:ext cx="4854000" cy="8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866" name="Google Shape;1866;p55"/>
          <p:cNvCxnSpPr>
            <a:stCxn id="1858" idx="1"/>
            <a:endCxn id="1827" idx="1"/>
          </p:cNvCxnSpPr>
          <p:nvPr/>
        </p:nvCxnSpPr>
        <p:spPr>
          <a:xfrm flipH="1">
            <a:off x="1630250" y="2285138"/>
            <a:ext cx="3722700" cy="1902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867" name="Google Shape;1867;p55"/>
          <p:cNvGrpSpPr/>
          <p:nvPr/>
        </p:nvGrpSpPr>
        <p:grpSpPr>
          <a:xfrm>
            <a:off x="7342350" y="2772813"/>
            <a:ext cx="803700" cy="559200"/>
            <a:chOff x="725125" y="742575"/>
            <a:chExt cx="803700" cy="559200"/>
          </a:xfrm>
        </p:grpSpPr>
        <p:sp>
          <p:nvSpPr>
            <p:cNvPr id="1868" name="Google Shape;1868;p55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pNode</a:t>
              </a:r>
              <a:endParaRPr/>
            </a:p>
          </p:txBody>
        </p:sp>
        <p:sp>
          <p:nvSpPr>
            <p:cNvPr id="1869" name="Google Shape;1869;p55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cxnSp>
        <p:nvCxnSpPr>
          <p:cNvPr id="1870" name="Google Shape;1870;p55"/>
          <p:cNvCxnSpPr>
            <a:stCxn id="1858" idx="2"/>
            <a:endCxn id="1869" idx="0"/>
          </p:cNvCxnSpPr>
          <p:nvPr/>
        </p:nvCxnSpPr>
        <p:spPr>
          <a:xfrm>
            <a:off x="5754800" y="2424938"/>
            <a:ext cx="1989300" cy="627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871" name="Google Shape;1871;p55"/>
          <p:cNvCxnSpPr>
            <a:stCxn id="1869" idx="1"/>
            <a:endCxn id="1827" idx="1"/>
          </p:cNvCxnSpPr>
          <p:nvPr/>
        </p:nvCxnSpPr>
        <p:spPr>
          <a:xfrm flipH="1">
            <a:off x="1630350" y="3192213"/>
            <a:ext cx="5712000" cy="995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872" name="Google Shape;1872;p55"/>
          <p:cNvGrpSpPr/>
          <p:nvPr/>
        </p:nvGrpSpPr>
        <p:grpSpPr>
          <a:xfrm>
            <a:off x="7342500" y="3488738"/>
            <a:ext cx="803700" cy="559200"/>
            <a:chOff x="725125" y="742575"/>
            <a:chExt cx="803700" cy="559200"/>
          </a:xfrm>
        </p:grpSpPr>
        <p:sp>
          <p:nvSpPr>
            <p:cNvPr id="1873" name="Google Shape;1873;p55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pInsert</a:t>
              </a:r>
              <a:endParaRPr/>
            </a:p>
          </p:txBody>
        </p:sp>
        <p:sp>
          <p:nvSpPr>
            <p:cNvPr id="1874" name="Google Shape;1874;p55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N</a:t>
              </a:r>
              <a:endParaRPr/>
            </a:p>
          </p:txBody>
        </p:sp>
      </p:grpSp>
      <p:cxnSp>
        <p:nvCxnSpPr>
          <p:cNvPr id="1875" name="Google Shape;1875;p55"/>
          <p:cNvCxnSpPr>
            <a:stCxn id="1869" idx="2"/>
            <a:endCxn id="1824" idx="0"/>
          </p:cNvCxnSpPr>
          <p:nvPr/>
        </p:nvCxnSpPr>
        <p:spPr>
          <a:xfrm rot="10800000">
            <a:off x="1973400" y="1949913"/>
            <a:ext cx="5770800" cy="138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876" name="Google Shape;1876;p55"/>
          <p:cNvCxnSpPr>
            <a:cxnSpLocks/>
            <a:stCxn id="1824" idx="1"/>
            <a:endCxn id="1843" idx="1"/>
          </p:cNvCxnSpPr>
          <p:nvPr/>
        </p:nvCxnSpPr>
        <p:spPr>
          <a:xfrm>
            <a:off x="1571525" y="2089850"/>
            <a:ext cx="4507275" cy="209787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77" name="Google Shape;1877;p55"/>
          <p:cNvSpPr txBox="1"/>
          <p:nvPr/>
        </p:nvSpPr>
        <p:spPr>
          <a:xfrm>
            <a:off x="4010200" y="1353688"/>
            <a:ext cx="4349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57 InsertNodeData(pBegin, 30, 60)</a:t>
            </a:r>
            <a:endParaRPr/>
          </a:p>
        </p:txBody>
      </p:sp>
      <p:grpSp>
        <p:nvGrpSpPr>
          <p:cNvPr id="1878" name="Google Shape;1878;p55"/>
          <p:cNvGrpSpPr/>
          <p:nvPr/>
        </p:nvGrpSpPr>
        <p:grpSpPr>
          <a:xfrm>
            <a:off x="2594425" y="1658163"/>
            <a:ext cx="803700" cy="559200"/>
            <a:chOff x="725125" y="742575"/>
            <a:chExt cx="803700" cy="559200"/>
          </a:xfrm>
        </p:grpSpPr>
        <p:sp>
          <p:nvSpPr>
            <p:cNvPr id="1879" name="Google Shape;1879;p55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Find</a:t>
              </a:r>
              <a:endParaRPr/>
            </a:p>
          </p:txBody>
        </p:sp>
        <p:sp>
          <p:nvSpPr>
            <p:cNvPr id="1880" name="Google Shape;1880;p55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0x04</a:t>
              </a:r>
              <a:endParaRPr/>
            </a:p>
          </p:txBody>
        </p:sp>
      </p:grpSp>
      <p:cxnSp>
        <p:nvCxnSpPr>
          <p:cNvPr id="1881" name="Google Shape;1881;p55"/>
          <p:cNvCxnSpPr>
            <a:stCxn id="1880" idx="1"/>
            <a:endCxn id="1847" idx="1"/>
          </p:cNvCxnSpPr>
          <p:nvPr/>
        </p:nvCxnSpPr>
        <p:spPr>
          <a:xfrm>
            <a:off x="2594425" y="2077563"/>
            <a:ext cx="2383800" cy="21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6" name="Google Shape;1886;p5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삽입 문제점 해결방법</a:t>
            </a:r>
            <a:endParaRPr/>
          </a:p>
        </p:txBody>
      </p:sp>
      <p:sp>
        <p:nvSpPr>
          <p:cNvPr id="1887" name="Google Shape;1887;p56"/>
          <p:cNvSpPr txBox="1"/>
          <p:nvPr/>
        </p:nvSpPr>
        <p:spPr>
          <a:xfrm>
            <a:off x="387900" y="1190175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34 main()</a:t>
            </a:r>
            <a:endParaRPr/>
          </a:p>
        </p:txBody>
      </p:sp>
      <p:grpSp>
        <p:nvGrpSpPr>
          <p:cNvPr id="1888" name="Google Shape;1888;p56"/>
          <p:cNvGrpSpPr/>
          <p:nvPr/>
        </p:nvGrpSpPr>
        <p:grpSpPr>
          <a:xfrm>
            <a:off x="498900" y="1670450"/>
            <a:ext cx="803700" cy="559200"/>
            <a:chOff x="725125" y="742575"/>
            <a:chExt cx="803700" cy="559200"/>
          </a:xfrm>
        </p:grpSpPr>
        <p:sp>
          <p:nvSpPr>
            <p:cNvPr id="1889" name="Google Shape;1889;p56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pBgin</a:t>
              </a:r>
              <a:endParaRPr/>
            </a:p>
          </p:txBody>
        </p:sp>
        <p:sp>
          <p:nvSpPr>
            <p:cNvPr id="1890" name="Google Shape;1890;p56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1891" name="Google Shape;1891;p56"/>
          <p:cNvGrpSpPr/>
          <p:nvPr/>
        </p:nvGrpSpPr>
        <p:grpSpPr>
          <a:xfrm>
            <a:off x="1571525" y="1670450"/>
            <a:ext cx="803700" cy="559200"/>
            <a:chOff x="725125" y="742575"/>
            <a:chExt cx="803700" cy="559200"/>
          </a:xfrm>
        </p:grpSpPr>
        <p:sp>
          <p:nvSpPr>
            <p:cNvPr id="1892" name="Google Shape;1892;p56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End</a:t>
              </a:r>
              <a:endParaRPr/>
            </a:p>
          </p:txBody>
        </p:sp>
        <p:sp>
          <p:nvSpPr>
            <p:cNvPr id="1893" name="Google Shape;1893;p56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>
                  <a:solidFill>
                    <a:srgbClr val="FF0000"/>
                  </a:solidFill>
                </a:rPr>
                <a:t>0x05</a:t>
              </a:r>
              <a:endParaRPr>
                <a:solidFill>
                  <a:srgbClr val="FF0000"/>
                </a:solidFill>
              </a:endParaRPr>
            </a:p>
          </p:txBody>
        </p:sp>
      </p:grpSp>
      <p:grpSp>
        <p:nvGrpSpPr>
          <p:cNvPr id="1894" name="Google Shape;1894;p56"/>
          <p:cNvGrpSpPr/>
          <p:nvPr/>
        </p:nvGrpSpPr>
        <p:grpSpPr>
          <a:xfrm>
            <a:off x="1630225" y="4047925"/>
            <a:ext cx="803700" cy="838800"/>
            <a:chOff x="6538675" y="262075"/>
            <a:chExt cx="803700" cy="838800"/>
          </a:xfrm>
        </p:grpSpPr>
        <p:grpSp>
          <p:nvGrpSpPr>
            <p:cNvPr id="1895" name="Google Shape;1895;p56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896" name="Google Shape;1896;p56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1897" name="Google Shape;1897;p56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1898" name="Google Shape;1898;p56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0x02</a:t>
              </a:r>
              <a:endParaRPr sz="1200"/>
            </a:p>
          </p:txBody>
        </p:sp>
      </p:grpSp>
      <p:grpSp>
        <p:nvGrpSpPr>
          <p:cNvPr id="1899" name="Google Shape;1899;p56"/>
          <p:cNvGrpSpPr/>
          <p:nvPr/>
        </p:nvGrpSpPr>
        <p:grpSpPr>
          <a:xfrm>
            <a:off x="2777075" y="4047950"/>
            <a:ext cx="803700" cy="838800"/>
            <a:chOff x="6538675" y="262075"/>
            <a:chExt cx="803700" cy="838800"/>
          </a:xfrm>
        </p:grpSpPr>
        <p:sp>
          <p:nvSpPr>
            <p:cNvPr id="1900" name="Google Shape;1900;p56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0x03</a:t>
              </a:r>
              <a:endParaRPr sz="1200"/>
            </a:p>
          </p:txBody>
        </p:sp>
        <p:grpSp>
          <p:nvGrpSpPr>
            <p:cNvPr id="1901" name="Google Shape;1901;p56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02" name="Google Shape;1902;p56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1903" name="Google Shape;1903;p56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</p:grpSp>
      <p:grpSp>
        <p:nvGrpSpPr>
          <p:cNvPr id="1904" name="Google Shape;1904;p56"/>
          <p:cNvGrpSpPr/>
          <p:nvPr/>
        </p:nvGrpSpPr>
        <p:grpSpPr>
          <a:xfrm>
            <a:off x="3877650" y="4047950"/>
            <a:ext cx="803700" cy="838800"/>
            <a:chOff x="6538675" y="262075"/>
            <a:chExt cx="803700" cy="838800"/>
          </a:xfrm>
        </p:grpSpPr>
        <p:grpSp>
          <p:nvGrpSpPr>
            <p:cNvPr id="1905" name="Google Shape;1905;p56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06" name="Google Shape;1906;p56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0x03</a:t>
                </a:r>
                <a:endParaRPr/>
              </a:p>
            </p:txBody>
          </p:sp>
          <p:sp>
            <p:nvSpPr>
              <p:cNvPr id="1907" name="Google Shape;1907;p56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30</a:t>
                </a:r>
                <a:endParaRPr/>
              </a:p>
            </p:txBody>
          </p:sp>
        </p:grpSp>
        <p:sp>
          <p:nvSpPr>
            <p:cNvPr id="1908" name="Google Shape;1908;p56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>
                  <a:solidFill>
                    <a:srgbClr val="FF0000"/>
                  </a:solidFill>
                </a:rPr>
                <a:t>0x06</a:t>
              </a:r>
              <a:endParaRPr sz="1200">
                <a:solidFill>
                  <a:srgbClr val="FF0000"/>
                </a:solidFill>
              </a:endParaRPr>
            </a:p>
          </p:txBody>
        </p:sp>
      </p:grpSp>
      <p:cxnSp>
        <p:nvCxnSpPr>
          <p:cNvPr id="1909" name="Google Shape;1909;p56"/>
          <p:cNvCxnSpPr>
            <a:stCxn id="1898" idx="3"/>
            <a:endCxn id="1902" idx="1"/>
          </p:cNvCxnSpPr>
          <p:nvPr/>
        </p:nvCxnSpPr>
        <p:spPr>
          <a:xfrm rot="10800000" flipH="1">
            <a:off x="2433925" y="4187725"/>
            <a:ext cx="3432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10" name="Google Shape;1910;p56"/>
          <p:cNvCxnSpPr>
            <a:endCxn id="1906" idx="1"/>
          </p:cNvCxnSpPr>
          <p:nvPr/>
        </p:nvCxnSpPr>
        <p:spPr>
          <a:xfrm rot="10800000" flipH="1">
            <a:off x="3580650" y="4187750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11" name="Google Shape;1911;p56"/>
          <p:cNvCxnSpPr>
            <a:stCxn id="1890" idx="1"/>
            <a:endCxn id="1896" idx="1"/>
          </p:cNvCxnSpPr>
          <p:nvPr/>
        </p:nvCxnSpPr>
        <p:spPr>
          <a:xfrm>
            <a:off x="498900" y="2089850"/>
            <a:ext cx="11313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912" name="Google Shape;1912;p56"/>
          <p:cNvGrpSpPr/>
          <p:nvPr/>
        </p:nvGrpSpPr>
        <p:grpSpPr>
          <a:xfrm>
            <a:off x="4978225" y="4047925"/>
            <a:ext cx="803700" cy="838800"/>
            <a:chOff x="6538675" y="262075"/>
            <a:chExt cx="803700" cy="838800"/>
          </a:xfrm>
        </p:grpSpPr>
        <p:grpSp>
          <p:nvGrpSpPr>
            <p:cNvPr id="1913" name="Google Shape;1913;p56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14" name="Google Shape;1914;p56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0x04</a:t>
                </a:r>
                <a:endParaRPr/>
              </a:p>
            </p:txBody>
          </p:sp>
          <p:sp>
            <p:nvSpPr>
              <p:cNvPr id="1915" name="Google Shape;1915;p56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40</a:t>
                </a:r>
                <a:endParaRPr/>
              </a:p>
            </p:txBody>
          </p:sp>
        </p:grpSp>
        <p:sp>
          <p:nvSpPr>
            <p:cNvPr id="1916" name="Google Shape;1916;p56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0x05</a:t>
              </a:r>
              <a:endParaRPr sz="1200"/>
            </a:p>
          </p:txBody>
        </p:sp>
      </p:grpSp>
      <p:grpSp>
        <p:nvGrpSpPr>
          <p:cNvPr id="1917" name="Google Shape;1917;p56"/>
          <p:cNvGrpSpPr/>
          <p:nvPr/>
        </p:nvGrpSpPr>
        <p:grpSpPr>
          <a:xfrm>
            <a:off x="6078800" y="4047925"/>
            <a:ext cx="803700" cy="838800"/>
            <a:chOff x="6538675" y="262075"/>
            <a:chExt cx="803700" cy="838800"/>
          </a:xfrm>
        </p:grpSpPr>
        <p:grpSp>
          <p:nvGrpSpPr>
            <p:cNvPr id="1918" name="Google Shape;1918;p56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19" name="Google Shape;1919;p56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0x05</a:t>
                </a:r>
                <a:endParaRPr/>
              </a:p>
            </p:txBody>
          </p:sp>
          <p:sp>
            <p:nvSpPr>
              <p:cNvPr id="1920" name="Google Shape;1920;p56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50</a:t>
                </a:r>
                <a:endParaRPr/>
              </a:p>
            </p:txBody>
          </p:sp>
        </p:grpSp>
        <p:sp>
          <p:nvSpPr>
            <p:cNvPr id="1921" name="Google Shape;1921;p56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pNext</a:t>
              </a:r>
              <a:endParaRPr sz="1200"/>
            </a:p>
          </p:txBody>
        </p:sp>
      </p:grpSp>
      <p:cxnSp>
        <p:nvCxnSpPr>
          <p:cNvPr id="1922" name="Google Shape;1922;p56"/>
          <p:cNvCxnSpPr>
            <a:stCxn id="1916" idx="3"/>
            <a:endCxn id="1919" idx="1"/>
          </p:cNvCxnSpPr>
          <p:nvPr/>
        </p:nvCxnSpPr>
        <p:spPr>
          <a:xfrm rot="10800000" flipH="1">
            <a:off x="5781925" y="4187725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23" name="Google Shape;1923;p56"/>
          <p:cNvSpPr txBox="1"/>
          <p:nvPr/>
        </p:nvSpPr>
        <p:spPr>
          <a:xfrm>
            <a:off x="4010200" y="1353688"/>
            <a:ext cx="4349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57 InsertNodeData(pBegin, 30, 60)</a:t>
            </a:r>
            <a:endParaRPr/>
          </a:p>
        </p:txBody>
      </p:sp>
      <p:grpSp>
        <p:nvGrpSpPr>
          <p:cNvPr id="1924" name="Google Shape;1924;p56"/>
          <p:cNvGrpSpPr/>
          <p:nvPr/>
        </p:nvGrpSpPr>
        <p:grpSpPr>
          <a:xfrm>
            <a:off x="5352950" y="1865738"/>
            <a:ext cx="803700" cy="559200"/>
            <a:chOff x="725125" y="742575"/>
            <a:chExt cx="803700" cy="559200"/>
          </a:xfrm>
        </p:grpSpPr>
        <p:sp>
          <p:nvSpPr>
            <p:cNvPr id="1925" name="Google Shape;1925;p56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pStart</a:t>
              </a:r>
              <a:endParaRPr sz="1200"/>
            </a:p>
          </p:txBody>
        </p:sp>
        <p:sp>
          <p:nvSpPr>
            <p:cNvPr id="1926" name="Google Shape;1926;p56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1927" name="Google Shape;1927;p56"/>
          <p:cNvGrpSpPr/>
          <p:nvPr/>
        </p:nvGrpSpPr>
        <p:grpSpPr>
          <a:xfrm>
            <a:off x="6347650" y="1865738"/>
            <a:ext cx="803700" cy="559200"/>
            <a:chOff x="725125" y="742575"/>
            <a:chExt cx="803700" cy="559200"/>
          </a:xfrm>
        </p:grpSpPr>
        <p:sp>
          <p:nvSpPr>
            <p:cNvPr id="1928" name="Google Shape;1928;p56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data</a:t>
              </a:r>
              <a:endParaRPr sz="1200"/>
            </a:p>
          </p:txBody>
        </p:sp>
        <p:sp>
          <p:nvSpPr>
            <p:cNvPr id="1929" name="Google Shape;1929;p56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30</a:t>
              </a:r>
              <a:endParaRPr/>
            </a:p>
          </p:txBody>
        </p:sp>
      </p:grpSp>
      <p:grpSp>
        <p:nvGrpSpPr>
          <p:cNvPr id="1930" name="Google Shape;1930;p56"/>
          <p:cNvGrpSpPr/>
          <p:nvPr/>
        </p:nvGrpSpPr>
        <p:grpSpPr>
          <a:xfrm>
            <a:off x="7342350" y="1865738"/>
            <a:ext cx="803700" cy="559200"/>
            <a:chOff x="725125" y="742575"/>
            <a:chExt cx="803700" cy="559200"/>
          </a:xfrm>
        </p:grpSpPr>
        <p:sp>
          <p:nvSpPr>
            <p:cNvPr id="1931" name="Google Shape;1931;p56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insert</a:t>
              </a:r>
              <a:endParaRPr sz="1200"/>
            </a:p>
          </p:txBody>
        </p:sp>
        <p:sp>
          <p:nvSpPr>
            <p:cNvPr id="1932" name="Google Shape;1932;p56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60</a:t>
              </a:r>
              <a:endParaRPr/>
            </a:p>
          </p:txBody>
        </p:sp>
      </p:grpSp>
      <p:cxnSp>
        <p:nvCxnSpPr>
          <p:cNvPr id="1933" name="Google Shape;1933;p56"/>
          <p:cNvCxnSpPr>
            <a:stCxn id="1890" idx="2"/>
            <a:endCxn id="1926" idx="0"/>
          </p:cNvCxnSpPr>
          <p:nvPr/>
        </p:nvCxnSpPr>
        <p:spPr>
          <a:xfrm rot="10800000" flipH="1">
            <a:off x="900750" y="2145350"/>
            <a:ext cx="4854000" cy="8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934" name="Google Shape;1934;p56"/>
          <p:cNvCxnSpPr>
            <a:stCxn id="1926" idx="1"/>
            <a:endCxn id="1896" idx="1"/>
          </p:cNvCxnSpPr>
          <p:nvPr/>
        </p:nvCxnSpPr>
        <p:spPr>
          <a:xfrm flipH="1">
            <a:off x="1630250" y="2285138"/>
            <a:ext cx="3722700" cy="1902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935" name="Google Shape;1935;p56"/>
          <p:cNvGrpSpPr/>
          <p:nvPr/>
        </p:nvGrpSpPr>
        <p:grpSpPr>
          <a:xfrm>
            <a:off x="7342350" y="2772813"/>
            <a:ext cx="803700" cy="559200"/>
            <a:chOff x="725125" y="742575"/>
            <a:chExt cx="803700" cy="559200"/>
          </a:xfrm>
        </p:grpSpPr>
        <p:sp>
          <p:nvSpPr>
            <p:cNvPr id="1936" name="Google Shape;1936;p56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pNode</a:t>
              </a:r>
              <a:endParaRPr/>
            </a:p>
          </p:txBody>
        </p:sp>
        <p:sp>
          <p:nvSpPr>
            <p:cNvPr id="1937" name="Google Shape;1937;p56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>
                  <a:solidFill>
                    <a:srgbClr val="FF0000"/>
                  </a:solidFill>
                </a:rPr>
                <a:t>0x03</a:t>
              </a:r>
              <a:endParaRPr>
                <a:solidFill>
                  <a:srgbClr val="FF0000"/>
                </a:solidFill>
              </a:endParaRPr>
            </a:p>
          </p:txBody>
        </p:sp>
      </p:grpSp>
      <p:cxnSp>
        <p:nvCxnSpPr>
          <p:cNvPr id="1938" name="Google Shape;1938;p56"/>
          <p:cNvCxnSpPr>
            <a:stCxn id="1926" idx="2"/>
            <a:endCxn id="1937" idx="0"/>
          </p:cNvCxnSpPr>
          <p:nvPr/>
        </p:nvCxnSpPr>
        <p:spPr>
          <a:xfrm>
            <a:off x="5754800" y="2424938"/>
            <a:ext cx="1989300" cy="627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939" name="Google Shape;1939;p56"/>
          <p:cNvCxnSpPr>
            <a:stCxn id="1937" idx="1"/>
            <a:endCxn id="1906" idx="1"/>
          </p:cNvCxnSpPr>
          <p:nvPr/>
        </p:nvCxnSpPr>
        <p:spPr>
          <a:xfrm flipH="1">
            <a:off x="3877650" y="3192213"/>
            <a:ext cx="3464700" cy="9954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940" name="Google Shape;1940;p56"/>
          <p:cNvGrpSpPr/>
          <p:nvPr/>
        </p:nvGrpSpPr>
        <p:grpSpPr>
          <a:xfrm>
            <a:off x="7342500" y="3488738"/>
            <a:ext cx="803700" cy="559200"/>
            <a:chOff x="725125" y="742575"/>
            <a:chExt cx="803700" cy="559200"/>
          </a:xfrm>
        </p:grpSpPr>
        <p:sp>
          <p:nvSpPr>
            <p:cNvPr id="1941" name="Google Shape;1941;p56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pInsert</a:t>
              </a:r>
              <a:endParaRPr/>
            </a:p>
          </p:txBody>
        </p:sp>
        <p:sp>
          <p:nvSpPr>
            <p:cNvPr id="1942" name="Google Shape;1942;p56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>
                  <a:solidFill>
                    <a:srgbClr val="FF0000"/>
                  </a:solidFill>
                </a:rPr>
                <a:t>0x06</a:t>
              </a:r>
              <a:endParaRPr>
                <a:solidFill>
                  <a:srgbClr val="FF0000"/>
                </a:solidFill>
              </a:endParaRPr>
            </a:p>
          </p:txBody>
        </p:sp>
      </p:grpSp>
      <p:cxnSp>
        <p:nvCxnSpPr>
          <p:cNvPr id="1943" name="Google Shape;1943;p56"/>
          <p:cNvCxnSpPr>
            <a:stCxn id="1937" idx="2"/>
            <a:endCxn id="1893" idx="0"/>
          </p:cNvCxnSpPr>
          <p:nvPr/>
        </p:nvCxnSpPr>
        <p:spPr>
          <a:xfrm rot="10800000">
            <a:off x="1973400" y="1949913"/>
            <a:ext cx="5770800" cy="138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944" name="Google Shape;1944;p56"/>
          <p:cNvCxnSpPr>
            <a:stCxn id="1893" idx="1"/>
            <a:endCxn id="1919" idx="1"/>
          </p:cNvCxnSpPr>
          <p:nvPr/>
        </p:nvCxnSpPr>
        <p:spPr>
          <a:xfrm>
            <a:off x="1571525" y="2089850"/>
            <a:ext cx="4507200" cy="20979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945" name="Google Shape;1945;p56"/>
          <p:cNvGrpSpPr/>
          <p:nvPr/>
        </p:nvGrpSpPr>
        <p:grpSpPr>
          <a:xfrm>
            <a:off x="7342500" y="4265950"/>
            <a:ext cx="803700" cy="838800"/>
            <a:chOff x="6538675" y="262075"/>
            <a:chExt cx="803700" cy="838800"/>
          </a:xfrm>
        </p:grpSpPr>
        <p:grpSp>
          <p:nvGrpSpPr>
            <p:cNvPr id="1946" name="Google Shape;1946;p56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47" name="Google Shape;1947;p56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FF00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0x06</a:t>
                </a:r>
                <a:endParaRPr/>
              </a:p>
            </p:txBody>
          </p:sp>
          <p:sp>
            <p:nvSpPr>
              <p:cNvPr id="1948" name="Google Shape;1948;p56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00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>
                    <a:solidFill>
                      <a:srgbClr val="FF0000"/>
                    </a:solidFill>
                  </a:rPr>
                  <a:t>60</a:t>
                </a:r>
                <a:endParaRPr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1949" name="Google Shape;1949;p56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>
                  <a:solidFill>
                    <a:srgbClr val="FF0000"/>
                  </a:solidFill>
                </a:rPr>
                <a:t>0x04</a:t>
              </a:r>
              <a:endParaRPr sz="1200">
                <a:solidFill>
                  <a:srgbClr val="FF0000"/>
                </a:solidFill>
              </a:endParaRPr>
            </a:p>
          </p:txBody>
        </p:sp>
      </p:grpSp>
      <p:cxnSp>
        <p:nvCxnSpPr>
          <p:cNvPr id="1950" name="Google Shape;1950;p56"/>
          <p:cNvCxnSpPr>
            <a:stCxn id="1942" idx="3"/>
            <a:endCxn id="1947" idx="1"/>
          </p:cNvCxnSpPr>
          <p:nvPr/>
        </p:nvCxnSpPr>
        <p:spPr>
          <a:xfrm flipH="1">
            <a:off x="7342500" y="3908138"/>
            <a:ext cx="803700" cy="4977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51" name="Google Shape;1951;p56"/>
          <p:cNvCxnSpPr>
            <a:stCxn id="1908" idx="3"/>
            <a:endCxn id="1947" idx="1"/>
          </p:cNvCxnSpPr>
          <p:nvPr/>
        </p:nvCxnSpPr>
        <p:spPr>
          <a:xfrm rot="10800000" flipH="1">
            <a:off x="4681350" y="4405850"/>
            <a:ext cx="2661300" cy="3411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52" name="Google Shape;1952;p56"/>
          <p:cNvCxnSpPr>
            <a:stCxn id="1949" idx="3"/>
            <a:endCxn id="1914" idx="1"/>
          </p:cNvCxnSpPr>
          <p:nvPr/>
        </p:nvCxnSpPr>
        <p:spPr>
          <a:xfrm rot="10800000">
            <a:off x="4978200" y="4187650"/>
            <a:ext cx="3168000" cy="7773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53" name="Google Shape;1953;p56"/>
          <p:cNvCxnSpPr>
            <a:stCxn id="1932" idx="2"/>
            <a:endCxn id="1948" idx="0"/>
          </p:cNvCxnSpPr>
          <p:nvPr/>
        </p:nvCxnSpPr>
        <p:spPr>
          <a:xfrm>
            <a:off x="7744200" y="2424938"/>
            <a:ext cx="300" cy="2120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954" name="Google Shape;1954;p56"/>
          <p:cNvGrpSpPr/>
          <p:nvPr/>
        </p:nvGrpSpPr>
        <p:grpSpPr>
          <a:xfrm>
            <a:off x="2594425" y="1658163"/>
            <a:ext cx="803700" cy="559200"/>
            <a:chOff x="725125" y="742575"/>
            <a:chExt cx="803700" cy="559200"/>
          </a:xfrm>
        </p:grpSpPr>
        <p:sp>
          <p:nvSpPr>
            <p:cNvPr id="1955" name="Google Shape;1955;p56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Find</a:t>
              </a:r>
              <a:endParaRPr/>
            </a:p>
          </p:txBody>
        </p:sp>
        <p:sp>
          <p:nvSpPr>
            <p:cNvPr id="1956" name="Google Shape;1956;p56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0x04</a:t>
              </a:r>
              <a:endParaRPr/>
            </a:p>
          </p:txBody>
        </p:sp>
      </p:grpSp>
      <p:cxnSp>
        <p:nvCxnSpPr>
          <p:cNvPr id="1957" name="Google Shape;1957;p56"/>
          <p:cNvCxnSpPr>
            <a:stCxn id="1956" idx="1"/>
            <a:endCxn id="1914" idx="1"/>
          </p:cNvCxnSpPr>
          <p:nvPr/>
        </p:nvCxnSpPr>
        <p:spPr>
          <a:xfrm>
            <a:off x="2594425" y="2077563"/>
            <a:ext cx="2383800" cy="21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0" name="Google Shape;2040;p5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ko" dirty="0"/>
              <a:t>삽입 그려보기 2 </a:t>
            </a:r>
            <a:r>
              <a:rPr lang="en-US" altLang="ko" dirty="0"/>
              <a:t>-</a:t>
            </a:r>
            <a:r>
              <a:rPr lang="ko" altLang="en-US" dirty="0"/>
              <a:t> </a:t>
            </a:r>
            <a:r>
              <a:rPr lang="ko" altLang="en-US" err="1">
                <a:solidFill>
                  <a:srgbClr val="FF0000"/>
                </a:solidFill>
              </a:rPr>
              <a:t>pEnd가</a:t>
            </a:r>
            <a:r>
              <a:rPr lang="ko" altLang="en-US" dirty="0">
                <a:solidFill>
                  <a:srgbClr val="FF0000"/>
                </a:solidFill>
              </a:rPr>
              <a:t> 변경되어 되는가?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041" name="Google Shape;2041;p58"/>
          <p:cNvSpPr txBox="1"/>
          <p:nvPr/>
        </p:nvSpPr>
        <p:spPr>
          <a:xfrm>
            <a:off x="387900" y="1190175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34 main()</a:t>
            </a:r>
            <a:endParaRPr/>
          </a:p>
        </p:txBody>
      </p:sp>
      <p:grpSp>
        <p:nvGrpSpPr>
          <p:cNvPr id="2042" name="Google Shape;2042;p58"/>
          <p:cNvGrpSpPr/>
          <p:nvPr/>
        </p:nvGrpSpPr>
        <p:grpSpPr>
          <a:xfrm>
            <a:off x="498900" y="1670450"/>
            <a:ext cx="803700" cy="559200"/>
            <a:chOff x="725125" y="742575"/>
            <a:chExt cx="803700" cy="559200"/>
          </a:xfrm>
        </p:grpSpPr>
        <p:sp>
          <p:nvSpPr>
            <p:cNvPr id="2043" name="Google Shape;2043;p58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pBgin</a:t>
              </a:r>
              <a:endParaRPr/>
            </a:p>
          </p:txBody>
        </p:sp>
        <p:sp>
          <p:nvSpPr>
            <p:cNvPr id="2044" name="Google Shape;2044;p58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2045" name="Google Shape;2045;p58"/>
          <p:cNvGrpSpPr/>
          <p:nvPr/>
        </p:nvGrpSpPr>
        <p:grpSpPr>
          <a:xfrm>
            <a:off x="1571525" y="1670450"/>
            <a:ext cx="803700" cy="559200"/>
            <a:chOff x="725125" y="742575"/>
            <a:chExt cx="803700" cy="559200"/>
          </a:xfrm>
        </p:grpSpPr>
        <p:sp>
          <p:nvSpPr>
            <p:cNvPr id="2046" name="Google Shape;2046;p58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End</a:t>
              </a:r>
              <a:endParaRPr/>
            </a:p>
          </p:txBody>
        </p:sp>
        <p:sp>
          <p:nvSpPr>
            <p:cNvPr id="2047" name="Google Shape;2047;p58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ko" dirty="0">
                  <a:solidFill>
                    <a:srgbClr val="FF0000"/>
                  </a:solidFill>
                </a:rPr>
                <a:t>0x03</a:t>
              </a:r>
            </a:p>
          </p:txBody>
        </p:sp>
      </p:grpSp>
      <p:grpSp>
        <p:nvGrpSpPr>
          <p:cNvPr id="2048" name="Google Shape;2048;p58"/>
          <p:cNvGrpSpPr/>
          <p:nvPr/>
        </p:nvGrpSpPr>
        <p:grpSpPr>
          <a:xfrm>
            <a:off x="1630225" y="4047925"/>
            <a:ext cx="803700" cy="838800"/>
            <a:chOff x="6538675" y="262075"/>
            <a:chExt cx="803700" cy="838800"/>
          </a:xfrm>
        </p:grpSpPr>
        <p:grpSp>
          <p:nvGrpSpPr>
            <p:cNvPr id="2049" name="Google Shape;2049;p58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050" name="Google Shape;2050;p58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2051" name="Google Shape;2051;p58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2052" name="Google Shape;2052;p58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0x02</a:t>
              </a:r>
              <a:endParaRPr sz="1200"/>
            </a:p>
          </p:txBody>
        </p:sp>
      </p:grpSp>
      <p:grpSp>
        <p:nvGrpSpPr>
          <p:cNvPr id="2053" name="Google Shape;2053;p58"/>
          <p:cNvGrpSpPr/>
          <p:nvPr/>
        </p:nvGrpSpPr>
        <p:grpSpPr>
          <a:xfrm>
            <a:off x="2777075" y="4047950"/>
            <a:ext cx="803700" cy="838800"/>
            <a:chOff x="6538675" y="262075"/>
            <a:chExt cx="803700" cy="838800"/>
          </a:xfrm>
        </p:grpSpPr>
        <p:sp>
          <p:nvSpPr>
            <p:cNvPr id="2054" name="Google Shape;2054;p58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0x03</a:t>
              </a:r>
              <a:endParaRPr sz="1200"/>
            </a:p>
          </p:txBody>
        </p:sp>
        <p:grpSp>
          <p:nvGrpSpPr>
            <p:cNvPr id="2055" name="Google Shape;2055;p58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056" name="Google Shape;2056;p58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2057" name="Google Shape;2057;p58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</p:grpSp>
      <p:grpSp>
        <p:nvGrpSpPr>
          <p:cNvPr id="2058" name="Google Shape;2058;p58"/>
          <p:cNvGrpSpPr/>
          <p:nvPr/>
        </p:nvGrpSpPr>
        <p:grpSpPr>
          <a:xfrm>
            <a:off x="3877650" y="4047950"/>
            <a:ext cx="803700" cy="838800"/>
            <a:chOff x="6538675" y="262075"/>
            <a:chExt cx="803700" cy="838800"/>
          </a:xfrm>
        </p:grpSpPr>
        <p:grpSp>
          <p:nvGrpSpPr>
            <p:cNvPr id="2059" name="Google Shape;2059;p58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060" name="Google Shape;2060;p58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0x03</a:t>
                </a:r>
                <a:endParaRPr/>
              </a:p>
            </p:txBody>
          </p:sp>
          <p:sp>
            <p:nvSpPr>
              <p:cNvPr id="2061" name="Google Shape;2061;p58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30</a:t>
                </a:r>
                <a:endParaRPr/>
              </a:p>
            </p:txBody>
          </p:sp>
        </p:grpSp>
        <p:sp>
          <p:nvSpPr>
            <p:cNvPr id="2062" name="Google Shape;2062;p58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0x06</a:t>
              </a:r>
              <a:endParaRPr sz="1200"/>
            </a:p>
          </p:txBody>
        </p:sp>
      </p:grpSp>
      <p:cxnSp>
        <p:nvCxnSpPr>
          <p:cNvPr id="2063" name="Google Shape;2063;p58"/>
          <p:cNvCxnSpPr>
            <a:stCxn id="2052" idx="3"/>
            <a:endCxn id="2056" idx="1"/>
          </p:cNvCxnSpPr>
          <p:nvPr/>
        </p:nvCxnSpPr>
        <p:spPr>
          <a:xfrm rot="10800000" flipH="1">
            <a:off x="2433925" y="4187725"/>
            <a:ext cx="3432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64" name="Google Shape;2064;p58"/>
          <p:cNvCxnSpPr>
            <a:endCxn id="2060" idx="1"/>
          </p:cNvCxnSpPr>
          <p:nvPr/>
        </p:nvCxnSpPr>
        <p:spPr>
          <a:xfrm rot="10800000" flipH="1">
            <a:off x="3580650" y="4187750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65" name="Google Shape;2065;p58"/>
          <p:cNvCxnSpPr>
            <a:stCxn id="2044" idx="1"/>
            <a:endCxn id="2050" idx="1"/>
          </p:cNvCxnSpPr>
          <p:nvPr/>
        </p:nvCxnSpPr>
        <p:spPr>
          <a:xfrm>
            <a:off x="498900" y="2089850"/>
            <a:ext cx="11313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066" name="Google Shape;2066;p58"/>
          <p:cNvGrpSpPr/>
          <p:nvPr/>
        </p:nvGrpSpPr>
        <p:grpSpPr>
          <a:xfrm>
            <a:off x="4978225" y="4047925"/>
            <a:ext cx="803700" cy="838800"/>
            <a:chOff x="6538675" y="262075"/>
            <a:chExt cx="803700" cy="838800"/>
          </a:xfrm>
        </p:grpSpPr>
        <p:grpSp>
          <p:nvGrpSpPr>
            <p:cNvPr id="2067" name="Google Shape;2067;p58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068" name="Google Shape;2068;p58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0x04</a:t>
                </a:r>
                <a:endParaRPr/>
              </a:p>
            </p:txBody>
          </p:sp>
          <p:sp>
            <p:nvSpPr>
              <p:cNvPr id="2069" name="Google Shape;2069;p58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40</a:t>
                </a:r>
                <a:endParaRPr/>
              </a:p>
            </p:txBody>
          </p:sp>
        </p:grpSp>
        <p:sp>
          <p:nvSpPr>
            <p:cNvPr id="2070" name="Google Shape;2070;p58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0x05</a:t>
              </a:r>
              <a:endParaRPr sz="1200"/>
            </a:p>
          </p:txBody>
        </p:sp>
      </p:grpSp>
      <p:grpSp>
        <p:nvGrpSpPr>
          <p:cNvPr id="2071" name="Google Shape;2071;p58"/>
          <p:cNvGrpSpPr/>
          <p:nvPr/>
        </p:nvGrpSpPr>
        <p:grpSpPr>
          <a:xfrm>
            <a:off x="6078800" y="4047925"/>
            <a:ext cx="803700" cy="838800"/>
            <a:chOff x="6538675" y="262075"/>
            <a:chExt cx="803700" cy="838800"/>
          </a:xfrm>
        </p:grpSpPr>
        <p:grpSp>
          <p:nvGrpSpPr>
            <p:cNvPr id="2072" name="Google Shape;2072;p58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073" name="Google Shape;2073;p58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0x05</a:t>
                </a:r>
                <a:endParaRPr/>
              </a:p>
            </p:txBody>
          </p:sp>
          <p:sp>
            <p:nvSpPr>
              <p:cNvPr id="2074" name="Google Shape;2074;p58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50</a:t>
                </a:r>
                <a:endParaRPr/>
              </a:p>
            </p:txBody>
          </p:sp>
        </p:grpSp>
        <p:sp>
          <p:nvSpPr>
            <p:cNvPr id="2075" name="Google Shape;2075;p58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pNext</a:t>
              </a:r>
              <a:endParaRPr sz="1200"/>
            </a:p>
          </p:txBody>
        </p:sp>
      </p:grpSp>
      <p:cxnSp>
        <p:nvCxnSpPr>
          <p:cNvPr id="2076" name="Google Shape;2076;p58"/>
          <p:cNvCxnSpPr>
            <a:stCxn id="2070" idx="3"/>
            <a:endCxn id="2073" idx="1"/>
          </p:cNvCxnSpPr>
          <p:nvPr/>
        </p:nvCxnSpPr>
        <p:spPr>
          <a:xfrm rot="10800000" flipH="1">
            <a:off x="5781925" y="4187725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077" name="Google Shape;2077;p58"/>
          <p:cNvGrpSpPr/>
          <p:nvPr/>
        </p:nvGrpSpPr>
        <p:grpSpPr>
          <a:xfrm>
            <a:off x="4362350" y="1865738"/>
            <a:ext cx="803700" cy="559200"/>
            <a:chOff x="725125" y="742575"/>
            <a:chExt cx="803700" cy="559200"/>
          </a:xfrm>
        </p:grpSpPr>
        <p:sp>
          <p:nvSpPr>
            <p:cNvPr id="2078" name="Google Shape;2078;p58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pStart</a:t>
              </a:r>
              <a:endParaRPr sz="1200"/>
            </a:p>
          </p:txBody>
        </p:sp>
        <p:sp>
          <p:nvSpPr>
            <p:cNvPr id="2079" name="Google Shape;2079;p58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2080" name="Google Shape;2080;p58"/>
          <p:cNvGrpSpPr/>
          <p:nvPr/>
        </p:nvGrpSpPr>
        <p:grpSpPr>
          <a:xfrm>
            <a:off x="5357050" y="1865738"/>
            <a:ext cx="803700" cy="559200"/>
            <a:chOff x="725125" y="742575"/>
            <a:chExt cx="803700" cy="559200"/>
          </a:xfrm>
        </p:grpSpPr>
        <p:sp>
          <p:nvSpPr>
            <p:cNvPr id="2081" name="Google Shape;2081;p58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data</a:t>
              </a:r>
              <a:endParaRPr sz="1200"/>
            </a:p>
          </p:txBody>
        </p:sp>
        <p:sp>
          <p:nvSpPr>
            <p:cNvPr id="2082" name="Google Shape;2082;p58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30</a:t>
              </a:r>
              <a:endParaRPr/>
            </a:p>
          </p:txBody>
        </p:sp>
      </p:grpSp>
      <p:grpSp>
        <p:nvGrpSpPr>
          <p:cNvPr id="2083" name="Google Shape;2083;p58"/>
          <p:cNvGrpSpPr/>
          <p:nvPr/>
        </p:nvGrpSpPr>
        <p:grpSpPr>
          <a:xfrm>
            <a:off x="6351750" y="1865738"/>
            <a:ext cx="803700" cy="559200"/>
            <a:chOff x="725125" y="742575"/>
            <a:chExt cx="803700" cy="559200"/>
          </a:xfrm>
        </p:grpSpPr>
        <p:sp>
          <p:nvSpPr>
            <p:cNvPr id="2084" name="Google Shape;2084;p58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insert</a:t>
              </a:r>
              <a:endParaRPr sz="1200"/>
            </a:p>
          </p:txBody>
        </p:sp>
        <p:sp>
          <p:nvSpPr>
            <p:cNvPr id="2085" name="Google Shape;2085;p58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60</a:t>
              </a:r>
              <a:endParaRPr/>
            </a:p>
          </p:txBody>
        </p:sp>
      </p:grpSp>
      <p:cxnSp>
        <p:nvCxnSpPr>
          <p:cNvPr id="2086" name="Google Shape;2086;p58"/>
          <p:cNvCxnSpPr>
            <a:stCxn id="2079" idx="1"/>
            <a:endCxn id="2050" idx="1"/>
          </p:cNvCxnSpPr>
          <p:nvPr/>
        </p:nvCxnSpPr>
        <p:spPr>
          <a:xfrm flipH="1">
            <a:off x="1630250" y="2285138"/>
            <a:ext cx="2732100" cy="1902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087" name="Google Shape;2087;p58"/>
          <p:cNvGrpSpPr/>
          <p:nvPr/>
        </p:nvGrpSpPr>
        <p:grpSpPr>
          <a:xfrm>
            <a:off x="8145950" y="2536788"/>
            <a:ext cx="803700" cy="559200"/>
            <a:chOff x="725125" y="742575"/>
            <a:chExt cx="803700" cy="559200"/>
          </a:xfrm>
        </p:grpSpPr>
        <p:sp>
          <p:nvSpPr>
            <p:cNvPr id="2088" name="Google Shape;2088;p58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pNode</a:t>
              </a:r>
              <a:endParaRPr/>
            </a:p>
          </p:txBody>
        </p:sp>
        <p:sp>
          <p:nvSpPr>
            <p:cNvPr id="2089" name="Google Shape;2089;p58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0x03</a:t>
              </a:r>
              <a:endParaRPr/>
            </a:p>
          </p:txBody>
        </p:sp>
      </p:grpSp>
      <p:cxnSp>
        <p:nvCxnSpPr>
          <p:cNvPr id="2090" name="Google Shape;2090;p58"/>
          <p:cNvCxnSpPr>
            <a:stCxn id="2089" idx="1"/>
            <a:endCxn id="2060" idx="1"/>
          </p:cNvCxnSpPr>
          <p:nvPr/>
        </p:nvCxnSpPr>
        <p:spPr>
          <a:xfrm flipH="1">
            <a:off x="3877550" y="2956188"/>
            <a:ext cx="4268400" cy="1231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091" name="Google Shape;2091;p58"/>
          <p:cNvGrpSpPr/>
          <p:nvPr/>
        </p:nvGrpSpPr>
        <p:grpSpPr>
          <a:xfrm>
            <a:off x="8143275" y="3272963"/>
            <a:ext cx="803700" cy="559200"/>
            <a:chOff x="725125" y="742575"/>
            <a:chExt cx="803700" cy="559200"/>
          </a:xfrm>
        </p:grpSpPr>
        <p:sp>
          <p:nvSpPr>
            <p:cNvPr id="2092" name="Google Shape;2092;p58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pInsert</a:t>
              </a:r>
              <a:endParaRPr/>
            </a:p>
          </p:txBody>
        </p:sp>
        <p:sp>
          <p:nvSpPr>
            <p:cNvPr id="2093" name="Google Shape;2093;p58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0x06</a:t>
              </a:r>
              <a:endParaRPr/>
            </a:p>
          </p:txBody>
        </p:sp>
      </p:grpSp>
      <p:cxnSp>
        <p:nvCxnSpPr>
          <p:cNvPr id="2094" name="Google Shape;2094;p58"/>
          <p:cNvCxnSpPr>
            <a:cxnSpLocks/>
            <a:stCxn id="2047" idx="1"/>
            <a:endCxn id="2073" idx="1"/>
          </p:cNvCxnSpPr>
          <p:nvPr/>
        </p:nvCxnSpPr>
        <p:spPr>
          <a:xfrm>
            <a:off x="1571525" y="2082127"/>
            <a:ext cx="2661485" cy="1951137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95" name="Google Shape;2095;p58"/>
          <p:cNvSpPr txBox="1"/>
          <p:nvPr/>
        </p:nvSpPr>
        <p:spPr>
          <a:xfrm>
            <a:off x="4010200" y="1353688"/>
            <a:ext cx="4349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57 InsertNodeData(pBegin, 30, 60)</a:t>
            </a:r>
            <a:endParaRPr/>
          </a:p>
        </p:txBody>
      </p:sp>
      <p:grpSp>
        <p:nvGrpSpPr>
          <p:cNvPr id="2096" name="Google Shape;2096;p58"/>
          <p:cNvGrpSpPr/>
          <p:nvPr/>
        </p:nvGrpSpPr>
        <p:grpSpPr>
          <a:xfrm>
            <a:off x="4572000" y="2739363"/>
            <a:ext cx="803700" cy="838800"/>
            <a:chOff x="6538675" y="262075"/>
            <a:chExt cx="803700" cy="838800"/>
          </a:xfrm>
        </p:grpSpPr>
        <p:grpSp>
          <p:nvGrpSpPr>
            <p:cNvPr id="2097" name="Google Shape;2097;p58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098" name="Google Shape;2098;p58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0x06</a:t>
                </a:r>
                <a:endParaRPr/>
              </a:p>
            </p:txBody>
          </p:sp>
          <p:sp>
            <p:nvSpPr>
              <p:cNvPr id="2099" name="Google Shape;2099;p58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60</a:t>
                </a:r>
                <a:endParaRPr/>
              </a:p>
            </p:txBody>
          </p:sp>
        </p:grpSp>
        <p:sp>
          <p:nvSpPr>
            <p:cNvPr id="2100" name="Google Shape;2100;p58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0x04</a:t>
              </a:r>
              <a:endParaRPr sz="1200"/>
            </a:p>
          </p:txBody>
        </p:sp>
      </p:grpSp>
      <p:cxnSp>
        <p:nvCxnSpPr>
          <p:cNvPr id="2101" name="Google Shape;2101;p58"/>
          <p:cNvCxnSpPr>
            <a:stCxn id="2093" idx="1"/>
            <a:endCxn id="2098" idx="1"/>
          </p:cNvCxnSpPr>
          <p:nvPr/>
        </p:nvCxnSpPr>
        <p:spPr>
          <a:xfrm rot="10800000">
            <a:off x="4572075" y="2879063"/>
            <a:ext cx="3571200" cy="813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02" name="Google Shape;2102;p58"/>
          <p:cNvSpPr txBox="1"/>
          <p:nvPr/>
        </p:nvSpPr>
        <p:spPr>
          <a:xfrm>
            <a:off x="2933075" y="4964575"/>
            <a:ext cx="581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107</a:t>
            </a:r>
            <a:endParaRPr/>
          </a:p>
        </p:txBody>
      </p:sp>
      <p:cxnSp>
        <p:nvCxnSpPr>
          <p:cNvPr id="2103" name="Google Shape;2103;p58"/>
          <p:cNvCxnSpPr>
            <a:stCxn id="2062" idx="3"/>
            <a:endCxn id="2100" idx="1"/>
          </p:cNvCxnSpPr>
          <p:nvPr/>
        </p:nvCxnSpPr>
        <p:spPr>
          <a:xfrm rot="10800000">
            <a:off x="4571850" y="3438350"/>
            <a:ext cx="109500" cy="1308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2104" name="Google Shape;2104;p58"/>
          <p:cNvCxnSpPr>
            <a:stCxn id="2100" idx="3"/>
            <a:endCxn id="2068" idx="1"/>
          </p:cNvCxnSpPr>
          <p:nvPr/>
        </p:nvCxnSpPr>
        <p:spPr>
          <a:xfrm flipH="1">
            <a:off x="4978200" y="3438363"/>
            <a:ext cx="397500" cy="749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05" name="Google Shape;2105;p58"/>
          <p:cNvSpPr txBox="1"/>
          <p:nvPr/>
        </p:nvSpPr>
        <p:spPr>
          <a:xfrm>
            <a:off x="4032300" y="3371850"/>
            <a:ext cx="49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106</a:t>
            </a:r>
            <a:endParaRPr/>
          </a:p>
        </p:txBody>
      </p:sp>
      <p:cxnSp>
        <p:nvCxnSpPr>
          <p:cNvPr id="2106" name="Google Shape;2106;p58"/>
          <p:cNvCxnSpPr>
            <a:stCxn id="2093" idx="1"/>
            <a:endCxn id="2062" idx="3"/>
          </p:cNvCxnSpPr>
          <p:nvPr/>
        </p:nvCxnSpPr>
        <p:spPr>
          <a:xfrm flipH="1">
            <a:off x="4681275" y="3692363"/>
            <a:ext cx="3462000" cy="1054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2107" name="Google Shape;2107;p58"/>
          <p:cNvCxnSpPr>
            <a:stCxn id="2062" idx="3"/>
            <a:endCxn id="2098" idx="1"/>
          </p:cNvCxnSpPr>
          <p:nvPr/>
        </p:nvCxnSpPr>
        <p:spPr>
          <a:xfrm rot="10800000">
            <a:off x="4571850" y="2879150"/>
            <a:ext cx="109500" cy="186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08" name="Google Shape;2108;p58"/>
          <p:cNvSpPr txBox="1"/>
          <p:nvPr/>
        </p:nvSpPr>
        <p:spPr>
          <a:xfrm>
            <a:off x="6790875" y="3612950"/>
            <a:ext cx="49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107</a:t>
            </a:r>
            <a:endParaRPr/>
          </a:p>
        </p:txBody>
      </p:sp>
      <p:grpSp>
        <p:nvGrpSpPr>
          <p:cNvPr id="2109" name="Google Shape;2109;p58"/>
          <p:cNvGrpSpPr/>
          <p:nvPr/>
        </p:nvGrpSpPr>
        <p:grpSpPr>
          <a:xfrm>
            <a:off x="2594425" y="1658163"/>
            <a:ext cx="803700" cy="559200"/>
            <a:chOff x="725125" y="742575"/>
            <a:chExt cx="803700" cy="559200"/>
          </a:xfrm>
        </p:grpSpPr>
        <p:sp>
          <p:nvSpPr>
            <p:cNvPr id="2110" name="Google Shape;2110;p58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Find</a:t>
              </a:r>
              <a:endParaRPr/>
            </a:p>
          </p:txBody>
        </p:sp>
        <p:sp>
          <p:nvSpPr>
            <p:cNvPr id="2111" name="Google Shape;2111;p58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0x04</a:t>
              </a:r>
              <a:endParaRPr/>
            </a:p>
          </p:txBody>
        </p:sp>
      </p:grpSp>
      <p:cxnSp>
        <p:nvCxnSpPr>
          <p:cNvPr id="2112" name="Google Shape;2112;p58"/>
          <p:cNvCxnSpPr>
            <a:stCxn id="2111" idx="1"/>
            <a:endCxn id="2068" idx="1"/>
          </p:cNvCxnSpPr>
          <p:nvPr/>
        </p:nvCxnSpPr>
        <p:spPr>
          <a:xfrm>
            <a:off x="2594425" y="2077563"/>
            <a:ext cx="2383800" cy="21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" name="Google Shape;2106;p58">
            <a:extLst>
              <a:ext uri="{FF2B5EF4-FFF2-40B4-BE49-F238E27FC236}">
                <a16:creationId xmlns:a16="http://schemas.microsoft.com/office/drawing/2014/main" id="{7D5B6154-B390-5F2B-C188-FE320068E707}"/>
              </a:ext>
            </a:extLst>
          </p:cNvPr>
          <p:cNvCxnSpPr>
            <a:cxnSpLocks/>
          </p:cNvCxnSpPr>
          <p:nvPr/>
        </p:nvCxnSpPr>
        <p:spPr>
          <a:xfrm flipH="1" flipV="1">
            <a:off x="1902172" y="1921421"/>
            <a:ext cx="6651586" cy="116199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2" name="Google Shape;1962;p5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삽입 그려보기 1</a:t>
            </a:r>
            <a:endParaRPr/>
          </a:p>
        </p:txBody>
      </p:sp>
      <p:sp>
        <p:nvSpPr>
          <p:cNvPr id="1963" name="Google Shape;1963;p57"/>
          <p:cNvSpPr txBox="1"/>
          <p:nvPr/>
        </p:nvSpPr>
        <p:spPr>
          <a:xfrm>
            <a:off x="387900" y="1190175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34 main()</a:t>
            </a:r>
            <a:endParaRPr/>
          </a:p>
        </p:txBody>
      </p:sp>
      <p:grpSp>
        <p:nvGrpSpPr>
          <p:cNvPr id="1964" name="Google Shape;1964;p57"/>
          <p:cNvGrpSpPr/>
          <p:nvPr/>
        </p:nvGrpSpPr>
        <p:grpSpPr>
          <a:xfrm>
            <a:off x="498900" y="1670450"/>
            <a:ext cx="803700" cy="559200"/>
            <a:chOff x="725125" y="742575"/>
            <a:chExt cx="803700" cy="559200"/>
          </a:xfrm>
        </p:grpSpPr>
        <p:sp>
          <p:nvSpPr>
            <p:cNvPr id="1965" name="Google Shape;1965;p57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pBgin</a:t>
              </a:r>
              <a:endParaRPr/>
            </a:p>
          </p:txBody>
        </p:sp>
        <p:sp>
          <p:nvSpPr>
            <p:cNvPr id="1966" name="Google Shape;1966;p57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1967" name="Google Shape;1967;p57"/>
          <p:cNvGrpSpPr/>
          <p:nvPr/>
        </p:nvGrpSpPr>
        <p:grpSpPr>
          <a:xfrm>
            <a:off x="1571525" y="1670450"/>
            <a:ext cx="803700" cy="559200"/>
            <a:chOff x="725125" y="742575"/>
            <a:chExt cx="803700" cy="559200"/>
          </a:xfrm>
        </p:grpSpPr>
        <p:sp>
          <p:nvSpPr>
            <p:cNvPr id="1968" name="Google Shape;1968;p57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End</a:t>
              </a:r>
              <a:endParaRPr/>
            </a:p>
          </p:txBody>
        </p:sp>
        <p:sp>
          <p:nvSpPr>
            <p:cNvPr id="1969" name="Google Shape;1969;p57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/>
                <a:t>0x0</a:t>
              </a:r>
              <a:r>
                <a:rPr lang="en-US" altLang="ko" dirty="0"/>
                <a:t>5</a:t>
              </a:r>
              <a:endParaRPr dirty="0"/>
            </a:p>
          </p:txBody>
        </p:sp>
      </p:grpSp>
      <p:grpSp>
        <p:nvGrpSpPr>
          <p:cNvPr id="1970" name="Google Shape;1970;p57"/>
          <p:cNvGrpSpPr/>
          <p:nvPr/>
        </p:nvGrpSpPr>
        <p:grpSpPr>
          <a:xfrm>
            <a:off x="1630225" y="4047925"/>
            <a:ext cx="803700" cy="838800"/>
            <a:chOff x="6538675" y="262075"/>
            <a:chExt cx="803700" cy="838800"/>
          </a:xfrm>
        </p:grpSpPr>
        <p:grpSp>
          <p:nvGrpSpPr>
            <p:cNvPr id="1971" name="Google Shape;1971;p57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72" name="Google Shape;1972;p57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1973" name="Google Shape;1973;p57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1974" name="Google Shape;1974;p57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0x02</a:t>
              </a:r>
              <a:endParaRPr sz="1200"/>
            </a:p>
          </p:txBody>
        </p:sp>
      </p:grpSp>
      <p:grpSp>
        <p:nvGrpSpPr>
          <p:cNvPr id="1975" name="Google Shape;1975;p57"/>
          <p:cNvGrpSpPr/>
          <p:nvPr/>
        </p:nvGrpSpPr>
        <p:grpSpPr>
          <a:xfrm>
            <a:off x="2777075" y="4047950"/>
            <a:ext cx="803700" cy="838800"/>
            <a:chOff x="6538675" y="262075"/>
            <a:chExt cx="803700" cy="838800"/>
          </a:xfrm>
        </p:grpSpPr>
        <p:sp>
          <p:nvSpPr>
            <p:cNvPr id="1976" name="Google Shape;1976;p57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0x03</a:t>
              </a:r>
              <a:endParaRPr sz="1200"/>
            </a:p>
          </p:txBody>
        </p:sp>
        <p:grpSp>
          <p:nvGrpSpPr>
            <p:cNvPr id="1977" name="Google Shape;1977;p57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78" name="Google Shape;1978;p57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1979" name="Google Shape;1979;p57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</p:grpSp>
      <p:grpSp>
        <p:nvGrpSpPr>
          <p:cNvPr id="1980" name="Google Shape;1980;p57"/>
          <p:cNvGrpSpPr/>
          <p:nvPr/>
        </p:nvGrpSpPr>
        <p:grpSpPr>
          <a:xfrm>
            <a:off x="3877650" y="4047950"/>
            <a:ext cx="803700" cy="838800"/>
            <a:chOff x="6538675" y="262075"/>
            <a:chExt cx="803700" cy="838800"/>
          </a:xfrm>
        </p:grpSpPr>
        <p:grpSp>
          <p:nvGrpSpPr>
            <p:cNvPr id="1981" name="Google Shape;1981;p57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82" name="Google Shape;1982;p57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0x03</a:t>
                </a:r>
                <a:endParaRPr/>
              </a:p>
            </p:txBody>
          </p:sp>
          <p:sp>
            <p:nvSpPr>
              <p:cNvPr id="1983" name="Google Shape;1983;p57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30</a:t>
                </a:r>
                <a:endParaRPr/>
              </a:p>
            </p:txBody>
          </p:sp>
        </p:grpSp>
        <p:sp>
          <p:nvSpPr>
            <p:cNvPr id="1984" name="Google Shape;1984;p57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0x04</a:t>
              </a:r>
              <a:endParaRPr sz="1200"/>
            </a:p>
          </p:txBody>
        </p:sp>
      </p:grpSp>
      <p:cxnSp>
        <p:nvCxnSpPr>
          <p:cNvPr id="1985" name="Google Shape;1985;p57"/>
          <p:cNvCxnSpPr>
            <a:stCxn id="1974" idx="3"/>
            <a:endCxn id="1978" idx="1"/>
          </p:cNvCxnSpPr>
          <p:nvPr/>
        </p:nvCxnSpPr>
        <p:spPr>
          <a:xfrm rot="10800000" flipH="1">
            <a:off x="2433925" y="4187725"/>
            <a:ext cx="3432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86" name="Google Shape;1986;p57"/>
          <p:cNvCxnSpPr>
            <a:endCxn id="1982" idx="1"/>
          </p:cNvCxnSpPr>
          <p:nvPr/>
        </p:nvCxnSpPr>
        <p:spPr>
          <a:xfrm rot="10800000" flipH="1">
            <a:off x="3580650" y="4187750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87" name="Google Shape;1987;p57"/>
          <p:cNvCxnSpPr>
            <a:stCxn id="1966" idx="1"/>
            <a:endCxn id="1972" idx="1"/>
          </p:cNvCxnSpPr>
          <p:nvPr/>
        </p:nvCxnSpPr>
        <p:spPr>
          <a:xfrm>
            <a:off x="498900" y="2089850"/>
            <a:ext cx="11313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988" name="Google Shape;1988;p57"/>
          <p:cNvGrpSpPr/>
          <p:nvPr/>
        </p:nvGrpSpPr>
        <p:grpSpPr>
          <a:xfrm>
            <a:off x="4978225" y="4047925"/>
            <a:ext cx="803700" cy="838800"/>
            <a:chOff x="6538675" y="262075"/>
            <a:chExt cx="803700" cy="838800"/>
          </a:xfrm>
        </p:grpSpPr>
        <p:grpSp>
          <p:nvGrpSpPr>
            <p:cNvPr id="1989" name="Google Shape;1989;p57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90" name="Google Shape;1990;p57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0x04</a:t>
                </a:r>
                <a:endParaRPr/>
              </a:p>
            </p:txBody>
          </p:sp>
          <p:sp>
            <p:nvSpPr>
              <p:cNvPr id="1991" name="Google Shape;1991;p57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40</a:t>
                </a:r>
                <a:endParaRPr/>
              </a:p>
            </p:txBody>
          </p:sp>
        </p:grpSp>
        <p:sp>
          <p:nvSpPr>
            <p:cNvPr id="1992" name="Google Shape;1992;p57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0x05</a:t>
              </a:r>
              <a:endParaRPr sz="1200"/>
            </a:p>
          </p:txBody>
        </p:sp>
      </p:grpSp>
      <p:cxnSp>
        <p:nvCxnSpPr>
          <p:cNvPr id="1993" name="Google Shape;1993;p57"/>
          <p:cNvCxnSpPr>
            <a:stCxn id="1984" idx="3"/>
            <a:endCxn id="1990" idx="1"/>
          </p:cNvCxnSpPr>
          <p:nvPr/>
        </p:nvCxnSpPr>
        <p:spPr>
          <a:xfrm rot="10800000" flipH="1">
            <a:off x="4681350" y="4187750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994" name="Google Shape;1994;p57"/>
          <p:cNvGrpSpPr/>
          <p:nvPr/>
        </p:nvGrpSpPr>
        <p:grpSpPr>
          <a:xfrm>
            <a:off x="6078800" y="4047925"/>
            <a:ext cx="803700" cy="838800"/>
            <a:chOff x="6538675" y="262075"/>
            <a:chExt cx="803700" cy="838800"/>
          </a:xfrm>
        </p:grpSpPr>
        <p:grpSp>
          <p:nvGrpSpPr>
            <p:cNvPr id="1995" name="Google Shape;1995;p57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96" name="Google Shape;1996;p57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0x05</a:t>
                </a:r>
                <a:endParaRPr/>
              </a:p>
            </p:txBody>
          </p:sp>
          <p:sp>
            <p:nvSpPr>
              <p:cNvPr id="1997" name="Google Shape;1997;p57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50</a:t>
                </a:r>
                <a:endParaRPr/>
              </a:p>
            </p:txBody>
          </p:sp>
        </p:grpSp>
        <p:sp>
          <p:nvSpPr>
            <p:cNvPr id="1998" name="Google Shape;1998;p57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pNext</a:t>
              </a:r>
              <a:endParaRPr sz="1200"/>
            </a:p>
          </p:txBody>
        </p:sp>
      </p:grpSp>
      <p:cxnSp>
        <p:nvCxnSpPr>
          <p:cNvPr id="1999" name="Google Shape;1999;p57"/>
          <p:cNvCxnSpPr>
            <a:stCxn id="1992" idx="3"/>
            <a:endCxn id="1996" idx="1"/>
          </p:cNvCxnSpPr>
          <p:nvPr/>
        </p:nvCxnSpPr>
        <p:spPr>
          <a:xfrm rot="10800000" flipH="1">
            <a:off x="5781925" y="4187725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000" name="Google Shape;2000;p57"/>
          <p:cNvGrpSpPr/>
          <p:nvPr/>
        </p:nvGrpSpPr>
        <p:grpSpPr>
          <a:xfrm>
            <a:off x="4362350" y="1865738"/>
            <a:ext cx="803700" cy="559200"/>
            <a:chOff x="725125" y="742575"/>
            <a:chExt cx="803700" cy="559200"/>
          </a:xfrm>
        </p:grpSpPr>
        <p:sp>
          <p:nvSpPr>
            <p:cNvPr id="2001" name="Google Shape;2001;p57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pStart</a:t>
              </a:r>
              <a:endParaRPr sz="1200"/>
            </a:p>
          </p:txBody>
        </p:sp>
        <p:sp>
          <p:nvSpPr>
            <p:cNvPr id="2002" name="Google Shape;2002;p57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2003" name="Google Shape;2003;p57"/>
          <p:cNvGrpSpPr/>
          <p:nvPr/>
        </p:nvGrpSpPr>
        <p:grpSpPr>
          <a:xfrm>
            <a:off x="5357050" y="1865738"/>
            <a:ext cx="803700" cy="559200"/>
            <a:chOff x="725125" y="742575"/>
            <a:chExt cx="803700" cy="559200"/>
          </a:xfrm>
        </p:grpSpPr>
        <p:sp>
          <p:nvSpPr>
            <p:cNvPr id="2004" name="Google Shape;2004;p57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data</a:t>
              </a:r>
              <a:endParaRPr sz="1200"/>
            </a:p>
          </p:txBody>
        </p:sp>
        <p:sp>
          <p:nvSpPr>
            <p:cNvPr id="2005" name="Google Shape;2005;p57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30</a:t>
              </a:r>
              <a:endParaRPr/>
            </a:p>
          </p:txBody>
        </p:sp>
      </p:grpSp>
      <p:grpSp>
        <p:nvGrpSpPr>
          <p:cNvPr id="2006" name="Google Shape;2006;p57"/>
          <p:cNvGrpSpPr/>
          <p:nvPr/>
        </p:nvGrpSpPr>
        <p:grpSpPr>
          <a:xfrm>
            <a:off x="6351750" y="1865738"/>
            <a:ext cx="803700" cy="559200"/>
            <a:chOff x="725125" y="742575"/>
            <a:chExt cx="803700" cy="559200"/>
          </a:xfrm>
        </p:grpSpPr>
        <p:sp>
          <p:nvSpPr>
            <p:cNvPr id="2007" name="Google Shape;2007;p57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insert</a:t>
              </a:r>
              <a:endParaRPr sz="1200"/>
            </a:p>
          </p:txBody>
        </p:sp>
        <p:sp>
          <p:nvSpPr>
            <p:cNvPr id="2008" name="Google Shape;2008;p57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60</a:t>
              </a:r>
              <a:endParaRPr/>
            </a:p>
          </p:txBody>
        </p:sp>
      </p:grpSp>
      <p:cxnSp>
        <p:nvCxnSpPr>
          <p:cNvPr id="2009" name="Google Shape;2009;p57"/>
          <p:cNvCxnSpPr>
            <a:stCxn id="2002" idx="1"/>
            <a:endCxn id="1972" idx="1"/>
          </p:cNvCxnSpPr>
          <p:nvPr/>
        </p:nvCxnSpPr>
        <p:spPr>
          <a:xfrm flipH="1">
            <a:off x="1630250" y="2285138"/>
            <a:ext cx="2732100" cy="1902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010" name="Google Shape;2010;p57"/>
          <p:cNvGrpSpPr/>
          <p:nvPr/>
        </p:nvGrpSpPr>
        <p:grpSpPr>
          <a:xfrm>
            <a:off x="8145950" y="2536788"/>
            <a:ext cx="803700" cy="559200"/>
            <a:chOff x="725125" y="742575"/>
            <a:chExt cx="803700" cy="559200"/>
          </a:xfrm>
        </p:grpSpPr>
        <p:sp>
          <p:nvSpPr>
            <p:cNvPr id="2011" name="Google Shape;2011;p57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pNode</a:t>
              </a:r>
              <a:endParaRPr/>
            </a:p>
          </p:txBody>
        </p:sp>
        <p:sp>
          <p:nvSpPr>
            <p:cNvPr id="2012" name="Google Shape;2012;p57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0x03</a:t>
              </a:r>
              <a:endParaRPr/>
            </a:p>
          </p:txBody>
        </p:sp>
      </p:grpSp>
      <p:cxnSp>
        <p:nvCxnSpPr>
          <p:cNvPr id="2013" name="Google Shape;2013;p57"/>
          <p:cNvCxnSpPr>
            <a:stCxn id="2012" idx="1"/>
            <a:endCxn id="1982" idx="1"/>
          </p:cNvCxnSpPr>
          <p:nvPr/>
        </p:nvCxnSpPr>
        <p:spPr>
          <a:xfrm flipH="1">
            <a:off x="3877550" y="2956188"/>
            <a:ext cx="4268400" cy="1231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014" name="Google Shape;2014;p57"/>
          <p:cNvGrpSpPr/>
          <p:nvPr/>
        </p:nvGrpSpPr>
        <p:grpSpPr>
          <a:xfrm>
            <a:off x="8143275" y="3272963"/>
            <a:ext cx="803700" cy="559200"/>
            <a:chOff x="725125" y="742575"/>
            <a:chExt cx="803700" cy="559200"/>
          </a:xfrm>
        </p:grpSpPr>
        <p:sp>
          <p:nvSpPr>
            <p:cNvPr id="2015" name="Google Shape;2015;p57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pInsert</a:t>
              </a:r>
              <a:endParaRPr/>
            </a:p>
          </p:txBody>
        </p:sp>
        <p:sp>
          <p:nvSpPr>
            <p:cNvPr id="2016" name="Google Shape;2016;p57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0x06</a:t>
              </a:r>
              <a:endParaRPr/>
            </a:p>
          </p:txBody>
        </p:sp>
      </p:grpSp>
      <p:cxnSp>
        <p:nvCxnSpPr>
          <p:cNvPr id="2017" name="Google Shape;2017;p57"/>
          <p:cNvCxnSpPr>
            <a:cxnSpLocks/>
            <a:stCxn id="1969" idx="1"/>
          </p:cNvCxnSpPr>
          <p:nvPr/>
        </p:nvCxnSpPr>
        <p:spPr>
          <a:xfrm>
            <a:off x="1571525" y="2089850"/>
            <a:ext cx="4589225" cy="209783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18" name="Google Shape;2018;p57"/>
          <p:cNvSpPr txBox="1"/>
          <p:nvPr/>
        </p:nvSpPr>
        <p:spPr>
          <a:xfrm>
            <a:off x="4010200" y="1353688"/>
            <a:ext cx="4349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57 InsertNodeData(pBegin, 30, 60)</a:t>
            </a:r>
            <a:endParaRPr/>
          </a:p>
        </p:txBody>
      </p:sp>
      <p:sp>
        <p:nvSpPr>
          <p:cNvPr id="2019" name="Google Shape;2019;p57"/>
          <p:cNvSpPr txBox="1"/>
          <p:nvPr/>
        </p:nvSpPr>
        <p:spPr>
          <a:xfrm>
            <a:off x="5409900" y="3272975"/>
            <a:ext cx="581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100</a:t>
            </a:r>
            <a:endParaRPr/>
          </a:p>
        </p:txBody>
      </p:sp>
      <p:grpSp>
        <p:nvGrpSpPr>
          <p:cNvPr id="2020" name="Google Shape;2020;p57"/>
          <p:cNvGrpSpPr/>
          <p:nvPr/>
        </p:nvGrpSpPr>
        <p:grpSpPr>
          <a:xfrm>
            <a:off x="7179375" y="4028275"/>
            <a:ext cx="803700" cy="838800"/>
            <a:chOff x="6538675" y="262075"/>
            <a:chExt cx="803700" cy="838800"/>
          </a:xfrm>
        </p:grpSpPr>
        <p:grpSp>
          <p:nvGrpSpPr>
            <p:cNvPr id="2021" name="Google Shape;2021;p57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022" name="Google Shape;2022;p57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0x06</a:t>
                </a:r>
                <a:endParaRPr/>
              </a:p>
            </p:txBody>
          </p:sp>
          <p:sp>
            <p:nvSpPr>
              <p:cNvPr id="2023" name="Google Shape;2023;p57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60</a:t>
                </a:r>
                <a:endParaRPr/>
              </a:p>
            </p:txBody>
          </p:sp>
        </p:grpSp>
        <p:sp>
          <p:nvSpPr>
            <p:cNvPr id="2024" name="Google Shape;2024;p57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pNext</a:t>
              </a:r>
              <a:endParaRPr sz="1200"/>
            </a:p>
          </p:txBody>
        </p:sp>
      </p:grpSp>
      <p:cxnSp>
        <p:nvCxnSpPr>
          <p:cNvPr id="2025" name="Google Shape;2025;p57"/>
          <p:cNvCxnSpPr>
            <a:stCxn id="2016" idx="1"/>
            <a:endCxn id="2022" idx="1"/>
          </p:cNvCxnSpPr>
          <p:nvPr/>
        </p:nvCxnSpPr>
        <p:spPr>
          <a:xfrm flipH="1">
            <a:off x="7179375" y="3692363"/>
            <a:ext cx="963900" cy="475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26" name="Google Shape;2026;p57"/>
          <p:cNvSpPr txBox="1"/>
          <p:nvPr/>
        </p:nvSpPr>
        <p:spPr>
          <a:xfrm>
            <a:off x="7429375" y="3528813"/>
            <a:ext cx="581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104</a:t>
            </a:r>
            <a:endParaRPr/>
          </a:p>
        </p:txBody>
      </p:sp>
      <p:sp>
        <p:nvSpPr>
          <p:cNvPr id="2027" name="Google Shape;2027;p57"/>
          <p:cNvSpPr txBox="1"/>
          <p:nvPr/>
        </p:nvSpPr>
        <p:spPr>
          <a:xfrm>
            <a:off x="7714800" y="3179013"/>
            <a:ext cx="411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98</a:t>
            </a:r>
            <a:endParaRPr/>
          </a:p>
        </p:txBody>
      </p:sp>
      <p:sp>
        <p:nvSpPr>
          <p:cNvPr id="2028" name="Google Shape;2028;p57"/>
          <p:cNvSpPr txBox="1"/>
          <p:nvPr/>
        </p:nvSpPr>
        <p:spPr>
          <a:xfrm>
            <a:off x="7768225" y="2266363"/>
            <a:ext cx="460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97</a:t>
            </a:r>
            <a:endParaRPr/>
          </a:p>
        </p:txBody>
      </p:sp>
      <p:sp>
        <p:nvSpPr>
          <p:cNvPr id="2029" name="Google Shape;2029;p57"/>
          <p:cNvSpPr txBox="1"/>
          <p:nvPr/>
        </p:nvSpPr>
        <p:spPr>
          <a:xfrm>
            <a:off x="2933075" y="4964575"/>
            <a:ext cx="581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107</a:t>
            </a:r>
            <a:endParaRPr/>
          </a:p>
        </p:txBody>
      </p:sp>
      <p:cxnSp>
        <p:nvCxnSpPr>
          <p:cNvPr id="2030" name="Google Shape;2030;p57"/>
          <p:cNvCxnSpPr>
            <a:stCxn id="2008" idx="2"/>
            <a:endCxn id="2023" idx="0"/>
          </p:cNvCxnSpPr>
          <p:nvPr/>
        </p:nvCxnSpPr>
        <p:spPr>
          <a:xfrm>
            <a:off x="6753600" y="2424938"/>
            <a:ext cx="827700" cy="1882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2031" name="Google Shape;2031;p57"/>
          <p:cNvSpPr txBox="1"/>
          <p:nvPr/>
        </p:nvSpPr>
        <p:spPr>
          <a:xfrm>
            <a:off x="6502650" y="2816438"/>
            <a:ext cx="581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105</a:t>
            </a:r>
            <a:endParaRPr/>
          </a:p>
        </p:txBody>
      </p:sp>
      <p:grpSp>
        <p:nvGrpSpPr>
          <p:cNvPr id="2032" name="Google Shape;2032;p57"/>
          <p:cNvGrpSpPr/>
          <p:nvPr/>
        </p:nvGrpSpPr>
        <p:grpSpPr>
          <a:xfrm>
            <a:off x="2594425" y="1658163"/>
            <a:ext cx="803700" cy="559200"/>
            <a:chOff x="725125" y="742575"/>
            <a:chExt cx="803700" cy="559200"/>
          </a:xfrm>
        </p:grpSpPr>
        <p:sp>
          <p:nvSpPr>
            <p:cNvPr id="2033" name="Google Shape;2033;p57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Find</a:t>
              </a:r>
              <a:endParaRPr/>
            </a:p>
          </p:txBody>
        </p:sp>
        <p:sp>
          <p:nvSpPr>
            <p:cNvPr id="2034" name="Google Shape;2034;p57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0x04</a:t>
              </a:r>
              <a:endParaRPr/>
            </a:p>
          </p:txBody>
        </p:sp>
      </p:grpSp>
      <p:cxnSp>
        <p:nvCxnSpPr>
          <p:cNvPr id="2035" name="Google Shape;2035;p57"/>
          <p:cNvCxnSpPr>
            <a:stCxn id="2034" idx="1"/>
            <a:endCxn id="1990" idx="1"/>
          </p:cNvCxnSpPr>
          <p:nvPr/>
        </p:nvCxnSpPr>
        <p:spPr>
          <a:xfrm>
            <a:off x="2594425" y="2077563"/>
            <a:ext cx="2383800" cy="21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6">
          <a:extLst>
            <a:ext uri="{FF2B5EF4-FFF2-40B4-BE49-F238E27FC236}">
              <a16:creationId xmlns:a16="http://schemas.microsoft.com/office/drawing/2014/main" id="{76EC92AC-3587-87F2-926C-C5B08FBE5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7" name="Google Shape;2117;p59">
            <a:extLst>
              <a:ext uri="{FF2B5EF4-FFF2-40B4-BE49-F238E27FC236}">
                <a16:creationId xmlns:a16="http://schemas.microsoft.com/office/drawing/2014/main" id="{BF6B55A1-C0DC-7750-95EE-408E1A0C3E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삽입 완료</a:t>
            </a:r>
            <a:endParaRPr/>
          </a:p>
        </p:txBody>
      </p:sp>
      <p:sp>
        <p:nvSpPr>
          <p:cNvPr id="2118" name="Google Shape;2118;p59">
            <a:extLst>
              <a:ext uri="{FF2B5EF4-FFF2-40B4-BE49-F238E27FC236}">
                <a16:creationId xmlns:a16="http://schemas.microsoft.com/office/drawing/2014/main" id="{768E0F94-88C3-2DA5-2A37-C1EC8D5C771D}"/>
              </a:ext>
            </a:extLst>
          </p:cNvPr>
          <p:cNvSpPr txBox="1"/>
          <p:nvPr/>
        </p:nvSpPr>
        <p:spPr>
          <a:xfrm>
            <a:off x="387900" y="1190175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34 main()</a:t>
            </a:r>
            <a:endParaRPr/>
          </a:p>
        </p:txBody>
      </p:sp>
      <p:grpSp>
        <p:nvGrpSpPr>
          <p:cNvPr id="2119" name="Google Shape;2119;p59">
            <a:extLst>
              <a:ext uri="{FF2B5EF4-FFF2-40B4-BE49-F238E27FC236}">
                <a16:creationId xmlns:a16="http://schemas.microsoft.com/office/drawing/2014/main" id="{E700CFD3-6458-C41F-E32A-A3235D25410A}"/>
              </a:ext>
            </a:extLst>
          </p:cNvPr>
          <p:cNvGrpSpPr/>
          <p:nvPr/>
        </p:nvGrpSpPr>
        <p:grpSpPr>
          <a:xfrm>
            <a:off x="498900" y="1670450"/>
            <a:ext cx="803700" cy="559200"/>
            <a:chOff x="725125" y="742575"/>
            <a:chExt cx="803700" cy="559200"/>
          </a:xfrm>
        </p:grpSpPr>
        <p:sp>
          <p:nvSpPr>
            <p:cNvPr id="2120" name="Google Shape;2120;p59">
              <a:extLst>
                <a:ext uri="{FF2B5EF4-FFF2-40B4-BE49-F238E27FC236}">
                  <a16:creationId xmlns:a16="http://schemas.microsoft.com/office/drawing/2014/main" id="{E9956B56-8CF2-817C-6405-079D5CC8EE1F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pBgin</a:t>
              </a:r>
              <a:endParaRPr/>
            </a:p>
          </p:txBody>
        </p:sp>
        <p:sp>
          <p:nvSpPr>
            <p:cNvPr id="2121" name="Google Shape;2121;p59">
              <a:extLst>
                <a:ext uri="{FF2B5EF4-FFF2-40B4-BE49-F238E27FC236}">
                  <a16:creationId xmlns:a16="http://schemas.microsoft.com/office/drawing/2014/main" id="{7EB3A990-01FD-772D-4A29-30F6C41B34F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2122" name="Google Shape;2122;p59">
            <a:extLst>
              <a:ext uri="{FF2B5EF4-FFF2-40B4-BE49-F238E27FC236}">
                <a16:creationId xmlns:a16="http://schemas.microsoft.com/office/drawing/2014/main" id="{9E9DBCF8-953C-7561-9B09-10B27FC57D76}"/>
              </a:ext>
            </a:extLst>
          </p:cNvPr>
          <p:cNvGrpSpPr/>
          <p:nvPr/>
        </p:nvGrpSpPr>
        <p:grpSpPr>
          <a:xfrm>
            <a:off x="1571525" y="1670450"/>
            <a:ext cx="803700" cy="559200"/>
            <a:chOff x="725125" y="742575"/>
            <a:chExt cx="803700" cy="559200"/>
          </a:xfrm>
        </p:grpSpPr>
        <p:sp>
          <p:nvSpPr>
            <p:cNvPr id="2123" name="Google Shape;2123;p59">
              <a:extLst>
                <a:ext uri="{FF2B5EF4-FFF2-40B4-BE49-F238E27FC236}">
                  <a16:creationId xmlns:a16="http://schemas.microsoft.com/office/drawing/2014/main" id="{C7C7FC0F-8A63-5B5F-2C18-72235BC5CE1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End</a:t>
              </a:r>
              <a:endParaRPr/>
            </a:p>
          </p:txBody>
        </p:sp>
        <p:sp>
          <p:nvSpPr>
            <p:cNvPr id="2124" name="Google Shape;2124;p59">
              <a:extLst>
                <a:ext uri="{FF2B5EF4-FFF2-40B4-BE49-F238E27FC236}">
                  <a16:creationId xmlns:a16="http://schemas.microsoft.com/office/drawing/2014/main" id="{688E0C29-BB67-FB3C-01B7-7E4A7A9B17C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/>
                <a:t>0x0</a:t>
              </a:r>
              <a:r>
                <a:rPr lang="en-US" altLang="ko" dirty="0"/>
                <a:t>5</a:t>
              </a:r>
              <a:endParaRPr dirty="0"/>
            </a:p>
          </p:txBody>
        </p:sp>
      </p:grpSp>
      <p:grpSp>
        <p:nvGrpSpPr>
          <p:cNvPr id="2125" name="Google Shape;2125;p59">
            <a:extLst>
              <a:ext uri="{FF2B5EF4-FFF2-40B4-BE49-F238E27FC236}">
                <a16:creationId xmlns:a16="http://schemas.microsoft.com/office/drawing/2014/main" id="{C966FF0D-1FC3-B5E3-B834-366E4291E3E6}"/>
              </a:ext>
            </a:extLst>
          </p:cNvPr>
          <p:cNvGrpSpPr/>
          <p:nvPr/>
        </p:nvGrpSpPr>
        <p:grpSpPr>
          <a:xfrm>
            <a:off x="1630225" y="4047925"/>
            <a:ext cx="803700" cy="838800"/>
            <a:chOff x="6538675" y="262075"/>
            <a:chExt cx="803700" cy="838800"/>
          </a:xfrm>
        </p:grpSpPr>
        <p:grpSp>
          <p:nvGrpSpPr>
            <p:cNvPr id="2126" name="Google Shape;2126;p59">
              <a:extLst>
                <a:ext uri="{FF2B5EF4-FFF2-40B4-BE49-F238E27FC236}">
                  <a16:creationId xmlns:a16="http://schemas.microsoft.com/office/drawing/2014/main" id="{5EDF4FE3-02D7-168E-703A-5DC9CEE34AC2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127" name="Google Shape;2127;p59">
                <a:extLst>
                  <a:ext uri="{FF2B5EF4-FFF2-40B4-BE49-F238E27FC236}">
                    <a16:creationId xmlns:a16="http://schemas.microsoft.com/office/drawing/2014/main" id="{47A78AE6-A55E-679A-C4CE-754C97DE50CD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2128" name="Google Shape;2128;p59">
                <a:extLst>
                  <a:ext uri="{FF2B5EF4-FFF2-40B4-BE49-F238E27FC236}">
                    <a16:creationId xmlns:a16="http://schemas.microsoft.com/office/drawing/2014/main" id="{477796B4-2418-19AA-C4B9-AA5F8EABF9FC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2129" name="Google Shape;2129;p59">
              <a:extLst>
                <a:ext uri="{FF2B5EF4-FFF2-40B4-BE49-F238E27FC236}">
                  <a16:creationId xmlns:a16="http://schemas.microsoft.com/office/drawing/2014/main" id="{C52E2C69-6877-BD59-696E-0ED21A768FD4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0x02</a:t>
              </a:r>
              <a:endParaRPr sz="1200"/>
            </a:p>
          </p:txBody>
        </p:sp>
      </p:grpSp>
      <p:grpSp>
        <p:nvGrpSpPr>
          <p:cNvPr id="2130" name="Google Shape;2130;p59">
            <a:extLst>
              <a:ext uri="{FF2B5EF4-FFF2-40B4-BE49-F238E27FC236}">
                <a16:creationId xmlns:a16="http://schemas.microsoft.com/office/drawing/2014/main" id="{408AB35F-64F0-E6F8-5B87-88D958970874}"/>
              </a:ext>
            </a:extLst>
          </p:cNvPr>
          <p:cNvGrpSpPr/>
          <p:nvPr/>
        </p:nvGrpSpPr>
        <p:grpSpPr>
          <a:xfrm>
            <a:off x="2777075" y="4047950"/>
            <a:ext cx="803700" cy="838800"/>
            <a:chOff x="6538675" y="262075"/>
            <a:chExt cx="803700" cy="838800"/>
          </a:xfrm>
        </p:grpSpPr>
        <p:sp>
          <p:nvSpPr>
            <p:cNvPr id="2131" name="Google Shape;2131;p59">
              <a:extLst>
                <a:ext uri="{FF2B5EF4-FFF2-40B4-BE49-F238E27FC236}">
                  <a16:creationId xmlns:a16="http://schemas.microsoft.com/office/drawing/2014/main" id="{A654D5FB-F9EF-556F-1F02-A0C9614C884B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0x03</a:t>
              </a:r>
              <a:endParaRPr sz="1200"/>
            </a:p>
          </p:txBody>
        </p:sp>
        <p:grpSp>
          <p:nvGrpSpPr>
            <p:cNvPr id="2132" name="Google Shape;2132;p59">
              <a:extLst>
                <a:ext uri="{FF2B5EF4-FFF2-40B4-BE49-F238E27FC236}">
                  <a16:creationId xmlns:a16="http://schemas.microsoft.com/office/drawing/2014/main" id="{FE983F4C-F15B-22ED-DFA0-3FA9DB18718B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133" name="Google Shape;2133;p59">
                <a:extLst>
                  <a:ext uri="{FF2B5EF4-FFF2-40B4-BE49-F238E27FC236}">
                    <a16:creationId xmlns:a16="http://schemas.microsoft.com/office/drawing/2014/main" id="{F52B487A-2DDA-76E1-1372-A981E1F96364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2134" name="Google Shape;2134;p59">
                <a:extLst>
                  <a:ext uri="{FF2B5EF4-FFF2-40B4-BE49-F238E27FC236}">
                    <a16:creationId xmlns:a16="http://schemas.microsoft.com/office/drawing/2014/main" id="{1DFA4343-7088-9A0A-EBF1-AD6B356D0292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</p:grpSp>
      <p:grpSp>
        <p:nvGrpSpPr>
          <p:cNvPr id="2135" name="Google Shape;2135;p59">
            <a:extLst>
              <a:ext uri="{FF2B5EF4-FFF2-40B4-BE49-F238E27FC236}">
                <a16:creationId xmlns:a16="http://schemas.microsoft.com/office/drawing/2014/main" id="{38E7CA0D-2363-7979-56FC-A35521AB291A}"/>
              </a:ext>
            </a:extLst>
          </p:cNvPr>
          <p:cNvGrpSpPr/>
          <p:nvPr/>
        </p:nvGrpSpPr>
        <p:grpSpPr>
          <a:xfrm>
            <a:off x="3877650" y="4047950"/>
            <a:ext cx="803700" cy="838800"/>
            <a:chOff x="6538675" y="262075"/>
            <a:chExt cx="803700" cy="838800"/>
          </a:xfrm>
        </p:grpSpPr>
        <p:grpSp>
          <p:nvGrpSpPr>
            <p:cNvPr id="2136" name="Google Shape;2136;p59">
              <a:extLst>
                <a:ext uri="{FF2B5EF4-FFF2-40B4-BE49-F238E27FC236}">
                  <a16:creationId xmlns:a16="http://schemas.microsoft.com/office/drawing/2014/main" id="{CFE2628F-CC76-74E9-E014-123822DC6AC7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137" name="Google Shape;2137;p59">
                <a:extLst>
                  <a:ext uri="{FF2B5EF4-FFF2-40B4-BE49-F238E27FC236}">
                    <a16:creationId xmlns:a16="http://schemas.microsoft.com/office/drawing/2014/main" id="{A254C4C5-3267-B1DC-1ED4-31A47B73F573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0x03</a:t>
                </a:r>
                <a:endParaRPr/>
              </a:p>
            </p:txBody>
          </p:sp>
          <p:sp>
            <p:nvSpPr>
              <p:cNvPr id="2138" name="Google Shape;2138;p59">
                <a:extLst>
                  <a:ext uri="{FF2B5EF4-FFF2-40B4-BE49-F238E27FC236}">
                    <a16:creationId xmlns:a16="http://schemas.microsoft.com/office/drawing/2014/main" id="{81AD32AD-6003-B255-1BC1-A00FF940DBC4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30</a:t>
                </a:r>
                <a:endParaRPr/>
              </a:p>
            </p:txBody>
          </p:sp>
        </p:grpSp>
        <p:sp>
          <p:nvSpPr>
            <p:cNvPr id="2139" name="Google Shape;2139;p59">
              <a:extLst>
                <a:ext uri="{FF2B5EF4-FFF2-40B4-BE49-F238E27FC236}">
                  <a16:creationId xmlns:a16="http://schemas.microsoft.com/office/drawing/2014/main" id="{7DDE684A-D005-7DBE-8C51-611C1A8EEEBD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0x06</a:t>
              </a:r>
              <a:endParaRPr sz="1200"/>
            </a:p>
          </p:txBody>
        </p:sp>
      </p:grpSp>
      <p:cxnSp>
        <p:nvCxnSpPr>
          <p:cNvPr id="2140" name="Google Shape;2140;p59">
            <a:extLst>
              <a:ext uri="{FF2B5EF4-FFF2-40B4-BE49-F238E27FC236}">
                <a16:creationId xmlns:a16="http://schemas.microsoft.com/office/drawing/2014/main" id="{537AFD9E-48AD-9F76-F37E-14D5C01C47DB}"/>
              </a:ext>
            </a:extLst>
          </p:cNvPr>
          <p:cNvCxnSpPr>
            <a:stCxn id="2129" idx="3"/>
            <a:endCxn id="2133" idx="1"/>
          </p:cNvCxnSpPr>
          <p:nvPr/>
        </p:nvCxnSpPr>
        <p:spPr>
          <a:xfrm rot="10800000" flipH="1">
            <a:off x="2433925" y="4187725"/>
            <a:ext cx="3432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41" name="Google Shape;2141;p59">
            <a:extLst>
              <a:ext uri="{FF2B5EF4-FFF2-40B4-BE49-F238E27FC236}">
                <a16:creationId xmlns:a16="http://schemas.microsoft.com/office/drawing/2014/main" id="{BEF525F9-DC98-5D64-89BB-A5061F94945F}"/>
              </a:ext>
            </a:extLst>
          </p:cNvPr>
          <p:cNvCxnSpPr>
            <a:endCxn id="2137" idx="1"/>
          </p:cNvCxnSpPr>
          <p:nvPr/>
        </p:nvCxnSpPr>
        <p:spPr>
          <a:xfrm rot="10800000" flipH="1">
            <a:off x="3580650" y="4187750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42" name="Google Shape;2142;p59">
            <a:extLst>
              <a:ext uri="{FF2B5EF4-FFF2-40B4-BE49-F238E27FC236}">
                <a16:creationId xmlns:a16="http://schemas.microsoft.com/office/drawing/2014/main" id="{1F45942C-132E-BE26-59DB-974CFE343781}"/>
              </a:ext>
            </a:extLst>
          </p:cNvPr>
          <p:cNvCxnSpPr>
            <a:stCxn id="2121" idx="1"/>
            <a:endCxn id="2127" idx="1"/>
          </p:cNvCxnSpPr>
          <p:nvPr/>
        </p:nvCxnSpPr>
        <p:spPr>
          <a:xfrm>
            <a:off x="498900" y="2089850"/>
            <a:ext cx="11313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143" name="Google Shape;2143;p59">
            <a:extLst>
              <a:ext uri="{FF2B5EF4-FFF2-40B4-BE49-F238E27FC236}">
                <a16:creationId xmlns:a16="http://schemas.microsoft.com/office/drawing/2014/main" id="{D7C5322B-47C9-C16D-D1E7-CA220DCBB8C6}"/>
              </a:ext>
            </a:extLst>
          </p:cNvPr>
          <p:cNvGrpSpPr/>
          <p:nvPr/>
        </p:nvGrpSpPr>
        <p:grpSpPr>
          <a:xfrm>
            <a:off x="6134725" y="4047925"/>
            <a:ext cx="803700" cy="838800"/>
            <a:chOff x="6538675" y="262075"/>
            <a:chExt cx="803700" cy="838800"/>
          </a:xfrm>
        </p:grpSpPr>
        <p:grpSp>
          <p:nvGrpSpPr>
            <p:cNvPr id="2144" name="Google Shape;2144;p59">
              <a:extLst>
                <a:ext uri="{FF2B5EF4-FFF2-40B4-BE49-F238E27FC236}">
                  <a16:creationId xmlns:a16="http://schemas.microsoft.com/office/drawing/2014/main" id="{871770ED-971A-3AFE-8C3E-C8AECC8F7726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145" name="Google Shape;2145;p59">
                <a:extLst>
                  <a:ext uri="{FF2B5EF4-FFF2-40B4-BE49-F238E27FC236}">
                    <a16:creationId xmlns:a16="http://schemas.microsoft.com/office/drawing/2014/main" id="{43BC79A1-1ACF-1199-83BD-17F1BB3EBF06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0x04</a:t>
                </a:r>
                <a:endParaRPr/>
              </a:p>
            </p:txBody>
          </p:sp>
          <p:sp>
            <p:nvSpPr>
              <p:cNvPr id="2146" name="Google Shape;2146;p59">
                <a:extLst>
                  <a:ext uri="{FF2B5EF4-FFF2-40B4-BE49-F238E27FC236}">
                    <a16:creationId xmlns:a16="http://schemas.microsoft.com/office/drawing/2014/main" id="{835D6087-10C7-ADE1-DBB2-68656971B902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40</a:t>
                </a:r>
                <a:endParaRPr/>
              </a:p>
            </p:txBody>
          </p:sp>
        </p:grpSp>
        <p:sp>
          <p:nvSpPr>
            <p:cNvPr id="2147" name="Google Shape;2147;p59">
              <a:extLst>
                <a:ext uri="{FF2B5EF4-FFF2-40B4-BE49-F238E27FC236}">
                  <a16:creationId xmlns:a16="http://schemas.microsoft.com/office/drawing/2014/main" id="{2D6C6164-57D2-6C2D-B1B2-C65A4C8A9D78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0x05</a:t>
              </a:r>
              <a:endParaRPr sz="1200"/>
            </a:p>
          </p:txBody>
        </p:sp>
      </p:grpSp>
      <p:grpSp>
        <p:nvGrpSpPr>
          <p:cNvPr id="2148" name="Google Shape;2148;p59">
            <a:extLst>
              <a:ext uri="{FF2B5EF4-FFF2-40B4-BE49-F238E27FC236}">
                <a16:creationId xmlns:a16="http://schemas.microsoft.com/office/drawing/2014/main" id="{9EE01D7B-B5B1-4C40-92C4-A8CBB66168CF}"/>
              </a:ext>
            </a:extLst>
          </p:cNvPr>
          <p:cNvGrpSpPr/>
          <p:nvPr/>
        </p:nvGrpSpPr>
        <p:grpSpPr>
          <a:xfrm>
            <a:off x="7235300" y="4047925"/>
            <a:ext cx="803700" cy="838800"/>
            <a:chOff x="6538675" y="262075"/>
            <a:chExt cx="803700" cy="838800"/>
          </a:xfrm>
        </p:grpSpPr>
        <p:grpSp>
          <p:nvGrpSpPr>
            <p:cNvPr id="2149" name="Google Shape;2149;p59">
              <a:extLst>
                <a:ext uri="{FF2B5EF4-FFF2-40B4-BE49-F238E27FC236}">
                  <a16:creationId xmlns:a16="http://schemas.microsoft.com/office/drawing/2014/main" id="{46E87069-8F91-85EE-60DB-61CFCCAB77FB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150" name="Google Shape;2150;p59">
                <a:extLst>
                  <a:ext uri="{FF2B5EF4-FFF2-40B4-BE49-F238E27FC236}">
                    <a16:creationId xmlns:a16="http://schemas.microsoft.com/office/drawing/2014/main" id="{1D809058-6DD4-EA4A-77A9-4AABAB8EEBAA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0x05</a:t>
                </a:r>
                <a:endParaRPr/>
              </a:p>
            </p:txBody>
          </p:sp>
          <p:sp>
            <p:nvSpPr>
              <p:cNvPr id="2151" name="Google Shape;2151;p59">
                <a:extLst>
                  <a:ext uri="{FF2B5EF4-FFF2-40B4-BE49-F238E27FC236}">
                    <a16:creationId xmlns:a16="http://schemas.microsoft.com/office/drawing/2014/main" id="{23E10316-7B61-FDAE-7B28-6E1B2C8224CF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50</a:t>
                </a:r>
                <a:endParaRPr/>
              </a:p>
            </p:txBody>
          </p:sp>
        </p:grpSp>
        <p:sp>
          <p:nvSpPr>
            <p:cNvPr id="2152" name="Google Shape;2152;p59">
              <a:extLst>
                <a:ext uri="{FF2B5EF4-FFF2-40B4-BE49-F238E27FC236}">
                  <a16:creationId xmlns:a16="http://schemas.microsoft.com/office/drawing/2014/main" id="{FA37D9BE-2632-14F0-8661-4953A1CE7967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pNext</a:t>
              </a:r>
              <a:endParaRPr sz="1200"/>
            </a:p>
          </p:txBody>
        </p:sp>
      </p:grpSp>
      <p:cxnSp>
        <p:nvCxnSpPr>
          <p:cNvPr id="2153" name="Google Shape;2153;p59">
            <a:extLst>
              <a:ext uri="{FF2B5EF4-FFF2-40B4-BE49-F238E27FC236}">
                <a16:creationId xmlns:a16="http://schemas.microsoft.com/office/drawing/2014/main" id="{54F3D650-FFE5-DDA3-67BC-699CB53FE647}"/>
              </a:ext>
            </a:extLst>
          </p:cNvPr>
          <p:cNvCxnSpPr>
            <a:stCxn id="2147" idx="3"/>
            <a:endCxn id="2150" idx="1"/>
          </p:cNvCxnSpPr>
          <p:nvPr/>
        </p:nvCxnSpPr>
        <p:spPr>
          <a:xfrm rot="10800000" flipH="1">
            <a:off x="6938425" y="4187725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154" name="Google Shape;2154;p59">
            <a:extLst>
              <a:ext uri="{FF2B5EF4-FFF2-40B4-BE49-F238E27FC236}">
                <a16:creationId xmlns:a16="http://schemas.microsoft.com/office/drawing/2014/main" id="{D042AFF7-31F5-C1E3-CD0C-4AB51007AB1D}"/>
              </a:ext>
            </a:extLst>
          </p:cNvPr>
          <p:cNvGrpSpPr/>
          <p:nvPr/>
        </p:nvGrpSpPr>
        <p:grpSpPr>
          <a:xfrm>
            <a:off x="4362350" y="1865738"/>
            <a:ext cx="803700" cy="559200"/>
            <a:chOff x="725125" y="742575"/>
            <a:chExt cx="803700" cy="559200"/>
          </a:xfrm>
        </p:grpSpPr>
        <p:sp>
          <p:nvSpPr>
            <p:cNvPr id="2155" name="Google Shape;2155;p59">
              <a:extLst>
                <a:ext uri="{FF2B5EF4-FFF2-40B4-BE49-F238E27FC236}">
                  <a16:creationId xmlns:a16="http://schemas.microsoft.com/office/drawing/2014/main" id="{45150B13-CB21-544E-F1AF-8656AA91D0B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pStart</a:t>
              </a:r>
              <a:endParaRPr sz="1200"/>
            </a:p>
          </p:txBody>
        </p:sp>
        <p:sp>
          <p:nvSpPr>
            <p:cNvPr id="2156" name="Google Shape;2156;p59">
              <a:extLst>
                <a:ext uri="{FF2B5EF4-FFF2-40B4-BE49-F238E27FC236}">
                  <a16:creationId xmlns:a16="http://schemas.microsoft.com/office/drawing/2014/main" id="{9A5F4DDB-1D3D-F00B-FA0E-CB444EFF1F3B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2157" name="Google Shape;2157;p59">
            <a:extLst>
              <a:ext uri="{FF2B5EF4-FFF2-40B4-BE49-F238E27FC236}">
                <a16:creationId xmlns:a16="http://schemas.microsoft.com/office/drawing/2014/main" id="{3411D415-3BDC-71F0-22ED-3895EAF69BC5}"/>
              </a:ext>
            </a:extLst>
          </p:cNvPr>
          <p:cNvGrpSpPr/>
          <p:nvPr/>
        </p:nvGrpSpPr>
        <p:grpSpPr>
          <a:xfrm>
            <a:off x="5357050" y="1865738"/>
            <a:ext cx="803700" cy="559200"/>
            <a:chOff x="725125" y="742575"/>
            <a:chExt cx="803700" cy="559200"/>
          </a:xfrm>
        </p:grpSpPr>
        <p:sp>
          <p:nvSpPr>
            <p:cNvPr id="2158" name="Google Shape;2158;p59">
              <a:extLst>
                <a:ext uri="{FF2B5EF4-FFF2-40B4-BE49-F238E27FC236}">
                  <a16:creationId xmlns:a16="http://schemas.microsoft.com/office/drawing/2014/main" id="{67BE7A00-798C-31A6-4A76-F098D5CF96FF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data</a:t>
              </a:r>
              <a:endParaRPr sz="1200"/>
            </a:p>
          </p:txBody>
        </p:sp>
        <p:sp>
          <p:nvSpPr>
            <p:cNvPr id="2159" name="Google Shape;2159;p59">
              <a:extLst>
                <a:ext uri="{FF2B5EF4-FFF2-40B4-BE49-F238E27FC236}">
                  <a16:creationId xmlns:a16="http://schemas.microsoft.com/office/drawing/2014/main" id="{477DBEBE-CCE1-1459-C9B2-946120D912D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30</a:t>
              </a:r>
              <a:endParaRPr/>
            </a:p>
          </p:txBody>
        </p:sp>
      </p:grpSp>
      <p:grpSp>
        <p:nvGrpSpPr>
          <p:cNvPr id="2160" name="Google Shape;2160;p59">
            <a:extLst>
              <a:ext uri="{FF2B5EF4-FFF2-40B4-BE49-F238E27FC236}">
                <a16:creationId xmlns:a16="http://schemas.microsoft.com/office/drawing/2014/main" id="{86C8E69F-3AAB-0665-14E6-0C6CB9246434}"/>
              </a:ext>
            </a:extLst>
          </p:cNvPr>
          <p:cNvGrpSpPr/>
          <p:nvPr/>
        </p:nvGrpSpPr>
        <p:grpSpPr>
          <a:xfrm>
            <a:off x="6351750" y="1865738"/>
            <a:ext cx="803700" cy="559200"/>
            <a:chOff x="725125" y="742575"/>
            <a:chExt cx="803700" cy="559200"/>
          </a:xfrm>
        </p:grpSpPr>
        <p:sp>
          <p:nvSpPr>
            <p:cNvPr id="2161" name="Google Shape;2161;p59">
              <a:extLst>
                <a:ext uri="{FF2B5EF4-FFF2-40B4-BE49-F238E27FC236}">
                  <a16:creationId xmlns:a16="http://schemas.microsoft.com/office/drawing/2014/main" id="{F7609090-6BEE-1F67-06A8-FBBD0652D2C4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insert</a:t>
              </a:r>
              <a:endParaRPr sz="1200"/>
            </a:p>
          </p:txBody>
        </p:sp>
        <p:sp>
          <p:nvSpPr>
            <p:cNvPr id="2162" name="Google Shape;2162;p59">
              <a:extLst>
                <a:ext uri="{FF2B5EF4-FFF2-40B4-BE49-F238E27FC236}">
                  <a16:creationId xmlns:a16="http://schemas.microsoft.com/office/drawing/2014/main" id="{4A3C2E00-4C11-D809-C016-6F118CC6E7F5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60</a:t>
              </a:r>
              <a:endParaRPr/>
            </a:p>
          </p:txBody>
        </p:sp>
      </p:grpSp>
      <p:cxnSp>
        <p:nvCxnSpPr>
          <p:cNvPr id="2163" name="Google Shape;2163;p59">
            <a:extLst>
              <a:ext uri="{FF2B5EF4-FFF2-40B4-BE49-F238E27FC236}">
                <a16:creationId xmlns:a16="http://schemas.microsoft.com/office/drawing/2014/main" id="{A0413376-4C81-BE66-5A1F-D870B9B5F47E}"/>
              </a:ext>
            </a:extLst>
          </p:cNvPr>
          <p:cNvCxnSpPr>
            <a:stCxn id="2156" idx="1"/>
            <a:endCxn id="2127" idx="1"/>
          </p:cNvCxnSpPr>
          <p:nvPr/>
        </p:nvCxnSpPr>
        <p:spPr>
          <a:xfrm flipH="1">
            <a:off x="1630250" y="2285138"/>
            <a:ext cx="2732100" cy="1902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64" name="Google Shape;2164;p59">
            <a:extLst>
              <a:ext uri="{FF2B5EF4-FFF2-40B4-BE49-F238E27FC236}">
                <a16:creationId xmlns:a16="http://schemas.microsoft.com/office/drawing/2014/main" id="{24B22C81-A065-B9FF-8EF7-C586202E12BB}"/>
              </a:ext>
            </a:extLst>
          </p:cNvPr>
          <p:cNvCxnSpPr>
            <a:cxnSpLocks/>
            <a:stCxn id="2124" idx="1"/>
            <a:endCxn id="2150" idx="1"/>
          </p:cNvCxnSpPr>
          <p:nvPr/>
        </p:nvCxnSpPr>
        <p:spPr>
          <a:xfrm>
            <a:off x="1571525" y="2089850"/>
            <a:ext cx="5663775" cy="209787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165" name="Google Shape;2165;p59">
            <a:extLst>
              <a:ext uri="{FF2B5EF4-FFF2-40B4-BE49-F238E27FC236}">
                <a16:creationId xmlns:a16="http://schemas.microsoft.com/office/drawing/2014/main" id="{ED612EA3-C1C6-888D-5F77-1FAC1219B354}"/>
              </a:ext>
            </a:extLst>
          </p:cNvPr>
          <p:cNvGrpSpPr/>
          <p:nvPr/>
        </p:nvGrpSpPr>
        <p:grpSpPr>
          <a:xfrm>
            <a:off x="4978225" y="4047913"/>
            <a:ext cx="803700" cy="838800"/>
            <a:chOff x="6538675" y="262075"/>
            <a:chExt cx="803700" cy="838800"/>
          </a:xfrm>
        </p:grpSpPr>
        <p:grpSp>
          <p:nvGrpSpPr>
            <p:cNvPr id="2166" name="Google Shape;2166;p59">
              <a:extLst>
                <a:ext uri="{FF2B5EF4-FFF2-40B4-BE49-F238E27FC236}">
                  <a16:creationId xmlns:a16="http://schemas.microsoft.com/office/drawing/2014/main" id="{6FEE0DC0-6F0C-04DD-F9A2-9F0156428730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167" name="Google Shape;2167;p59">
                <a:extLst>
                  <a:ext uri="{FF2B5EF4-FFF2-40B4-BE49-F238E27FC236}">
                    <a16:creationId xmlns:a16="http://schemas.microsoft.com/office/drawing/2014/main" id="{35AAE626-E70C-6BA0-1A2E-4A8CB14BA84B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0x06</a:t>
                </a:r>
                <a:endParaRPr/>
              </a:p>
            </p:txBody>
          </p:sp>
          <p:sp>
            <p:nvSpPr>
              <p:cNvPr id="2168" name="Google Shape;2168;p59">
                <a:extLst>
                  <a:ext uri="{FF2B5EF4-FFF2-40B4-BE49-F238E27FC236}">
                    <a16:creationId xmlns:a16="http://schemas.microsoft.com/office/drawing/2014/main" id="{7222FF8A-0BE7-5B9F-5B5B-246568DDFA11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60</a:t>
                </a:r>
                <a:endParaRPr/>
              </a:p>
            </p:txBody>
          </p:sp>
        </p:grpSp>
        <p:sp>
          <p:nvSpPr>
            <p:cNvPr id="2169" name="Google Shape;2169;p59">
              <a:extLst>
                <a:ext uri="{FF2B5EF4-FFF2-40B4-BE49-F238E27FC236}">
                  <a16:creationId xmlns:a16="http://schemas.microsoft.com/office/drawing/2014/main" id="{C0EF0EB3-B616-BD2F-6C69-6C5260B416A9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0x04</a:t>
              </a:r>
              <a:endParaRPr sz="1200"/>
            </a:p>
          </p:txBody>
        </p:sp>
      </p:grpSp>
      <p:cxnSp>
        <p:nvCxnSpPr>
          <p:cNvPr id="2170" name="Google Shape;2170;p59">
            <a:extLst>
              <a:ext uri="{FF2B5EF4-FFF2-40B4-BE49-F238E27FC236}">
                <a16:creationId xmlns:a16="http://schemas.microsoft.com/office/drawing/2014/main" id="{6210C494-9DA4-D178-44D2-F4C8E7840B3A}"/>
              </a:ext>
            </a:extLst>
          </p:cNvPr>
          <p:cNvCxnSpPr>
            <a:stCxn id="2139" idx="3"/>
            <a:endCxn id="2167" idx="1"/>
          </p:cNvCxnSpPr>
          <p:nvPr/>
        </p:nvCxnSpPr>
        <p:spPr>
          <a:xfrm rot="10800000" flipH="1">
            <a:off x="4681350" y="4187750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71" name="Google Shape;2171;p59">
            <a:extLst>
              <a:ext uri="{FF2B5EF4-FFF2-40B4-BE49-F238E27FC236}">
                <a16:creationId xmlns:a16="http://schemas.microsoft.com/office/drawing/2014/main" id="{63A66C3A-A5EA-DF47-EB8E-80FEA6D5CD7F}"/>
              </a:ext>
            </a:extLst>
          </p:cNvPr>
          <p:cNvCxnSpPr>
            <a:stCxn id="2169" idx="3"/>
            <a:endCxn id="2145" idx="1"/>
          </p:cNvCxnSpPr>
          <p:nvPr/>
        </p:nvCxnSpPr>
        <p:spPr>
          <a:xfrm rot="10800000" flipH="1">
            <a:off x="5781925" y="4187713"/>
            <a:ext cx="3528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72" name="Google Shape;2172;p59">
            <a:extLst>
              <a:ext uri="{FF2B5EF4-FFF2-40B4-BE49-F238E27FC236}">
                <a16:creationId xmlns:a16="http://schemas.microsoft.com/office/drawing/2014/main" id="{A4617213-B8AC-2215-18B9-3600791C3DEF}"/>
              </a:ext>
            </a:extLst>
          </p:cNvPr>
          <p:cNvSpPr txBox="1"/>
          <p:nvPr/>
        </p:nvSpPr>
        <p:spPr>
          <a:xfrm>
            <a:off x="3833125" y="3483875"/>
            <a:ext cx="5151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물리적인 위치는 아니지만 그림이 깔끔하도록 변경한다.</a:t>
            </a:r>
            <a:endParaRPr/>
          </a:p>
        </p:txBody>
      </p:sp>
      <p:grpSp>
        <p:nvGrpSpPr>
          <p:cNvPr id="2173" name="Google Shape;2173;p59">
            <a:extLst>
              <a:ext uri="{FF2B5EF4-FFF2-40B4-BE49-F238E27FC236}">
                <a16:creationId xmlns:a16="http://schemas.microsoft.com/office/drawing/2014/main" id="{71C02E5A-7E61-A5A4-8FF2-52C16666B452}"/>
              </a:ext>
            </a:extLst>
          </p:cNvPr>
          <p:cNvGrpSpPr/>
          <p:nvPr/>
        </p:nvGrpSpPr>
        <p:grpSpPr>
          <a:xfrm>
            <a:off x="2594425" y="1658163"/>
            <a:ext cx="803700" cy="559200"/>
            <a:chOff x="725125" y="742575"/>
            <a:chExt cx="803700" cy="559200"/>
          </a:xfrm>
        </p:grpSpPr>
        <p:sp>
          <p:nvSpPr>
            <p:cNvPr id="2174" name="Google Shape;2174;p59">
              <a:extLst>
                <a:ext uri="{FF2B5EF4-FFF2-40B4-BE49-F238E27FC236}">
                  <a16:creationId xmlns:a16="http://schemas.microsoft.com/office/drawing/2014/main" id="{CA4386DC-49B8-8C19-4B3B-737196F1B0CE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Find</a:t>
              </a:r>
              <a:endParaRPr/>
            </a:p>
          </p:txBody>
        </p:sp>
        <p:sp>
          <p:nvSpPr>
            <p:cNvPr id="2175" name="Google Shape;2175;p59">
              <a:extLst>
                <a:ext uri="{FF2B5EF4-FFF2-40B4-BE49-F238E27FC236}">
                  <a16:creationId xmlns:a16="http://schemas.microsoft.com/office/drawing/2014/main" id="{89D74832-A4ED-B00C-3C44-860D4F70779D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0x04</a:t>
              </a:r>
              <a:endParaRPr/>
            </a:p>
          </p:txBody>
        </p:sp>
      </p:grpSp>
      <p:cxnSp>
        <p:nvCxnSpPr>
          <p:cNvPr id="2176" name="Google Shape;2176;p59">
            <a:extLst>
              <a:ext uri="{FF2B5EF4-FFF2-40B4-BE49-F238E27FC236}">
                <a16:creationId xmlns:a16="http://schemas.microsoft.com/office/drawing/2014/main" id="{158BED73-661C-2806-4E35-44A28DBA50EA}"/>
              </a:ext>
            </a:extLst>
          </p:cNvPr>
          <p:cNvCxnSpPr>
            <a:stCxn id="2175" idx="1"/>
            <a:endCxn id="2145" idx="1"/>
          </p:cNvCxnSpPr>
          <p:nvPr/>
        </p:nvCxnSpPr>
        <p:spPr>
          <a:xfrm>
            <a:off x="2594425" y="2077563"/>
            <a:ext cx="3540300" cy="21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417689219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7" name="Google Shape;2117;p5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삽입 완료</a:t>
            </a:r>
            <a:endParaRPr/>
          </a:p>
        </p:txBody>
      </p:sp>
      <p:sp>
        <p:nvSpPr>
          <p:cNvPr id="2118" name="Google Shape;2118;p59"/>
          <p:cNvSpPr txBox="1"/>
          <p:nvPr/>
        </p:nvSpPr>
        <p:spPr>
          <a:xfrm>
            <a:off x="387900" y="1190175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34 main()</a:t>
            </a:r>
            <a:endParaRPr/>
          </a:p>
        </p:txBody>
      </p:sp>
      <p:grpSp>
        <p:nvGrpSpPr>
          <p:cNvPr id="2119" name="Google Shape;2119;p59"/>
          <p:cNvGrpSpPr/>
          <p:nvPr/>
        </p:nvGrpSpPr>
        <p:grpSpPr>
          <a:xfrm>
            <a:off x="498900" y="1670450"/>
            <a:ext cx="803700" cy="559200"/>
            <a:chOff x="725125" y="742575"/>
            <a:chExt cx="803700" cy="559200"/>
          </a:xfrm>
        </p:grpSpPr>
        <p:sp>
          <p:nvSpPr>
            <p:cNvPr id="2120" name="Google Shape;2120;p59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pBgin</a:t>
              </a:r>
              <a:endParaRPr/>
            </a:p>
          </p:txBody>
        </p:sp>
        <p:sp>
          <p:nvSpPr>
            <p:cNvPr id="2121" name="Google Shape;2121;p59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2122" name="Google Shape;2122;p59"/>
          <p:cNvGrpSpPr/>
          <p:nvPr/>
        </p:nvGrpSpPr>
        <p:grpSpPr>
          <a:xfrm>
            <a:off x="1571525" y="1670450"/>
            <a:ext cx="803700" cy="559200"/>
            <a:chOff x="725125" y="742575"/>
            <a:chExt cx="803700" cy="559200"/>
          </a:xfrm>
        </p:grpSpPr>
        <p:sp>
          <p:nvSpPr>
            <p:cNvPr id="2123" name="Google Shape;2123;p59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End</a:t>
              </a:r>
              <a:endParaRPr/>
            </a:p>
          </p:txBody>
        </p:sp>
        <p:sp>
          <p:nvSpPr>
            <p:cNvPr id="2124" name="Google Shape;2124;p59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/>
                <a:t>0x0</a:t>
              </a:r>
              <a:r>
                <a:rPr lang="en-US" altLang="ko" dirty="0"/>
                <a:t>5</a:t>
              </a:r>
              <a:endParaRPr dirty="0"/>
            </a:p>
          </p:txBody>
        </p:sp>
      </p:grpSp>
      <p:grpSp>
        <p:nvGrpSpPr>
          <p:cNvPr id="2125" name="Google Shape;2125;p59"/>
          <p:cNvGrpSpPr/>
          <p:nvPr/>
        </p:nvGrpSpPr>
        <p:grpSpPr>
          <a:xfrm>
            <a:off x="1630225" y="4047925"/>
            <a:ext cx="803700" cy="838800"/>
            <a:chOff x="6538675" y="262075"/>
            <a:chExt cx="803700" cy="838800"/>
          </a:xfrm>
        </p:grpSpPr>
        <p:grpSp>
          <p:nvGrpSpPr>
            <p:cNvPr id="2126" name="Google Shape;2126;p59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127" name="Google Shape;2127;p59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2128" name="Google Shape;2128;p59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2129" name="Google Shape;2129;p59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0x02</a:t>
              </a:r>
              <a:endParaRPr sz="1200"/>
            </a:p>
          </p:txBody>
        </p:sp>
      </p:grpSp>
      <p:grpSp>
        <p:nvGrpSpPr>
          <p:cNvPr id="2130" name="Google Shape;2130;p59"/>
          <p:cNvGrpSpPr/>
          <p:nvPr/>
        </p:nvGrpSpPr>
        <p:grpSpPr>
          <a:xfrm>
            <a:off x="2777075" y="4047950"/>
            <a:ext cx="803700" cy="838800"/>
            <a:chOff x="6538675" y="262075"/>
            <a:chExt cx="803700" cy="838800"/>
          </a:xfrm>
        </p:grpSpPr>
        <p:sp>
          <p:nvSpPr>
            <p:cNvPr id="2131" name="Google Shape;2131;p59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0x03</a:t>
              </a:r>
              <a:endParaRPr sz="1200"/>
            </a:p>
          </p:txBody>
        </p:sp>
        <p:grpSp>
          <p:nvGrpSpPr>
            <p:cNvPr id="2132" name="Google Shape;2132;p59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133" name="Google Shape;2133;p59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2134" name="Google Shape;2134;p59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</p:grpSp>
      <p:grpSp>
        <p:nvGrpSpPr>
          <p:cNvPr id="2135" name="Google Shape;2135;p59"/>
          <p:cNvGrpSpPr/>
          <p:nvPr/>
        </p:nvGrpSpPr>
        <p:grpSpPr>
          <a:xfrm>
            <a:off x="3877650" y="4047950"/>
            <a:ext cx="803700" cy="838800"/>
            <a:chOff x="6538675" y="262075"/>
            <a:chExt cx="803700" cy="838800"/>
          </a:xfrm>
        </p:grpSpPr>
        <p:grpSp>
          <p:nvGrpSpPr>
            <p:cNvPr id="2136" name="Google Shape;2136;p59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137" name="Google Shape;2137;p59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0x03</a:t>
                </a:r>
                <a:endParaRPr/>
              </a:p>
            </p:txBody>
          </p:sp>
          <p:sp>
            <p:nvSpPr>
              <p:cNvPr id="2138" name="Google Shape;2138;p59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30</a:t>
                </a:r>
                <a:endParaRPr/>
              </a:p>
            </p:txBody>
          </p:sp>
        </p:grpSp>
        <p:sp>
          <p:nvSpPr>
            <p:cNvPr id="2139" name="Google Shape;2139;p59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0x06</a:t>
              </a:r>
              <a:endParaRPr sz="1200"/>
            </a:p>
          </p:txBody>
        </p:sp>
      </p:grpSp>
      <p:cxnSp>
        <p:nvCxnSpPr>
          <p:cNvPr id="2140" name="Google Shape;2140;p59"/>
          <p:cNvCxnSpPr>
            <a:stCxn id="2129" idx="3"/>
            <a:endCxn id="2133" idx="1"/>
          </p:cNvCxnSpPr>
          <p:nvPr/>
        </p:nvCxnSpPr>
        <p:spPr>
          <a:xfrm rot="10800000" flipH="1">
            <a:off x="2433925" y="4187725"/>
            <a:ext cx="3432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41" name="Google Shape;2141;p59"/>
          <p:cNvCxnSpPr>
            <a:endCxn id="2137" idx="1"/>
          </p:cNvCxnSpPr>
          <p:nvPr/>
        </p:nvCxnSpPr>
        <p:spPr>
          <a:xfrm rot="10800000" flipH="1">
            <a:off x="3580650" y="4187750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42" name="Google Shape;2142;p59"/>
          <p:cNvCxnSpPr>
            <a:stCxn id="2121" idx="1"/>
            <a:endCxn id="2127" idx="1"/>
          </p:cNvCxnSpPr>
          <p:nvPr/>
        </p:nvCxnSpPr>
        <p:spPr>
          <a:xfrm>
            <a:off x="498900" y="2089850"/>
            <a:ext cx="11313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143" name="Google Shape;2143;p59"/>
          <p:cNvGrpSpPr/>
          <p:nvPr/>
        </p:nvGrpSpPr>
        <p:grpSpPr>
          <a:xfrm>
            <a:off x="6134725" y="4047925"/>
            <a:ext cx="803700" cy="838800"/>
            <a:chOff x="6538675" y="262075"/>
            <a:chExt cx="803700" cy="838800"/>
          </a:xfrm>
        </p:grpSpPr>
        <p:grpSp>
          <p:nvGrpSpPr>
            <p:cNvPr id="2144" name="Google Shape;2144;p59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145" name="Google Shape;2145;p59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0x04</a:t>
                </a:r>
                <a:endParaRPr/>
              </a:p>
            </p:txBody>
          </p:sp>
          <p:sp>
            <p:nvSpPr>
              <p:cNvPr id="2146" name="Google Shape;2146;p59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40</a:t>
                </a:r>
                <a:endParaRPr/>
              </a:p>
            </p:txBody>
          </p:sp>
        </p:grpSp>
        <p:sp>
          <p:nvSpPr>
            <p:cNvPr id="2147" name="Google Shape;2147;p59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0x05</a:t>
              </a:r>
              <a:endParaRPr sz="1200"/>
            </a:p>
          </p:txBody>
        </p:sp>
      </p:grpSp>
      <p:grpSp>
        <p:nvGrpSpPr>
          <p:cNvPr id="2148" name="Google Shape;2148;p59"/>
          <p:cNvGrpSpPr/>
          <p:nvPr/>
        </p:nvGrpSpPr>
        <p:grpSpPr>
          <a:xfrm>
            <a:off x="7235300" y="4047925"/>
            <a:ext cx="803700" cy="838800"/>
            <a:chOff x="6538675" y="262075"/>
            <a:chExt cx="803700" cy="838800"/>
          </a:xfrm>
        </p:grpSpPr>
        <p:grpSp>
          <p:nvGrpSpPr>
            <p:cNvPr id="2149" name="Google Shape;2149;p59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150" name="Google Shape;2150;p59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0x05</a:t>
                </a:r>
                <a:endParaRPr/>
              </a:p>
            </p:txBody>
          </p:sp>
          <p:sp>
            <p:nvSpPr>
              <p:cNvPr id="2151" name="Google Shape;2151;p59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50</a:t>
                </a:r>
                <a:endParaRPr/>
              </a:p>
            </p:txBody>
          </p:sp>
        </p:grpSp>
        <p:sp>
          <p:nvSpPr>
            <p:cNvPr id="2152" name="Google Shape;2152;p59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pNext</a:t>
              </a:r>
              <a:endParaRPr sz="1200"/>
            </a:p>
          </p:txBody>
        </p:sp>
      </p:grpSp>
      <p:cxnSp>
        <p:nvCxnSpPr>
          <p:cNvPr id="2153" name="Google Shape;2153;p59"/>
          <p:cNvCxnSpPr>
            <a:stCxn id="2147" idx="3"/>
            <a:endCxn id="2150" idx="1"/>
          </p:cNvCxnSpPr>
          <p:nvPr/>
        </p:nvCxnSpPr>
        <p:spPr>
          <a:xfrm rot="10800000" flipH="1">
            <a:off x="6938425" y="4187725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154" name="Google Shape;2154;p59"/>
          <p:cNvGrpSpPr/>
          <p:nvPr/>
        </p:nvGrpSpPr>
        <p:grpSpPr>
          <a:xfrm>
            <a:off x="4362350" y="1865738"/>
            <a:ext cx="803700" cy="559200"/>
            <a:chOff x="725125" y="742575"/>
            <a:chExt cx="803700" cy="559200"/>
          </a:xfrm>
        </p:grpSpPr>
        <p:sp>
          <p:nvSpPr>
            <p:cNvPr id="2155" name="Google Shape;2155;p59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pStart</a:t>
              </a:r>
              <a:endParaRPr sz="1200"/>
            </a:p>
          </p:txBody>
        </p:sp>
        <p:sp>
          <p:nvSpPr>
            <p:cNvPr id="2156" name="Google Shape;2156;p59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2157" name="Google Shape;2157;p59"/>
          <p:cNvGrpSpPr/>
          <p:nvPr/>
        </p:nvGrpSpPr>
        <p:grpSpPr>
          <a:xfrm>
            <a:off x="5357050" y="1865738"/>
            <a:ext cx="803700" cy="559200"/>
            <a:chOff x="725125" y="742575"/>
            <a:chExt cx="803700" cy="559200"/>
          </a:xfrm>
        </p:grpSpPr>
        <p:sp>
          <p:nvSpPr>
            <p:cNvPr id="2158" name="Google Shape;2158;p59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data</a:t>
              </a:r>
              <a:endParaRPr sz="1200"/>
            </a:p>
          </p:txBody>
        </p:sp>
        <p:sp>
          <p:nvSpPr>
            <p:cNvPr id="2159" name="Google Shape;2159;p59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30</a:t>
              </a:r>
              <a:endParaRPr/>
            </a:p>
          </p:txBody>
        </p:sp>
      </p:grpSp>
      <p:grpSp>
        <p:nvGrpSpPr>
          <p:cNvPr id="2160" name="Google Shape;2160;p59"/>
          <p:cNvGrpSpPr/>
          <p:nvPr/>
        </p:nvGrpSpPr>
        <p:grpSpPr>
          <a:xfrm>
            <a:off x="6351750" y="1865738"/>
            <a:ext cx="803700" cy="559200"/>
            <a:chOff x="725125" y="742575"/>
            <a:chExt cx="803700" cy="559200"/>
          </a:xfrm>
        </p:grpSpPr>
        <p:sp>
          <p:nvSpPr>
            <p:cNvPr id="2161" name="Google Shape;2161;p59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insert</a:t>
              </a:r>
              <a:endParaRPr sz="1200"/>
            </a:p>
          </p:txBody>
        </p:sp>
        <p:sp>
          <p:nvSpPr>
            <p:cNvPr id="2162" name="Google Shape;2162;p59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60</a:t>
              </a:r>
              <a:endParaRPr/>
            </a:p>
          </p:txBody>
        </p:sp>
      </p:grpSp>
      <p:cxnSp>
        <p:nvCxnSpPr>
          <p:cNvPr id="2163" name="Google Shape;2163;p59"/>
          <p:cNvCxnSpPr>
            <a:stCxn id="2156" idx="1"/>
            <a:endCxn id="2127" idx="1"/>
          </p:cNvCxnSpPr>
          <p:nvPr/>
        </p:nvCxnSpPr>
        <p:spPr>
          <a:xfrm flipH="1">
            <a:off x="1630250" y="2285138"/>
            <a:ext cx="2732100" cy="1902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64" name="Google Shape;2164;p59"/>
          <p:cNvCxnSpPr>
            <a:cxnSpLocks/>
            <a:stCxn id="2124" idx="1"/>
            <a:endCxn id="2150" idx="1"/>
          </p:cNvCxnSpPr>
          <p:nvPr/>
        </p:nvCxnSpPr>
        <p:spPr>
          <a:xfrm>
            <a:off x="1571525" y="2089850"/>
            <a:ext cx="5663775" cy="209787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165" name="Google Shape;2165;p59"/>
          <p:cNvGrpSpPr/>
          <p:nvPr/>
        </p:nvGrpSpPr>
        <p:grpSpPr>
          <a:xfrm>
            <a:off x="4978225" y="4047913"/>
            <a:ext cx="803700" cy="838800"/>
            <a:chOff x="6538675" y="262075"/>
            <a:chExt cx="803700" cy="838800"/>
          </a:xfrm>
        </p:grpSpPr>
        <p:grpSp>
          <p:nvGrpSpPr>
            <p:cNvPr id="2166" name="Google Shape;2166;p59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167" name="Google Shape;2167;p59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0x06</a:t>
                </a:r>
                <a:endParaRPr/>
              </a:p>
            </p:txBody>
          </p:sp>
          <p:sp>
            <p:nvSpPr>
              <p:cNvPr id="2168" name="Google Shape;2168;p59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60</a:t>
                </a:r>
                <a:endParaRPr/>
              </a:p>
            </p:txBody>
          </p:sp>
        </p:grpSp>
        <p:sp>
          <p:nvSpPr>
            <p:cNvPr id="2169" name="Google Shape;2169;p59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0x04</a:t>
              </a:r>
              <a:endParaRPr sz="1200"/>
            </a:p>
          </p:txBody>
        </p:sp>
      </p:grpSp>
      <p:cxnSp>
        <p:nvCxnSpPr>
          <p:cNvPr id="2170" name="Google Shape;2170;p59"/>
          <p:cNvCxnSpPr>
            <a:stCxn id="2139" idx="3"/>
            <a:endCxn id="2167" idx="1"/>
          </p:cNvCxnSpPr>
          <p:nvPr/>
        </p:nvCxnSpPr>
        <p:spPr>
          <a:xfrm rot="10800000" flipH="1">
            <a:off x="4681350" y="4187750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71" name="Google Shape;2171;p59"/>
          <p:cNvCxnSpPr>
            <a:stCxn id="2169" idx="3"/>
            <a:endCxn id="2145" idx="1"/>
          </p:cNvCxnSpPr>
          <p:nvPr/>
        </p:nvCxnSpPr>
        <p:spPr>
          <a:xfrm rot="10800000" flipH="1">
            <a:off x="5781925" y="4187713"/>
            <a:ext cx="3528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72" name="Google Shape;2172;p59"/>
          <p:cNvSpPr txBox="1"/>
          <p:nvPr/>
        </p:nvSpPr>
        <p:spPr>
          <a:xfrm>
            <a:off x="3833125" y="3483875"/>
            <a:ext cx="5151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물리적인 위치는 아니지만 그림이 깔끔하도록 변경한다.</a:t>
            </a:r>
            <a:endParaRPr/>
          </a:p>
        </p:txBody>
      </p:sp>
      <p:grpSp>
        <p:nvGrpSpPr>
          <p:cNvPr id="2173" name="Google Shape;2173;p59"/>
          <p:cNvGrpSpPr/>
          <p:nvPr/>
        </p:nvGrpSpPr>
        <p:grpSpPr>
          <a:xfrm>
            <a:off x="2594425" y="1658163"/>
            <a:ext cx="803700" cy="559200"/>
            <a:chOff x="725125" y="742575"/>
            <a:chExt cx="803700" cy="559200"/>
          </a:xfrm>
        </p:grpSpPr>
        <p:sp>
          <p:nvSpPr>
            <p:cNvPr id="2174" name="Google Shape;2174;p59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Find</a:t>
              </a:r>
              <a:endParaRPr/>
            </a:p>
          </p:txBody>
        </p:sp>
        <p:sp>
          <p:nvSpPr>
            <p:cNvPr id="2175" name="Google Shape;2175;p59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0x04</a:t>
              </a:r>
              <a:endParaRPr/>
            </a:p>
          </p:txBody>
        </p:sp>
      </p:grpSp>
      <p:cxnSp>
        <p:nvCxnSpPr>
          <p:cNvPr id="2176" name="Google Shape;2176;p59"/>
          <p:cNvCxnSpPr>
            <a:stCxn id="2175" idx="1"/>
            <a:endCxn id="2145" idx="1"/>
          </p:cNvCxnSpPr>
          <p:nvPr/>
        </p:nvCxnSpPr>
        <p:spPr>
          <a:xfrm>
            <a:off x="2594425" y="2077563"/>
            <a:ext cx="3540300" cy="21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" name="Google Shape;2181;p6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삽입 문제점 해결하기</a:t>
            </a:r>
            <a:endParaRPr/>
          </a:p>
        </p:txBody>
      </p:sp>
      <p:grpSp>
        <p:nvGrpSpPr>
          <p:cNvPr id="2182" name="Google Shape;2182;p60"/>
          <p:cNvGrpSpPr/>
          <p:nvPr/>
        </p:nvGrpSpPr>
        <p:grpSpPr>
          <a:xfrm>
            <a:off x="311700" y="1405438"/>
            <a:ext cx="2090100" cy="998500"/>
            <a:chOff x="2421050" y="2030388"/>
            <a:chExt cx="2090100" cy="998500"/>
          </a:xfrm>
        </p:grpSpPr>
        <p:grpSp>
          <p:nvGrpSpPr>
            <p:cNvPr id="2183" name="Google Shape;2183;p60"/>
            <p:cNvGrpSpPr/>
            <p:nvPr/>
          </p:nvGrpSpPr>
          <p:grpSpPr>
            <a:xfrm>
              <a:off x="2421050" y="2030388"/>
              <a:ext cx="2090100" cy="998500"/>
              <a:chOff x="261375" y="2343650"/>
              <a:chExt cx="2090100" cy="998500"/>
            </a:xfrm>
          </p:grpSpPr>
          <p:sp>
            <p:nvSpPr>
              <p:cNvPr id="2184" name="Google Shape;2184;p60"/>
              <p:cNvSpPr/>
              <p:nvPr/>
            </p:nvSpPr>
            <p:spPr>
              <a:xfrm>
                <a:off x="261375" y="2343650"/>
                <a:ext cx="2090100" cy="3153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>
                    <a:solidFill>
                      <a:schemeClr val="dk1"/>
                    </a:solidFill>
                  </a:rPr>
                  <a:t>main()</a:t>
                </a:r>
                <a:endParaRPr/>
              </a:p>
            </p:txBody>
          </p:sp>
          <p:sp>
            <p:nvSpPr>
              <p:cNvPr id="2185" name="Google Shape;2185;p60"/>
              <p:cNvSpPr/>
              <p:nvPr/>
            </p:nvSpPr>
            <p:spPr>
              <a:xfrm>
                <a:off x="261375" y="2647950"/>
                <a:ext cx="2090100" cy="6942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186" name="Google Shape;2186;p60"/>
            <p:cNvSpPr/>
            <p:nvPr/>
          </p:nvSpPr>
          <p:spPr>
            <a:xfrm>
              <a:off x="2544875" y="2584213"/>
              <a:ext cx="803700" cy="3048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pBegin</a:t>
              </a:r>
              <a:endParaRPr/>
            </a:p>
          </p:txBody>
        </p:sp>
        <p:sp>
          <p:nvSpPr>
            <p:cNvPr id="2187" name="Google Shape;2187;p60"/>
            <p:cNvSpPr/>
            <p:nvPr/>
          </p:nvSpPr>
          <p:spPr>
            <a:xfrm>
              <a:off x="3530175" y="2576025"/>
              <a:ext cx="803700" cy="3048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pEnd</a:t>
              </a:r>
              <a:endParaRPr/>
            </a:p>
          </p:txBody>
        </p:sp>
      </p:grpSp>
      <p:sp>
        <p:nvSpPr>
          <p:cNvPr id="2188" name="Google Shape;2188;p60"/>
          <p:cNvSpPr/>
          <p:nvPr/>
        </p:nvSpPr>
        <p:spPr>
          <a:xfrm>
            <a:off x="933025" y="2894813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10</a:t>
            </a:r>
            <a:endParaRPr/>
          </a:p>
        </p:txBody>
      </p:sp>
      <p:sp>
        <p:nvSpPr>
          <p:cNvPr id="2189" name="Google Shape;2189;p60"/>
          <p:cNvSpPr/>
          <p:nvPr/>
        </p:nvSpPr>
        <p:spPr>
          <a:xfrm>
            <a:off x="1512750" y="2894813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20</a:t>
            </a:r>
            <a:endParaRPr/>
          </a:p>
        </p:txBody>
      </p:sp>
      <p:sp>
        <p:nvSpPr>
          <p:cNvPr id="2190" name="Google Shape;2190;p60"/>
          <p:cNvSpPr/>
          <p:nvPr/>
        </p:nvSpPr>
        <p:spPr>
          <a:xfrm>
            <a:off x="2092475" y="2894813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30</a:t>
            </a:r>
            <a:endParaRPr/>
          </a:p>
        </p:txBody>
      </p:sp>
      <p:sp>
        <p:nvSpPr>
          <p:cNvPr id="2191" name="Google Shape;2191;p60"/>
          <p:cNvSpPr/>
          <p:nvPr/>
        </p:nvSpPr>
        <p:spPr>
          <a:xfrm>
            <a:off x="2645750" y="2894813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40</a:t>
            </a:r>
            <a:endParaRPr/>
          </a:p>
        </p:txBody>
      </p:sp>
      <p:sp>
        <p:nvSpPr>
          <p:cNvPr id="2192" name="Google Shape;2192;p60"/>
          <p:cNvSpPr/>
          <p:nvPr/>
        </p:nvSpPr>
        <p:spPr>
          <a:xfrm>
            <a:off x="3207875" y="2894813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50</a:t>
            </a:r>
            <a:endParaRPr/>
          </a:p>
        </p:txBody>
      </p:sp>
      <p:cxnSp>
        <p:nvCxnSpPr>
          <p:cNvPr id="2193" name="Google Shape;2193;p60"/>
          <p:cNvCxnSpPr>
            <a:stCxn id="2186" idx="3"/>
            <a:endCxn id="2188" idx="1"/>
          </p:cNvCxnSpPr>
          <p:nvPr/>
        </p:nvCxnSpPr>
        <p:spPr>
          <a:xfrm flipH="1">
            <a:off x="932925" y="2111663"/>
            <a:ext cx="306300" cy="935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94" name="Google Shape;2194;p60"/>
          <p:cNvCxnSpPr>
            <a:stCxn id="2187" idx="3"/>
            <a:endCxn id="2192" idx="1"/>
          </p:cNvCxnSpPr>
          <p:nvPr/>
        </p:nvCxnSpPr>
        <p:spPr>
          <a:xfrm>
            <a:off x="2224525" y="2103475"/>
            <a:ext cx="983400" cy="943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95" name="Google Shape;2195;p60"/>
          <p:cNvCxnSpPr>
            <a:stCxn id="2188" idx="3"/>
            <a:endCxn id="2189" idx="1"/>
          </p:cNvCxnSpPr>
          <p:nvPr/>
        </p:nvCxnSpPr>
        <p:spPr>
          <a:xfrm>
            <a:off x="1337725" y="3047213"/>
            <a:ext cx="174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96" name="Google Shape;2196;p60"/>
          <p:cNvCxnSpPr>
            <a:endCxn id="2190" idx="1"/>
          </p:cNvCxnSpPr>
          <p:nvPr/>
        </p:nvCxnSpPr>
        <p:spPr>
          <a:xfrm>
            <a:off x="1917575" y="3047213"/>
            <a:ext cx="174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197" name="Google Shape;2197;p60"/>
          <p:cNvGrpSpPr/>
          <p:nvPr/>
        </p:nvGrpSpPr>
        <p:grpSpPr>
          <a:xfrm>
            <a:off x="3407325" y="1405438"/>
            <a:ext cx="2090100" cy="998500"/>
            <a:chOff x="2421050" y="2030388"/>
            <a:chExt cx="2090100" cy="998500"/>
          </a:xfrm>
        </p:grpSpPr>
        <p:grpSp>
          <p:nvGrpSpPr>
            <p:cNvPr id="2198" name="Google Shape;2198;p60"/>
            <p:cNvGrpSpPr/>
            <p:nvPr/>
          </p:nvGrpSpPr>
          <p:grpSpPr>
            <a:xfrm>
              <a:off x="2421050" y="2030388"/>
              <a:ext cx="2090100" cy="998500"/>
              <a:chOff x="261375" y="2343650"/>
              <a:chExt cx="2090100" cy="998500"/>
            </a:xfrm>
          </p:grpSpPr>
          <p:sp>
            <p:nvSpPr>
              <p:cNvPr id="2199" name="Google Shape;2199;p60"/>
              <p:cNvSpPr/>
              <p:nvPr/>
            </p:nvSpPr>
            <p:spPr>
              <a:xfrm>
                <a:off x="261375" y="2343650"/>
                <a:ext cx="2090100" cy="3153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>
                    <a:solidFill>
                      <a:schemeClr val="dk1"/>
                    </a:solidFill>
                  </a:rPr>
                  <a:t>Insert(pBegin,40,60 )</a:t>
                </a:r>
                <a:endParaRPr/>
              </a:p>
            </p:txBody>
          </p:sp>
          <p:sp>
            <p:nvSpPr>
              <p:cNvPr id="2200" name="Google Shape;2200;p60"/>
              <p:cNvSpPr/>
              <p:nvPr/>
            </p:nvSpPr>
            <p:spPr>
              <a:xfrm>
                <a:off x="261375" y="2647950"/>
                <a:ext cx="2090100" cy="6942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201" name="Google Shape;2201;p60"/>
            <p:cNvSpPr/>
            <p:nvPr/>
          </p:nvSpPr>
          <p:spPr>
            <a:xfrm>
              <a:off x="2544875" y="2584213"/>
              <a:ext cx="803700" cy="3048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pNode</a:t>
              </a:r>
              <a:endParaRPr/>
            </a:p>
          </p:txBody>
        </p:sp>
      </p:grpSp>
      <p:cxnSp>
        <p:nvCxnSpPr>
          <p:cNvPr id="2202" name="Google Shape;2202;p60"/>
          <p:cNvCxnSpPr>
            <a:stCxn id="2201" idx="1"/>
            <a:endCxn id="2190" idx="1"/>
          </p:cNvCxnSpPr>
          <p:nvPr/>
        </p:nvCxnSpPr>
        <p:spPr>
          <a:xfrm flipH="1">
            <a:off x="2092350" y="2111663"/>
            <a:ext cx="1438800" cy="935700"/>
          </a:xfrm>
          <a:prstGeom prst="straightConnector1">
            <a:avLst/>
          </a:prstGeom>
          <a:noFill/>
          <a:ln w="9525" cap="flat" cmpd="sng">
            <a:solidFill>
              <a:srgbClr val="38761D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03" name="Google Shape;2203;p60"/>
          <p:cNvSpPr/>
          <p:nvPr/>
        </p:nvSpPr>
        <p:spPr>
          <a:xfrm>
            <a:off x="4521750" y="1959263"/>
            <a:ext cx="803700" cy="3048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pInsert</a:t>
            </a:r>
            <a:endParaRPr/>
          </a:p>
        </p:txBody>
      </p:sp>
      <p:sp>
        <p:nvSpPr>
          <p:cNvPr id="2204" name="Google Shape;2204;p60"/>
          <p:cNvSpPr/>
          <p:nvPr/>
        </p:nvSpPr>
        <p:spPr>
          <a:xfrm>
            <a:off x="3770000" y="2914663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60</a:t>
            </a:r>
            <a:endParaRPr/>
          </a:p>
        </p:txBody>
      </p:sp>
      <p:cxnSp>
        <p:nvCxnSpPr>
          <p:cNvPr id="2205" name="Google Shape;2205;p60"/>
          <p:cNvCxnSpPr>
            <a:stCxn id="2203" idx="1"/>
            <a:endCxn id="2204" idx="1"/>
          </p:cNvCxnSpPr>
          <p:nvPr/>
        </p:nvCxnSpPr>
        <p:spPr>
          <a:xfrm flipH="1">
            <a:off x="3769950" y="2111663"/>
            <a:ext cx="751800" cy="955500"/>
          </a:xfrm>
          <a:prstGeom prst="straightConnector1">
            <a:avLst/>
          </a:prstGeom>
          <a:noFill/>
          <a:ln w="9525" cap="flat" cmpd="sng">
            <a:solidFill>
              <a:srgbClr val="38761D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06" name="Google Shape;2206;p60"/>
          <p:cNvCxnSpPr>
            <a:stCxn id="2190" idx="2"/>
            <a:endCxn id="2204" idx="2"/>
          </p:cNvCxnSpPr>
          <p:nvPr/>
        </p:nvCxnSpPr>
        <p:spPr>
          <a:xfrm rot="-5400000" flipH="1">
            <a:off x="3123725" y="2370713"/>
            <a:ext cx="19800" cy="1677600"/>
          </a:xfrm>
          <a:prstGeom prst="bentConnector3">
            <a:avLst>
              <a:gd name="adj1" fmla="val 821780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07" name="Google Shape;2207;p60"/>
          <p:cNvCxnSpPr>
            <a:stCxn id="2204" idx="0"/>
            <a:endCxn id="2191" idx="0"/>
          </p:cNvCxnSpPr>
          <p:nvPr/>
        </p:nvCxnSpPr>
        <p:spPr>
          <a:xfrm rot="5400000" flipH="1">
            <a:off x="3400250" y="2342563"/>
            <a:ext cx="19800" cy="1124400"/>
          </a:xfrm>
          <a:prstGeom prst="bentConnector3">
            <a:avLst>
              <a:gd name="adj1" fmla="val 721654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08" name="Google Shape;2208;p60"/>
          <p:cNvCxnSpPr>
            <a:stCxn id="2191" idx="3"/>
            <a:endCxn id="2192" idx="1"/>
          </p:cNvCxnSpPr>
          <p:nvPr/>
        </p:nvCxnSpPr>
        <p:spPr>
          <a:xfrm>
            <a:off x="3050450" y="3047213"/>
            <a:ext cx="157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3" name="Google Shape;2213;p6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삭제 문제점</a:t>
            </a:r>
            <a:endParaRPr/>
          </a:p>
        </p:txBody>
      </p:sp>
      <p:grpSp>
        <p:nvGrpSpPr>
          <p:cNvPr id="2214" name="Google Shape;2214;p61"/>
          <p:cNvGrpSpPr/>
          <p:nvPr/>
        </p:nvGrpSpPr>
        <p:grpSpPr>
          <a:xfrm>
            <a:off x="311700" y="1405438"/>
            <a:ext cx="2090100" cy="998500"/>
            <a:chOff x="2421050" y="2030388"/>
            <a:chExt cx="2090100" cy="998500"/>
          </a:xfrm>
        </p:grpSpPr>
        <p:grpSp>
          <p:nvGrpSpPr>
            <p:cNvPr id="2215" name="Google Shape;2215;p61"/>
            <p:cNvGrpSpPr/>
            <p:nvPr/>
          </p:nvGrpSpPr>
          <p:grpSpPr>
            <a:xfrm>
              <a:off x="2421050" y="2030388"/>
              <a:ext cx="2090100" cy="998500"/>
              <a:chOff x="261375" y="2343650"/>
              <a:chExt cx="2090100" cy="998500"/>
            </a:xfrm>
          </p:grpSpPr>
          <p:sp>
            <p:nvSpPr>
              <p:cNvPr id="2216" name="Google Shape;2216;p61"/>
              <p:cNvSpPr/>
              <p:nvPr/>
            </p:nvSpPr>
            <p:spPr>
              <a:xfrm>
                <a:off x="261375" y="2343650"/>
                <a:ext cx="2090100" cy="3153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>
                    <a:solidFill>
                      <a:schemeClr val="dk1"/>
                    </a:solidFill>
                  </a:rPr>
                  <a:t>main()</a:t>
                </a:r>
                <a:endParaRPr/>
              </a:p>
            </p:txBody>
          </p:sp>
          <p:sp>
            <p:nvSpPr>
              <p:cNvPr id="2217" name="Google Shape;2217;p61"/>
              <p:cNvSpPr/>
              <p:nvPr/>
            </p:nvSpPr>
            <p:spPr>
              <a:xfrm>
                <a:off x="261375" y="2647950"/>
                <a:ext cx="2090100" cy="6942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218" name="Google Shape;2218;p61"/>
            <p:cNvSpPr/>
            <p:nvPr/>
          </p:nvSpPr>
          <p:spPr>
            <a:xfrm>
              <a:off x="2544875" y="2584213"/>
              <a:ext cx="803700" cy="3048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pBegin</a:t>
              </a:r>
              <a:endParaRPr/>
            </a:p>
          </p:txBody>
        </p:sp>
        <p:sp>
          <p:nvSpPr>
            <p:cNvPr id="2219" name="Google Shape;2219;p61"/>
            <p:cNvSpPr/>
            <p:nvPr/>
          </p:nvSpPr>
          <p:spPr>
            <a:xfrm>
              <a:off x="3530175" y="2576025"/>
              <a:ext cx="803700" cy="3048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pEnd</a:t>
              </a:r>
              <a:endParaRPr/>
            </a:p>
          </p:txBody>
        </p:sp>
      </p:grpSp>
      <p:sp>
        <p:nvSpPr>
          <p:cNvPr id="2220" name="Google Shape;2220;p61"/>
          <p:cNvSpPr/>
          <p:nvPr/>
        </p:nvSpPr>
        <p:spPr>
          <a:xfrm>
            <a:off x="933025" y="2894813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10</a:t>
            </a:r>
            <a:endParaRPr/>
          </a:p>
        </p:txBody>
      </p:sp>
      <p:sp>
        <p:nvSpPr>
          <p:cNvPr id="2221" name="Google Shape;2221;p61"/>
          <p:cNvSpPr/>
          <p:nvPr/>
        </p:nvSpPr>
        <p:spPr>
          <a:xfrm>
            <a:off x="1512750" y="2894813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20</a:t>
            </a:r>
            <a:endParaRPr/>
          </a:p>
        </p:txBody>
      </p:sp>
      <p:sp>
        <p:nvSpPr>
          <p:cNvPr id="2222" name="Google Shape;2222;p61"/>
          <p:cNvSpPr/>
          <p:nvPr/>
        </p:nvSpPr>
        <p:spPr>
          <a:xfrm>
            <a:off x="2092475" y="2894813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30</a:t>
            </a:r>
            <a:endParaRPr/>
          </a:p>
        </p:txBody>
      </p:sp>
      <p:sp>
        <p:nvSpPr>
          <p:cNvPr id="2223" name="Google Shape;2223;p61"/>
          <p:cNvSpPr/>
          <p:nvPr/>
        </p:nvSpPr>
        <p:spPr>
          <a:xfrm>
            <a:off x="2645750" y="2894813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40</a:t>
            </a:r>
            <a:endParaRPr/>
          </a:p>
        </p:txBody>
      </p:sp>
      <p:sp>
        <p:nvSpPr>
          <p:cNvPr id="2224" name="Google Shape;2224;p61"/>
          <p:cNvSpPr/>
          <p:nvPr/>
        </p:nvSpPr>
        <p:spPr>
          <a:xfrm>
            <a:off x="3207875" y="2894813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50</a:t>
            </a:r>
            <a:endParaRPr/>
          </a:p>
        </p:txBody>
      </p:sp>
      <p:cxnSp>
        <p:nvCxnSpPr>
          <p:cNvPr id="2225" name="Google Shape;2225;p61"/>
          <p:cNvCxnSpPr>
            <a:cxnSpLocks/>
            <a:stCxn id="2218" idx="3"/>
            <a:endCxn id="2220" idx="1"/>
          </p:cNvCxnSpPr>
          <p:nvPr/>
        </p:nvCxnSpPr>
        <p:spPr>
          <a:xfrm flipH="1">
            <a:off x="932925" y="2111663"/>
            <a:ext cx="306300" cy="935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26" name="Google Shape;2226;p61"/>
          <p:cNvCxnSpPr>
            <a:stCxn id="2219" idx="3"/>
            <a:endCxn id="2224" idx="1"/>
          </p:cNvCxnSpPr>
          <p:nvPr/>
        </p:nvCxnSpPr>
        <p:spPr>
          <a:xfrm>
            <a:off x="2224525" y="2103475"/>
            <a:ext cx="983400" cy="943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27" name="Google Shape;2227;p61"/>
          <p:cNvCxnSpPr>
            <a:stCxn id="2220" idx="3"/>
            <a:endCxn id="2221" idx="1"/>
          </p:cNvCxnSpPr>
          <p:nvPr/>
        </p:nvCxnSpPr>
        <p:spPr>
          <a:xfrm>
            <a:off x="1337725" y="3047213"/>
            <a:ext cx="174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28" name="Google Shape;2228;p61"/>
          <p:cNvCxnSpPr>
            <a:endCxn id="2222" idx="1"/>
          </p:cNvCxnSpPr>
          <p:nvPr/>
        </p:nvCxnSpPr>
        <p:spPr>
          <a:xfrm>
            <a:off x="1917575" y="3047213"/>
            <a:ext cx="174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229" name="Google Shape;2229;p61"/>
          <p:cNvGrpSpPr/>
          <p:nvPr/>
        </p:nvGrpSpPr>
        <p:grpSpPr>
          <a:xfrm>
            <a:off x="3407325" y="1405438"/>
            <a:ext cx="2090100" cy="998500"/>
            <a:chOff x="2421050" y="2030388"/>
            <a:chExt cx="2090100" cy="998500"/>
          </a:xfrm>
        </p:grpSpPr>
        <p:grpSp>
          <p:nvGrpSpPr>
            <p:cNvPr id="2230" name="Google Shape;2230;p61"/>
            <p:cNvGrpSpPr/>
            <p:nvPr/>
          </p:nvGrpSpPr>
          <p:grpSpPr>
            <a:xfrm>
              <a:off x="2421050" y="2030388"/>
              <a:ext cx="2090100" cy="998500"/>
              <a:chOff x="261375" y="2343650"/>
              <a:chExt cx="2090100" cy="998500"/>
            </a:xfrm>
          </p:grpSpPr>
          <p:sp>
            <p:nvSpPr>
              <p:cNvPr id="2231" name="Google Shape;2231;p61"/>
              <p:cNvSpPr/>
              <p:nvPr/>
            </p:nvSpPr>
            <p:spPr>
              <a:xfrm>
                <a:off x="261375" y="2343650"/>
                <a:ext cx="2090100" cy="3153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>
                    <a:solidFill>
                      <a:schemeClr val="dk1"/>
                    </a:solidFill>
                  </a:rPr>
                  <a:t>Insert(pBegin,40,60 )</a:t>
                </a:r>
                <a:endParaRPr/>
              </a:p>
            </p:txBody>
          </p:sp>
          <p:sp>
            <p:nvSpPr>
              <p:cNvPr id="2232" name="Google Shape;2232;p61"/>
              <p:cNvSpPr/>
              <p:nvPr/>
            </p:nvSpPr>
            <p:spPr>
              <a:xfrm>
                <a:off x="261375" y="2647950"/>
                <a:ext cx="2090100" cy="6942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233" name="Google Shape;2233;p61"/>
            <p:cNvSpPr/>
            <p:nvPr/>
          </p:nvSpPr>
          <p:spPr>
            <a:xfrm>
              <a:off x="2544875" y="2584213"/>
              <a:ext cx="803700" cy="3048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pPre</a:t>
              </a:r>
              <a:endParaRPr/>
            </a:p>
          </p:txBody>
        </p:sp>
      </p:grpSp>
      <p:sp>
        <p:nvSpPr>
          <p:cNvPr id="2234" name="Google Shape;2234;p61"/>
          <p:cNvSpPr/>
          <p:nvPr/>
        </p:nvSpPr>
        <p:spPr>
          <a:xfrm>
            <a:off x="4521750" y="1959263"/>
            <a:ext cx="803700" cy="3048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pNode</a:t>
            </a:r>
            <a:endParaRPr/>
          </a:p>
        </p:txBody>
      </p:sp>
      <p:sp>
        <p:nvSpPr>
          <p:cNvPr id="2235" name="Google Shape;2235;p61"/>
          <p:cNvSpPr/>
          <p:nvPr/>
        </p:nvSpPr>
        <p:spPr>
          <a:xfrm>
            <a:off x="3770000" y="2914663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60</a:t>
            </a:r>
            <a:endParaRPr/>
          </a:p>
        </p:txBody>
      </p:sp>
      <p:cxnSp>
        <p:nvCxnSpPr>
          <p:cNvPr id="2236" name="Google Shape;2236;p61"/>
          <p:cNvCxnSpPr>
            <a:stCxn id="2234" idx="1"/>
            <a:endCxn id="2220" idx="1"/>
          </p:cNvCxnSpPr>
          <p:nvPr/>
        </p:nvCxnSpPr>
        <p:spPr>
          <a:xfrm flipH="1">
            <a:off x="933150" y="2111663"/>
            <a:ext cx="3588600" cy="9357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37" name="Google Shape;2237;p61"/>
          <p:cNvCxnSpPr>
            <a:stCxn id="2222" idx="2"/>
            <a:endCxn id="2235" idx="2"/>
          </p:cNvCxnSpPr>
          <p:nvPr/>
        </p:nvCxnSpPr>
        <p:spPr>
          <a:xfrm rot="-5400000" flipH="1">
            <a:off x="3123725" y="2370713"/>
            <a:ext cx="19800" cy="1677600"/>
          </a:xfrm>
          <a:prstGeom prst="bentConnector3">
            <a:avLst>
              <a:gd name="adj1" fmla="val 821780"/>
            </a:avLst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38" name="Google Shape;2238;p61"/>
          <p:cNvCxnSpPr>
            <a:stCxn id="2235" idx="0"/>
            <a:endCxn id="2223" idx="0"/>
          </p:cNvCxnSpPr>
          <p:nvPr/>
        </p:nvCxnSpPr>
        <p:spPr>
          <a:xfrm rot="5400000" flipH="1">
            <a:off x="3400250" y="2342563"/>
            <a:ext cx="19800" cy="1124400"/>
          </a:xfrm>
          <a:prstGeom prst="bentConnector3">
            <a:avLst>
              <a:gd name="adj1" fmla="val 721654"/>
            </a:avLst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39" name="Google Shape;2239;p61"/>
          <p:cNvCxnSpPr>
            <a:stCxn id="2223" idx="3"/>
            <a:endCxn id="2224" idx="1"/>
          </p:cNvCxnSpPr>
          <p:nvPr/>
        </p:nvCxnSpPr>
        <p:spPr>
          <a:xfrm>
            <a:off x="3050450" y="3047213"/>
            <a:ext cx="157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4" name="Google Shape;2244;p6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삭제  해결방법</a:t>
            </a:r>
            <a:endParaRPr/>
          </a:p>
        </p:txBody>
      </p:sp>
      <p:sp>
        <p:nvSpPr>
          <p:cNvPr id="2245" name="Google Shape;2245;p62"/>
          <p:cNvSpPr txBox="1"/>
          <p:nvPr/>
        </p:nvSpPr>
        <p:spPr>
          <a:xfrm>
            <a:off x="387900" y="1190175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34 main()</a:t>
            </a:r>
            <a:endParaRPr/>
          </a:p>
        </p:txBody>
      </p:sp>
      <p:grpSp>
        <p:nvGrpSpPr>
          <p:cNvPr id="2246" name="Google Shape;2246;p62"/>
          <p:cNvGrpSpPr/>
          <p:nvPr/>
        </p:nvGrpSpPr>
        <p:grpSpPr>
          <a:xfrm>
            <a:off x="498900" y="1670450"/>
            <a:ext cx="803700" cy="559200"/>
            <a:chOff x="725125" y="742575"/>
            <a:chExt cx="803700" cy="559200"/>
          </a:xfrm>
        </p:grpSpPr>
        <p:sp>
          <p:nvSpPr>
            <p:cNvPr id="2247" name="Google Shape;2247;p62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pBgin</a:t>
              </a:r>
              <a:endParaRPr/>
            </a:p>
          </p:txBody>
        </p:sp>
        <p:sp>
          <p:nvSpPr>
            <p:cNvPr id="2248" name="Google Shape;2248;p62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2249" name="Google Shape;2249;p62"/>
          <p:cNvGrpSpPr/>
          <p:nvPr/>
        </p:nvGrpSpPr>
        <p:grpSpPr>
          <a:xfrm>
            <a:off x="1571525" y="1670450"/>
            <a:ext cx="803700" cy="559200"/>
            <a:chOff x="725125" y="742575"/>
            <a:chExt cx="803700" cy="559200"/>
          </a:xfrm>
        </p:grpSpPr>
        <p:sp>
          <p:nvSpPr>
            <p:cNvPr id="2250" name="Google Shape;2250;p62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End</a:t>
              </a:r>
              <a:endParaRPr/>
            </a:p>
          </p:txBody>
        </p:sp>
        <p:sp>
          <p:nvSpPr>
            <p:cNvPr id="2251" name="Google Shape;2251;p62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2252" name="Google Shape;2252;p62"/>
          <p:cNvGrpSpPr/>
          <p:nvPr/>
        </p:nvGrpSpPr>
        <p:grpSpPr>
          <a:xfrm>
            <a:off x="1630225" y="4047925"/>
            <a:ext cx="803700" cy="838800"/>
            <a:chOff x="6538675" y="262075"/>
            <a:chExt cx="803700" cy="838800"/>
          </a:xfrm>
        </p:grpSpPr>
        <p:grpSp>
          <p:nvGrpSpPr>
            <p:cNvPr id="2253" name="Google Shape;2253;p62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254" name="Google Shape;2254;p62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2255" name="Google Shape;2255;p62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2256" name="Google Shape;2256;p62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0x02</a:t>
              </a:r>
              <a:endParaRPr sz="1200"/>
            </a:p>
          </p:txBody>
        </p:sp>
      </p:grpSp>
      <p:grpSp>
        <p:nvGrpSpPr>
          <p:cNvPr id="2257" name="Google Shape;2257;p62"/>
          <p:cNvGrpSpPr/>
          <p:nvPr/>
        </p:nvGrpSpPr>
        <p:grpSpPr>
          <a:xfrm>
            <a:off x="2777075" y="4047950"/>
            <a:ext cx="803700" cy="838800"/>
            <a:chOff x="6538675" y="262075"/>
            <a:chExt cx="803700" cy="838800"/>
          </a:xfrm>
        </p:grpSpPr>
        <p:sp>
          <p:nvSpPr>
            <p:cNvPr id="2258" name="Google Shape;2258;p62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0x03</a:t>
              </a:r>
              <a:endParaRPr sz="1200"/>
            </a:p>
          </p:txBody>
        </p:sp>
        <p:grpSp>
          <p:nvGrpSpPr>
            <p:cNvPr id="2259" name="Google Shape;2259;p62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260" name="Google Shape;2260;p62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2261" name="Google Shape;2261;p62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</p:grpSp>
      <p:grpSp>
        <p:nvGrpSpPr>
          <p:cNvPr id="2262" name="Google Shape;2262;p62"/>
          <p:cNvGrpSpPr/>
          <p:nvPr/>
        </p:nvGrpSpPr>
        <p:grpSpPr>
          <a:xfrm>
            <a:off x="3877650" y="4047950"/>
            <a:ext cx="803700" cy="838800"/>
            <a:chOff x="6538675" y="262075"/>
            <a:chExt cx="803700" cy="838800"/>
          </a:xfrm>
        </p:grpSpPr>
        <p:grpSp>
          <p:nvGrpSpPr>
            <p:cNvPr id="2263" name="Google Shape;2263;p62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264" name="Google Shape;2264;p62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0x03</a:t>
                </a:r>
                <a:endParaRPr/>
              </a:p>
            </p:txBody>
          </p:sp>
          <p:sp>
            <p:nvSpPr>
              <p:cNvPr id="2265" name="Google Shape;2265;p62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30</a:t>
                </a:r>
                <a:endParaRPr/>
              </a:p>
            </p:txBody>
          </p:sp>
        </p:grpSp>
        <p:sp>
          <p:nvSpPr>
            <p:cNvPr id="2266" name="Google Shape;2266;p62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>
                  <a:solidFill>
                    <a:srgbClr val="FF0000"/>
                  </a:solidFill>
                </a:rPr>
                <a:t>0x04</a:t>
              </a:r>
              <a:endParaRPr sz="1200">
                <a:solidFill>
                  <a:srgbClr val="FF0000"/>
                </a:solidFill>
              </a:endParaRPr>
            </a:p>
          </p:txBody>
        </p:sp>
      </p:grpSp>
      <p:cxnSp>
        <p:nvCxnSpPr>
          <p:cNvPr id="2267" name="Google Shape;2267;p62"/>
          <p:cNvCxnSpPr>
            <a:stCxn id="2256" idx="3"/>
            <a:endCxn id="2260" idx="1"/>
          </p:cNvCxnSpPr>
          <p:nvPr/>
        </p:nvCxnSpPr>
        <p:spPr>
          <a:xfrm rot="10800000" flipH="1">
            <a:off x="2433925" y="4187725"/>
            <a:ext cx="3432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68" name="Google Shape;2268;p62"/>
          <p:cNvCxnSpPr>
            <a:endCxn id="2264" idx="1"/>
          </p:cNvCxnSpPr>
          <p:nvPr/>
        </p:nvCxnSpPr>
        <p:spPr>
          <a:xfrm rot="10800000" flipH="1">
            <a:off x="3580650" y="4187750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69" name="Google Shape;2269;p62"/>
          <p:cNvCxnSpPr>
            <a:stCxn id="2248" idx="1"/>
            <a:endCxn id="2254" idx="1"/>
          </p:cNvCxnSpPr>
          <p:nvPr/>
        </p:nvCxnSpPr>
        <p:spPr>
          <a:xfrm>
            <a:off x="498900" y="2089850"/>
            <a:ext cx="11313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270" name="Google Shape;2270;p62"/>
          <p:cNvGrpSpPr/>
          <p:nvPr/>
        </p:nvGrpSpPr>
        <p:grpSpPr>
          <a:xfrm>
            <a:off x="6134725" y="4047925"/>
            <a:ext cx="803700" cy="838800"/>
            <a:chOff x="6538675" y="262075"/>
            <a:chExt cx="803700" cy="838800"/>
          </a:xfrm>
        </p:grpSpPr>
        <p:grpSp>
          <p:nvGrpSpPr>
            <p:cNvPr id="2271" name="Google Shape;2271;p62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272" name="Google Shape;2272;p62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0x04</a:t>
                </a:r>
                <a:endParaRPr/>
              </a:p>
            </p:txBody>
          </p:sp>
          <p:sp>
            <p:nvSpPr>
              <p:cNvPr id="2273" name="Google Shape;2273;p62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40</a:t>
                </a:r>
                <a:endParaRPr/>
              </a:p>
            </p:txBody>
          </p:sp>
        </p:grpSp>
        <p:sp>
          <p:nvSpPr>
            <p:cNvPr id="2274" name="Google Shape;2274;p62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0x05</a:t>
              </a:r>
              <a:endParaRPr sz="1200"/>
            </a:p>
          </p:txBody>
        </p:sp>
      </p:grpSp>
      <p:grpSp>
        <p:nvGrpSpPr>
          <p:cNvPr id="2275" name="Google Shape;2275;p62"/>
          <p:cNvGrpSpPr/>
          <p:nvPr/>
        </p:nvGrpSpPr>
        <p:grpSpPr>
          <a:xfrm>
            <a:off x="7235300" y="4047925"/>
            <a:ext cx="803700" cy="838800"/>
            <a:chOff x="6538675" y="262075"/>
            <a:chExt cx="803700" cy="838800"/>
          </a:xfrm>
        </p:grpSpPr>
        <p:grpSp>
          <p:nvGrpSpPr>
            <p:cNvPr id="2276" name="Google Shape;2276;p62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277" name="Google Shape;2277;p62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0x05</a:t>
                </a:r>
                <a:endParaRPr/>
              </a:p>
            </p:txBody>
          </p:sp>
          <p:sp>
            <p:nvSpPr>
              <p:cNvPr id="2278" name="Google Shape;2278;p62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50</a:t>
                </a:r>
                <a:endParaRPr/>
              </a:p>
            </p:txBody>
          </p:sp>
        </p:grpSp>
        <p:sp>
          <p:nvSpPr>
            <p:cNvPr id="2279" name="Google Shape;2279;p62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pNext</a:t>
              </a:r>
              <a:endParaRPr sz="1200"/>
            </a:p>
          </p:txBody>
        </p:sp>
      </p:grpSp>
      <p:cxnSp>
        <p:nvCxnSpPr>
          <p:cNvPr id="2280" name="Google Shape;2280;p62"/>
          <p:cNvCxnSpPr>
            <a:stCxn id="2274" idx="3"/>
            <a:endCxn id="2277" idx="1"/>
          </p:cNvCxnSpPr>
          <p:nvPr/>
        </p:nvCxnSpPr>
        <p:spPr>
          <a:xfrm rot="10800000" flipH="1">
            <a:off x="6938425" y="4187725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281" name="Google Shape;2281;p62"/>
          <p:cNvGrpSpPr/>
          <p:nvPr/>
        </p:nvGrpSpPr>
        <p:grpSpPr>
          <a:xfrm>
            <a:off x="4362350" y="1865738"/>
            <a:ext cx="803700" cy="559200"/>
            <a:chOff x="725125" y="742575"/>
            <a:chExt cx="803700" cy="559200"/>
          </a:xfrm>
        </p:grpSpPr>
        <p:sp>
          <p:nvSpPr>
            <p:cNvPr id="2282" name="Google Shape;2282;p62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pStart</a:t>
              </a:r>
              <a:endParaRPr sz="1200"/>
            </a:p>
          </p:txBody>
        </p:sp>
        <p:sp>
          <p:nvSpPr>
            <p:cNvPr id="2283" name="Google Shape;2283;p62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2284" name="Google Shape;2284;p62"/>
          <p:cNvGrpSpPr/>
          <p:nvPr/>
        </p:nvGrpSpPr>
        <p:grpSpPr>
          <a:xfrm>
            <a:off x="5357050" y="1865738"/>
            <a:ext cx="803700" cy="559200"/>
            <a:chOff x="725125" y="742575"/>
            <a:chExt cx="803700" cy="559200"/>
          </a:xfrm>
        </p:grpSpPr>
        <p:sp>
          <p:nvSpPr>
            <p:cNvPr id="2285" name="Google Shape;2285;p62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del</a:t>
              </a:r>
              <a:endParaRPr sz="1200"/>
            </a:p>
          </p:txBody>
        </p:sp>
        <p:sp>
          <p:nvSpPr>
            <p:cNvPr id="2286" name="Google Shape;2286;p62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60</a:t>
              </a:r>
              <a:endParaRPr/>
            </a:p>
          </p:txBody>
        </p:sp>
      </p:grpSp>
      <p:cxnSp>
        <p:nvCxnSpPr>
          <p:cNvPr id="2287" name="Google Shape;2287;p62"/>
          <p:cNvCxnSpPr>
            <a:stCxn id="2283" idx="1"/>
            <a:endCxn id="2254" idx="1"/>
          </p:cNvCxnSpPr>
          <p:nvPr/>
        </p:nvCxnSpPr>
        <p:spPr>
          <a:xfrm flipH="1">
            <a:off x="1630250" y="2285138"/>
            <a:ext cx="2732100" cy="1902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88" name="Google Shape;2288;p62"/>
          <p:cNvCxnSpPr>
            <a:stCxn id="2251" idx="1"/>
            <a:endCxn id="2254" idx="1"/>
          </p:cNvCxnSpPr>
          <p:nvPr/>
        </p:nvCxnSpPr>
        <p:spPr>
          <a:xfrm>
            <a:off x="1571525" y="2089850"/>
            <a:ext cx="588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289" name="Google Shape;2289;p62"/>
          <p:cNvGrpSpPr/>
          <p:nvPr/>
        </p:nvGrpSpPr>
        <p:grpSpPr>
          <a:xfrm>
            <a:off x="4978225" y="4047913"/>
            <a:ext cx="803700" cy="838800"/>
            <a:chOff x="6538675" y="262075"/>
            <a:chExt cx="803700" cy="838800"/>
          </a:xfrm>
        </p:grpSpPr>
        <p:grpSp>
          <p:nvGrpSpPr>
            <p:cNvPr id="2290" name="Google Shape;2290;p62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291" name="Google Shape;2291;p62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FF00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0x06</a:t>
                </a:r>
                <a:endParaRPr/>
              </a:p>
            </p:txBody>
          </p:sp>
          <p:sp>
            <p:nvSpPr>
              <p:cNvPr id="2292" name="Google Shape;2292;p62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00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60</a:t>
                </a:r>
                <a:endParaRPr/>
              </a:p>
            </p:txBody>
          </p:sp>
        </p:grpSp>
        <p:sp>
          <p:nvSpPr>
            <p:cNvPr id="2293" name="Google Shape;2293;p62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0x04</a:t>
              </a:r>
              <a:endParaRPr sz="1200"/>
            </a:p>
          </p:txBody>
        </p:sp>
      </p:grpSp>
      <p:cxnSp>
        <p:nvCxnSpPr>
          <p:cNvPr id="2294" name="Google Shape;2294;p62"/>
          <p:cNvCxnSpPr>
            <a:stCxn id="2266" idx="3"/>
            <a:endCxn id="2272" idx="1"/>
          </p:cNvCxnSpPr>
          <p:nvPr/>
        </p:nvCxnSpPr>
        <p:spPr>
          <a:xfrm rot="10800000" flipH="1">
            <a:off x="4681350" y="4187750"/>
            <a:ext cx="1453500" cy="5592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95" name="Google Shape;2295;p62"/>
          <p:cNvCxnSpPr>
            <a:stCxn id="2293" idx="3"/>
            <a:endCxn id="2272" idx="1"/>
          </p:cNvCxnSpPr>
          <p:nvPr/>
        </p:nvCxnSpPr>
        <p:spPr>
          <a:xfrm rot="10800000" flipH="1">
            <a:off x="5781925" y="4187713"/>
            <a:ext cx="3528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296" name="Google Shape;2296;p62"/>
          <p:cNvGrpSpPr/>
          <p:nvPr/>
        </p:nvGrpSpPr>
        <p:grpSpPr>
          <a:xfrm>
            <a:off x="2594425" y="1658163"/>
            <a:ext cx="803700" cy="559200"/>
            <a:chOff x="725125" y="742575"/>
            <a:chExt cx="803700" cy="559200"/>
          </a:xfrm>
        </p:grpSpPr>
        <p:sp>
          <p:nvSpPr>
            <p:cNvPr id="2297" name="Google Shape;2297;p62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Find</a:t>
              </a:r>
              <a:endParaRPr/>
            </a:p>
          </p:txBody>
        </p:sp>
        <p:sp>
          <p:nvSpPr>
            <p:cNvPr id="2298" name="Google Shape;2298;p62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0x04</a:t>
              </a:r>
              <a:endParaRPr/>
            </a:p>
          </p:txBody>
        </p:sp>
      </p:grpSp>
      <p:cxnSp>
        <p:nvCxnSpPr>
          <p:cNvPr id="2299" name="Google Shape;2299;p62"/>
          <p:cNvCxnSpPr>
            <a:stCxn id="2298" idx="1"/>
            <a:endCxn id="2272" idx="1"/>
          </p:cNvCxnSpPr>
          <p:nvPr/>
        </p:nvCxnSpPr>
        <p:spPr>
          <a:xfrm>
            <a:off x="2594425" y="2077563"/>
            <a:ext cx="3540300" cy="21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00" name="Google Shape;2300;p62"/>
          <p:cNvSpPr txBox="1"/>
          <p:nvPr/>
        </p:nvSpPr>
        <p:spPr>
          <a:xfrm>
            <a:off x="4092850" y="1432950"/>
            <a:ext cx="3142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61 DeleteNodeData(pBegin, 60);</a:t>
            </a:r>
            <a:endParaRPr/>
          </a:p>
        </p:txBody>
      </p:sp>
      <p:cxnSp>
        <p:nvCxnSpPr>
          <p:cNvPr id="2301" name="Google Shape;2301;p62"/>
          <p:cNvCxnSpPr>
            <a:stCxn id="2248" idx="3"/>
            <a:endCxn id="2283" idx="1"/>
          </p:cNvCxnSpPr>
          <p:nvPr/>
        </p:nvCxnSpPr>
        <p:spPr>
          <a:xfrm>
            <a:off x="1302600" y="2089850"/>
            <a:ext cx="3059700" cy="19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grpSp>
        <p:nvGrpSpPr>
          <p:cNvPr id="2302" name="Google Shape;2302;p62"/>
          <p:cNvGrpSpPr/>
          <p:nvPr/>
        </p:nvGrpSpPr>
        <p:grpSpPr>
          <a:xfrm>
            <a:off x="7235300" y="2145338"/>
            <a:ext cx="803700" cy="559200"/>
            <a:chOff x="725125" y="742575"/>
            <a:chExt cx="803700" cy="559200"/>
          </a:xfrm>
        </p:grpSpPr>
        <p:sp>
          <p:nvSpPr>
            <p:cNvPr id="2303" name="Google Shape;2303;p62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pPre</a:t>
              </a:r>
              <a:endParaRPr/>
            </a:p>
          </p:txBody>
        </p:sp>
        <p:sp>
          <p:nvSpPr>
            <p:cNvPr id="2304" name="Google Shape;2304;p62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>
                  <a:solidFill>
                    <a:srgbClr val="FF0000"/>
                  </a:solidFill>
                </a:rPr>
                <a:t>0x03</a:t>
              </a:r>
              <a:endParaRPr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305" name="Google Shape;2305;p62"/>
          <p:cNvGrpSpPr/>
          <p:nvPr/>
        </p:nvGrpSpPr>
        <p:grpSpPr>
          <a:xfrm>
            <a:off x="7287625" y="2814563"/>
            <a:ext cx="803700" cy="559200"/>
            <a:chOff x="725125" y="742575"/>
            <a:chExt cx="803700" cy="559200"/>
          </a:xfrm>
        </p:grpSpPr>
        <p:sp>
          <p:nvSpPr>
            <p:cNvPr id="2306" name="Google Shape;2306;p62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pNode</a:t>
              </a:r>
              <a:endParaRPr/>
            </a:p>
          </p:txBody>
        </p:sp>
        <p:sp>
          <p:nvSpPr>
            <p:cNvPr id="2307" name="Google Shape;2307;p62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0x06</a:t>
              </a:r>
              <a:endParaRPr/>
            </a:p>
          </p:txBody>
        </p:sp>
      </p:grpSp>
      <p:cxnSp>
        <p:nvCxnSpPr>
          <p:cNvPr id="2308" name="Google Shape;2308;p62"/>
          <p:cNvCxnSpPr>
            <a:endCxn id="2291" idx="1"/>
          </p:cNvCxnSpPr>
          <p:nvPr/>
        </p:nvCxnSpPr>
        <p:spPr>
          <a:xfrm flipH="1">
            <a:off x="4978225" y="3234013"/>
            <a:ext cx="2309400" cy="953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09" name="Google Shape;2309;p62"/>
          <p:cNvCxnSpPr>
            <a:stCxn id="2293" idx="1"/>
            <a:endCxn id="2266" idx="3"/>
          </p:cNvCxnSpPr>
          <p:nvPr/>
        </p:nvCxnSpPr>
        <p:spPr>
          <a:xfrm rot="10800000">
            <a:off x="4681225" y="4746913"/>
            <a:ext cx="297000" cy="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2310" name="Google Shape;2310;p62"/>
          <p:cNvSpPr txBox="1"/>
          <p:nvPr/>
        </p:nvSpPr>
        <p:spPr>
          <a:xfrm>
            <a:off x="5160625" y="138238"/>
            <a:ext cx="38526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solidFill>
                  <a:srgbClr val="FF0000"/>
                </a:solidFill>
              </a:rPr>
              <a:t>0x03</a:t>
            </a:r>
            <a:r>
              <a:rPr lang="ko" dirty="0"/>
              <a:t>-&gt;pNext = pNode-&gt;pNext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pPre-&gt;pNext = pNode-&gt;pNext</a:t>
            </a:r>
            <a:br>
              <a:rPr lang="ko" dirty="0"/>
            </a:br>
            <a:r>
              <a:rPr lang="ko" dirty="0"/>
              <a:t>이전노드의 값을 찾기를 통해서는 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이전값을 찾을수 없다.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그러므로, 찾으면서 이전값을 저장해야한다.</a:t>
            </a:r>
            <a:endParaRPr dirty="0"/>
          </a:p>
        </p:txBody>
      </p:sp>
      <p:cxnSp>
        <p:nvCxnSpPr>
          <p:cNvPr id="2311" name="Google Shape;2311;p62"/>
          <p:cNvCxnSpPr>
            <a:stCxn id="2304" idx="1"/>
            <a:endCxn id="2264" idx="1"/>
          </p:cNvCxnSpPr>
          <p:nvPr/>
        </p:nvCxnSpPr>
        <p:spPr>
          <a:xfrm flipH="1">
            <a:off x="3877650" y="2564738"/>
            <a:ext cx="3357650" cy="1623012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6" name="Google Shape;2316;p6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삭제  해결방법 1</a:t>
            </a:r>
            <a:endParaRPr/>
          </a:p>
        </p:txBody>
      </p:sp>
      <p:sp>
        <p:nvSpPr>
          <p:cNvPr id="2317" name="Google Shape;2317;p63"/>
          <p:cNvSpPr txBox="1"/>
          <p:nvPr/>
        </p:nvSpPr>
        <p:spPr>
          <a:xfrm>
            <a:off x="387900" y="1190175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34 main()</a:t>
            </a:r>
            <a:endParaRPr/>
          </a:p>
        </p:txBody>
      </p:sp>
      <p:grpSp>
        <p:nvGrpSpPr>
          <p:cNvPr id="2318" name="Google Shape;2318;p63"/>
          <p:cNvGrpSpPr/>
          <p:nvPr/>
        </p:nvGrpSpPr>
        <p:grpSpPr>
          <a:xfrm>
            <a:off x="498900" y="1670450"/>
            <a:ext cx="803700" cy="559200"/>
            <a:chOff x="725125" y="742575"/>
            <a:chExt cx="803700" cy="559200"/>
          </a:xfrm>
        </p:grpSpPr>
        <p:sp>
          <p:nvSpPr>
            <p:cNvPr id="2319" name="Google Shape;2319;p63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pBgin</a:t>
              </a:r>
              <a:endParaRPr/>
            </a:p>
          </p:txBody>
        </p:sp>
        <p:sp>
          <p:nvSpPr>
            <p:cNvPr id="2320" name="Google Shape;2320;p63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2321" name="Google Shape;2321;p63"/>
          <p:cNvGrpSpPr/>
          <p:nvPr/>
        </p:nvGrpSpPr>
        <p:grpSpPr>
          <a:xfrm>
            <a:off x="1571525" y="1670450"/>
            <a:ext cx="803700" cy="559200"/>
            <a:chOff x="725125" y="742575"/>
            <a:chExt cx="803700" cy="559200"/>
          </a:xfrm>
        </p:grpSpPr>
        <p:sp>
          <p:nvSpPr>
            <p:cNvPr id="2322" name="Google Shape;2322;p63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End</a:t>
              </a:r>
              <a:endParaRPr/>
            </a:p>
          </p:txBody>
        </p:sp>
        <p:sp>
          <p:nvSpPr>
            <p:cNvPr id="2323" name="Google Shape;2323;p63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2324" name="Google Shape;2324;p63"/>
          <p:cNvGrpSpPr/>
          <p:nvPr/>
        </p:nvGrpSpPr>
        <p:grpSpPr>
          <a:xfrm>
            <a:off x="1630225" y="4047925"/>
            <a:ext cx="803700" cy="838800"/>
            <a:chOff x="6538675" y="262075"/>
            <a:chExt cx="803700" cy="838800"/>
          </a:xfrm>
        </p:grpSpPr>
        <p:grpSp>
          <p:nvGrpSpPr>
            <p:cNvPr id="2325" name="Google Shape;2325;p63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326" name="Google Shape;2326;p63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2327" name="Google Shape;2327;p63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2328" name="Google Shape;2328;p63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0x02</a:t>
              </a:r>
              <a:endParaRPr sz="1200"/>
            </a:p>
          </p:txBody>
        </p:sp>
      </p:grpSp>
      <p:grpSp>
        <p:nvGrpSpPr>
          <p:cNvPr id="2329" name="Google Shape;2329;p63"/>
          <p:cNvGrpSpPr/>
          <p:nvPr/>
        </p:nvGrpSpPr>
        <p:grpSpPr>
          <a:xfrm>
            <a:off x="2777075" y="4047950"/>
            <a:ext cx="803700" cy="838800"/>
            <a:chOff x="6538675" y="262075"/>
            <a:chExt cx="803700" cy="838800"/>
          </a:xfrm>
        </p:grpSpPr>
        <p:sp>
          <p:nvSpPr>
            <p:cNvPr id="2330" name="Google Shape;2330;p63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0x03</a:t>
              </a:r>
              <a:endParaRPr sz="1200"/>
            </a:p>
          </p:txBody>
        </p:sp>
        <p:grpSp>
          <p:nvGrpSpPr>
            <p:cNvPr id="2331" name="Google Shape;2331;p63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332" name="Google Shape;2332;p63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2333" name="Google Shape;2333;p63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</p:grpSp>
      <p:grpSp>
        <p:nvGrpSpPr>
          <p:cNvPr id="2334" name="Google Shape;2334;p63"/>
          <p:cNvGrpSpPr/>
          <p:nvPr/>
        </p:nvGrpSpPr>
        <p:grpSpPr>
          <a:xfrm>
            <a:off x="3877650" y="4047950"/>
            <a:ext cx="803700" cy="838800"/>
            <a:chOff x="6538675" y="262075"/>
            <a:chExt cx="803700" cy="838800"/>
          </a:xfrm>
        </p:grpSpPr>
        <p:grpSp>
          <p:nvGrpSpPr>
            <p:cNvPr id="2335" name="Google Shape;2335;p63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336" name="Google Shape;2336;p63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0x03</a:t>
                </a:r>
                <a:endParaRPr/>
              </a:p>
            </p:txBody>
          </p:sp>
          <p:sp>
            <p:nvSpPr>
              <p:cNvPr id="2337" name="Google Shape;2337;p63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30</a:t>
                </a:r>
                <a:endParaRPr/>
              </a:p>
            </p:txBody>
          </p:sp>
        </p:grpSp>
        <p:sp>
          <p:nvSpPr>
            <p:cNvPr id="2338" name="Google Shape;2338;p63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>
                  <a:solidFill>
                    <a:schemeClr val="dk1"/>
                  </a:solidFill>
                </a:rPr>
                <a:t>0x06</a:t>
              </a:r>
              <a:endParaRPr sz="1200">
                <a:solidFill>
                  <a:schemeClr val="dk1"/>
                </a:solidFill>
              </a:endParaRPr>
            </a:p>
          </p:txBody>
        </p:sp>
      </p:grpSp>
      <p:cxnSp>
        <p:nvCxnSpPr>
          <p:cNvPr id="2339" name="Google Shape;2339;p63"/>
          <p:cNvCxnSpPr>
            <a:stCxn id="2328" idx="3"/>
            <a:endCxn id="2332" idx="1"/>
          </p:cNvCxnSpPr>
          <p:nvPr/>
        </p:nvCxnSpPr>
        <p:spPr>
          <a:xfrm rot="10800000" flipH="1">
            <a:off x="2433925" y="4187725"/>
            <a:ext cx="3432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40" name="Google Shape;2340;p63"/>
          <p:cNvCxnSpPr>
            <a:endCxn id="2336" idx="1"/>
          </p:cNvCxnSpPr>
          <p:nvPr/>
        </p:nvCxnSpPr>
        <p:spPr>
          <a:xfrm rot="10800000" flipH="1">
            <a:off x="3580650" y="4187750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41" name="Google Shape;2341;p63"/>
          <p:cNvCxnSpPr>
            <a:stCxn id="2320" idx="1"/>
            <a:endCxn id="2326" idx="1"/>
          </p:cNvCxnSpPr>
          <p:nvPr/>
        </p:nvCxnSpPr>
        <p:spPr>
          <a:xfrm>
            <a:off x="498900" y="2089850"/>
            <a:ext cx="11313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342" name="Google Shape;2342;p63"/>
          <p:cNvGrpSpPr/>
          <p:nvPr/>
        </p:nvGrpSpPr>
        <p:grpSpPr>
          <a:xfrm>
            <a:off x="6134725" y="4047925"/>
            <a:ext cx="803700" cy="838800"/>
            <a:chOff x="6538675" y="262075"/>
            <a:chExt cx="803700" cy="838800"/>
          </a:xfrm>
        </p:grpSpPr>
        <p:grpSp>
          <p:nvGrpSpPr>
            <p:cNvPr id="2343" name="Google Shape;2343;p63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344" name="Google Shape;2344;p63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0x04</a:t>
                </a:r>
                <a:endParaRPr/>
              </a:p>
            </p:txBody>
          </p:sp>
          <p:sp>
            <p:nvSpPr>
              <p:cNvPr id="2345" name="Google Shape;2345;p63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40</a:t>
                </a:r>
                <a:endParaRPr/>
              </a:p>
            </p:txBody>
          </p:sp>
        </p:grpSp>
        <p:sp>
          <p:nvSpPr>
            <p:cNvPr id="2346" name="Google Shape;2346;p63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0x05</a:t>
              </a:r>
              <a:endParaRPr sz="1200"/>
            </a:p>
          </p:txBody>
        </p:sp>
      </p:grpSp>
      <p:grpSp>
        <p:nvGrpSpPr>
          <p:cNvPr id="2347" name="Google Shape;2347;p63"/>
          <p:cNvGrpSpPr/>
          <p:nvPr/>
        </p:nvGrpSpPr>
        <p:grpSpPr>
          <a:xfrm>
            <a:off x="7235300" y="4047925"/>
            <a:ext cx="803700" cy="838800"/>
            <a:chOff x="6538675" y="262075"/>
            <a:chExt cx="803700" cy="838800"/>
          </a:xfrm>
        </p:grpSpPr>
        <p:grpSp>
          <p:nvGrpSpPr>
            <p:cNvPr id="2348" name="Google Shape;2348;p63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349" name="Google Shape;2349;p63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0x05</a:t>
                </a:r>
                <a:endParaRPr/>
              </a:p>
            </p:txBody>
          </p:sp>
          <p:sp>
            <p:nvSpPr>
              <p:cNvPr id="2350" name="Google Shape;2350;p63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50</a:t>
                </a:r>
                <a:endParaRPr/>
              </a:p>
            </p:txBody>
          </p:sp>
        </p:grpSp>
        <p:sp>
          <p:nvSpPr>
            <p:cNvPr id="2351" name="Google Shape;2351;p63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pNext</a:t>
              </a:r>
              <a:endParaRPr sz="1200"/>
            </a:p>
          </p:txBody>
        </p:sp>
      </p:grpSp>
      <p:cxnSp>
        <p:nvCxnSpPr>
          <p:cNvPr id="2352" name="Google Shape;2352;p63"/>
          <p:cNvCxnSpPr>
            <a:stCxn id="2346" idx="3"/>
            <a:endCxn id="2349" idx="1"/>
          </p:cNvCxnSpPr>
          <p:nvPr/>
        </p:nvCxnSpPr>
        <p:spPr>
          <a:xfrm rot="10800000" flipH="1">
            <a:off x="6938425" y="4187725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353" name="Google Shape;2353;p63"/>
          <p:cNvGrpSpPr/>
          <p:nvPr/>
        </p:nvGrpSpPr>
        <p:grpSpPr>
          <a:xfrm>
            <a:off x="4362350" y="1865738"/>
            <a:ext cx="803700" cy="559200"/>
            <a:chOff x="725125" y="742575"/>
            <a:chExt cx="803700" cy="559200"/>
          </a:xfrm>
        </p:grpSpPr>
        <p:sp>
          <p:nvSpPr>
            <p:cNvPr id="2354" name="Google Shape;2354;p63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pStart</a:t>
              </a:r>
              <a:endParaRPr sz="1200"/>
            </a:p>
          </p:txBody>
        </p:sp>
        <p:sp>
          <p:nvSpPr>
            <p:cNvPr id="2355" name="Google Shape;2355;p63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/>
                <a:t>0x01</a:t>
              </a:r>
              <a:endParaRPr dirty="0"/>
            </a:p>
          </p:txBody>
        </p:sp>
      </p:grpSp>
      <p:grpSp>
        <p:nvGrpSpPr>
          <p:cNvPr id="2356" name="Google Shape;2356;p63"/>
          <p:cNvGrpSpPr/>
          <p:nvPr/>
        </p:nvGrpSpPr>
        <p:grpSpPr>
          <a:xfrm>
            <a:off x="5357050" y="1865738"/>
            <a:ext cx="803700" cy="559200"/>
            <a:chOff x="725125" y="742575"/>
            <a:chExt cx="803700" cy="559200"/>
          </a:xfrm>
        </p:grpSpPr>
        <p:sp>
          <p:nvSpPr>
            <p:cNvPr id="2357" name="Google Shape;2357;p63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del</a:t>
              </a:r>
              <a:endParaRPr sz="1200"/>
            </a:p>
          </p:txBody>
        </p:sp>
        <p:sp>
          <p:nvSpPr>
            <p:cNvPr id="2358" name="Google Shape;2358;p63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60</a:t>
              </a:r>
              <a:endParaRPr/>
            </a:p>
          </p:txBody>
        </p:sp>
      </p:grpSp>
      <p:cxnSp>
        <p:nvCxnSpPr>
          <p:cNvPr id="2359" name="Google Shape;2359;p63"/>
          <p:cNvCxnSpPr>
            <a:stCxn id="2355" idx="1"/>
            <a:endCxn id="2326" idx="1"/>
          </p:cNvCxnSpPr>
          <p:nvPr/>
        </p:nvCxnSpPr>
        <p:spPr>
          <a:xfrm flipH="1">
            <a:off x="1630250" y="2285138"/>
            <a:ext cx="2732100" cy="1902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60" name="Google Shape;2360;p63"/>
          <p:cNvCxnSpPr>
            <a:stCxn id="2323" idx="1"/>
            <a:endCxn id="2326" idx="1"/>
          </p:cNvCxnSpPr>
          <p:nvPr/>
        </p:nvCxnSpPr>
        <p:spPr>
          <a:xfrm>
            <a:off x="1571525" y="2089850"/>
            <a:ext cx="588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361" name="Google Shape;2361;p63"/>
          <p:cNvGrpSpPr/>
          <p:nvPr/>
        </p:nvGrpSpPr>
        <p:grpSpPr>
          <a:xfrm>
            <a:off x="4978225" y="4047913"/>
            <a:ext cx="803700" cy="838800"/>
            <a:chOff x="6538675" y="262075"/>
            <a:chExt cx="803700" cy="838800"/>
          </a:xfrm>
        </p:grpSpPr>
        <p:grpSp>
          <p:nvGrpSpPr>
            <p:cNvPr id="2362" name="Google Shape;2362;p63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363" name="Google Shape;2363;p63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0x06</a:t>
                </a:r>
                <a:endParaRPr/>
              </a:p>
            </p:txBody>
          </p:sp>
          <p:sp>
            <p:nvSpPr>
              <p:cNvPr id="2364" name="Google Shape;2364;p63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60</a:t>
                </a:r>
                <a:endParaRPr/>
              </a:p>
            </p:txBody>
          </p:sp>
        </p:grpSp>
        <p:sp>
          <p:nvSpPr>
            <p:cNvPr id="2365" name="Google Shape;2365;p63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0x04</a:t>
              </a:r>
              <a:endParaRPr sz="1200"/>
            </a:p>
          </p:txBody>
        </p:sp>
      </p:grpSp>
      <p:cxnSp>
        <p:nvCxnSpPr>
          <p:cNvPr id="2366" name="Google Shape;2366;p63"/>
          <p:cNvCxnSpPr>
            <a:stCxn id="2338" idx="3"/>
            <a:endCxn id="2363" idx="1"/>
          </p:cNvCxnSpPr>
          <p:nvPr/>
        </p:nvCxnSpPr>
        <p:spPr>
          <a:xfrm rot="10800000" flipH="1">
            <a:off x="4681350" y="4187750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67" name="Google Shape;2367;p63"/>
          <p:cNvCxnSpPr>
            <a:stCxn id="2365" idx="3"/>
            <a:endCxn id="2344" idx="1"/>
          </p:cNvCxnSpPr>
          <p:nvPr/>
        </p:nvCxnSpPr>
        <p:spPr>
          <a:xfrm rot="10800000" flipH="1">
            <a:off x="5781925" y="4187713"/>
            <a:ext cx="3528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368" name="Google Shape;2368;p63"/>
          <p:cNvGrpSpPr/>
          <p:nvPr/>
        </p:nvGrpSpPr>
        <p:grpSpPr>
          <a:xfrm>
            <a:off x="2594425" y="1658163"/>
            <a:ext cx="803700" cy="559200"/>
            <a:chOff x="725125" y="742575"/>
            <a:chExt cx="803700" cy="559200"/>
          </a:xfrm>
        </p:grpSpPr>
        <p:sp>
          <p:nvSpPr>
            <p:cNvPr id="2369" name="Google Shape;2369;p63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Find</a:t>
              </a:r>
              <a:endParaRPr/>
            </a:p>
          </p:txBody>
        </p:sp>
        <p:sp>
          <p:nvSpPr>
            <p:cNvPr id="2370" name="Google Shape;2370;p63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0x04</a:t>
              </a:r>
              <a:endParaRPr/>
            </a:p>
          </p:txBody>
        </p:sp>
      </p:grpSp>
      <p:cxnSp>
        <p:nvCxnSpPr>
          <p:cNvPr id="2371" name="Google Shape;2371;p63"/>
          <p:cNvCxnSpPr>
            <a:stCxn id="2370" idx="1"/>
            <a:endCxn id="2344" idx="1"/>
          </p:cNvCxnSpPr>
          <p:nvPr/>
        </p:nvCxnSpPr>
        <p:spPr>
          <a:xfrm>
            <a:off x="2594425" y="2077563"/>
            <a:ext cx="3540300" cy="21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72" name="Google Shape;2372;p63"/>
          <p:cNvSpPr txBox="1"/>
          <p:nvPr/>
        </p:nvSpPr>
        <p:spPr>
          <a:xfrm>
            <a:off x="4092850" y="1432950"/>
            <a:ext cx="3142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61 DeleteNodeData(pBegin, 60);</a:t>
            </a:r>
            <a:endParaRPr/>
          </a:p>
        </p:txBody>
      </p:sp>
      <p:grpSp>
        <p:nvGrpSpPr>
          <p:cNvPr id="2374" name="Google Shape;2374;p63"/>
          <p:cNvGrpSpPr/>
          <p:nvPr/>
        </p:nvGrpSpPr>
        <p:grpSpPr>
          <a:xfrm>
            <a:off x="7287625" y="2373850"/>
            <a:ext cx="803700" cy="559200"/>
            <a:chOff x="725125" y="742575"/>
            <a:chExt cx="803700" cy="559200"/>
          </a:xfrm>
        </p:grpSpPr>
        <p:sp>
          <p:nvSpPr>
            <p:cNvPr id="2375" name="Google Shape;2375;p63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pPre</a:t>
              </a:r>
              <a:endParaRPr/>
            </a:p>
          </p:txBody>
        </p:sp>
        <p:sp>
          <p:nvSpPr>
            <p:cNvPr id="2376" name="Google Shape;2376;p63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altLang="en-US" dirty="0" err="1">
                  <a:solidFill>
                    <a:srgbClr val="FF0000"/>
                  </a:solidFill>
                </a:rPr>
                <a:t>N</a:t>
              </a:r>
            </a:p>
          </p:txBody>
        </p:sp>
      </p:grpSp>
      <p:grpSp>
        <p:nvGrpSpPr>
          <p:cNvPr id="2377" name="Google Shape;2377;p63"/>
          <p:cNvGrpSpPr/>
          <p:nvPr/>
        </p:nvGrpSpPr>
        <p:grpSpPr>
          <a:xfrm>
            <a:off x="7287625" y="3043163"/>
            <a:ext cx="803700" cy="559200"/>
            <a:chOff x="725125" y="742575"/>
            <a:chExt cx="803700" cy="559200"/>
          </a:xfrm>
        </p:grpSpPr>
        <p:sp>
          <p:nvSpPr>
            <p:cNvPr id="2378" name="Google Shape;2378;p63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pNode</a:t>
              </a:r>
              <a:endParaRPr/>
            </a:p>
          </p:txBody>
        </p:sp>
        <p:sp>
          <p:nvSpPr>
            <p:cNvPr id="2379" name="Google Shape;2379;p63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ko" dirty="0"/>
                <a:t>0x06</a:t>
              </a:r>
            </a:p>
          </p:txBody>
        </p:sp>
      </p:grpSp>
      <p:cxnSp>
        <p:nvCxnSpPr>
          <p:cNvPr id="2380" name="Google Shape;2380;p63"/>
          <p:cNvCxnSpPr>
            <a:endCxn id="2326" idx="1"/>
          </p:cNvCxnSpPr>
          <p:nvPr/>
        </p:nvCxnSpPr>
        <p:spPr>
          <a:xfrm flipH="1">
            <a:off x="4962177" y="3234025"/>
            <a:ext cx="2325448" cy="98604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81" name="Google Shape;2381;p63"/>
          <p:cNvSpPr txBox="1"/>
          <p:nvPr/>
        </p:nvSpPr>
        <p:spPr>
          <a:xfrm>
            <a:off x="5160625" y="138238"/>
            <a:ext cx="38526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FF0000"/>
                </a:solidFill>
              </a:rPr>
              <a:t>0x03</a:t>
            </a:r>
            <a:r>
              <a:rPr lang="ko"/>
              <a:t>-&gt;pNext = pNode-&gt;pNext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pPre-&gt;pNext = pNode-&gt;pNext</a:t>
            </a:r>
            <a:br>
              <a:rPr lang="ko"/>
            </a:br>
            <a:r>
              <a:rPr lang="ko"/>
              <a:t>이전노드의 값을 찾기를 통해서는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이전값을 찾을수 없다.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그러므로, 찾으면서 이전값을 저장해야한다.</a:t>
            </a:r>
            <a:endParaRPr/>
          </a:p>
        </p:txBody>
      </p:sp>
      <p:sp>
        <p:nvSpPr>
          <p:cNvPr id="2384" name="Google Shape;2384;p63"/>
          <p:cNvSpPr txBox="1"/>
          <p:nvPr/>
        </p:nvSpPr>
        <p:spPr>
          <a:xfrm>
            <a:off x="6608300" y="2161488"/>
            <a:ext cx="62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115</a:t>
            </a:r>
            <a:endParaRPr/>
          </a:p>
        </p:txBody>
      </p:sp>
      <p:sp>
        <p:nvSpPr>
          <p:cNvPr id="2386" name="Google Shape;2386;p63"/>
          <p:cNvSpPr txBox="1"/>
          <p:nvPr/>
        </p:nvSpPr>
        <p:spPr>
          <a:xfrm>
            <a:off x="6397675" y="3555188"/>
            <a:ext cx="62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127</a:t>
            </a:r>
            <a:endParaRPr/>
          </a:p>
        </p:txBody>
      </p:sp>
      <p:cxnSp>
        <p:nvCxnSpPr>
          <p:cNvPr id="2387" name="Google Shape;2387;p63"/>
          <p:cNvCxnSpPr>
            <a:cxnSpLocks/>
            <a:stCxn id="2378" idx="2"/>
            <a:endCxn id="2376" idx="0"/>
          </p:cNvCxnSpPr>
          <p:nvPr/>
        </p:nvCxnSpPr>
        <p:spPr>
          <a:xfrm flipV="1">
            <a:off x="7689475" y="2653450"/>
            <a:ext cx="0" cy="669313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dash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6" name="Google Shape;2316;p6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삭제  해결방법 </a:t>
            </a:r>
            <a:r>
              <a:rPr lang="en-US" altLang="ko" dirty="0"/>
              <a:t>2</a:t>
            </a:r>
            <a:endParaRPr dirty="0"/>
          </a:p>
        </p:txBody>
      </p:sp>
      <p:sp>
        <p:nvSpPr>
          <p:cNvPr id="2317" name="Google Shape;2317;p63"/>
          <p:cNvSpPr txBox="1"/>
          <p:nvPr/>
        </p:nvSpPr>
        <p:spPr>
          <a:xfrm>
            <a:off x="387900" y="1190175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34 main()</a:t>
            </a:r>
            <a:endParaRPr/>
          </a:p>
        </p:txBody>
      </p:sp>
      <p:grpSp>
        <p:nvGrpSpPr>
          <p:cNvPr id="2318" name="Google Shape;2318;p63"/>
          <p:cNvGrpSpPr/>
          <p:nvPr/>
        </p:nvGrpSpPr>
        <p:grpSpPr>
          <a:xfrm>
            <a:off x="498900" y="1670450"/>
            <a:ext cx="803700" cy="559200"/>
            <a:chOff x="725125" y="742575"/>
            <a:chExt cx="803700" cy="559200"/>
          </a:xfrm>
        </p:grpSpPr>
        <p:sp>
          <p:nvSpPr>
            <p:cNvPr id="2319" name="Google Shape;2319;p63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pBgin</a:t>
              </a:r>
              <a:endParaRPr/>
            </a:p>
          </p:txBody>
        </p:sp>
        <p:sp>
          <p:nvSpPr>
            <p:cNvPr id="2320" name="Google Shape;2320;p63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2321" name="Google Shape;2321;p63"/>
          <p:cNvGrpSpPr/>
          <p:nvPr/>
        </p:nvGrpSpPr>
        <p:grpSpPr>
          <a:xfrm>
            <a:off x="1571525" y="1670450"/>
            <a:ext cx="803700" cy="559200"/>
            <a:chOff x="725125" y="742575"/>
            <a:chExt cx="803700" cy="559200"/>
          </a:xfrm>
        </p:grpSpPr>
        <p:sp>
          <p:nvSpPr>
            <p:cNvPr id="2322" name="Google Shape;2322;p63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End</a:t>
              </a:r>
              <a:endParaRPr/>
            </a:p>
          </p:txBody>
        </p:sp>
        <p:sp>
          <p:nvSpPr>
            <p:cNvPr id="2323" name="Google Shape;2323;p63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2324" name="Google Shape;2324;p63"/>
          <p:cNvGrpSpPr/>
          <p:nvPr/>
        </p:nvGrpSpPr>
        <p:grpSpPr>
          <a:xfrm>
            <a:off x="1630225" y="4047925"/>
            <a:ext cx="803700" cy="838800"/>
            <a:chOff x="6538675" y="262075"/>
            <a:chExt cx="803700" cy="838800"/>
          </a:xfrm>
        </p:grpSpPr>
        <p:grpSp>
          <p:nvGrpSpPr>
            <p:cNvPr id="2325" name="Google Shape;2325;p63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326" name="Google Shape;2326;p63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2327" name="Google Shape;2327;p63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2328" name="Google Shape;2328;p63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0x02</a:t>
              </a:r>
              <a:endParaRPr sz="1200"/>
            </a:p>
          </p:txBody>
        </p:sp>
      </p:grpSp>
      <p:grpSp>
        <p:nvGrpSpPr>
          <p:cNvPr id="2329" name="Google Shape;2329;p63"/>
          <p:cNvGrpSpPr/>
          <p:nvPr/>
        </p:nvGrpSpPr>
        <p:grpSpPr>
          <a:xfrm>
            <a:off x="2777075" y="4047950"/>
            <a:ext cx="803700" cy="838800"/>
            <a:chOff x="6538675" y="262075"/>
            <a:chExt cx="803700" cy="838800"/>
          </a:xfrm>
        </p:grpSpPr>
        <p:sp>
          <p:nvSpPr>
            <p:cNvPr id="2330" name="Google Shape;2330;p63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0x03</a:t>
              </a:r>
              <a:endParaRPr sz="1200"/>
            </a:p>
          </p:txBody>
        </p:sp>
        <p:grpSp>
          <p:nvGrpSpPr>
            <p:cNvPr id="2331" name="Google Shape;2331;p63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332" name="Google Shape;2332;p63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2333" name="Google Shape;2333;p63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</p:grpSp>
      <p:grpSp>
        <p:nvGrpSpPr>
          <p:cNvPr id="2334" name="Google Shape;2334;p63"/>
          <p:cNvGrpSpPr/>
          <p:nvPr/>
        </p:nvGrpSpPr>
        <p:grpSpPr>
          <a:xfrm>
            <a:off x="3877650" y="4047950"/>
            <a:ext cx="803700" cy="838800"/>
            <a:chOff x="6538675" y="262075"/>
            <a:chExt cx="803700" cy="838800"/>
          </a:xfrm>
        </p:grpSpPr>
        <p:grpSp>
          <p:nvGrpSpPr>
            <p:cNvPr id="2335" name="Google Shape;2335;p63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336" name="Google Shape;2336;p63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0x03</a:t>
                </a:r>
                <a:endParaRPr/>
              </a:p>
            </p:txBody>
          </p:sp>
          <p:sp>
            <p:nvSpPr>
              <p:cNvPr id="2337" name="Google Shape;2337;p63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30</a:t>
                </a:r>
                <a:endParaRPr/>
              </a:p>
            </p:txBody>
          </p:sp>
        </p:grpSp>
        <p:sp>
          <p:nvSpPr>
            <p:cNvPr id="2338" name="Google Shape;2338;p63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>
                  <a:solidFill>
                    <a:schemeClr val="dk1"/>
                  </a:solidFill>
                </a:rPr>
                <a:t>0x06</a:t>
              </a:r>
              <a:endParaRPr sz="1200">
                <a:solidFill>
                  <a:schemeClr val="dk1"/>
                </a:solidFill>
              </a:endParaRPr>
            </a:p>
          </p:txBody>
        </p:sp>
      </p:grpSp>
      <p:cxnSp>
        <p:nvCxnSpPr>
          <p:cNvPr id="2339" name="Google Shape;2339;p63"/>
          <p:cNvCxnSpPr>
            <a:stCxn id="2328" idx="3"/>
            <a:endCxn id="2332" idx="1"/>
          </p:cNvCxnSpPr>
          <p:nvPr/>
        </p:nvCxnSpPr>
        <p:spPr>
          <a:xfrm rot="10800000" flipH="1">
            <a:off x="2433925" y="4187725"/>
            <a:ext cx="3432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40" name="Google Shape;2340;p63"/>
          <p:cNvCxnSpPr>
            <a:endCxn id="2336" idx="1"/>
          </p:cNvCxnSpPr>
          <p:nvPr/>
        </p:nvCxnSpPr>
        <p:spPr>
          <a:xfrm rot="10800000" flipH="1">
            <a:off x="3580650" y="4187750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41" name="Google Shape;2341;p63"/>
          <p:cNvCxnSpPr>
            <a:stCxn id="2320" idx="1"/>
            <a:endCxn id="2326" idx="1"/>
          </p:cNvCxnSpPr>
          <p:nvPr/>
        </p:nvCxnSpPr>
        <p:spPr>
          <a:xfrm>
            <a:off x="498900" y="2089850"/>
            <a:ext cx="11313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342" name="Google Shape;2342;p63"/>
          <p:cNvGrpSpPr/>
          <p:nvPr/>
        </p:nvGrpSpPr>
        <p:grpSpPr>
          <a:xfrm>
            <a:off x="6134725" y="4047925"/>
            <a:ext cx="803700" cy="838800"/>
            <a:chOff x="6538675" y="262075"/>
            <a:chExt cx="803700" cy="838800"/>
          </a:xfrm>
        </p:grpSpPr>
        <p:grpSp>
          <p:nvGrpSpPr>
            <p:cNvPr id="2343" name="Google Shape;2343;p63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344" name="Google Shape;2344;p63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0x04</a:t>
                </a:r>
                <a:endParaRPr/>
              </a:p>
            </p:txBody>
          </p:sp>
          <p:sp>
            <p:nvSpPr>
              <p:cNvPr id="2345" name="Google Shape;2345;p63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40</a:t>
                </a:r>
                <a:endParaRPr/>
              </a:p>
            </p:txBody>
          </p:sp>
        </p:grpSp>
        <p:sp>
          <p:nvSpPr>
            <p:cNvPr id="2346" name="Google Shape;2346;p63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0x05</a:t>
              </a:r>
              <a:endParaRPr sz="1200"/>
            </a:p>
          </p:txBody>
        </p:sp>
      </p:grpSp>
      <p:grpSp>
        <p:nvGrpSpPr>
          <p:cNvPr id="2347" name="Google Shape;2347;p63"/>
          <p:cNvGrpSpPr/>
          <p:nvPr/>
        </p:nvGrpSpPr>
        <p:grpSpPr>
          <a:xfrm>
            <a:off x="7235300" y="4047925"/>
            <a:ext cx="803700" cy="838800"/>
            <a:chOff x="6538675" y="262075"/>
            <a:chExt cx="803700" cy="838800"/>
          </a:xfrm>
        </p:grpSpPr>
        <p:grpSp>
          <p:nvGrpSpPr>
            <p:cNvPr id="2348" name="Google Shape;2348;p63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349" name="Google Shape;2349;p63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0x05</a:t>
                </a:r>
                <a:endParaRPr/>
              </a:p>
            </p:txBody>
          </p:sp>
          <p:sp>
            <p:nvSpPr>
              <p:cNvPr id="2350" name="Google Shape;2350;p63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50</a:t>
                </a:r>
                <a:endParaRPr/>
              </a:p>
            </p:txBody>
          </p:sp>
        </p:grpSp>
        <p:sp>
          <p:nvSpPr>
            <p:cNvPr id="2351" name="Google Shape;2351;p63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pNext</a:t>
              </a:r>
              <a:endParaRPr sz="1200"/>
            </a:p>
          </p:txBody>
        </p:sp>
      </p:grpSp>
      <p:cxnSp>
        <p:nvCxnSpPr>
          <p:cNvPr id="2352" name="Google Shape;2352;p63"/>
          <p:cNvCxnSpPr>
            <a:stCxn id="2346" idx="3"/>
            <a:endCxn id="2349" idx="1"/>
          </p:cNvCxnSpPr>
          <p:nvPr/>
        </p:nvCxnSpPr>
        <p:spPr>
          <a:xfrm rot="10800000" flipH="1">
            <a:off x="6938425" y="4187725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353" name="Google Shape;2353;p63"/>
          <p:cNvGrpSpPr/>
          <p:nvPr/>
        </p:nvGrpSpPr>
        <p:grpSpPr>
          <a:xfrm>
            <a:off x="4362350" y="1865738"/>
            <a:ext cx="803700" cy="559200"/>
            <a:chOff x="725125" y="742575"/>
            <a:chExt cx="803700" cy="559200"/>
          </a:xfrm>
        </p:grpSpPr>
        <p:sp>
          <p:nvSpPr>
            <p:cNvPr id="2354" name="Google Shape;2354;p63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pStart</a:t>
              </a:r>
              <a:endParaRPr sz="1200"/>
            </a:p>
          </p:txBody>
        </p:sp>
        <p:sp>
          <p:nvSpPr>
            <p:cNvPr id="2355" name="Google Shape;2355;p63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/>
                <a:t>0x01</a:t>
              </a:r>
              <a:endParaRPr dirty="0"/>
            </a:p>
          </p:txBody>
        </p:sp>
      </p:grpSp>
      <p:grpSp>
        <p:nvGrpSpPr>
          <p:cNvPr id="2356" name="Google Shape;2356;p63"/>
          <p:cNvGrpSpPr/>
          <p:nvPr/>
        </p:nvGrpSpPr>
        <p:grpSpPr>
          <a:xfrm>
            <a:off x="5357050" y="1865738"/>
            <a:ext cx="803700" cy="559200"/>
            <a:chOff x="725125" y="742575"/>
            <a:chExt cx="803700" cy="559200"/>
          </a:xfrm>
        </p:grpSpPr>
        <p:sp>
          <p:nvSpPr>
            <p:cNvPr id="2357" name="Google Shape;2357;p63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del</a:t>
              </a:r>
              <a:endParaRPr sz="1200"/>
            </a:p>
          </p:txBody>
        </p:sp>
        <p:sp>
          <p:nvSpPr>
            <p:cNvPr id="2358" name="Google Shape;2358;p63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60</a:t>
              </a:r>
              <a:endParaRPr/>
            </a:p>
          </p:txBody>
        </p:sp>
      </p:grpSp>
      <p:cxnSp>
        <p:nvCxnSpPr>
          <p:cNvPr id="2359" name="Google Shape;2359;p63"/>
          <p:cNvCxnSpPr>
            <a:stCxn id="2355" idx="1"/>
            <a:endCxn id="2326" idx="1"/>
          </p:cNvCxnSpPr>
          <p:nvPr/>
        </p:nvCxnSpPr>
        <p:spPr>
          <a:xfrm flipH="1">
            <a:off x="1630250" y="2285138"/>
            <a:ext cx="2732100" cy="1902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60" name="Google Shape;2360;p63"/>
          <p:cNvCxnSpPr>
            <a:stCxn id="2323" idx="1"/>
            <a:endCxn id="2326" idx="1"/>
          </p:cNvCxnSpPr>
          <p:nvPr/>
        </p:nvCxnSpPr>
        <p:spPr>
          <a:xfrm>
            <a:off x="1571525" y="2089850"/>
            <a:ext cx="588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361" name="Google Shape;2361;p63"/>
          <p:cNvGrpSpPr/>
          <p:nvPr/>
        </p:nvGrpSpPr>
        <p:grpSpPr>
          <a:xfrm>
            <a:off x="4978225" y="4047913"/>
            <a:ext cx="803700" cy="838800"/>
            <a:chOff x="6538675" y="262075"/>
            <a:chExt cx="803700" cy="838800"/>
          </a:xfrm>
        </p:grpSpPr>
        <p:grpSp>
          <p:nvGrpSpPr>
            <p:cNvPr id="2362" name="Google Shape;2362;p63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363" name="Google Shape;2363;p63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0x06</a:t>
                </a:r>
                <a:endParaRPr/>
              </a:p>
            </p:txBody>
          </p:sp>
          <p:sp>
            <p:nvSpPr>
              <p:cNvPr id="2364" name="Google Shape;2364;p63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60</a:t>
                </a:r>
                <a:endParaRPr/>
              </a:p>
            </p:txBody>
          </p:sp>
        </p:grpSp>
        <p:sp>
          <p:nvSpPr>
            <p:cNvPr id="2365" name="Google Shape;2365;p63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0x04</a:t>
              </a:r>
              <a:endParaRPr sz="1200"/>
            </a:p>
          </p:txBody>
        </p:sp>
      </p:grpSp>
      <p:cxnSp>
        <p:nvCxnSpPr>
          <p:cNvPr id="2366" name="Google Shape;2366;p63"/>
          <p:cNvCxnSpPr>
            <a:stCxn id="2338" idx="3"/>
            <a:endCxn id="2363" idx="1"/>
          </p:cNvCxnSpPr>
          <p:nvPr/>
        </p:nvCxnSpPr>
        <p:spPr>
          <a:xfrm rot="10800000" flipH="1">
            <a:off x="4681350" y="4187750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67" name="Google Shape;2367;p63"/>
          <p:cNvCxnSpPr>
            <a:stCxn id="2365" idx="3"/>
            <a:endCxn id="2344" idx="1"/>
          </p:cNvCxnSpPr>
          <p:nvPr/>
        </p:nvCxnSpPr>
        <p:spPr>
          <a:xfrm rot="10800000" flipH="1">
            <a:off x="5781925" y="4187713"/>
            <a:ext cx="3528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368" name="Google Shape;2368;p63"/>
          <p:cNvGrpSpPr/>
          <p:nvPr/>
        </p:nvGrpSpPr>
        <p:grpSpPr>
          <a:xfrm>
            <a:off x="2594425" y="1658163"/>
            <a:ext cx="803700" cy="559200"/>
            <a:chOff x="725125" y="742575"/>
            <a:chExt cx="803700" cy="559200"/>
          </a:xfrm>
        </p:grpSpPr>
        <p:sp>
          <p:nvSpPr>
            <p:cNvPr id="2369" name="Google Shape;2369;p63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Find</a:t>
              </a:r>
              <a:endParaRPr/>
            </a:p>
          </p:txBody>
        </p:sp>
        <p:sp>
          <p:nvSpPr>
            <p:cNvPr id="2370" name="Google Shape;2370;p63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0x04</a:t>
              </a:r>
              <a:endParaRPr/>
            </a:p>
          </p:txBody>
        </p:sp>
      </p:grpSp>
      <p:cxnSp>
        <p:nvCxnSpPr>
          <p:cNvPr id="2371" name="Google Shape;2371;p63"/>
          <p:cNvCxnSpPr>
            <a:stCxn id="2370" idx="1"/>
            <a:endCxn id="2344" idx="1"/>
          </p:cNvCxnSpPr>
          <p:nvPr/>
        </p:nvCxnSpPr>
        <p:spPr>
          <a:xfrm>
            <a:off x="2594425" y="2077563"/>
            <a:ext cx="3540300" cy="21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72" name="Google Shape;2372;p63"/>
          <p:cNvSpPr txBox="1"/>
          <p:nvPr/>
        </p:nvSpPr>
        <p:spPr>
          <a:xfrm>
            <a:off x="4092850" y="1432950"/>
            <a:ext cx="3142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61 DeleteNodeData(pBegin, 60);</a:t>
            </a:r>
            <a:endParaRPr/>
          </a:p>
        </p:txBody>
      </p:sp>
      <p:cxnSp>
        <p:nvCxnSpPr>
          <p:cNvPr id="2373" name="Google Shape;2373;p63"/>
          <p:cNvCxnSpPr>
            <a:stCxn id="2320" idx="3"/>
            <a:endCxn id="2355" idx="1"/>
          </p:cNvCxnSpPr>
          <p:nvPr/>
        </p:nvCxnSpPr>
        <p:spPr>
          <a:xfrm>
            <a:off x="1302600" y="2089850"/>
            <a:ext cx="3059700" cy="19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grpSp>
        <p:nvGrpSpPr>
          <p:cNvPr id="2374" name="Google Shape;2374;p63"/>
          <p:cNvGrpSpPr/>
          <p:nvPr/>
        </p:nvGrpSpPr>
        <p:grpSpPr>
          <a:xfrm>
            <a:off x="7287625" y="2373850"/>
            <a:ext cx="803700" cy="559200"/>
            <a:chOff x="725125" y="742575"/>
            <a:chExt cx="803700" cy="559200"/>
          </a:xfrm>
        </p:grpSpPr>
        <p:sp>
          <p:nvSpPr>
            <p:cNvPr id="2375" name="Google Shape;2375;p63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pPre</a:t>
              </a:r>
              <a:endParaRPr/>
            </a:p>
          </p:txBody>
        </p:sp>
        <p:sp>
          <p:nvSpPr>
            <p:cNvPr id="2376" name="Google Shape;2376;p63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>
                  <a:solidFill>
                    <a:schemeClr val="tx1"/>
                  </a:solidFill>
                </a:rPr>
                <a:t>0x01</a:t>
              </a:r>
              <a:endParaRPr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377" name="Google Shape;2377;p63"/>
          <p:cNvGrpSpPr/>
          <p:nvPr/>
        </p:nvGrpSpPr>
        <p:grpSpPr>
          <a:xfrm>
            <a:off x="7287625" y="3043163"/>
            <a:ext cx="803700" cy="559200"/>
            <a:chOff x="725125" y="742575"/>
            <a:chExt cx="803700" cy="559200"/>
          </a:xfrm>
        </p:grpSpPr>
        <p:sp>
          <p:nvSpPr>
            <p:cNvPr id="2378" name="Google Shape;2378;p63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pNode</a:t>
              </a:r>
              <a:endParaRPr/>
            </a:p>
          </p:txBody>
        </p:sp>
        <p:sp>
          <p:nvSpPr>
            <p:cNvPr id="2379" name="Google Shape;2379;p63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>
                  <a:solidFill>
                    <a:srgbClr val="FF0000"/>
                  </a:solidFill>
                </a:rPr>
                <a:t>0x02</a:t>
              </a:r>
              <a:endParaRPr dirty="0">
                <a:solidFill>
                  <a:srgbClr val="FF0000"/>
                </a:solidFill>
              </a:endParaRPr>
            </a:p>
          </p:txBody>
        </p:sp>
      </p:grpSp>
      <p:cxnSp>
        <p:nvCxnSpPr>
          <p:cNvPr id="2380" name="Google Shape;2380;p63"/>
          <p:cNvCxnSpPr>
            <a:cxnSpLocks/>
            <a:stCxn id="2379" idx="1"/>
            <a:endCxn id="2332" idx="1"/>
          </p:cNvCxnSpPr>
          <p:nvPr/>
        </p:nvCxnSpPr>
        <p:spPr>
          <a:xfrm flipH="1">
            <a:off x="2777075" y="3462563"/>
            <a:ext cx="4510550" cy="725187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81" name="Google Shape;2381;p63"/>
          <p:cNvSpPr txBox="1"/>
          <p:nvPr/>
        </p:nvSpPr>
        <p:spPr>
          <a:xfrm>
            <a:off x="5160625" y="138238"/>
            <a:ext cx="38526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FF0000"/>
                </a:solidFill>
              </a:rPr>
              <a:t>0x03</a:t>
            </a:r>
            <a:r>
              <a:rPr lang="ko"/>
              <a:t>-&gt;pNext = pNode-&gt;pNext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pPre-&gt;pNext = pNode-&gt;pNext</a:t>
            </a:r>
            <a:br>
              <a:rPr lang="ko"/>
            </a:br>
            <a:r>
              <a:rPr lang="ko"/>
              <a:t>이전노드의 값을 찾기를 통해서는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이전값을 찾을수 없다.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그러므로, 찾으면서 이전값을 저장해야한다.</a:t>
            </a:r>
            <a:endParaRPr/>
          </a:p>
        </p:txBody>
      </p:sp>
      <p:cxnSp>
        <p:nvCxnSpPr>
          <p:cNvPr id="2382" name="Google Shape;2382;p63"/>
          <p:cNvCxnSpPr>
            <a:stCxn id="2355" idx="2"/>
            <a:endCxn id="2379" idx="0"/>
          </p:cNvCxnSpPr>
          <p:nvPr/>
        </p:nvCxnSpPr>
        <p:spPr>
          <a:xfrm>
            <a:off x="4764200" y="2424938"/>
            <a:ext cx="2925300" cy="8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2383" name="Google Shape;2383;p63"/>
          <p:cNvSpPr txBox="1"/>
          <p:nvPr/>
        </p:nvSpPr>
        <p:spPr>
          <a:xfrm>
            <a:off x="5337725" y="2713650"/>
            <a:ext cx="62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116</a:t>
            </a:r>
            <a:endParaRPr/>
          </a:p>
        </p:txBody>
      </p:sp>
      <p:sp>
        <p:nvSpPr>
          <p:cNvPr id="2384" name="Google Shape;2384;p63"/>
          <p:cNvSpPr txBox="1"/>
          <p:nvPr/>
        </p:nvSpPr>
        <p:spPr>
          <a:xfrm>
            <a:off x="6608300" y="2161488"/>
            <a:ext cx="62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115</a:t>
            </a:r>
            <a:endParaRPr/>
          </a:p>
        </p:txBody>
      </p:sp>
      <p:cxnSp>
        <p:nvCxnSpPr>
          <p:cNvPr id="2385" name="Google Shape;2385;p63"/>
          <p:cNvCxnSpPr>
            <a:stCxn id="2328" idx="3"/>
            <a:endCxn id="2379" idx="0"/>
          </p:cNvCxnSpPr>
          <p:nvPr/>
        </p:nvCxnSpPr>
        <p:spPr>
          <a:xfrm rot="10800000" flipH="1">
            <a:off x="2433925" y="3322825"/>
            <a:ext cx="5255700" cy="14241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2386" name="Google Shape;2386;p63"/>
          <p:cNvSpPr txBox="1"/>
          <p:nvPr/>
        </p:nvSpPr>
        <p:spPr>
          <a:xfrm>
            <a:off x="6397675" y="3555188"/>
            <a:ext cx="62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127</a:t>
            </a:r>
            <a:endParaRPr/>
          </a:p>
        </p:txBody>
      </p:sp>
      <p:cxnSp>
        <p:nvCxnSpPr>
          <p:cNvPr id="77" name="Google Shape;2359;p63">
            <a:extLst>
              <a:ext uri="{FF2B5EF4-FFF2-40B4-BE49-F238E27FC236}">
                <a16:creationId xmlns:a16="http://schemas.microsoft.com/office/drawing/2014/main" id="{02EF952F-1F89-4650-893B-B7C616E82D60}"/>
              </a:ext>
            </a:extLst>
          </p:cNvPr>
          <p:cNvCxnSpPr>
            <a:cxnSpLocks/>
            <a:stCxn id="2376" idx="1"/>
            <a:endCxn id="2326" idx="1"/>
          </p:cNvCxnSpPr>
          <p:nvPr/>
        </p:nvCxnSpPr>
        <p:spPr>
          <a:xfrm flipH="1">
            <a:off x="1630225" y="2793250"/>
            <a:ext cx="5657400" cy="139447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72179773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2" name="Google Shape;2392;p6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삭제  해결방법 </a:t>
            </a:r>
            <a:r>
              <a:rPr lang="en-US" altLang="ko" dirty="0"/>
              <a:t>3</a:t>
            </a:r>
            <a:endParaRPr dirty="0"/>
          </a:p>
        </p:txBody>
      </p:sp>
      <p:sp>
        <p:nvSpPr>
          <p:cNvPr id="2393" name="Google Shape;2393;p64"/>
          <p:cNvSpPr txBox="1"/>
          <p:nvPr/>
        </p:nvSpPr>
        <p:spPr>
          <a:xfrm>
            <a:off x="387900" y="1190175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34 main()</a:t>
            </a:r>
            <a:endParaRPr/>
          </a:p>
        </p:txBody>
      </p:sp>
      <p:grpSp>
        <p:nvGrpSpPr>
          <p:cNvPr id="2394" name="Google Shape;2394;p64"/>
          <p:cNvGrpSpPr/>
          <p:nvPr/>
        </p:nvGrpSpPr>
        <p:grpSpPr>
          <a:xfrm>
            <a:off x="498900" y="1670450"/>
            <a:ext cx="803700" cy="559200"/>
            <a:chOff x="725125" y="742575"/>
            <a:chExt cx="803700" cy="559200"/>
          </a:xfrm>
        </p:grpSpPr>
        <p:sp>
          <p:nvSpPr>
            <p:cNvPr id="2395" name="Google Shape;2395;p6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pBgin</a:t>
              </a:r>
              <a:endParaRPr/>
            </a:p>
          </p:txBody>
        </p:sp>
        <p:sp>
          <p:nvSpPr>
            <p:cNvPr id="2396" name="Google Shape;2396;p6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2397" name="Google Shape;2397;p64"/>
          <p:cNvGrpSpPr/>
          <p:nvPr/>
        </p:nvGrpSpPr>
        <p:grpSpPr>
          <a:xfrm>
            <a:off x="1571525" y="1670450"/>
            <a:ext cx="803700" cy="559200"/>
            <a:chOff x="725125" y="742575"/>
            <a:chExt cx="803700" cy="559200"/>
          </a:xfrm>
        </p:grpSpPr>
        <p:sp>
          <p:nvSpPr>
            <p:cNvPr id="2398" name="Google Shape;2398;p6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End</a:t>
              </a:r>
              <a:endParaRPr/>
            </a:p>
          </p:txBody>
        </p:sp>
        <p:sp>
          <p:nvSpPr>
            <p:cNvPr id="2399" name="Google Shape;2399;p6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2400" name="Google Shape;2400;p64"/>
          <p:cNvGrpSpPr/>
          <p:nvPr/>
        </p:nvGrpSpPr>
        <p:grpSpPr>
          <a:xfrm>
            <a:off x="1630225" y="4047925"/>
            <a:ext cx="803700" cy="838800"/>
            <a:chOff x="6538675" y="262075"/>
            <a:chExt cx="803700" cy="838800"/>
          </a:xfrm>
        </p:grpSpPr>
        <p:grpSp>
          <p:nvGrpSpPr>
            <p:cNvPr id="2401" name="Google Shape;2401;p64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402" name="Google Shape;2402;p64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2403" name="Google Shape;2403;p64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2404" name="Google Shape;2404;p64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0x02</a:t>
              </a:r>
              <a:endParaRPr sz="1200"/>
            </a:p>
          </p:txBody>
        </p:sp>
      </p:grpSp>
      <p:grpSp>
        <p:nvGrpSpPr>
          <p:cNvPr id="2405" name="Google Shape;2405;p64"/>
          <p:cNvGrpSpPr/>
          <p:nvPr/>
        </p:nvGrpSpPr>
        <p:grpSpPr>
          <a:xfrm>
            <a:off x="2777075" y="4047950"/>
            <a:ext cx="803700" cy="838800"/>
            <a:chOff x="6538675" y="262075"/>
            <a:chExt cx="803700" cy="838800"/>
          </a:xfrm>
        </p:grpSpPr>
        <p:sp>
          <p:nvSpPr>
            <p:cNvPr id="2406" name="Google Shape;2406;p64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0x03</a:t>
              </a:r>
              <a:endParaRPr sz="1200"/>
            </a:p>
          </p:txBody>
        </p:sp>
        <p:grpSp>
          <p:nvGrpSpPr>
            <p:cNvPr id="2407" name="Google Shape;2407;p64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408" name="Google Shape;2408;p64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2409" name="Google Shape;2409;p64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</p:grpSp>
      <p:grpSp>
        <p:nvGrpSpPr>
          <p:cNvPr id="2410" name="Google Shape;2410;p64"/>
          <p:cNvGrpSpPr/>
          <p:nvPr/>
        </p:nvGrpSpPr>
        <p:grpSpPr>
          <a:xfrm>
            <a:off x="3877650" y="4047950"/>
            <a:ext cx="803700" cy="838800"/>
            <a:chOff x="6538675" y="262075"/>
            <a:chExt cx="803700" cy="838800"/>
          </a:xfrm>
        </p:grpSpPr>
        <p:grpSp>
          <p:nvGrpSpPr>
            <p:cNvPr id="2411" name="Google Shape;2411;p64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412" name="Google Shape;2412;p64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0x03</a:t>
                </a:r>
                <a:endParaRPr/>
              </a:p>
            </p:txBody>
          </p:sp>
          <p:sp>
            <p:nvSpPr>
              <p:cNvPr id="2413" name="Google Shape;2413;p64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30</a:t>
                </a:r>
                <a:endParaRPr/>
              </a:p>
            </p:txBody>
          </p:sp>
        </p:grpSp>
        <p:sp>
          <p:nvSpPr>
            <p:cNvPr id="2414" name="Google Shape;2414;p64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>
                  <a:solidFill>
                    <a:schemeClr val="dk1"/>
                  </a:solidFill>
                </a:rPr>
                <a:t>0x06</a:t>
              </a:r>
              <a:endParaRPr sz="1200">
                <a:solidFill>
                  <a:schemeClr val="dk1"/>
                </a:solidFill>
              </a:endParaRPr>
            </a:p>
          </p:txBody>
        </p:sp>
      </p:grpSp>
      <p:cxnSp>
        <p:nvCxnSpPr>
          <p:cNvPr id="2415" name="Google Shape;2415;p64"/>
          <p:cNvCxnSpPr>
            <a:stCxn id="2404" idx="3"/>
            <a:endCxn id="2408" idx="1"/>
          </p:cNvCxnSpPr>
          <p:nvPr/>
        </p:nvCxnSpPr>
        <p:spPr>
          <a:xfrm rot="10800000" flipH="1">
            <a:off x="2433925" y="4187725"/>
            <a:ext cx="3432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16" name="Google Shape;2416;p64"/>
          <p:cNvCxnSpPr>
            <a:endCxn id="2412" idx="1"/>
          </p:cNvCxnSpPr>
          <p:nvPr/>
        </p:nvCxnSpPr>
        <p:spPr>
          <a:xfrm rot="10800000" flipH="1">
            <a:off x="3580650" y="4187750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17" name="Google Shape;2417;p64"/>
          <p:cNvCxnSpPr>
            <a:stCxn id="2396" idx="1"/>
            <a:endCxn id="2402" idx="1"/>
          </p:cNvCxnSpPr>
          <p:nvPr/>
        </p:nvCxnSpPr>
        <p:spPr>
          <a:xfrm>
            <a:off x="498900" y="2089850"/>
            <a:ext cx="11313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418" name="Google Shape;2418;p64"/>
          <p:cNvGrpSpPr/>
          <p:nvPr/>
        </p:nvGrpSpPr>
        <p:grpSpPr>
          <a:xfrm>
            <a:off x="6134725" y="4047925"/>
            <a:ext cx="803700" cy="838800"/>
            <a:chOff x="6538675" y="262075"/>
            <a:chExt cx="803700" cy="838800"/>
          </a:xfrm>
        </p:grpSpPr>
        <p:grpSp>
          <p:nvGrpSpPr>
            <p:cNvPr id="2419" name="Google Shape;2419;p64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420" name="Google Shape;2420;p64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0x04</a:t>
                </a:r>
                <a:endParaRPr/>
              </a:p>
            </p:txBody>
          </p:sp>
          <p:sp>
            <p:nvSpPr>
              <p:cNvPr id="2421" name="Google Shape;2421;p64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40</a:t>
                </a:r>
                <a:endParaRPr/>
              </a:p>
            </p:txBody>
          </p:sp>
        </p:grpSp>
        <p:sp>
          <p:nvSpPr>
            <p:cNvPr id="2422" name="Google Shape;2422;p64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0x05</a:t>
              </a:r>
              <a:endParaRPr sz="1200"/>
            </a:p>
          </p:txBody>
        </p:sp>
      </p:grpSp>
      <p:grpSp>
        <p:nvGrpSpPr>
          <p:cNvPr id="2423" name="Google Shape;2423;p64"/>
          <p:cNvGrpSpPr/>
          <p:nvPr/>
        </p:nvGrpSpPr>
        <p:grpSpPr>
          <a:xfrm>
            <a:off x="7235300" y="4047925"/>
            <a:ext cx="803700" cy="838800"/>
            <a:chOff x="6538675" y="262075"/>
            <a:chExt cx="803700" cy="838800"/>
          </a:xfrm>
        </p:grpSpPr>
        <p:grpSp>
          <p:nvGrpSpPr>
            <p:cNvPr id="2424" name="Google Shape;2424;p64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425" name="Google Shape;2425;p64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0x05</a:t>
                </a:r>
                <a:endParaRPr/>
              </a:p>
            </p:txBody>
          </p:sp>
          <p:sp>
            <p:nvSpPr>
              <p:cNvPr id="2426" name="Google Shape;2426;p64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50</a:t>
                </a:r>
                <a:endParaRPr/>
              </a:p>
            </p:txBody>
          </p:sp>
        </p:grpSp>
        <p:sp>
          <p:nvSpPr>
            <p:cNvPr id="2427" name="Google Shape;2427;p64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pNext</a:t>
              </a:r>
              <a:endParaRPr sz="1200"/>
            </a:p>
          </p:txBody>
        </p:sp>
      </p:grpSp>
      <p:cxnSp>
        <p:nvCxnSpPr>
          <p:cNvPr id="2428" name="Google Shape;2428;p64"/>
          <p:cNvCxnSpPr>
            <a:stCxn id="2422" idx="3"/>
            <a:endCxn id="2425" idx="1"/>
          </p:cNvCxnSpPr>
          <p:nvPr/>
        </p:nvCxnSpPr>
        <p:spPr>
          <a:xfrm rot="10800000" flipH="1">
            <a:off x="6938425" y="4187725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429" name="Google Shape;2429;p64"/>
          <p:cNvGrpSpPr/>
          <p:nvPr/>
        </p:nvGrpSpPr>
        <p:grpSpPr>
          <a:xfrm>
            <a:off x="4362350" y="1865738"/>
            <a:ext cx="803700" cy="559200"/>
            <a:chOff x="725125" y="742575"/>
            <a:chExt cx="803700" cy="559200"/>
          </a:xfrm>
        </p:grpSpPr>
        <p:sp>
          <p:nvSpPr>
            <p:cNvPr id="2430" name="Google Shape;2430;p6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pStart</a:t>
              </a:r>
              <a:endParaRPr sz="1200"/>
            </a:p>
          </p:txBody>
        </p:sp>
        <p:sp>
          <p:nvSpPr>
            <p:cNvPr id="2431" name="Google Shape;2431;p6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2432" name="Google Shape;2432;p64"/>
          <p:cNvGrpSpPr/>
          <p:nvPr/>
        </p:nvGrpSpPr>
        <p:grpSpPr>
          <a:xfrm>
            <a:off x="5357050" y="1865738"/>
            <a:ext cx="803700" cy="559200"/>
            <a:chOff x="725125" y="742575"/>
            <a:chExt cx="803700" cy="559200"/>
          </a:xfrm>
        </p:grpSpPr>
        <p:sp>
          <p:nvSpPr>
            <p:cNvPr id="2433" name="Google Shape;2433;p6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del</a:t>
              </a:r>
              <a:endParaRPr sz="1200"/>
            </a:p>
          </p:txBody>
        </p:sp>
        <p:sp>
          <p:nvSpPr>
            <p:cNvPr id="2434" name="Google Shape;2434;p6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60</a:t>
              </a:r>
              <a:endParaRPr/>
            </a:p>
          </p:txBody>
        </p:sp>
      </p:grpSp>
      <p:cxnSp>
        <p:nvCxnSpPr>
          <p:cNvPr id="2435" name="Google Shape;2435;p64"/>
          <p:cNvCxnSpPr>
            <a:stCxn id="2431" idx="1"/>
            <a:endCxn id="2402" idx="1"/>
          </p:cNvCxnSpPr>
          <p:nvPr/>
        </p:nvCxnSpPr>
        <p:spPr>
          <a:xfrm flipH="1">
            <a:off x="1630250" y="2285138"/>
            <a:ext cx="2732100" cy="1902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36" name="Google Shape;2436;p64"/>
          <p:cNvCxnSpPr>
            <a:stCxn id="2399" idx="1"/>
            <a:endCxn id="2402" idx="1"/>
          </p:cNvCxnSpPr>
          <p:nvPr/>
        </p:nvCxnSpPr>
        <p:spPr>
          <a:xfrm>
            <a:off x="1571525" y="2089850"/>
            <a:ext cx="588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437" name="Google Shape;2437;p64"/>
          <p:cNvGrpSpPr/>
          <p:nvPr/>
        </p:nvGrpSpPr>
        <p:grpSpPr>
          <a:xfrm>
            <a:off x="4978225" y="4047913"/>
            <a:ext cx="803700" cy="838800"/>
            <a:chOff x="6538675" y="262075"/>
            <a:chExt cx="803700" cy="838800"/>
          </a:xfrm>
        </p:grpSpPr>
        <p:grpSp>
          <p:nvGrpSpPr>
            <p:cNvPr id="2438" name="Google Shape;2438;p64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439" name="Google Shape;2439;p64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0x06</a:t>
                </a:r>
                <a:endParaRPr/>
              </a:p>
            </p:txBody>
          </p:sp>
          <p:sp>
            <p:nvSpPr>
              <p:cNvPr id="2440" name="Google Shape;2440;p64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60</a:t>
                </a:r>
                <a:endParaRPr/>
              </a:p>
            </p:txBody>
          </p:sp>
        </p:grpSp>
        <p:sp>
          <p:nvSpPr>
            <p:cNvPr id="2441" name="Google Shape;2441;p64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0x04</a:t>
              </a:r>
              <a:endParaRPr sz="1200"/>
            </a:p>
          </p:txBody>
        </p:sp>
      </p:grpSp>
      <p:cxnSp>
        <p:nvCxnSpPr>
          <p:cNvPr id="2442" name="Google Shape;2442;p64"/>
          <p:cNvCxnSpPr>
            <a:stCxn id="2414" idx="3"/>
            <a:endCxn id="2439" idx="1"/>
          </p:cNvCxnSpPr>
          <p:nvPr/>
        </p:nvCxnSpPr>
        <p:spPr>
          <a:xfrm rot="10800000" flipH="1">
            <a:off x="4681350" y="4187750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43" name="Google Shape;2443;p64"/>
          <p:cNvCxnSpPr>
            <a:stCxn id="2441" idx="3"/>
            <a:endCxn id="2420" idx="1"/>
          </p:cNvCxnSpPr>
          <p:nvPr/>
        </p:nvCxnSpPr>
        <p:spPr>
          <a:xfrm rot="10800000" flipH="1">
            <a:off x="5781925" y="4187713"/>
            <a:ext cx="3528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444" name="Google Shape;2444;p64"/>
          <p:cNvGrpSpPr/>
          <p:nvPr/>
        </p:nvGrpSpPr>
        <p:grpSpPr>
          <a:xfrm>
            <a:off x="2594425" y="1658163"/>
            <a:ext cx="803700" cy="559200"/>
            <a:chOff x="725125" y="742575"/>
            <a:chExt cx="803700" cy="559200"/>
          </a:xfrm>
        </p:grpSpPr>
        <p:sp>
          <p:nvSpPr>
            <p:cNvPr id="2445" name="Google Shape;2445;p6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Find</a:t>
              </a:r>
              <a:endParaRPr/>
            </a:p>
          </p:txBody>
        </p:sp>
        <p:sp>
          <p:nvSpPr>
            <p:cNvPr id="2446" name="Google Shape;2446;p6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0x04</a:t>
              </a:r>
              <a:endParaRPr/>
            </a:p>
          </p:txBody>
        </p:sp>
      </p:grpSp>
      <p:cxnSp>
        <p:nvCxnSpPr>
          <p:cNvPr id="2447" name="Google Shape;2447;p64"/>
          <p:cNvCxnSpPr>
            <a:stCxn id="2446" idx="1"/>
            <a:endCxn id="2420" idx="1"/>
          </p:cNvCxnSpPr>
          <p:nvPr/>
        </p:nvCxnSpPr>
        <p:spPr>
          <a:xfrm>
            <a:off x="2594425" y="2077563"/>
            <a:ext cx="3540300" cy="21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48" name="Google Shape;2448;p64"/>
          <p:cNvSpPr txBox="1"/>
          <p:nvPr/>
        </p:nvSpPr>
        <p:spPr>
          <a:xfrm>
            <a:off x="4092850" y="1432950"/>
            <a:ext cx="3142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61 DeleteNodeData(pBegin, 60);</a:t>
            </a:r>
            <a:endParaRPr/>
          </a:p>
        </p:txBody>
      </p:sp>
      <p:cxnSp>
        <p:nvCxnSpPr>
          <p:cNvPr id="2449" name="Google Shape;2449;p64"/>
          <p:cNvCxnSpPr>
            <a:stCxn id="2396" idx="3"/>
            <a:endCxn id="2431" idx="1"/>
          </p:cNvCxnSpPr>
          <p:nvPr/>
        </p:nvCxnSpPr>
        <p:spPr>
          <a:xfrm>
            <a:off x="1302600" y="2089850"/>
            <a:ext cx="3059700" cy="19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grpSp>
        <p:nvGrpSpPr>
          <p:cNvPr id="2450" name="Google Shape;2450;p64"/>
          <p:cNvGrpSpPr/>
          <p:nvPr/>
        </p:nvGrpSpPr>
        <p:grpSpPr>
          <a:xfrm>
            <a:off x="7287625" y="2373850"/>
            <a:ext cx="803700" cy="559200"/>
            <a:chOff x="725125" y="742575"/>
            <a:chExt cx="803700" cy="559200"/>
          </a:xfrm>
        </p:grpSpPr>
        <p:sp>
          <p:nvSpPr>
            <p:cNvPr id="2451" name="Google Shape;2451;p6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pPre</a:t>
              </a:r>
              <a:endParaRPr/>
            </a:p>
          </p:txBody>
        </p:sp>
        <p:sp>
          <p:nvSpPr>
            <p:cNvPr id="2452" name="Google Shape;2452;p6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>
                  <a:solidFill>
                    <a:srgbClr val="FF0000"/>
                  </a:solidFill>
                </a:rPr>
                <a:t>0x02</a:t>
              </a:r>
              <a:endParaRPr>
                <a:solidFill>
                  <a:srgbClr val="FF0000"/>
                </a:solidFill>
              </a:endParaRPr>
            </a:p>
          </p:txBody>
        </p:sp>
      </p:grpSp>
      <p:grpSp>
        <p:nvGrpSpPr>
          <p:cNvPr id="2453" name="Google Shape;2453;p64"/>
          <p:cNvGrpSpPr/>
          <p:nvPr/>
        </p:nvGrpSpPr>
        <p:grpSpPr>
          <a:xfrm>
            <a:off x="7287625" y="3043163"/>
            <a:ext cx="803700" cy="559200"/>
            <a:chOff x="725125" y="742575"/>
            <a:chExt cx="803700" cy="559200"/>
          </a:xfrm>
        </p:grpSpPr>
        <p:sp>
          <p:nvSpPr>
            <p:cNvPr id="2454" name="Google Shape;2454;p6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pNode</a:t>
              </a:r>
              <a:endParaRPr/>
            </a:p>
          </p:txBody>
        </p:sp>
        <p:sp>
          <p:nvSpPr>
            <p:cNvPr id="2455" name="Google Shape;2455;p6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/>
                <a:t>0x0</a:t>
              </a:r>
              <a:r>
                <a:rPr lang="en-US" altLang="ko" dirty="0"/>
                <a:t>2</a:t>
              </a:r>
              <a:endParaRPr dirty="0"/>
            </a:p>
          </p:txBody>
        </p:sp>
      </p:grpSp>
      <p:cxnSp>
        <p:nvCxnSpPr>
          <p:cNvPr id="2456" name="Google Shape;2456;p64"/>
          <p:cNvCxnSpPr>
            <a:cxnSpLocks/>
            <a:stCxn id="2455" idx="1"/>
            <a:endCxn id="2408" idx="1"/>
          </p:cNvCxnSpPr>
          <p:nvPr/>
        </p:nvCxnSpPr>
        <p:spPr>
          <a:xfrm flipH="1">
            <a:off x="2777075" y="3462563"/>
            <a:ext cx="4510550" cy="72518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57" name="Google Shape;2457;p64"/>
          <p:cNvSpPr txBox="1"/>
          <p:nvPr/>
        </p:nvSpPr>
        <p:spPr>
          <a:xfrm>
            <a:off x="5160625" y="138238"/>
            <a:ext cx="38526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FF0000"/>
                </a:solidFill>
              </a:rPr>
              <a:t>0x03</a:t>
            </a:r>
            <a:r>
              <a:rPr lang="ko"/>
              <a:t>-&gt;pNext = pNode-&gt;pNext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pPre-&gt;pNext = pNode-&gt;pNext</a:t>
            </a:r>
            <a:br>
              <a:rPr lang="ko"/>
            </a:br>
            <a:r>
              <a:rPr lang="ko"/>
              <a:t>이전노드의 값을 찾기를 통해서는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이전값을 찾을수 없다.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그러므로, 찾으면서 이전값을 저장해야한다.</a:t>
            </a:r>
            <a:endParaRPr/>
          </a:p>
        </p:txBody>
      </p:sp>
      <p:cxnSp>
        <p:nvCxnSpPr>
          <p:cNvPr id="2458" name="Google Shape;2458;p64"/>
          <p:cNvCxnSpPr>
            <a:stCxn id="2431" idx="2"/>
            <a:endCxn id="2455" idx="0"/>
          </p:cNvCxnSpPr>
          <p:nvPr/>
        </p:nvCxnSpPr>
        <p:spPr>
          <a:xfrm>
            <a:off x="4764200" y="2424938"/>
            <a:ext cx="2925300" cy="8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2459" name="Google Shape;2459;p64"/>
          <p:cNvSpPr txBox="1"/>
          <p:nvPr/>
        </p:nvSpPr>
        <p:spPr>
          <a:xfrm>
            <a:off x="5337725" y="2713650"/>
            <a:ext cx="62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116</a:t>
            </a:r>
            <a:endParaRPr/>
          </a:p>
        </p:txBody>
      </p:sp>
      <p:sp>
        <p:nvSpPr>
          <p:cNvPr id="2460" name="Google Shape;2460;p64"/>
          <p:cNvSpPr txBox="1"/>
          <p:nvPr/>
        </p:nvSpPr>
        <p:spPr>
          <a:xfrm>
            <a:off x="6608300" y="2161488"/>
            <a:ext cx="62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115</a:t>
            </a:r>
            <a:endParaRPr/>
          </a:p>
        </p:txBody>
      </p:sp>
      <p:cxnSp>
        <p:nvCxnSpPr>
          <p:cNvPr id="2463" name="Google Shape;2463;p64"/>
          <p:cNvCxnSpPr>
            <a:stCxn id="2455" idx="2"/>
            <a:endCxn id="2452" idx="0"/>
          </p:cNvCxnSpPr>
          <p:nvPr/>
        </p:nvCxnSpPr>
        <p:spPr>
          <a:xfrm rot="10800000">
            <a:off x="7689475" y="2653463"/>
            <a:ext cx="0" cy="9489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2464" name="Google Shape;2464;p64"/>
          <p:cNvCxnSpPr>
            <a:endCxn id="2408" idx="1"/>
          </p:cNvCxnSpPr>
          <p:nvPr/>
        </p:nvCxnSpPr>
        <p:spPr>
          <a:xfrm flipH="1">
            <a:off x="2777075" y="2793350"/>
            <a:ext cx="4510500" cy="13944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65" name="Google Shape;2465;p64"/>
          <p:cNvSpPr txBox="1"/>
          <p:nvPr/>
        </p:nvSpPr>
        <p:spPr>
          <a:xfrm>
            <a:off x="7750175" y="2793338"/>
            <a:ext cx="62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127</a:t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2" name="Google Shape;2392;p6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삭제  해결방법 </a:t>
            </a:r>
            <a:r>
              <a:rPr lang="en-US" altLang="ko" dirty="0"/>
              <a:t>4</a:t>
            </a:r>
            <a:endParaRPr dirty="0"/>
          </a:p>
        </p:txBody>
      </p:sp>
      <p:sp>
        <p:nvSpPr>
          <p:cNvPr id="2393" name="Google Shape;2393;p64"/>
          <p:cNvSpPr txBox="1"/>
          <p:nvPr/>
        </p:nvSpPr>
        <p:spPr>
          <a:xfrm>
            <a:off x="387900" y="1190175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34 main()</a:t>
            </a:r>
            <a:endParaRPr/>
          </a:p>
        </p:txBody>
      </p:sp>
      <p:grpSp>
        <p:nvGrpSpPr>
          <p:cNvPr id="2394" name="Google Shape;2394;p64"/>
          <p:cNvGrpSpPr/>
          <p:nvPr/>
        </p:nvGrpSpPr>
        <p:grpSpPr>
          <a:xfrm>
            <a:off x="498900" y="1670450"/>
            <a:ext cx="803700" cy="559200"/>
            <a:chOff x="725125" y="742575"/>
            <a:chExt cx="803700" cy="559200"/>
          </a:xfrm>
        </p:grpSpPr>
        <p:sp>
          <p:nvSpPr>
            <p:cNvPr id="2395" name="Google Shape;2395;p6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pBgin</a:t>
              </a:r>
              <a:endParaRPr/>
            </a:p>
          </p:txBody>
        </p:sp>
        <p:sp>
          <p:nvSpPr>
            <p:cNvPr id="2396" name="Google Shape;2396;p6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2397" name="Google Shape;2397;p64"/>
          <p:cNvGrpSpPr/>
          <p:nvPr/>
        </p:nvGrpSpPr>
        <p:grpSpPr>
          <a:xfrm>
            <a:off x="1571525" y="1670450"/>
            <a:ext cx="803700" cy="559200"/>
            <a:chOff x="725125" y="742575"/>
            <a:chExt cx="803700" cy="559200"/>
          </a:xfrm>
        </p:grpSpPr>
        <p:sp>
          <p:nvSpPr>
            <p:cNvPr id="2398" name="Google Shape;2398;p6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End</a:t>
              </a:r>
              <a:endParaRPr/>
            </a:p>
          </p:txBody>
        </p:sp>
        <p:sp>
          <p:nvSpPr>
            <p:cNvPr id="2399" name="Google Shape;2399;p6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2400" name="Google Shape;2400;p64"/>
          <p:cNvGrpSpPr/>
          <p:nvPr/>
        </p:nvGrpSpPr>
        <p:grpSpPr>
          <a:xfrm>
            <a:off x="1630225" y="4047925"/>
            <a:ext cx="803700" cy="838800"/>
            <a:chOff x="6538675" y="262075"/>
            <a:chExt cx="803700" cy="838800"/>
          </a:xfrm>
        </p:grpSpPr>
        <p:grpSp>
          <p:nvGrpSpPr>
            <p:cNvPr id="2401" name="Google Shape;2401;p64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402" name="Google Shape;2402;p64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2403" name="Google Shape;2403;p64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2404" name="Google Shape;2404;p64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0x02</a:t>
              </a:r>
              <a:endParaRPr sz="1200"/>
            </a:p>
          </p:txBody>
        </p:sp>
      </p:grpSp>
      <p:grpSp>
        <p:nvGrpSpPr>
          <p:cNvPr id="2405" name="Google Shape;2405;p64"/>
          <p:cNvGrpSpPr/>
          <p:nvPr/>
        </p:nvGrpSpPr>
        <p:grpSpPr>
          <a:xfrm>
            <a:off x="2777075" y="4047950"/>
            <a:ext cx="803700" cy="838800"/>
            <a:chOff x="6538675" y="262075"/>
            <a:chExt cx="803700" cy="838800"/>
          </a:xfrm>
        </p:grpSpPr>
        <p:sp>
          <p:nvSpPr>
            <p:cNvPr id="2406" name="Google Shape;2406;p64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0x03</a:t>
              </a:r>
              <a:endParaRPr sz="1200"/>
            </a:p>
          </p:txBody>
        </p:sp>
        <p:grpSp>
          <p:nvGrpSpPr>
            <p:cNvPr id="2407" name="Google Shape;2407;p64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408" name="Google Shape;2408;p64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2409" name="Google Shape;2409;p64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</p:grpSp>
      <p:grpSp>
        <p:nvGrpSpPr>
          <p:cNvPr id="2410" name="Google Shape;2410;p64"/>
          <p:cNvGrpSpPr/>
          <p:nvPr/>
        </p:nvGrpSpPr>
        <p:grpSpPr>
          <a:xfrm>
            <a:off x="3877650" y="4047950"/>
            <a:ext cx="803700" cy="838800"/>
            <a:chOff x="6538675" y="262075"/>
            <a:chExt cx="803700" cy="838800"/>
          </a:xfrm>
        </p:grpSpPr>
        <p:grpSp>
          <p:nvGrpSpPr>
            <p:cNvPr id="2411" name="Google Shape;2411;p64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412" name="Google Shape;2412;p64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0x03</a:t>
                </a:r>
                <a:endParaRPr/>
              </a:p>
            </p:txBody>
          </p:sp>
          <p:sp>
            <p:nvSpPr>
              <p:cNvPr id="2413" name="Google Shape;2413;p64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30</a:t>
                </a:r>
                <a:endParaRPr/>
              </a:p>
            </p:txBody>
          </p:sp>
        </p:grpSp>
        <p:sp>
          <p:nvSpPr>
            <p:cNvPr id="2414" name="Google Shape;2414;p64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>
                  <a:solidFill>
                    <a:schemeClr val="dk1"/>
                  </a:solidFill>
                </a:rPr>
                <a:t>0x06</a:t>
              </a:r>
              <a:endParaRPr sz="1200">
                <a:solidFill>
                  <a:schemeClr val="dk1"/>
                </a:solidFill>
              </a:endParaRPr>
            </a:p>
          </p:txBody>
        </p:sp>
      </p:grpSp>
      <p:cxnSp>
        <p:nvCxnSpPr>
          <p:cNvPr id="2415" name="Google Shape;2415;p64"/>
          <p:cNvCxnSpPr>
            <a:stCxn id="2404" idx="3"/>
            <a:endCxn id="2408" idx="1"/>
          </p:cNvCxnSpPr>
          <p:nvPr/>
        </p:nvCxnSpPr>
        <p:spPr>
          <a:xfrm rot="10800000" flipH="1">
            <a:off x="2433925" y="4187725"/>
            <a:ext cx="3432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16" name="Google Shape;2416;p64"/>
          <p:cNvCxnSpPr>
            <a:endCxn id="2412" idx="1"/>
          </p:cNvCxnSpPr>
          <p:nvPr/>
        </p:nvCxnSpPr>
        <p:spPr>
          <a:xfrm rot="10800000" flipH="1">
            <a:off x="3580650" y="4187750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17" name="Google Shape;2417;p64"/>
          <p:cNvCxnSpPr>
            <a:stCxn id="2396" idx="1"/>
            <a:endCxn id="2402" idx="1"/>
          </p:cNvCxnSpPr>
          <p:nvPr/>
        </p:nvCxnSpPr>
        <p:spPr>
          <a:xfrm>
            <a:off x="498900" y="2089850"/>
            <a:ext cx="11313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418" name="Google Shape;2418;p64"/>
          <p:cNvGrpSpPr/>
          <p:nvPr/>
        </p:nvGrpSpPr>
        <p:grpSpPr>
          <a:xfrm>
            <a:off x="6134725" y="4047925"/>
            <a:ext cx="803700" cy="838800"/>
            <a:chOff x="6538675" y="262075"/>
            <a:chExt cx="803700" cy="838800"/>
          </a:xfrm>
        </p:grpSpPr>
        <p:grpSp>
          <p:nvGrpSpPr>
            <p:cNvPr id="2419" name="Google Shape;2419;p64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420" name="Google Shape;2420;p64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0x04</a:t>
                </a:r>
                <a:endParaRPr/>
              </a:p>
            </p:txBody>
          </p:sp>
          <p:sp>
            <p:nvSpPr>
              <p:cNvPr id="2421" name="Google Shape;2421;p64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40</a:t>
                </a:r>
                <a:endParaRPr/>
              </a:p>
            </p:txBody>
          </p:sp>
        </p:grpSp>
        <p:sp>
          <p:nvSpPr>
            <p:cNvPr id="2422" name="Google Shape;2422;p64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0x05</a:t>
              </a:r>
              <a:endParaRPr sz="1200"/>
            </a:p>
          </p:txBody>
        </p:sp>
      </p:grpSp>
      <p:grpSp>
        <p:nvGrpSpPr>
          <p:cNvPr id="2423" name="Google Shape;2423;p64"/>
          <p:cNvGrpSpPr/>
          <p:nvPr/>
        </p:nvGrpSpPr>
        <p:grpSpPr>
          <a:xfrm>
            <a:off x="7235300" y="4047925"/>
            <a:ext cx="803700" cy="838800"/>
            <a:chOff x="6538675" y="262075"/>
            <a:chExt cx="803700" cy="838800"/>
          </a:xfrm>
        </p:grpSpPr>
        <p:grpSp>
          <p:nvGrpSpPr>
            <p:cNvPr id="2424" name="Google Shape;2424;p64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425" name="Google Shape;2425;p64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0x05</a:t>
                </a:r>
                <a:endParaRPr/>
              </a:p>
            </p:txBody>
          </p:sp>
          <p:sp>
            <p:nvSpPr>
              <p:cNvPr id="2426" name="Google Shape;2426;p64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50</a:t>
                </a:r>
                <a:endParaRPr/>
              </a:p>
            </p:txBody>
          </p:sp>
        </p:grpSp>
        <p:sp>
          <p:nvSpPr>
            <p:cNvPr id="2427" name="Google Shape;2427;p64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pNext</a:t>
              </a:r>
              <a:endParaRPr sz="1200"/>
            </a:p>
          </p:txBody>
        </p:sp>
      </p:grpSp>
      <p:cxnSp>
        <p:nvCxnSpPr>
          <p:cNvPr id="2428" name="Google Shape;2428;p64"/>
          <p:cNvCxnSpPr>
            <a:stCxn id="2422" idx="3"/>
            <a:endCxn id="2425" idx="1"/>
          </p:cNvCxnSpPr>
          <p:nvPr/>
        </p:nvCxnSpPr>
        <p:spPr>
          <a:xfrm rot="10800000" flipH="1">
            <a:off x="6938425" y="4187725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429" name="Google Shape;2429;p64"/>
          <p:cNvGrpSpPr/>
          <p:nvPr/>
        </p:nvGrpSpPr>
        <p:grpSpPr>
          <a:xfrm>
            <a:off x="4362350" y="1865738"/>
            <a:ext cx="803700" cy="559200"/>
            <a:chOff x="725125" y="742575"/>
            <a:chExt cx="803700" cy="559200"/>
          </a:xfrm>
        </p:grpSpPr>
        <p:sp>
          <p:nvSpPr>
            <p:cNvPr id="2430" name="Google Shape;2430;p6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pStart</a:t>
              </a:r>
              <a:endParaRPr sz="1200"/>
            </a:p>
          </p:txBody>
        </p:sp>
        <p:sp>
          <p:nvSpPr>
            <p:cNvPr id="2431" name="Google Shape;2431;p6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2432" name="Google Shape;2432;p64"/>
          <p:cNvGrpSpPr/>
          <p:nvPr/>
        </p:nvGrpSpPr>
        <p:grpSpPr>
          <a:xfrm>
            <a:off x="5357050" y="1865738"/>
            <a:ext cx="803700" cy="559200"/>
            <a:chOff x="725125" y="742575"/>
            <a:chExt cx="803700" cy="559200"/>
          </a:xfrm>
        </p:grpSpPr>
        <p:sp>
          <p:nvSpPr>
            <p:cNvPr id="2433" name="Google Shape;2433;p6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del</a:t>
              </a:r>
              <a:endParaRPr sz="1200"/>
            </a:p>
          </p:txBody>
        </p:sp>
        <p:sp>
          <p:nvSpPr>
            <p:cNvPr id="2434" name="Google Shape;2434;p6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60</a:t>
              </a:r>
              <a:endParaRPr/>
            </a:p>
          </p:txBody>
        </p:sp>
      </p:grpSp>
      <p:cxnSp>
        <p:nvCxnSpPr>
          <p:cNvPr id="2435" name="Google Shape;2435;p64"/>
          <p:cNvCxnSpPr>
            <a:stCxn id="2431" idx="1"/>
            <a:endCxn id="2402" idx="1"/>
          </p:cNvCxnSpPr>
          <p:nvPr/>
        </p:nvCxnSpPr>
        <p:spPr>
          <a:xfrm flipH="1">
            <a:off x="1630250" y="2285138"/>
            <a:ext cx="2732100" cy="1902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36" name="Google Shape;2436;p64"/>
          <p:cNvCxnSpPr>
            <a:stCxn id="2399" idx="1"/>
            <a:endCxn id="2402" idx="1"/>
          </p:cNvCxnSpPr>
          <p:nvPr/>
        </p:nvCxnSpPr>
        <p:spPr>
          <a:xfrm>
            <a:off x="1571525" y="2089850"/>
            <a:ext cx="588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437" name="Google Shape;2437;p64"/>
          <p:cNvGrpSpPr/>
          <p:nvPr/>
        </p:nvGrpSpPr>
        <p:grpSpPr>
          <a:xfrm>
            <a:off x="4978225" y="4047913"/>
            <a:ext cx="803700" cy="838800"/>
            <a:chOff x="6538675" y="262075"/>
            <a:chExt cx="803700" cy="838800"/>
          </a:xfrm>
        </p:grpSpPr>
        <p:grpSp>
          <p:nvGrpSpPr>
            <p:cNvPr id="2438" name="Google Shape;2438;p64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439" name="Google Shape;2439;p64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0x06</a:t>
                </a:r>
                <a:endParaRPr/>
              </a:p>
            </p:txBody>
          </p:sp>
          <p:sp>
            <p:nvSpPr>
              <p:cNvPr id="2440" name="Google Shape;2440;p64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60</a:t>
                </a:r>
                <a:endParaRPr/>
              </a:p>
            </p:txBody>
          </p:sp>
        </p:grpSp>
        <p:sp>
          <p:nvSpPr>
            <p:cNvPr id="2441" name="Google Shape;2441;p64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0x04</a:t>
              </a:r>
              <a:endParaRPr sz="1200"/>
            </a:p>
          </p:txBody>
        </p:sp>
      </p:grpSp>
      <p:cxnSp>
        <p:nvCxnSpPr>
          <p:cNvPr id="2442" name="Google Shape;2442;p64"/>
          <p:cNvCxnSpPr>
            <a:stCxn id="2414" idx="3"/>
            <a:endCxn id="2439" idx="1"/>
          </p:cNvCxnSpPr>
          <p:nvPr/>
        </p:nvCxnSpPr>
        <p:spPr>
          <a:xfrm rot="10800000" flipH="1">
            <a:off x="4681350" y="4187750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43" name="Google Shape;2443;p64"/>
          <p:cNvCxnSpPr>
            <a:stCxn id="2441" idx="3"/>
            <a:endCxn id="2420" idx="1"/>
          </p:cNvCxnSpPr>
          <p:nvPr/>
        </p:nvCxnSpPr>
        <p:spPr>
          <a:xfrm rot="10800000" flipH="1">
            <a:off x="5781925" y="4187713"/>
            <a:ext cx="3528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444" name="Google Shape;2444;p64"/>
          <p:cNvGrpSpPr/>
          <p:nvPr/>
        </p:nvGrpSpPr>
        <p:grpSpPr>
          <a:xfrm>
            <a:off x="2594425" y="1658163"/>
            <a:ext cx="803700" cy="559200"/>
            <a:chOff x="725125" y="742575"/>
            <a:chExt cx="803700" cy="559200"/>
          </a:xfrm>
        </p:grpSpPr>
        <p:sp>
          <p:nvSpPr>
            <p:cNvPr id="2445" name="Google Shape;2445;p6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Find</a:t>
              </a:r>
              <a:endParaRPr/>
            </a:p>
          </p:txBody>
        </p:sp>
        <p:sp>
          <p:nvSpPr>
            <p:cNvPr id="2446" name="Google Shape;2446;p6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0x04</a:t>
              </a:r>
              <a:endParaRPr/>
            </a:p>
          </p:txBody>
        </p:sp>
      </p:grpSp>
      <p:cxnSp>
        <p:nvCxnSpPr>
          <p:cNvPr id="2447" name="Google Shape;2447;p64"/>
          <p:cNvCxnSpPr>
            <a:stCxn id="2446" idx="1"/>
            <a:endCxn id="2420" idx="1"/>
          </p:cNvCxnSpPr>
          <p:nvPr/>
        </p:nvCxnSpPr>
        <p:spPr>
          <a:xfrm>
            <a:off x="2594425" y="2077563"/>
            <a:ext cx="3540300" cy="21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48" name="Google Shape;2448;p64"/>
          <p:cNvSpPr txBox="1"/>
          <p:nvPr/>
        </p:nvSpPr>
        <p:spPr>
          <a:xfrm>
            <a:off x="4092850" y="1432950"/>
            <a:ext cx="3142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61 DeleteNodeData(pBegin, 60);</a:t>
            </a:r>
            <a:endParaRPr/>
          </a:p>
        </p:txBody>
      </p:sp>
      <p:cxnSp>
        <p:nvCxnSpPr>
          <p:cNvPr id="2449" name="Google Shape;2449;p64"/>
          <p:cNvCxnSpPr>
            <a:stCxn id="2396" idx="3"/>
            <a:endCxn id="2431" idx="1"/>
          </p:cNvCxnSpPr>
          <p:nvPr/>
        </p:nvCxnSpPr>
        <p:spPr>
          <a:xfrm>
            <a:off x="1302600" y="2089850"/>
            <a:ext cx="3059700" cy="19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grpSp>
        <p:nvGrpSpPr>
          <p:cNvPr id="2450" name="Google Shape;2450;p64"/>
          <p:cNvGrpSpPr/>
          <p:nvPr/>
        </p:nvGrpSpPr>
        <p:grpSpPr>
          <a:xfrm>
            <a:off x="7287625" y="2373850"/>
            <a:ext cx="803700" cy="559200"/>
            <a:chOff x="725125" y="742575"/>
            <a:chExt cx="803700" cy="559200"/>
          </a:xfrm>
        </p:grpSpPr>
        <p:sp>
          <p:nvSpPr>
            <p:cNvPr id="2451" name="Google Shape;2451;p6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pPre</a:t>
              </a:r>
              <a:endParaRPr/>
            </a:p>
          </p:txBody>
        </p:sp>
        <p:sp>
          <p:nvSpPr>
            <p:cNvPr id="2452" name="Google Shape;2452;p6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>
                  <a:solidFill>
                    <a:schemeClr val="tx1"/>
                  </a:solidFill>
                </a:rPr>
                <a:t>0x02</a:t>
              </a:r>
              <a:endParaRPr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453" name="Google Shape;2453;p64"/>
          <p:cNvGrpSpPr/>
          <p:nvPr/>
        </p:nvGrpSpPr>
        <p:grpSpPr>
          <a:xfrm>
            <a:off x="7287625" y="3043163"/>
            <a:ext cx="803700" cy="559200"/>
            <a:chOff x="725125" y="742575"/>
            <a:chExt cx="803700" cy="559200"/>
          </a:xfrm>
        </p:grpSpPr>
        <p:sp>
          <p:nvSpPr>
            <p:cNvPr id="2454" name="Google Shape;2454;p6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pNode</a:t>
              </a:r>
              <a:endParaRPr/>
            </a:p>
          </p:txBody>
        </p:sp>
        <p:sp>
          <p:nvSpPr>
            <p:cNvPr id="2455" name="Google Shape;2455;p6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>
                  <a:solidFill>
                    <a:srgbClr val="FF0000"/>
                  </a:solidFill>
                </a:rPr>
                <a:t>0x03</a:t>
              </a:r>
              <a:endParaRPr dirty="0">
                <a:solidFill>
                  <a:srgbClr val="FF0000"/>
                </a:solidFill>
              </a:endParaRPr>
            </a:p>
          </p:txBody>
        </p:sp>
      </p:grpSp>
      <p:cxnSp>
        <p:nvCxnSpPr>
          <p:cNvPr id="2456" name="Google Shape;2456;p64"/>
          <p:cNvCxnSpPr>
            <a:stCxn id="2455" idx="1"/>
            <a:endCxn id="2412" idx="0"/>
          </p:cNvCxnSpPr>
          <p:nvPr/>
        </p:nvCxnSpPr>
        <p:spPr>
          <a:xfrm flipH="1">
            <a:off x="4279525" y="3462563"/>
            <a:ext cx="3008100" cy="5853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57" name="Google Shape;2457;p64"/>
          <p:cNvSpPr txBox="1"/>
          <p:nvPr/>
        </p:nvSpPr>
        <p:spPr>
          <a:xfrm>
            <a:off x="5160625" y="138238"/>
            <a:ext cx="38526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FF0000"/>
                </a:solidFill>
              </a:rPr>
              <a:t>0x03</a:t>
            </a:r>
            <a:r>
              <a:rPr lang="ko"/>
              <a:t>-&gt;pNext = pNode-&gt;pNext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pPre-&gt;pNext = pNode-&gt;pNext</a:t>
            </a:r>
            <a:br>
              <a:rPr lang="ko"/>
            </a:br>
            <a:r>
              <a:rPr lang="ko"/>
              <a:t>이전노드의 값을 찾기를 통해서는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이전값을 찾을수 없다.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그러므로, 찾으면서 이전값을 저장해야한다.</a:t>
            </a:r>
            <a:endParaRPr/>
          </a:p>
        </p:txBody>
      </p:sp>
      <p:cxnSp>
        <p:nvCxnSpPr>
          <p:cNvPr id="2458" name="Google Shape;2458;p64"/>
          <p:cNvCxnSpPr>
            <a:stCxn id="2431" idx="2"/>
            <a:endCxn id="2455" idx="0"/>
          </p:cNvCxnSpPr>
          <p:nvPr/>
        </p:nvCxnSpPr>
        <p:spPr>
          <a:xfrm>
            <a:off x="4764200" y="2424938"/>
            <a:ext cx="2925300" cy="8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2459" name="Google Shape;2459;p64"/>
          <p:cNvSpPr txBox="1"/>
          <p:nvPr/>
        </p:nvSpPr>
        <p:spPr>
          <a:xfrm>
            <a:off x="5337725" y="2713650"/>
            <a:ext cx="62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116</a:t>
            </a:r>
            <a:endParaRPr/>
          </a:p>
        </p:txBody>
      </p:sp>
      <p:sp>
        <p:nvSpPr>
          <p:cNvPr id="2460" name="Google Shape;2460;p64"/>
          <p:cNvSpPr txBox="1"/>
          <p:nvPr/>
        </p:nvSpPr>
        <p:spPr>
          <a:xfrm>
            <a:off x="6608300" y="2161488"/>
            <a:ext cx="62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115</a:t>
            </a:r>
            <a:endParaRPr/>
          </a:p>
        </p:txBody>
      </p:sp>
      <p:cxnSp>
        <p:nvCxnSpPr>
          <p:cNvPr id="2461" name="Google Shape;2461;p64"/>
          <p:cNvCxnSpPr>
            <a:stCxn id="2406" idx="3"/>
            <a:endCxn id="2455" idx="0"/>
          </p:cNvCxnSpPr>
          <p:nvPr/>
        </p:nvCxnSpPr>
        <p:spPr>
          <a:xfrm rot="10800000" flipH="1">
            <a:off x="3580775" y="3322850"/>
            <a:ext cx="4108800" cy="14241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2462" name="Google Shape;2462;p64"/>
          <p:cNvSpPr txBox="1"/>
          <p:nvPr/>
        </p:nvSpPr>
        <p:spPr>
          <a:xfrm>
            <a:off x="6418457" y="3548260"/>
            <a:ext cx="62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128</a:t>
            </a:r>
            <a:endParaRPr/>
          </a:p>
        </p:txBody>
      </p:sp>
      <p:cxnSp>
        <p:nvCxnSpPr>
          <p:cNvPr id="2464" name="Google Shape;2464;p64"/>
          <p:cNvCxnSpPr>
            <a:endCxn id="2408" idx="1"/>
          </p:cNvCxnSpPr>
          <p:nvPr/>
        </p:nvCxnSpPr>
        <p:spPr>
          <a:xfrm flipH="1">
            <a:off x="2777075" y="2793350"/>
            <a:ext cx="4510500" cy="139440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65" name="Google Shape;2465;p64"/>
          <p:cNvSpPr txBox="1"/>
          <p:nvPr/>
        </p:nvSpPr>
        <p:spPr>
          <a:xfrm>
            <a:off x="7750175" y="2793338"/>
            <a:ext cx="62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127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9306255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2" name="Google Shape;2392;p6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삭제  해결방법 </a:t>
            </a:r>
            <a:r>
              <a:rPr lang="en-US" altLang="ko" dirty="0"/>
              <a:t>5</a:t>
            </a:r>
            <a:endParaRPr dirty="0"/>
          </a:p>
        </p:txBody>
      </p:sp>
      <p:sp>
        <p:nvSpPr>
          <p:cNvPr id="2393" name="Google Shape;2393;p64"/>
          <p:cNvSpPr txBox="1"/>
          <p:nvPr/>
        </p:nvSpPr>
        <p:spPr>
          <a:xfrm>
            <a:off x="387900" y="1190175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34 main()</a:t>
            </a:r>
            <a:endParaRPr/>
          </a:p>
        </p:txBody>
      </p:sp>
      <p:grpSp>
        <p:nvGrpSpPr>
          <p:cNvPr id="2394" name="Google Shape;2394;p64"/>
          <p:cNvGrpSpPr/>
          <p:nvPr/>
        </p:nvGrpSpPr>
        <p:grpSpPr>
          <a:xfrm>
            <a:off x="498900" y="1670450"/>
            <a:ext cx="803700" cy="559200"/>
            <a:chOff x="725125" y="742575"/>
            <a:chExt cx="803700" cy="559200"/>
          </a:xfrm>
        </p:grpSpPr>
        <p:sp>
          <p:nvSpPr>
            <p:cNvPr id="2395" name="Google Shape;2395;p6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pBgin</a:t>
              </a:r>
              <a:endParaRPr/>
            </a:p>
          </p:txBody>
        </p:sp>
        <p:sp>
          <p:nvSpPr>
            <p:cNvPr id="2396" name="Google Shape;2396;p6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2397" name="Google Shape;2397;p64"/>
          <p:cNvGrpSpPr/>
          <p:nvPr/>
        </p:nvGrpSpPr>
        <p:grpSpPr>
          <a:xfrm>
            <a:off x="1571525" y="1670450"/>
            <a:ext cx="803700" cy="559200"/>
            <a:chOff x="725125" y="742575"/>
            <a:chExt cx="803700" cy="559200"/>
          </a:xfrm>
        </p:grpSpPr>
        <p:sp>
          <p:nvSpPr>
            <p:cNvPr id="2398" name="Google Shape;2398;p6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End</a:t>
              </a:r>
              <a:endParaRPr/>
            </a:p>
          </p:txBody>
        </p:sp>
        <p:sp>
          <p:nvSpPr>
            <p:cNvPr id="2399" name="Google Shape;2399;p6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2400" name="Google Shape;2400;p64"/>
          <p:cNvGrpSpPr/>
          <p:nvPr/>
        </p:nvGrpSpPr>
        <p:grpSpPr>
          <a:xfrm>
            <a:off x="1630225" y="4047925"/>
            <a:ext cx="803700" cy="838800"/>
            <a:chOff x="6538675" y="262075"/>
            <a:chExt cx="803700" cy="838800"/>
          </a:xfrm>
        </p:grpSpPr>
        <p:grpSp>
          <p:nvGrpSpPr>
            <p:cNvPr id="2401" name="Google Shape;2401;p64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402" name="Google Shape;2402;p64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2403" name="Google Shape;2403;p64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2404" name="Google Shape;2404;p64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0x02</a:t>
              </a:r>
              <a:endParaRPr sz="1200"/>
            </a:p>
          </p:txBody>
        </p:sp>
      </p:grpSp>
      <p:grpSp>
        <p:nvGrpSpPr>
          <p:cNvPr id="2405" name="Google Shape;2405;p64"/>
          <p:cNvGrpSpPr/>
          <p:nvPr/>
        </p:nvGrpSpPr>
        <p:grpSpPr>
          <a:xfrm>
            <a:off x="2777075" y="4047950"/>
            <a:ext cx="803700" cy="838800"/>
            <a:chOff x="6538675" y="262075"/>
            <a:chExt cx="803700" cy="838800"/>
          </a:xfrm>
        </p:grpSpPr>
        <p:sp>
          <p:nvSpPr>
            <p:cNvPr id="2406" name="Google Shape;2406;p64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0x03</a:t>
              </a:r>
              <a:endParaRPr sz="1200"/>
            </a:p>
          </p:txBody>
        </p:sp>
        <p:grpSp>
          <p:nvGrpSpPr>
            <p:cNvPr id="2407" name="Google Shape;2407;p64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408" name="Google Shape;2408;p64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2409" name="Google Shape;2409;p64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</p:grpSp>
      <p:grpSp>
        <p:nvGrpSpPr>
          <p:cNvPr id="2410" name="Google Shape;2410;p64"/>
          <p:cNvGrpSpPr/>
          <p:nvPr/>
        </p:nvGrpSpPr>
        <p:grpSpPr>
          <a:xfrm>
            <a:off x="3877650" y="4047950"/>
            <a:ext cx="803700" cy="838800"/>
            <a:chOff x="6538675" y="262075"/>
            <a:chExt cx="803700" cy="838800"/>
          </a:xfrm>
        </p:grpSpPr>
        <p:grpSp>
          <p:nvGrpSpPr>
            <p:cNvPr id="2411" name="Google Shape;2411;p64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412" name="Google Shape;2412;p64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0x03</a:t>
                </a:r>
                <a:endParaRPr/>
              </a:p>
            </p:txBody>
          </p:sp>
          <p:sp>
            <p:nvSpPr>
              <p:cNvPr id="2413" name="Google Shape;2413;p64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30</a:t>
                </a:r>
                <a:endParaRPr/>
              </a:p>
            </p:txBody>
          </p:sp>
        </p:grpSp>
        <p:sp>
          <p:nvSpPr>
            <p:cNvPr id="2414" name="Google Shape;2414;p64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>
                  <a:solidFill>
                    <a:schemeClr val="dk1"/>
                  </a:solidFill>
                </a:rPr>
                <a:t>0x06</a:t>
              </a:r>
              <a:endParaRPr sz="1200">
                <a:solidFill>
                  <a:schemeClr val="dk1"/>
                </a:solidFill>
              </a:endParaRPr>
            </a:p>
          </p:txBody>
        </p:sp>
      </p:grpSp>
      <p:cxnSp>
        <p:nvCxnSpPr>
          <p:cNvPr id="2415" name="Google Shape;2415;p64"/>
          <p:cNvCxnSpPr>
            <a:stCxn id="2404" idx="3"/>
            <a:endCxn id="2408" idx="1"/>
          </p:cNvCxnSpPr>
          <p:nvPr/>
        </p:nvCxnSpPr>
        <p:spPr>
          <a:xfrm rot="10800000" flipH="1">
            <a:off x="2433925" y="4187725"/>
            <a:ext cx="3432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16" name="Google Shape;2416;p64"/>
          <p:cNvCxnSpPr>
            <a:endCxn id="2412" idx="1"/>
          </p:cNvCxnSpPr>
          <p:nvPr/>
        </p:nvCxnSpPr>
        <p:spPr>
          <a:xfrm rot="10800000" flipH="1">
            <a:off x="3580650" y="4187750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17" name="Google Shape;2417;p64"/>
          <p:cNvCxnSpPr>
            <a:stCxn id="2396" idx="1"/>
            <a:endCxn id="2402" idx="1"/>
          </p:cNvCxnSpPr>
          <p:nvPr/>
        </p:nvCxnSpPr>
        <p:spPr>
          <a:xfrm>
            <a:off x="498900" y="2089850"/>
            <a:ext cx="11313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418" name="Google Shape;2418;p64"/>
          <p:cNvGrpSpPr/>
          <p:nvPr/>
        </p:nvGrpSpPr>
        <p:grpSpPr>
          <a:xfrm>
            <a:off x="6134725" y="4047925"/>
            <a:ext cx="803700" cy="838800"/>
            <a:chOff x="6538675" y="262075"/>
            <a:chExt cx="803700" cy="838800"/>
          </a:xfrm>
        </p:grpSpPr>
        <p:grpSp>
          <p:nvGrpSpPr>
            <p:cNvPr id="2419" name="Google Shape;2419;p64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420" name="Google Shape;2420;p64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0x04</a:t>
                </a:r>
                <a:endParaRPr/>
              </a:p>
            </p:txBody>
          </p:sp>
          <p:sp>
            <p:nvSpPr>
              <p:cNvPr id="2421" name="Google Shape;2421;p64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40</a:t>
                </a:r>
                <a:endParaRPr/>
              </a:p>
            </p:txBody>
          </p:sp>
        </p:grpSp>
        <p:sp>
          <p:nvSpPr>
            <p:cNvPr id="2422" name="Google Shape;2422;p64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0x05</a:t>
              </a:r>
              <a:endParaRPr sz="1200"/>
            </a:p>
          </p:txBody>
        </p:sp>
      </p:grpSp>
      <p:grpSp>
        <p:nvGrpSpPr>
          <p:cNvPr id="2423" name="Google Shape;2423;p64"/>
          <p:cNvGrpSpPr/>
          <p:nvPr/>
        </p:nvGrpSpPr>
        <p:grpSpPr>
          <a:xfrm>
            <a:off x="7235300" y="4047925"/>
            <a:ext cx="803700" cy="838800"/>
            <a:chOff x="6538675" y="262075"/>
            <a:chExt cx="803700" cy="838800"/>
          </a:xfrm>
        </p:grpSpPr>
        <p:grpSp>
          <p:nvGrpSpPr>
            <p:cNvPr id="2424" name="Google Shape;2424;p64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425" name="Google Shape;2425;p64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0x05</a:t>
                </a:r>
                <a:endParaRPr/>
              </a:p>
            </p:txBody>
          </p:sp>
          <p:sp>
            <p:nvSpPr>
              <p:cNvPr id="2426" name="Google Shape;2426;p64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50</a:t>
                </a:r>
                <a:endParaRPr/>
              </a:p>
            </p:txBody>
          </p:sp>
        </p:grpSp>
        <p:sp>
          <p:nvSpPr>
            <p:cNvPr id="2427" name="Google Shape;2427;p64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pNext</a:t>
              </a:r>
              <a:endParaRPr sz="1200"/>
            </a:p>
          </p:txBody>
        </p:sp>
      </p:grpSp>
      <p:cxnSp>
        <p:nvCxnSpPr>
          <p:cNvPr id="2428" name="Google Shape;2428;p64"/>
          <p:cNvCxnSpPr>
            <a:stCxn id="2422" idx="3"/>
            <a:endCxn id="2425" idx="1"/>
          </p:cNvCxnSpPr>
          <p:nvPr/>
        </p:nvCxnSpPr>
        <p:spPr>
          <a:xfrm rot="10800000" flipH="1">
            <a:off x="6938425" y="4187725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429" name="Google Shape;2429;p64"/>
          <p:cNvGrpSpPr/>
          <p:nvPr/>
        </p:nvGrpSpPr>
        <p:grpSpPr>
          <a:xfrm>
            <a:off x="4362350" y="1865738"/>
            <a:ext cx="803700" cy="559200"/>
            <a:chOff x="725125" y="742575"/>
            <a:chExt cx="803700" cy="559200"/>
          </a:xfrm>
        </p:grpSpPr>
        <p:sp>
          <p:nvSpPr>
            <p:cNvPr id="2430" name="Google Shape;2430;p6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pStart</a:t>
              </a:r>
              <a:endParaRPr sz="1200"/>
            </a:p>
          </p:txBody>
        </p:sp>
        <p:sp>
          <p:nvSpPr>
            <p:cNvPr id="2431" name="Google Shape;2431;p6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2432" name="Google Shape;2432;p64"/>
          <p:cNvGrpSpPr/>
          <p:nvPr/>
        </p:nvGrpSpPr>
        <p:grpSpPr>
          <a:xfrm>
            <a:off x="5357050" y="1865738"/>
            <a:ext cx="803700" cy="559200"/>
            <a:chOff x="725125" y="742575"/>
            <a:chExt cx="803700" cy="559200"/>
          </a:xfrm>
        </p:grpSpPr>
        <p:sp>
          <p:nvSpPr>
            <p:cNvPr id="2433" name="Google Shape;2433;p6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del</a:t>
              </a:r>
              <a:endParaRPr sz="1200"/>
            </a:p>
          </p:txBody>
        </p:sp>
        <p:sp>
          <p:nvSpPr>
            <p:cNvPr id="2434" name="Google Shape;2434;p6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60</a:t>
              </a:r>
              <a:endParaRPr/>
            </a:p>
          </p:txBody>
        </p:sp>
      </p:grpSp>
      <p:cxnSp>
        <p:nvCxnSpPr>
          <p:cNvPr id="2435" name="Google Shape;2435;p64"/>
          <p:cNvCxnSpPr>
            <a:stCxn id="2431" idx="1"/>
            <a:endCxn id="2402" idx="1"/>
          </p:cNvCxnSpPr>
          <p:nvPr/>
        </p:nvCxnSpPr>
        <p:spPr>
          <a:xfrm flipH="1">
            <a:off x="1630250" y="2285138"/>
            <a:ext cx="2732100" cy="1902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36" name="Google Shape;2436;p64"/>
          <p:cNvCxnSpPr>
            <a:stCxn id="2399" idx="1"/>
            <a:endCxn id="2402" idx="1"/>
          </p:cNvCxnSpPr>
          <p:nvPr/>
        </p:nvCxnSpPr>
        <p:spPr>
          <a:xfrm>
            <a:off x="1571525" y="2089850"/>
            <a:ext cx="588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437" name="Google Shape;2437;p64"/>
          <p:cNvGrpSpPr/>
          <p:nvPr/>
        </p:nvGrpSpPr>
        <p:grpSpPr>
          <a:xfrm>
            <a:off x="4978225" y="4047913"/>
            <a:ext cx="803700" cy="838800"/>
            <a:chOff x="6538675" y="262075"/>
            <a:chExt cx="803700" cy="838800"/>
          </a:xfrm>
        </p:grpSpPr>
        <p:grpSp>
          <p:nvGrpSpPr>
            <p:cNvPr id="2438" name="Google Shape;2438;p64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439" name="Google Shape;2439;p64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0x06</a:t>
                </a:r>
                <a:endParaRPr/>
              </a:p>
            </p:txBody>
          </p:sp>
          <p:sp>
            <p:nvSpPr>
              <p:cNvPr id="2440" name="Google Shape;2440;p64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60</a:t>
                </a:r>
                <a:endParaRPr/>
              </a:p>
            </p:txBody>
          </p:sp>
        </p:grpSp>
        <p:sp>
          <p:nvSpPr>
            <p:cNvPr id="2441" name="Google Shape;2441;p64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0x04</a:t>
              </a:r>
              <a:endParaRPr sz="1200"/>
            </a:p>
          </p:txBody>
        </p:sp>
      </p:grpSp>
      <p:cxnSp>
        <p:nvCxnSpPr>
          <p:cNvPr id="2442" name="Google Shape;2442;p64"/>
          <p:cNvCxnSpPr>
            <a:stCxn id="2414" idx="3"/>
            <a:endCxn id="2439" idx="1"/>
          </p:cNvCxnSpPr>
          <p:nvPr/>
        </p:nvCxnSpPr>
        <p:spPr>
          <a:xfrm rot="10800000" flipH="1">
            <a:off x="4681350" y="4187750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43" name="Google Shape;2443;p64"/>
          <p:cNvCxnSpPr>
            <a:stCxn id="2441" idx="3"/>
            <a:endCxn id="2420" idx="1"/>
          </p:cNvCxnSpPr>
          <p:nvPr/>
        </p:nvCxnSpPr>
        <p:spPr>
          <a:xfrm rot="10800000" flipH="1">
            <a:off x="5781925" y="4187713"/>
            <a:ext cx="3528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444" name="Google Shape;2444;p64"/>
          <p:cNvGrpSpPr/>
          <p:nvPr/>
        </p:nvGrpSpPr>
        <p:grpSpPr>
          <a:xfrm>
            <a:off x="2594425" y="1658163"/>
            <a:ext cx="803700" cy="559200"/>
            <a:chOff x="725125" y="742575"/>
            <a:chExt cx="803700" cy="559200"/>
          </a:xfrm>
        </p:grpSpPr>
        <p:sp>
          <p:nvSpPr>
            <p:cNvPr id="2445" name="Google Shape;2445;p6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Find</a:t>
              </a:r>
              <a:endParaRPr/>
            </a:p>
          </p:txBody>
        </p:sp>
        <p:sp>
          <p:nvSpPr>
            <p:cNvPr id="2446" name="Google Shape;2446;p6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0x04</a:t>
              </a:r>
              <a:endParaRPr/>
            </a:p>
          </p:txBody>
        </p:sp>
      </p:grpSp>
      <p:cxnSp>
        <p:nvCxnSpPr>
          <p:cNvPr id="2447" name="Google Shape;2447;p64"/>
          <p:cNvCxnSpPr>
            <a:stCxn id="2446" idx="1"/>
            <a:endCxn id="2420" idx="1"/>
          </p:cNvCxnSpPr>
          <p:nvPr/>
        </p:nvCxnSpPr>
        <p:spPr>
          <a:xfrm>
            <a:off x="2594425" y="2077563"/>
            <a:ext cx="3540300" cy="21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48" name="Google Shape;2448;p64"/>
          <p:cNvSpPr txBox="1"/>
          <p:nvPr/>
        </p:nvSpPr>
        <p:spPr>
          <a:xfrm>
            <a:off x="4092850" y="1432950"/>
            <a:ext cx="3142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61 DeleteNodeData(pBegin, 60);</a:t>
            </a:r>
            <a:endParaRPr/>
          </a:p>
        </p:txBody>
      </p:sp>
      <p:cxnSp>
        <p:nvCxnSpPr>
          <p:cNvPr id="2449" name="Google Shape;2449;p64"/>
          <p:cNvCxnSpPr>
            <a:stCxn id="2396" idx="3"/>
            <a:endCxn id="2431" idx="1"/>
          </p:cNvCxnSpPr>
          <p:nvPr/>
        </p:nvCxnSpPr>
        <p:spPr>
          <a:xfrm>
            <a:off x="1302600" y="2089850"/>
            <a:ext cx="3059700" cy="19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grpSp>
        <p:nvGrpSpPr>
          <p:cNvPr id="2450" name="Google Shape;2450;p64"/>
          <p:cNvGrpSpPr/>
          <p:nvPr/>
        </p:nvGrpSpPr>
        <p:grpSpPr>
          <a:xfrm>
            <a:off x="7287625" y="2373850"/>
            <a:ext cx="803700" cy="559200"/>
            <a:chOff x="725125" y="742575"/>
            <a:chExt cx="803700" cy="559200"/>
          </a:xfrm>
        </p:grpSpPr>
        <p:sp>
          <p:nvSpPr>
            <p:cNvPr id="2451" name="Google Shape;2451;p6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pPre</a:t>
              </a:r>
              <a:endParaRPr/>
            </a:p>
          </p:txBody>
        </p:sp>
        <p:sp>
          <p:nvSpPr>
            <p:cNvPr id="2452" name="Google Shape;2452;p6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>
                  <a:solidFill>
                    <a:srgbClr val="FF0000"/>
                  </a:solidFill>
                </a:rPr>
                <a:t>0x0</a:t>
              </a:r>
              <a:r>
                <a:rPr lang="en-US" altLang="ko" dirty="0">
                  <a:solidFill>
                    <a:srgbClr val="FF0000"/>
                  </a:solidFill>
                </a:rPr>
                <a:t>3</a:t>
              </a:r>
              <a:endParaRPr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453" name="Google Shape;2453;p64"/>
          <p:cNvGrpSpPr/>
          <p:nvPr/>
        </p:nvGrpSpPr>
        <p:grpSpPr>
          <a:xfrm>
            <a:off x="7287625" y="3043163"/>
            <a:ext cx="803700" cy="559200"/>
            <a:chOff x="725125" y="742575"/>
            <a:chExt cx="803700" cy="559200"/>
          </a:xfrm>
        </p:grpSpPr>
        <p:sp>
          <p:nvSpPr>
            <p:cNvPr id="2454" name="Google Shape;2454;p6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pNode</a:t>
              </a:r>
              <a:endParaRPr/>
            </a:p>
          </p:txBody>
        </p:sp>
        <p:sp>
          <p:nvSpPr>
            <p:cNvPr id="2455" name="Google Shape;2455;p6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>
                  <a:solidFill>
                    <a:schemeClr val="tx1"/>
                  </a:solidFill>
                </a:rPr>
                <a:t>0x03</a:t>
              </a:r>
              <a:endParaRPr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456" name="Google Shape;2456;p64"/>
          <p:cNvCxnSpPr>
            <a:stCxn id="2455" idx="1"/>
            <a:endCxn id="2412" idx="0"/>
          </p:cNvCxnSpPr>
          <p:nvPr/>
        </p:nvCxnSpPr>
        <p:spPr>
          <a:xfrm flipH="1">
            <a:off x="4279525" y="3462563"/>
            <a:ext cx="3008100" cy="58530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57" name="Google Shape;2457;p64"/>
          <p:cNvSpPr txBox="1"/>
          <p:nvPr/>
        </p:nvSpPr>
        <p:spPr>
          <a:xfrm>
            <a:off x="5160625" y="138238"/>
            <a:ext cx="38526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FF0000"/>
                </a:solidFill>
              </a:rPr>
              <a:t>0x03</a:t>
            </a:r>
            <a:r>
              <a:rPr lang="ko"/>
              <a:t>-&gt;pNext = pNode-&gt;pNext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pPre-&gt;pNext = pNode-&gt;pNext</a:t>
            </a:r>
            <a:br>
              <a:rPr lang="ko"/>
            </a:br>
            <a:r>
              <a:rPr lang="ko"/>
              <a:t>이전노드의 값을 찾기를 통해서는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이전값을 찾을수 없다.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그러므로, 찾으면서 이전값을 저장해야한다.</a:t>
            </a:r>
            <a:endParaRPr/>
          </a:p>
        </p:txBody>
      </p:sp>
      <p:cxnSp>
        <p:nvCxnSpPr>
          <p:cNvPr id="2458" name="Google Shape;2458;p64"/>
          <p:cNvCxnSpPr>
            <a:stCxn id="2431" idx="2"/>
            <a:endCxn id="2455" idx="0"/>
          </p:cNvCxnSpPr>
          <p:nvPr/>
        </p:nvCxnSpPr>
        <p:spPr>
          <a:xfrm>
            <a:off x="4764200" y="2424938"/>
            <a:ext cx="2925300" cy="8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2459" name="Google Shape;2459;p64"/>
          <p:cNvSpPr txBox="1"/>
          <p:nvPr/>
        </p:nvSpPr>
        <p:spPr>
          <a:xfrm>
            <a:off x="5337725" y="2713650"/>
            <a:ext cx="62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116</a:t>
            </a:r>
            <a:endParaRPr/>
          </a:p>
        </p:txBody>
      </p:sp>
      <p:sp>
        <p:nvSpPr>
          <p:cNvPr id="2460" name="Google Shape;2460;p64"/>
          <p:cNvSpPr txBox="1"/>
          <p:nvPr/>
        </p:nvSpPr>
        <p:spPr>
          <a:xfrm>
            <a:off x="6608300" y="2161488"/>
            <a:ext cx="62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115</a:t>
            </a:r>
            <a:endParaRPr/>
          </a:p>
        </p:txBody>
      </p:sp>
      <p:cxnSp>
        <p:nvCxnSpPr>
          <p:cNvPr id="2461" name="Google Shape;2461;p64"/>
          <p:cNvCxnSpPr>
            <a:stCxn id="2406" idx="3"/>
            <a:endCxn id="2455" idx="0"/>
          </p:cNvCxnSpPr>
          <p:nvPr/>
        </p:nvCxnSpPr>
        <p:spPr>
          <a:xfrm rot="10800000" flipH="1">
            <a:off x="3580775" y="3322850"/>
            <a:ext cx="4108800" cy="142410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2462" name="Google Shape;2462;p64"/>
          <p:cNvSpPr txBox="1"/>
          <p:nvPr/>
        </p:nvSpPr>
        <p:spPr>
          <a:xfrm>
            <a:off x="6418457" y="3548260"/>
            <a:ext cx="62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128</a:t>
            </a:r>
            <a:endParaRPr/>
          </a:p>
        </p:txBody>
      </p:sp>
      <p:cxnSp>
        <p:nvCxnSpPr>
          <p:cNvPr id="2463" name="Google Shape;2463;p64"/>
          <p:cNvCxnSpPr>
            <a:stCxn id="2455" idx="2"/>
            <a:endCxn id="2452" idx="0"/>
          </p:cNvCxnSpPr>
          <p:nvPr/>
        </p:nvCxnSpPr>
        <p:spPr>
          <a:xfrm rot="10800000">
            <a:off x="7689475" y="2653463"/>
            <a:ext cx="0" cy="9489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2464" name="Google Shape;2464;p64"/>
          <p:cNvCxnSpPr>
            <a:cxnSpLocks/>
            <a:endCxn id="2412" idx="1"/>
          </p:cNvCxnSpPr>
          <p:nvPr/>
        </p:nvCxnSpPr>
        <p:spPr>
          <a:xfrm flipH="1">
            <a:off x="3877650" y="2793350"/>
            <a:ext cx="3409925" cy="13944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65" name="Google Shape;2465;p64"/>
          <p:cNvSpPr txBox="1"/>
          <p:nvPr/>
        </p:nvSpPr>
        <p:spPr>
          <a:xfrm>
            <a:off x="7750175" y="2793338"/>
            <a:ext cx="62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127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8789122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2" name="Google Shape;2392;p6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삭제  해결방법 </a:t>
            </a:r>
            <a:r>
              <a:rPr lang="en-US" altLang="ko" dirty="0"/>
              <a:t>6</a:t>
            </a:r>
            <a:endParaRPr dirty="0"/>
          </a:p>
        </p:txBody>
      </p:sp>
      <p:sp>
        <p:nvSpPr>
          <p:cNvPr id="2393" name="Google Shape;2393;p64"/>
          <p:cNvSpPr txBox="1"/>
          <p:nvPr/>
        </p:nvSpPr>
        <p:spPr>
          <a:xfrm>
            <a:off x="387900" y="1190175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34 main()</a:t>
            </a:r>
            <a:endParaRPr/>
          </a:p>
        </p:txBody>
      </p:sp>
      <p:grpSp>
        <p:nvGrpSpPr>
          <p:cNvPr id="2394" name="Google Shape;2394;p64"/>
          <p:cNvGrpSpPr/>
          <p:nvPr/>
        </p:nvGrpSpPr>
        <p:grpSpPr>
          <a:xfrm>
            <a:off x="498900" y="1670450"/>
            <a:ext cx="803700" cy="559200"/>
            <a:chOff x="725125" y="742575"/>
            <a:chExt cx="803700" cy="559200"/>
          </a:xfrm>
        </p:grpSpPr>
        <p:sp>
          <p:nvSpPr>
            <p:cNvPr id="2395" name="Google Shape;2395;p6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pBgin</a:t>
              </a:r>
              <a:endParaRPr/>
            </a:p>
          </p:txBody>
        </p:sp>
        <p:sp>
          <p:nvSpPr>
            <p:cNvPr id="2396" name="Google Shape;2396;p6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2397" name="Google Shape;2397;p64"/>
          <p:cNvGrpSpPr/>
          <p:nvPr/>
        </p:nvGrpSpPr>
        <p:grpSpPr>
          <a:xfrm>
            <a:off x="1571525" y="1670450"/>
            <a:ext cx="803700" cy="559200"/>
            <a:chOff x="725125" y="742575"/>
            <a:chExt cx="803700" cy="559200"/>
          </a:xfrm>
        </p:grpSpPr>
        <p:sp>
          <p:nvSpPr>
            <p:cNvPr id="2398" name="Google Shape;2398;p6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End</a:t>
              </a:r>
              <a:endParaRPr/>
            </a:p>
          </p:txBody>
        </p:sp>
        <p:sp>
          <p:nvSpPr>
            <p:cNvPr id="2399" name="Google Shape;2399;p6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2400" name="Google Shape;2400;p64"/>
          <p:cNvGrpSpPr/>
          <p:nvPr/>
        </p:nvGrpSpPr>
        <p:grpSpPr>
          <a:xfrm>
            <a:off x="1630225" y="4047925"/>
            <a:ext cx="803700" cy="838800"/>
            <a:chOff x="6538675" y="262075"/>
            <a:chExt cx="803700" cy="838800"/>
          </a:xfrm>
        </p:grpSpPr>
        <p:grpSp>
          <p:nvGrpSpPr>
            <p:cNvPr id="2401" name="Google Shape;2401;p64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402" name="Google Shape;2402;p64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2403" name="Google Shape;2403;p64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2404" name="Google Shape;2404;p64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0x02</a:t>
              </a:r>
              <a:endParaRPr sz="1200"/>
            </a:p>
          </p:txBody>
        </p:sp>
      </p:grpSp>
      <p:grpSp>
        <p:nvGrpSpPr>
          <p:cNvPr id="2405" name="Google Shape;2405;p64"/>
          <p:cNvGrpSpPr/>
          <p:nvPr/>
        </p:nvGrpSpPr>
        <p:grpSpPr>
          <a:xfrm>
            <a:off x="2777075" y="4047950"/>
            <a:ext cx="803700" cy="838800"/>
            <a:chOff x="6538675" y="262075"/>
            <a:chExt cx="803700" cy="838800"/>
          </a:xfrm>
        </p:grpSpPr>
        <p:sp>
          <p:nvSpPr>
            <p:cNvPr id="2406" name="Google Shape;2406;p64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0x03</a:t>
              </a:r>
              <a:endParaRPr sz="1200"/>
            </a:p>
          </p:txBody>
        </p:sp>
        <p:grpSp>
          <p:nvGrpSpPr>
            <p:cNvPr id="2407" name="Google Shape;2407;p64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408" name="Google Shape;2408;p64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2409" name="Google Shape;2409;p64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</p:grpSp>
      <p:grpSp>
        <p:nvGrpSpPr>
          <p:cNvPr id="2410" name="Google Shape;2410;p64"/>
          <p:cNvGrpSpPr/>
          <p:nvPr/>
        </p:nvGrpSpPr>
        <p:grpSpPr>
          <a:xfrm>
            <a:off x="3877650" y="4047950"/>
            <a:ext cx="803700" cy="838800"/>
            <a:chOff x="6538675" y="262075"/>
            <a:chExt cx="803700" cy="838800"/>
          </a:xfrm>
        </p:grpSpPr>
        <p:grpSp>
          <p:nvGrpSpPr>
            <p:cNvPr id="2411" name="Google Shape;2411;p64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412" name="Google Shape;2412;p64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0x03</a:t>
                </a:r>
                <a:endParaRPr/>
              </a:p>
            </p:txBody>
          </p:sp>
          <p:sp>
            <p:nvSpPr>
              <p:cNvPr id="2413" name="Google Shape;2413;p64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30</a:t>
                </a:r>
                <a:endParaRPr/>
              </a:p>
            </p:txBody>
          </p:sp>
        </p:grpSp>
        <p:sp>
          <p:nvSpPr>
            <p:cNvPr id="2414" name="Google Shape;2414;p64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>
                  <a:solidFill>
                    <a:schemeClr val="dk1"/>
                  </a:solidFill>
                </a:rPr>
                <a:t>0x06</a:t>
              </a:r>
              <a:endParaRPr sz="1200">
                <a:solidFill>
                  <a:schemeClr val="dk1"/>
                </a:solidFill>
              </a:endParaRPr>
            </a:p>
          </p:txBody>
        </p:sp>
      </p:grpSp>
      <p:cxnSp>
        <p:nvCxnSpPr>
          <p:cNvPr id="2415" name="Google Shape;2415;p64"/>
          <p:cNvCxnSpPr>
            <a:stCxn id="2404" idx="3"/>
            <a:endCxn id="2408" idx="1"/>
          </p:cNvCxnSpPr>
          <p:nvPr/>
        </p:nvCxnSpPr>
        <p:spPr>
          <a:xfrm rot="10800000" flipH="1">
            <a:off x="2433925" y="4187725"/>
            <a:ext cx="3432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16" name="Google Shape;2416;p64"/>
          <p:cNvCxnSpPr>
            <a:endCxn id="2412" idx="1"/>
          </p:cNvCxnSpPr>
          <p:nvPr/>
        </p:nvCxnSpPr>
        <p:spPr>
          <a:xfrm rot="10800000" flipH="1">
            <a:off x="3580650" y="4187750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17" name="Google Shape;2417;p64"/>
          <p:cNvCxnSpPr>
            <a:stCxn id="2396" idx="1"/>
            <a:endCxn id="2402" idx="1"/>
          </p:cNvCxnSpPr>
          <p:nvPr/>
        </p:nvCxnSpPr>
        <p:spPr>
          <a:xfrm>
            <a:off x="498900" y="2089850"/>
            <a:ext cx="11313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418" name="Google Shape;2418;p64"/>
          <p:cNvGrpSpPr/>
          <p:nvPr/>
        </p:nvGrpSpPr>
        <p:grpSpPr>
          <a:xfrm>
            <a:off x="6134725" y="4047925"/>
            <a:ext cx="803700" cy="838800"/>
            <a:chOff x="6538675" y="262075"/>
            <a:chExt cx="803700" cy="838800"/>
          </a:xfrm>
        </p:grpSpPr>
        <p:grpSp>
          <p:nvGrpSpPr>
            <p:cNvPr id="2419" name="Google Shape;2419;p64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420" name="Google Shape;2420;p64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0x04</a:t>
                </a:r>
                <a:endParaRPr/>
              </a:p>
            </p:txBody>
          </p:sp>
          <p:sp>
            <p:nvSpPr>
              <p:cNvPr id="2421" name="Google Shape;2421;p64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40</a:t>
                </a:r>
                <a:endParaRPr/>
              </a:p>
            </p:txBody>
          </p:sp>
        </p:grpSp>
        <p:sp>
          <p:nvSpPr>
            <p:cNvPr id="2422" name="Google Shape;2422;p64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0x05</a:t>
              </a:r>
              <a:endParaRPr sz="1200"/>
            </a:p>
          </p:txBody>
        </p:sp>
      </p:grpSp>
      <p:grpSp>
        <p:nvGrpSpPr>
          <p:cNvPr id="2423" name="Google Shape;2423;p64"/>
          <p:cNvGrpSpPr/>
          <p:nvPr/>
        </p:nvGrpSpPr>
        <p:grpSpPr>
          <a:xfrm>
            <a:off x="7235300" y="4047925"/>
            <a:ext cx="803700" cy="838800"/>
            <a:chOff x="6538675" y="262075"/>
            <a:chExt cx="803700" cy="838800"/>
          </a:xfrm>
        </p:grpSpPr>
        <p:grpSp>
          <p:nvGrpSpPr>
            <p:cNvPr id="2424" name="Google Shape;2424;p64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425" name="Google Shape;2425;p64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0x05</a:t>
                </a:r>
                <a:endParaRPr/>
              </a:p>
            </p:txBody>
          </p:sp>
          <p:sp>
            <p:nvSpPr>
              <p:cNvPr id="2426" name="Google Shape;2426;p64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50</a:t>
                </a:r>
                <a:endParaRPr/>
              </a:p>
            </p:txBody>
          </p:sp>
        </p:grpSp>
        <p:sp>
          <p:nvSpPr>
            <p:cNvPr id="2427" name="Google Shape;2427;p64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pNext</a:t>
              </a:r>
              <a:endParaRPr sz="1200"/>
            </a:p>
          </p:txBody>
        </p:sp>
      </p:grpSp>
      <p:cxnSp>
        <p:nvCxnSpPr>
          <p:cNvPr id="2428" name="Google Shape;2428;p64"/>
          <p:cNvCxnSpPr>
            <a:stCxn id="2422" idx="3"/>
            <a:endCxn id="2425" idx="1"/>
          </p:cNvCxnSpPr>
          <p:nvPr/>
        </p:nvCxnSpPr>
        <p:spPr>
          <a:xfrm rot="10800000" flipH="1">
            <a:off x="6938425" y="4187725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429" name="Google Shape;2429;p64"/>
          <p:cNvGrpSpPr/>
          <p:nvPr/>
        </p:nvGrpSpPr>
        <p:grpSpPr>
          <a:xfrm>
            <a:off x="4362350" y="1865738"/>
            <a:ext cx="803700" cy="559200"/>
            <a:chOff x="725125" y="742575"/>
            <a:chExt cx="803700" cy="559200"/>
          </a:xfrm>
        </p:grpSpPr>
        <p:sp>
          <p:nvSpPr>
            <p:cNvPr id="2430" name="Google Shape;2430;p6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pStart</a:t>
              </a:r>
              <a:endParaRPr sz="1200"/>
            </a:p>
          </p:txBody>
        </p:sp>
        <p:sp>
          <p:nvSpPr>
            <p:cNvPr id="2431" name="Google Shape;2431;p6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2432" name="Google Shape;2432;p64"/>
          <p:cNvGrpSpPr/>
          <p:nvPr/>
        </p:nvGrpSpPr>
        <p:grpSpPr>
          <a:xfrm>
            <a:off x="5357050" y="1865738"/>
            <a:ext cx="803700" cy="559200"/>
            <a:chOff x="725125" y="742575"/>
            <a:chExt cx="803700" cy="559200"/>
          </a:xfrm>
        </p:grpSpPr>
        <p:sp>
          <p:nvSpPr>
            <p:cNvPr id="2433" name="Google Shape;2433;p6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del</a:t>
              </a:r>
              <a:endParaRPr sz="1200"/>
            </a:p>
          </p:txBody>
        </p:sp>
        <p:sp>
          <p:nvSpPr>
            <p:cNvPr id="2434" name="Google Shape;2434;p6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60</a:t>
              </a:r>
              <a:endParaRPr/>
            </a:p>
          </p:txBody>
        </p:sp>
      </p:grpSp>
      <p:cxnSp>
        <p:nvCxnSpPr>
          <p:cNvPr id="2435" name="Google Shape;2435;p64"/>
          <p:cNvCxnSpPr>
            <a:stCxn id="2431" idx="1"/>
            <a:endCxn id="2402" idx="1"/>
          </p:cNvCxnSpPr>
          <p:nvPr/>
        </p:nvCxnSpPr>
        <p:spPr>
          <a:xfrm flipH="1">
            <a:off x="1630250" y="2285138"/>
            <a:ext cx="2732100" cy="1902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36" name="Google Shape;2436;p64"/>
          <p:cNvCxnSpPr>
            <a:stCxn id="2399" idx="1"/>
            <a:endCxn id="2402" idx="1"/>
          </p:cNvCxnSpPr>
          <p:nvPr/>
        </p:nvCxnSpPr>
        <p:spPr>
          <a:xfrm>
            <a:off x="1571525" y="2089850"/>
            <a:ext cx="588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437" name="Google Shape;2437;p64"/>
          <p:cNvGrpSpPr/>
          <p:nvPr/>
        </p:nvGrpSpPr>
        <p:grpSpPr>
          <a:xfrm>
            <a:off x="4978225" y="4047913"/>
            <a:ext cx="803700" cy="838800"/>
            <a:chOff x="6538675" y="262075"/>
            <a:chExt cx="803700" cy="838800"/>
          </a:xfrm>
        </p:grpSpPr>
        <p:grpSp>
          <p:nvGrpSpPr>
            <p:cNvPr id="2438" name="Google Shape;2438;p64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439" name="Google Shape;2439;p64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0x06</a:t>
                </a:r>
                <a:endParaRPr/>
              </a:p>
            </p:txBody>
          </p:sp>
          <p:sp>
            <p:nvSpPr>
              <p:cNvPr id="2440" name="Google Shape;2440;p64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dirty="0"/>
                  <a:t>60</a:t>
                </a:r>
                <a:endParaRPr dirty="0"/>
              </a:p>
            </p:txBody>
          </p:sp>
        </p:grpSp>
        <p:sp>
          <p:nvSpPr>
            <p:cNvPr id="2441" name="Google Shape;2441;p64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0x04</a:t>
              </a:r>
              <a:endParaRPr sz="1200"/>
            </a:p>
          </p:txBody>
        </p:sp>
      </p:grpSp>
      <p:cxnSp>
        <p:nvCxnSpPr>
          <p:cNvPr id="2442" name="Google Shape;2442;p64"/>
          <p:cNvCxnSpPr>
            <a:stCxn id="2414" idx="3"/>
            <a:endCxn id="2439" idx="1"/>
          </p:cNvCxnSpPr>
          <p:nvPr/>
        </p:nvCxnSpPr>
        <p:spPr>
          <a:xfrm rot="10800000" flipH="1">
            <a:off x="4681350" y="4187750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43" name="Google Shape;2443;p64"/>
          <p:cNvCxnSpPr>
            <a:stCxn id="2441" idx="3"/>
            <a:endCxn id="2420" idx="1"/>
          </p:cNvCxnSpPr>
          <p:nvPr/>
        </p:nvCxnSpPr>
        <p:spPr>
          <a:xfrm rot="10800000" flipH="1">
            <a:off x="5781925" y="4187713"/>
            <a:ext cx="3528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444" name="Google Shape;2444;p64"/>
          <p:cNvGrpSpPr/>
          <p:nvPr/>
        </p:nvGrpSpPr>
        <p:grpSpPr>
          <a:xfrm>
            <a:off x="2594425" y="1658163"/>
            <a:ext cx="803700" cy="559200"/>
            <a:chOff x="725125" y="742575"/>
            <a:chExt cx="803700" cy="559200"/>
          </a:xfrm>
        </p:grpSpPr>
        <p:sp>
          <p:nvSpPr>
            <p:cNvPr id="2445" name="Google Shape;2445;p6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Find</a:t>
              </a:r>
              <a:endParaRPr/>
            </a:p>
          </p:txBody>
        </p:sp>
        <p:sp>
          <p:nvSpPr>
            <p:cNvPr id="2446" name="Google Shape;2446;p6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0x04</a:t>
              </a:r>
              <a:endParaRPr/>
            </a:p>
          </p:txBody>
        </p:sp>
      </p:grpSp>
      <p:cxnSp>
        <p:nvCxnSpPr>
          <p:cNvPr id="2447" name="Google Shape;2447;p64"/>
          <p:cNvCxnSpPr>
            <a:stCxn id="2446" idx="1"/>
            <a:endCxn id="2420" idx="1"/>
          </p:cNvCxnSpPr>
          <p:nvPr/>
        </p:nvCxnSpPr>
        <p:spPr>
          <a:xfrm>
            <a:off x="2594425" y="2077563"/>
            <a:ext cx="3540300" cy="21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48" name="Google Shape;2448;p64"/>
          <p:cNvSpPr txBox="1"/>
          <p:nvPr/>
        </p:nvSpPr>
        <p:spPr>
          <a:xfrm>
            <a:off x="4092850" y="1432950"/>
            <a:ext cx="3142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61 DeleteNodeData(pBegin, 60);</a:t>
            </a:r>
            <a:endParaRPr/>
          </a:p>
        </p:txBody>
      </p:sp>
      <p:cxnSp>
        <p:nvCxnSpPr>
          <p:cNvPr id="2449" name="Google Shape;2449;p64"/>
          <p:cNvCxnSpPr>
            <a:stCxn id="2396" idx="3"/>
            <a:endCxn id="2431" idx="1"/>
          </p:cNvCxnSpPr>
          <p:nvPr/>
        </p:nvCxnSpPr>
        <p:spPr>
          <a:xfrm>
            <a:off x="1302600" y="2089850"/>
            <a:ext cx="3059700" cy="19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grpSp>
        <p:nvGrpSpPr>
          <p:cNvPr id="2450" name="Google Shape;2450;p64"/>
          <p:cNvGrpSpPr/>
          <p:nvPr/>
        </p:nvGrpSpPr>
        <p:grpSpPr>
          <a:xfrm>
            <a:off x="7287625" y="2373850"/>
            <a:ext cx="803700" cy="559200"/>
            <a:chOff x="725125" y="742575"/>
            <a:chExt cx="803700" cy="559200"/>
          </a:xfrm>
        </p:grpSpPr>
        <p:sp>
          <p:nvSpPr>
            <p:cNvPr id="2451" name="Google Shape;2451;p6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pPre</a:t>
              </a:r>
              <a:endParaRPr/>
            </a:p>
          </p:txBody>
        </p:sp>
        <p:sp>
          <p:nvSpPr>
            <p:cNvPr id="2452" name="Google Shape;2452;p6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>
                  <a:solidFill>
                    <a:schemeClr val="tx1"/>
                  </a:solidFill>
                </a:rPr>
                <a:t>0x0</a:t>
              </a:r>
              <a:r>
                <a:rPr lang="en-US" altLang="ko" dirty="0">
                  <a:solidFill>
                    <a:schemeClr val="tx1"/>
                  </a:solidFill>
                </a:rPr>
                <a:t>3</a:t>
              </a:r>
              <a:endParaRPr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453" name="Google Shape;2453;p64"/>
          <p:cNvGrpSpPr/>
          <p:nvPr/>
        </p:nvGrpSpPr>
        <p:grpSpPr>
          <a:xfrm>
            <a:off x="7287625" y="3043163"/>
            <a:ext cx="803700" cy="559200"/>
            <a:chOff x="725125" y="742575"/>
            <a:chExt cx="803700" cy="559200"/>
          </a:xfrm>
        </p:grpSpPr>
        <p:sp>
          <p:nvSpPr>
            <p:cNvPr id="2454" name="Google Shape;2454;p6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pNode</a:t>
              </a:r>
              <a:endParaRPr/>
            </a:p>
          </p:txBody>
        </p:sp>
        <p:sp>
          <p:nvSpPr>
            <p:cNvPr id="2455" name="Google Shape;2455;p6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>
                  <a:solidFill>
                    <a:srgbClr val="FF0000"/>
                  </a:solidFill>
                </a:rPr>
                <a:t>0x0</a:t>
              </a:r>
              <a:r>
                <a:rPr lang="en-US" altLang="ko" dirty="0">
                  <a:solidFill>
                    <a:srgbClr val="FF0000"/>
                  </a:solidFill>
                </a:rPr>
                <a:t>6</a:t>
              </a:r>
              <a:endParaRPr dirty="0">
                <a:solidFill>
                  <a:srgbClr val="FF0000"/>
                </a:solidFill>
              </a:endParaRPr>
            </a:p>
          </p:txBody>
        </p:sp>
      </p:grpSp>
      <p:cxnSp>
        <p:nvCxnSpPr>
          <p:cNvPr id="2456" name="Google Shape;2456;p64"/>
          <p:cNvCxnSpPr>
            <a:cxnSpLocks/>
            <a:stCxn id="2455" idx="1"/>
            <a:endCxn id="2439" idx="1"/>
          </p:cNvCxnSpPr>
          <p:nvPr/>
        </p:nvCxnSpPr>
        <p:spPr>
          <a:xfrm flipH="1">
            <a:off x="4978225" y="3462563"/>
            <a:ext cx="2309400" cy="72515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57" name="Google Shape;2457;p64"/>
          <p:cNvSpPr txBox="1"/>
          <p:nvPr/>
        </p:nvSpPr>
        <p:spPr>
          <a:xfrm>
            <a:off x="5160625" y="138238"/>
            <a:ext cx="38526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FF0000"/>
                </a:solidFill>
              </a:rPr>
              <a:t>0x03</a:t>
            </a:r>
            <a:r>
              <a:rPr lang="ko"/>
              <a:t>-&gt;pNext = pNode-&gt;pNext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pPre-&gt;pNext = pNode-&gt;pNext</a:t>
            </a:r>
            <a:br>
              <a:rPr lang="ko"/>
            </a:br>
            <a:r>
              <a:rPr lang="ko"/>
              <a:t>이전노드의 값을 찾기를 통해서는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이전값을 찾을수 없다.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그러므로, 찾으면서 이전값을 저장해야한다.</a:t>
            </a:r>
            <a:endParaRPr/>
          </a:p>
        </p:txBody>
      </p:sp>
      <p:cxnSp>
        <p:nvCxnSpPr>
          <p:cNvPr id="2458" name="Google Shape;2458;p64"/>
          <p:cNvCxnSpPr>
            <a:stCxn id="2431" idx="2"/>
            <a:endCxn id="2455" idx="0"/>
          </p:cNvCxnSpPr>
          <p:nvPr/>
        </p:nvCxnSpPr>
        <p:spPr>
          <a:xfrm>
            <a:off x="4764200" y="2424938"/>
            <a:ext cx="2925300" cy="8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2459" name="Google Shape;2459;p64"/>
          <p:cNvSpPr txBox="1"/>
          <p:nvPr/>
        </p:nvSpPr>
        <p:spPr>
          <a:xfrm>
            <a:off x="5337725" y="2713650"/>
            <a:ext cx="62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116</a:t>
            </a:r>
            <a:endParaRPr/>
          </a:p>
        </p:txBody>
      </p:sp>
      <p:sp>
        <p:nvSpPr>
          <p:cNvPr id="2460" name="Google Shape;2460;p64"/>
          <p:cNvSpPr txBox="1"/>
          <p:nvPr/>
        </p:nvSpPr>
        <p:spPr>
          <a:xfrm>
            <a:off x="6608300" y="2161488"/>
            <a:ext cx="62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115</a:t>
            </a:r>
            <a:endParaRPr/>
          </a:p>
        </p:txBody>
      </p:sp>
      <p:cxnSp>
        <p:nvCxnSpPr>
          <p:cNvPr id="2461" name="Google Shape;2461;p64"/>
          <p:cNvCxnSpPr>
            <a:cxnSpLocks/>
            <a:stCxn id="2414" idx="3"/>
            <a:endCxn id="2455" idx="0"/>
          </p:cNvCxnSpPr>
          <p:nvPr/>
        </p:nvCxnSpPr>
        <p:spPr>
          <a:xfrm flipV="1">
            <a:off x="4681350" y="3322763"/>
            <a:ext cx="3008125" cy="1424187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2462" name="Google Shape;2462;p64"/>
          <p:cNvSpPr txBox="1"/>
          <p:nvPr/>
        </p:nvSpPr>
        <p:spPr>
          <a:xfrm>
            <a:off x="6418457" y="3548260"/>
            <a:ext cx="62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128</a:t>
            </a:r>
            <a:endParaRPr/>
          </a:p>
        </p:txBody>
      </p:sp>
      <p:cxnSp>
        <p:nvCxnSpPr>
          <p:cNvPr id="2464" name="Google Shape;2464;p64"/>
          <p:cNvCxnSpPr>
            <a:cxnSpLocks/>
            <a:endCxn id="2412" idx="1"/>
          </p:cNvCxnSpPr>
          <p:nvPr/>
        </p:nvCxnSpPr>
        <p:spPr>
          <a:xfrm flipH="1">
            <a:off x="3877650" y="2793350"/>
            <a:ext cx="3409925" cy="1394400"/>
          </a:xfrm>
          <a:prstGeom prst="straightConnector1">
            <a:avLst/>
          </a:prstGeom>
          <a:noFill/>
          <a:ln w="9525" cap="flat" cmpd="sng">
            <a:solidFill>
              <a:schemeClr val="bg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65" name="Google Shape;2465;p64"/>
          <p:cNvSpPr txBox="1"/>
          <p:nvPr/>
        </p:nvSpPr>
        <p:spPr>
          <a:xfrm>
            <a:off x="7750175" y="2793338"/>
            <a:ext cx="62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127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3612285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2" name="Google Shape;2392;p6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삭제  해결방법 </a:t>
            </a:r>
            <a:r>
              <a:rPr lang="en-US" altLang="ko" dirty="0"/>
              <a:t>7</a:t>
            </a:r>
            <a:endParaRPr dirty="0"/>
          </a:p>
        </p:txBody>
      </p:sp>
      <p:sp>
        <p:nvSpPr>
          <p:cNvPr id="2393" name="Google Shape;2393;p64"/>
          <p:cNvSpPr txBox="1"/>
          <p:nvPr/>
        </p:nvSpPr>
        <p:spPr>
          <a:xfrm>
            <a:off x="387900" y="1190175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34 main()</a:t>
            </a:r>
            <a:endParaRPr/>
          </a:p>
        </p:txBody>
      </p:sp>
      <p:grpSp>
        <p:nvGrpSpPr>
          <p:cNvPr id="2394" name="Google Shape;2394;p64"/>
          <p:cNvGrpSpPr/>
          <p:nvPr/>
        </p:nvGrpSpPr>
        <p:grpSpPr>
          <a:xfrm>
            <a:off x="498900" y="1670450"/>
            <a:ext cx="803700" cy="559200"/>
            <a:chOff x="725125" y="742575"/>
            <a:chExt cx="803700" cy="559200"/>
          </a:xfrm>
        </p:grpSpPr>
        <p:sp>
          <p:nvSpPr>
            <p:cNvPr id="2395" name="Google Shape;2395;p6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pBgin</a:t>
              </a:r>
              <a:endParaRPr/>
            </a:p>
          </p:txBody>
        </p:sp>
        <p:sp>
          <p:nvSpPr>
            <p:cNvPr id="2396" name="Google Shape;2396;p6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2397" name="Google Shape;2397;p64"/>
          <p:cNvGrpSpPr/>
          <p:nvPr/>
        </p:nvGrpSpPr>
        <p:grpSpPr>
          <a:xfrm>
            <a:off x="1571525" y="1670450"/>
            <a:ext cx="803700" cy="559200"/>
            <a:chOff x="725125" y="742575"/>
            <a:chExt cx="803700" cy="559200"/>
          </a:xfrm>
        </p:grpSpPr>
        <p:sp>
          <p:nvSpPr>
            <p:cNvPr id="2398" name="Google Shape;2398;p6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End</a:t>
              </a:r>
              <a:endParaRPr/>
            </a:p>
          </p:txBody>
        </p:sp>
        <p:sp>
          <p:nvSpPr>
            <p:cNvPr id="2399" name="Google Shape;2399;p6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2400" name="Google Shape;2400;p64"/>
          <p:cNvGrpSpPr/>
          <p:nvPr/>
        </p:nvGrpSpPr>
        <p:grpSpPr>
          <a:xfrm>
            <a:off x="1630225" y="4047925"/>
            <a:ext cx="803700" cy="838800"/>
            <a:chOff x="6538675" y="262075"/>
            <a:chExt cx="803700" cy="838800"/>
          </a:xfrm>
        </p:grpSpPr>
        <p:grpSp>
          <p:nvGrpSpPr>
            <p:cNvPr id="2401" name="Google Shape;2401;p64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402" name="Google Shape;2402;p64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2403" name="Google Shape;2403;p64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2404" name="Google Shape;2404;p64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0x02</a:t>
              </a:r>
              <a:endParaRPr sz="1200"/>
            </a:p>
          </p:txBody>
        </p:sp>
      </p:grpSp>
      <p:grpSp>
        <p:nvGrpSpPr>
          <p:cNvPr id="2405" name="Google Shape;2405;p64"/>
          <p:cNvGrpSpPr/>
          <p:nvPr/>
        </p:nvGrpSpPr>
        <p:grpSpPr>
          <a:xfrm>
            <a:off x="2777075" y="4047950"/>
            <a:ext cx="803700" cy="838800"/>
            <a:chOff x="6538675" y="262075"/>
            <a:chExt cx="803700" cy="838800"/>
          </a:xfrm>
        </p:grpSpPr>
        <p:sp>
          <p:nvSpPr>
            <p:cNvPr id="2406" name="Google Shape;2406;p64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0x03</a:t>
              </a:r>
              <a:endParaRPr sz="1200"/>
            </a:p>
          </p:txBody>
        </p:sp>
        <p:grpSp>
          <p:nvGrpSpPr>
            <p:cNvPr id="2407" name="Google Shape;2407;p64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408" name="Google Shape;2408;p64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2409" name="Google Shape;2409;p64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</p:grpSp>
      <p:grpSp>
        <p:nvGrpSpPr>
          <p:cNvPr id="2410" name="Google Shape;2410;p64"/>
          <p:cNvGrpSpPr/>
          <p:nvPr/>
        </p:nvGrpSpPr>
        <p:grpSpPr>
          <a:xfrm>
            <a:off x="3877650" y="4047950"/>
            <a:ext cx="803700" cy="838800"/>
            <a:chOff x="6538675" y="262075"/>
            <a:chExt cx="803700" cy="838800"/>
          </a:xfrm>
        </p:grpSpPr>
        <p:grpSp>
          <p:nvGrpSpPr>
            <p:cNvPr id="2411" name="Google Shape;2411;p64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412" name="Google Shape;2412;p64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0x03</a:t>
                </a:r>
                <a:endParaRPr/>
              </a:p>
            </p:txBody>
          </p:sp>
          <p:sp>
            <p:nvSpPr>
              <p:cNvPr id="2413" name="Google Shape;2413;p64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30</a:t>
                </a:r>
                <a:endParaRPr/>
              </a:p>
            </p:txBody>
          </p:sp>
        </p:grpSp>
        <p:sp>
          <p:nvSpPr>
            <p:cNvPr id="2414" name="Google Shape;2414;p64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>
                  <a:solidFill>
                    <a:schemeClr val="dk1"/>
                  </a:solidFill>
                </a:rPr>
                <a:t>0x06</a:t>
              </a:r>
              <a:endParaRPr sz="1200">
                <a:solidFill>
                  <a:schemeClr val="dk1"/>
                </a:solidFill>
              </a:endParaRPr>
            </a:p>
          </p:txBody>
        </p:sp>
      </p:grpSp>
      <p:cxnSp>
        <p:nvCxnSpPr>
          <p:cNvPr id="2415" name="Google Shape;2415;p64"/>
          <p:cNvCxnSpPr>
            <a:stCxn id="2404" idx="3"/>
            <a:endCxn id="2408" idx="1"/>
          </p:cNvCxnSpPr>
          <p:nvPr/>
        </p:nvCxnSpPr>
        <p:spPr>
          <a:xfrm rot="10800000" flipH="1">
            <a:off x="2433925" y="4187725"/>
            <a:ext cx="3432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16" name="Google Shape;2416;p64"/>
          <p:cNvCxnSpPr>
            <a:endCxn id="2412" idx="1"/>
          </p:cNvCxnSpPr>
          <p:nvPr/>
        </p:nvCxnSpPr>
        <p:spPr>
          <a:xfrm rot="10800000" flipH="1">
            <a:off x="3580650" y="4187750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17" name="Google Shape;2417;p64"/>
          <p:cNvCxnSpPr>
            <a:stCxn id="2396" idx="1"/>
            <a:endCxn id="2402" idx="1"/>
          </p:cNvCxnSpPr>
          <p:nvPr/>
        </p:nvCxnSpPr>
        <p:spPr>
          <a:xfrm>
            <a:off x="498900" y="2089850"/>
            <a:ext cx="11313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418" name="Google Shape;2418;p64"/>
          <p:cNvGrpSpPr/>
          <p:nvPr/>
        </p:nvGrpSpPr>
        <p:grpSpPr>
          <a:xfrm>
            <a:off x="6134725" y="4047925"/>
            <a:ext cx="803700" cy="838800"/>
            <a:chOff x="6538675" y="262075"/>
            <a:chExt cx="803700" cy="838800"/>
          </a:xfrm>
        </p:grpSpPr>
        <p:grpSp>
          <p:nvGrpSpPr>
            <p:cNvPr id="2419" name="Google Shape;2419;p64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420" name="Google Shape;2420;p64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dirty="0"/>
                  <a:t>0x04</a:t>
                </a:r>
                <a:endParaRPr dirty="0"/>
              </a:p>
            </p:txBody>
          </p:sp>
          <p:sp>
            <p:nvSpPr>
              <p:cNvPr id="2421" name="Google Shape;2421;p64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40</a:t>
                </a:r>
                <a:endParaRPr/>
              </a:p>
            </p:txBody>
          </p:sp>
        </p:grpSp>
        <p:sp>
          <p:nvSpPr>
            <p:cNvPr id="2422" name="Google Shape;2422;p64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 dirty="0"/>
                <a:t>0x05</a:t>
              </a:r>
              <a:endParaRPr sz="1200" dirty="0"/>
            </a:p>
          </p:txBody>
        </p:sp>
      </p:grpSp>
      <p:grpSp>
        <p:nvGrpSpPr>
          <p:cNvPr id="2423" name="Google Shape;2423;p64"/>
          <p:cNvGrpSpPr/>
          <p:nvPr/>
        </p:nvGrpSpPr>
        <p:grpSpPr>
          <a:xfrm>
            <a:off x="7235300" y="4047925"/>
            <a:ext cx="803700" cy="838800"/>
            <a:chOff x="6538675" y="262075"/>
            <a:chExt cx="803700" cy="838800"/>
          </a:xfrm>
        </p:grpSpPr>
        <p:grpSp>
          <p:nvGrpSpPr>
            <p:cNvPr id="2424" name="Google Shape;2424;p64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425" name="Google Shape;2425;p64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0x05</a:t>
                </a:r>
                <a:endParaRPr/>
              </a:p>
            </p:txBody>
          </p:sp>
          <p:sp>
            <p:nvSpPr>
              <p:cNvPr id="2426" name="Google Shape;2426;p64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50</a:t>
                </a:r>
                <a:endParaRPr/>
              </a:p>
            </p:txBody>
          </p:sp>
        </p:grpSp>
        <p:sp>
          <p:nvSpPr>
            <p:cNvPr id="2427" name="Google Shape;2427;p64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pNext</a:t>
              </a:r>
              <a:endParaRPr sz="1200"/>
            </a:p>
          </p:txBody>
        </p:sp>
      </p:grpSp>
      <p:cxnSp>
        <p:nvCxnSpPr>
          <p:cNvPr id="2428" name="Google Shape;2428;p64"/>
          <p:cNvCxnSpPr>
            <a:stCxn id="2422" idx="3"/>
            <a:endCxn id="2425" idx="1"/>
          </p:cNvCxnSpPr>
          <p:nvPr/>
        </p:nvCxnSpPr>
        <p:spPr>
          <a:xfrm rot="10800000" flipH="1">
            <a:off x="6938425" y="4187725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429" name="Google Shape;2429;p64"/>
          <p:cNvGrpSpPr/>
          <p:nvPr/>
        </p:nvGrpSpPr>
        <p:grpSpPr>
          <a:xfrm>
            <a:off x="4362350" y="1865738"/>
            <a:ext cx="803700" cy="559200"/>
            <a:chOff x="725125" y="742575"/>
            <a:chExt cx="803700" cy="559200"/>
          </a:xfrm>
        </p:grpSpPr>
        <p:sp>
          <p:nvSpPr>
            <p:cNvPr id="2430" name="Google Shape;2430;p6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pStart</a:t>
              </a:r>
              <a:endParaRPr sz="1200"/>
            </a:p>
          </p:txBody>
        </p:sp>
        <p:sp>
          <p:nvSpPr>
            <p:cNvPr id="2431" name="Google Shape;2431;p6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2432" name="Google Shape;2432;p64"/>
          <p:cNvGrpSpPr/>
          <p:nvPr/>
        </p:nvGrpSpPr>
        <p:grpSpPr>
          <a:xfrm>
            <a:off x="5357050" y="1865738"/>
            <a:ext cx="803700" cy="559200"/>
            <a:chOff x="725125" y="742575"/>
            <a:chExt cx="803700" cy="559200"/>
          </a:xfrm>
        </p:grpSpPr>
        <p:sp>
          <p:nvSpPr>
            <p:cNvPr id="2433" name="Google Shape;2433;p6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del</a:t>
              </a:r>
              <a:endParaRPr sz="1200"/>
            </a:p>
          </p:txBody>
        </p:sp>
        <p:sp>
          <p:nvSpPr>
            <p:cNvPr id="2434" name="Google Shape;2434;p6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60</a:t>
              </a:r>
              <a:endParaRPr/>
            </a:p>
          </p:txBody>
        </p:sp>
      </p:grpSp>
      <p:cxnSp>
        <p:nvCxnSpPr>
          <p:cNvPr id="2435" name="Google Shape;2435;p64"/>
          <p:cNvCxnSpPr>
            <a:stCxn id="2431" idx="1"/>
            <a:endCxn id="2402" idx="1"/>
          </p:cNvCxnSpPr>
          <p:nvPr/>
        </p:nvCxnSpPr>
        <p:spPr>
          <a:xfrm flipH="1">
            <a:off x="1630250" y="2285138"/>
            <a:ext cx="2732100" cy="1902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36" name="Google Shape;2436;p64"/>
          <p:cNvCxnSpPr>
            <a:stCxn id="2399" idx="1"/>
            <a:endCxn id="2402" idx="1"/>
          </p:cNvCxnSpPr>
          <p:nvPr/>
        </p:nvCxnSpPr>
        <p:spPr>
          <a:xfrm>
            <a:off x="1571525" y="2089850"/>
            <a:ext cx="588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437" name="Google Shape;2437;p64"/>
          <p:cNvGrpSpPr/>
          <p:nvPr/>
        </p:nvGrpSpPr>
        <p:grpSpPr>
          <a:xfrm>
            <a:off x="4978225" y="4047913"/>
            <a:ext cx="803700" cy="838800"/>
            <a:chOff x="6538675" y="262075"/>
            <a:chExt cx="803700" cy="838800"/>
          </a:xfrm>
        </p:grpSpPr>
        <p:grpSp>
          <p:nvGrpSpPr>
            <p:cNvPr id="2438" name="Google Shape;2438;p64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439" name="Google Shape;2439;p64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0x06</a:t>
                </a:r>
                <a:endParaRPr/>
              </a:p>
            </p:txBody>
          </p:sp>
          <p:sp>
            <p:nvSpPr>
              <p:cNvPr id="2440" name="Google Shape;2440;p64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dirty="0">
                    <a:solidFill>
                      <a:srgbClr val="00B050"/>
                    </a:solidFill>
                  </a:rPr>
                  <a:t>60</a:t>
                </a:r>
                <a:endParaRPr dirty="0">
                  <a:solidFill>
                    <a:srgbClr val="00B050"/>
                  </a:solidFill>
                </a:endParaRPr>
              </a:p>
            </p:txBody>
          </p:sp>
        </p:grpSp>
        <p:sp>
          <p:nvSpPr>
            <p:cNvPr id="2441" name="Google Shape;2441;p64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0x04</a:t>
              </a:r>
              <a:endParaRPr sz="1200"/>
            </a:p>
          </p:txBody>
        </p:sp>
      </p:grpSp>
      <p:cxnSp>
        <p:nvCxnSpPr>
          <p:cNvPr id="2442" name="Google Shape;2442;p64"/>
          <p:cNvCxnSpPr>
            <a:stCxn id="2414" idx="3"/>
            <a:endCxn id="2439" idx="1"/>
          </p:cNvCxnSpPr>
          <p:nvPr/>
        </p:nvCxnSpPr>
        <p:spPr>
          <a:xfrm rot="10800000" flipH="1">
            <a:off x="4681350" y="4187750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43" name="Google Shape;2443;p64"/>
          <p:cNvCxnSpPr>
            <a:stCxn id="2441" idx="3"/>
            <a:endCxn id="2420" idx="1"/>
          </p:cNvCxnSpPr>
          <p:nvPr/>
        </p:nvCxnSpPr>
        <p:spPr>
          <a:xfrm rot="10800000" flipH="1">
            <a:off x="5781925" y="4187713"/>
            <a:ext cx="3528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444" name="Google Shape;2444;p64"/>
          <p:cNvGrpSpPr/>
          <p:nvPr/>
        </p:nvGrpSpPr>
        <p:grpSpPr>
          <a:xfrm>
            <a:off x="2594425" y="1658163"/>
            <a:ext cx="803700" cy="559200"/>
            <a:chOff x="725125" y="742575"/>
            <a:chExt cx="803700" cy="559200"/>
          </a:xfrm>
        </p:grpSpPr>
        <p:sp>
          <p:nvSpPr>
            <p:cNvPr id="2445" name="Google Shape;2445;p6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Find</a:t>
              </a:r>
              <a:endParaRPr/>
            </a:p>
          </p:txBody>
        </p:sp>
        <p:sp>
          <p:nvSpPr>
            <p:cNvPr id="2446" name="Google Shape;2446;p6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0x04</a:t>
              </a:r>
              <a:endParaRPr/>
            </a:p>
          </p:txBody>
        </p:sp>
      </p:grpSp>
      <p:cxnSp>
        <p:nvCxnSpPr>
          <p:cNvPr id="2447" name="Google Shape;2447;p64"/>
          <p:cNvCxnSpPr>
            <a:stCxn id="2446" idx="1"/>
            <a:endCxn id="2420" idx="1"/>
          </p:cNvCxnSpPr>
          <p:nvPr/>
        </p:nvCxnSpPr>
        <p:spPr>
          <a:xfrm>
            <a:off x="2594425" y="2077563"/>
            <a:ext cx="3540300" cy="21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48" name="Google Shape;2448;p64"/>
          <p:cNvSpPr txBox="1"/>
          <p:nvPr/>
        </p:nvSpPr>
        <p:spPr>
          <a:xfrm>
            <a:off x="4092850" y="1432950"/>
            <a:ext cx="3142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61 DeleteNodeData(pBegin, 60);</a:t>
            </a:r>
            <a:endParaRPr/>
          </a:p>
        </p:txBody>
      </p:sp>
      <p:cxnSp>
        <p:nvCxnSpPr>
          <p:cNvPr id="2449" name="Google Shape;2449;p64"/>
          <p:cNvCxnSpPr>
            <a:stCxn id="2396" idx="3"/>
            <a:endCxn id="2431" idx="1"/>
          </p:cNvCxnSpPr>
          <p:nvPr/>
        </p:nvCxnSpPr>
        <p:spPr>
          <a:xfrm>
            <a:off x="1302600" y="2089850"/>
            <a:ext cx="3059700" cy="19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grpSp>
        <p:nvGrpSpPr>
          <p:cNvPr id="2450" name="Google Shape;2450;p64"/>
          <p:cNvGrpSpPr/>
          <p:nvPr/>
        </p:nvGrpSpPr>
        <p:grpSpPr>
          <a:xfrm>
            <a:off x="7287625" y="2373850"/>
            <a:ext cx="803700" cy="559200"/>
            <a:chOff x="725125" y="742575"/>
            <a:chExt cx="803700" cy="559200"/>
          </a:xfrm>
        </p:grpSpPr>
        <p:sp>
          <p:nvSpPr>
            <p:cNvPr id="2451" name="Google Shape;2451;p6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pPre</a:t>
              </a:r>
              <a:endParaRPr/>
            </a:p>
          </p:txBody>
        </p:sp>
        <p:sp>
          <p:nvSpPr>
            <p:cNvPr id="2452" name="Google Shape;2452;p6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>
                  <a:solidFill>
                    <a:schemeClr val="tx1"/>
                  </a:solidFill>
                </a:rPr>
                <a:t>0x0</a:t>
              </a:r>
              <a:r>
                <a:rPr lang="en-US" altLang="ko" dirty="0">
                  <a:solidFill>
                    <a:schemeClr val="tx1"/>
                  </a:solidFill>
                </a:rPr>
                <a:t>3</a:t>
              </a:r>
              <a:endParaRPr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453" name="Google Shape;2453;p64"/>
          <p:cNvGrpSpPr/>
          <p:nvPr/>
        </p:nvGrpSpPr>
        <p:grpSpPr>
          <a:xfrm>
            <a:off x="7287625" y="3043163"/>
            <a:ext cx="803700" cy="559200"/>
            <a:chOff x="725125" y="742575"/>
            <a:chExt cx="803700" cy="559200"/>
          </a:xfrm>
        </p:grpSpPr>
        <p:sp>
          <p:nvSpPr>
            <p:cNvPr id="2454" name="Google Shape;2454;p6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pNode</a:t>
              </a:r>
              <a:endParaRPr/>
            </a:p>
          </p:txBody>
        </p:sp>
        <p:sp>
          <p:nvSpPr>
            <p:cNvPr id="2455" name="Google Shape;2455;p6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>
                  <a:solidFill>
                    <a:srgbClr val="FF0000"/>
                  </a:solidFill>
                </a:rPr>
                <a:t>0x0</a:t>
              </a:r>
              <a:r>
                <a:rPr lang="en-US" altLang="ko" dirty="0">
                  <a:solidFill>
                    <a:srgbClr val="FF0000"/>
                  </a:solidFill>
                </a:rPr>
                <a:t>6</a:t>
              </a:r>
              <a:endParaRPr dirty="0">
                <a:solidFill>
                  <a:srgbClr val="FF0000"/>
                </a:solidFill>
              </a:endParaRPr>
            </a:p>
          </p:txBody>
        </p:sp>
      </p:grpSp>
      <p:cxnSp>
        <p:nvCxnSpPr>
          <p:cNvPr id="2456" name="Google Shape;2456;p64"/>
          <p:cNvCxnSpPr>
            <a:cxnSpLocks/>
            <a:stCxn id="2455" idx="1"/>
            <a:endCxn id="2439" idx="1"/>
          </p:cNvCxnSpPr>
          <p:nvPr/>
        </p:nvCxnSpPr>
        <p:spPr>
          <a:xfrm flipH="1">
            <a:off x="4978225" y="3462563"/>
            <a:ext cx="2309400" cy="72515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57" name="Google Shape;2457;p64"/>
          <p:cNvSpPr txBox="1"/>
          <p:nvPr/>
        </p:nvSpPr>
        <p:spPr>
          <a:xfrm>
            <a:off x="5160625" y="138238"/>
            <a:ext cx="38526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FF0000"/>
                </a:solidFill>
              </a:rPr>
              <a:t>0x03</a:t>
            </a:r>
            <a:r>
              <a:rPr lang="ko"/>
              <a:t>-&gt;pNext = pNode-&gt;pNext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pPre-&gt;pNext = pNode-&gt;pNext</a:t>
            </a:r>
            <a:br>
              <a:rPr lang="ko"/>
            </a:br>
            <a:r>
              <a:rPr lang="ko"/>
              <a:t>이전노드의 값을 찾기를 통해서는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이전값을 찾을수 없다.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그러므로, 찾으면서 이전값을 저장해야한다.</a:t>
            </a:r>
            <a:endParaRPr/>
          </a:p>
        </p:txBody>
      </p:sp>
      <p:cxnSp>
        <p:nvCxnSpPr>
          <p:cNvPr id="2458" name="Google Shape;2458;p64"/>
          <p:cNvCxnSpPr>
            <a:stCxn id="2431" idx="2"/>
            <a:endCxn id="2455" idx="0"/>
          </p:cNvCxnSpPr>
          <p:nvPr/>
        </p:nvCxnSpPr>
        <p:spPr>
          <a:xfrm>
            <a:off x="4764200" y="2424938"/>
            <a:ext cx="2925300" cy="8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2459" name="Google Shape;2459;p64"/>
          <p:cNvSpPr txBox="1"/>
          <p:nvPr/>
        </p:nvSpPr>
        <p:spPr>
          <a:xfrm>
            <a:off x="5337725" y="2713650"/>
            <a:ext cx="62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116</a:t>
            </a:r>
            <a:endParaRPr/>
          </a:p>
        </p:txBody>
      </p:sp>
      <p:sp>
        <p:nvSpPr>
          <p:cNvPr id="2460" name="Google Shape;2460;p64"/>
          <p:cNvSpPr txBox="1"/>
          <p:nvPr/>
        </p:nvSpPr>
        <p:spPr>
          <a:xfrm>
            <a:off x="6608300" y="2161488"/>
            <a:ext cx="62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115</a:t>
            </a:r>
            <a:endParaRPr/>
          </a:p>
        </p:txBody>
      </p:sp>
      <p:cxnSp>
        <p:nvCxnSpPr>
          <p:cNvPr id="2461" name="Google Shape;2461;p64"/>
          <p:cNvCxnSpPr>
            <a:cxnSpLocks/>
            <a:stCxn id="2414" idx="3"/>
            <a:endCxn id="2455" idx="0"/>
          </p:cNvCxnSpPr>
          <p:nvPr/>
        </p:nvCxnSpPr>
        <p:spPr>
          <a:xfrm flipV="1">
            <a:off x="4681350" y="3322763"/>
            <a:ext cx="3008125" cy="1424187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2462" name="Google Shape;2462;p64"/>
          <p:cNvSpPr txBox="1"/>
          <p:nvPr/>
        </p:nvSpPr>
        <p:spPr>
          <a:xfrm>
            <a:off x="6418457" y="3548260"/>
            <a:ext cx="62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128</a:t>
            </a:r>
            <a:endParaRPr/>
          </a:p>
        </p:txBody>
      </p:sp>
      <p:cxnSp>
        <p:nvCxnSpPr>
          <p:cNvPr id="2464" name="Google Shape;2464;p64"/>
          <p:cNvCxnSpPr>
            <a:cxnSpLocks/>
            <a:endCxn id="2412" idx="1"/>
          </p:cNvCxnSpPr>
          <p:nvPr/>
        </p:nvCxnSpPr>
        <p:spPr>
          <a:xfrm flipH="1">
            <a:off x="3877650" y="2793350"/>
            <a:ext cx="3409925" cy="1394400"/>
          </a:xfrm>
          <a:prstGeom prst="straightConnector1">
            <a:avLst/>
          </a:prstGeom>
          <a:noFill/>
          <a:ln w="9525" cap="flat" cmpd="sng">
            <a:solidFill>
              <a:schemeClr val="bg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65" name="Google Shape;2465;p64"/>
          <p:cNvSpPr txBox="1"/>
          <p:nvPr/>
        </p:nvSpPr>
        <p:spPr>
          <a:xfrm>
            <a:off x="7750175" y="2793338"/>
            <a:ext cx="62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127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7998020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2" name="Google Shape;2392;p6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삭제  해결방법 </a:t>
            </a:r>
            <a:r>
              <a:rPr lang="en-US" altLang="ko" dirty="0"/>
              <a:t>8</a:t>
            </a:r>
            <a:endParaRPr dirty="0"/>
          </a:p>
        </p:txBody>
      </p:sp>
      <p:sp>
        <p:nvSpPr>
          <p:cNvPr id="2393" name="Google Shape;2393;p64"/>
          <p:cNvSpPr txBox="1"/>
          <p:nvPr/>
        </p:nvSpPr>
        <p:spPr>
          <a:xfrm>
            <a:off x="387900" y="1190175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34 main()</a:t>
            </a:r>
            <a:endParaRPr/>
          </a:p>
        </p:txBody>
      </p:sp>
      <p:grpSp>
        <p:nvGrpSpPr>
          <p:cNvPr id="2394" name="Google Shape;2394;p64"/>
          <p:cNvGrpSpPr/>
          <p:nvPr/>
        </p:nvGrpSpPr>
        <p:grpSpPr>
          <a:xfrm>
            <a:off x="498900" y="1670450"/>
            <a:ext cx="803700" cy="559200"/>
            <a:chOff x="725125" y="742575"/>
            <a:chExt cx="803700" cy="559200"/>
          </a:xfrm>
        </p:grpSpPr>
        <p:sp>
          <p:nvSpPr>
            <p:cNvPr id="2395" name="Google Shape;2395;p6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pBgin</a:t>
              </a:r>
              <a:endParaRPr/>
            </a:p>
          </p:txBody>
        </p:sp>
        <p:sp>
          <p:nvSpPr>
            <p:cNvPr id="2396" name="Google Shape;2396;p6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2397" name="Google Shape;2397;p64"/>
          <p:cNvGrpSpPr/>
          <p:nvPr/>
        </p:nvGrpSpPr>
        <p:grpSpPr>
          <a:xfrm>
            <a:off x="1571525" y="1670450"/>
            <a:ext cx="803700" cy="559200"/>
            <a:chOff x="725125" y="742575"/>
            <a:chExt cx="803700" cy="559200"/>
          </a:xfrm>
        </p:grpSpPr>
        <p:sp>
          <p:nvSpPr>
            <p:cNvPr id="2398" name="Google Shape;2398;p6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End</a:t>
              </a:r>
              <a:endParaRPr/>
            </a:p>
          </p:txBody>
        </p:sp>
        <p:sp>
          <p:nvSpPr>
            <p:cNvPr id="2399" name="Google Shape;2399;p6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2400" name="Google Shape;2400;p64"/>
          <p:cNvGrpSpPr/>
          <p:nvPr/>
        </p:nvGrpSpPr>
        <p:grpSpPr>
          <a:xfrm>
            <a:off x="1630225" y="4047925"/>
            <a:ext cx="803700" cy="838800"/>
            <a:chOff x="6538675" y="262075"/>
            <a:chExt cx="803700" cy="838800"/>
          </a:xfrm>
        </p:grpSpPr>
        <p:grpSp>
          <p:nvGrpSpPr>
            <p:cNvPr id="2401" name="Google Shape;2401;p64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402" name="Google Shape;2402;p64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2403" name="Google Shape;2403;p64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2404" name="Google Shape;2404;p64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0x02</a:t>
              </a:r>
              <a:endParaRPr sz="1200"/>
            </a:p>
          </p:txBody>
        </p:sp>
      </p:grpSp>
      <p:grpSp>
        <p:nvGrpSpPr>
          <p:cNvPr id="2405" name="Google Shape;2405;p64"/>
          <p:cNvGrpSpPr/>
          <p:nvPr/>
        </p:nvGrpSpPr>
        <p:grpSpPr>
          <a:xfrm>
            <a:off x="2777075" y="4047950"/>
            <a:ext cx="803700" cy="838800"/>
            <a:chOff x="6538675" y="262075"/>
            <a:chExt cx="803700" cy="838800"/>
          </a:xfrm>
        </p:grpSpPr>
        <p:sp>
          <p:nvSpPr>
            <p:cNvPr id="2406" name="Google Shape;2406;p64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0x03</a:t>
              </a:r>
              <a:endParaRPr sz="1200"/>
            </a:p>
          </p:txBody>
        </p:sp>
        <p:grpSp>
          <p:nvGrpSpPr>
            <p:cNvPr id="2407" name="Google Shape;2407;p64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408" name="Google Shape;2408;p64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2409" name="Google Shape;2409;p64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</p:grpSp>
      <p:grpSp>
        <p:nvGrpSpPr>
          <p:cNvPr id="2410" name="Google Shape;2410;p64"/>
          <p:cNvGrpSpPr/>
          <p:nvPr/>
        </p:nvGrpSpPr>
        <p:grpSpPr>
          <a:xfrm>
            <a:off x="3877650" y="4047950"/>
            <a:ext cx="803700" cy="838800"/>
            <a:chOff x="6538675" y="262075"/>
            <a:chExt cx="803700" cy="838800"/>
          </a:xfrm>
        </p:grpSpPr>
        <p:grpSp>
          <p:nvGrpSpPr>
            <p:cNvPr id="2411" name="Google Shape;2411;p64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412" name="Google Shape;2412;p64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0x03</a:t>
                </a:r>
                <a:endParaRPr/>
              </a:p>
            </p:txBody>
          </p:sp>
          <p:sp>
            <p:nvSpPr>
              <p:cNvPr id="2413" name="Google Shape;2413;p64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30</a:t>
                </a:r>
                <a:endParaRPr/>
              </a:p>
            </p:txBody>
          </p:sp>
        </p:grpSp>
        <p:sp>
          <p:nvSpPr>
            <p:cNvPr id="2414" name="Google Shape;2414;p64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ko" sz="1200" dirty="0">
                  <a:solidFill>
                    <a:srgbClr val="FF0000"/>
                  </a:solidFill>
                </a:rPr>
                <a:t>0x</a:t>
              </a:r>
              <a:r>
                <a:rPr lang="en-US" altLang="ko-KR" sz="1200" dirty="0">
                  <a:solidFill>
                    <a:srgbClr val="FF0000"/>
                  </a:solidFill>
                </a:rPr>
                <a:t>04</a:t>
              </a:r>
              <a:endParaRPr sz="1200" dirty="0">
                <a:solidFill>
                  <a:srgbClr val="FF0000"/>
                </a:solidFill>
              </a:endParaRPr>
            </a:p>
          </p:txBody>
        </p:sp>
      </p:grpSp>
      <p:cxnSp>
        <p:nvCxnSpPr>
          <p:cNvPr id="2415" name="Google Shape;2415;p64"/>
          <p:cNvCxnSpPr>
            <a:stCxn id="2404" idx="3"/>
            <a:endCxn id="2408" idx="1"/>
          </p:cNvCxnSpPr>
          <p:nvPr/>
        </p:nvCxnSpPr>
        <p:spPr>
          <a:xfrm rot="10800000" flipH="1">
            <a:off x="2433925" y="4187725"/>
            <a:ext cx="3432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16" name="Google Shape;2416;p64"/>
          <p:cNvCxnSpPr>
            <a:endCxn id="2412" idx="1"/>
          </p:cNvCxnSpPr>
          <p:nvPr/>
        </p:nvCxnSpPr>
        <p:spPr>
          <a:xfrm rot="10800000" flipH="1">
            <a:off x="3580650" y="4187750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17" name="Google Shape;2417;p64"/>
          <p:cNvCxnSpPr>
            <a:stCxn id="2396" idx="1"/>
            <a:endCxn id="2402" idx="1"/>
          </p:cNvCxnSpPr>
          <p:nvPr/>
        </p:nvCxnSpPr>
        <p:spPr>
          <a:xfrm>
            <a:off x="498900" y="2089850"/>
            <a:ext cx="11313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418" name="Google Shape;2418;p64"/>
          <p:cNvGrpSpPr/>
          <p:nvPr/>
        </p:nvGrpSpPr>
        <p:grpSpPr>
          <a:xfrm>
            <a:off x="6134725" y="4047925"/>
            <a:ext cx="803700" cy="838800"/>
            <a:chOff x="6538675" y="262075"/>
            <a:chExt cx="803700" cy="838800"/>
          </a:xfrm>
        </p:grpSpPr>
        <p:grpSp>
          <p:nvGrpSpPr>
            <p:cNvPr id="2419" name="Google Shape;2419;p64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420" name="Google Shape;2420;p64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dirty="0"/>
                  <a:t>0x04</a:t>
                </a:r>
                <a:endParaRPr dirty="0"/>
              </a:p>
            </p:txBody>
          </p:sp>
          <p:sp>
            <p:nvSpPr>
              <p:cNvPr id="2421" name="Google Shape;2421;p64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40</a:t>
                </a:r>
                <a:endParaRPr/>
              </a:p>
            </p:txBody>
          </p:sp>
        </p:grpSp>
        <p:sp>
          <p:nvSpPr>
            <p:cNvPr id="2422" name="Google Shape;2422;p64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 dirty="0"/>
                <a:t>0x05</a:t>
              </a:r>
              <a:endParaRPr sz="1200" dirty="0"/>
            </a:p>
          </p:txBody>
        </p:sp>
      </p:grpSp>
      <p:grpSp>
        <p:nvGrpSpPr>
          <p:cNvPr id="2423" name="Google Shape;2423;p64"/>
          <p:cNvGrpSpPr/>
          <p:nvPr/>
        </p:nvGrpSpPr>
        <p:grpSpPr>
          <a:xfrm>
            <a:off x="7235300" y="4047925"/>
            <a:ext cx="803700" cy="838800"/>
            <a:chOff x="6538675" y="262075"/>
            <a:chExt cx="803700" cy="838800"/>
          </a:xfrm>
        </p:grpSpPr>
        <p:grpSp>
          <p:nvGrpSpPr>
            <p:cNvPr id="2424" name="Google Shape;2424;p64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425" name="Google Shape;2425;p64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0x05</a:t>
                </a:r>
                <a:endParaRPr/>
              </a:p>
            </p:txBody>
          </p:sp>
          <p:sp>
            <p:nvSpPr>
              <p:cNvPr id="2426" name="Google Shape;2426;p64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50</a:t>
                </a:r>
                <a:endParaRPr/>
              </a:p>
            </p:txBody>
          </p:sp>
        </p:grpSp>
        <p:sp>
          <p:nvSpPr>
            <p:cNvPr id="2427" name="Google Shape;2427;p64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pNext</a:t>
              </a:r>
              <a:endParaRPr sz="1200"/>
            </a:p>
          </p:txBody>
        </p:sp>
      </p:grpSp>
      <p:cxnSp>
        <p:nvCxnSpPr>
          <p:cNvPr id="2428" name="Google Shape;2428;p64"/>
          <p:cNvCxnSpPr>
            <a:stCxn id="2422" idx="3"/>
            <a:endCxn id="2425" idx="1"/>
          </p:cNvCxnSpPr>
          <p:nvPr/>
        </p:nvCxnSpPr>
        <p:spPr>
          <a:xfrm rot="10800000" flipH="1">
            <a:off x="6938425" y="4187725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429" name="Google Shape;2429;p64"/>
          <p:cNvGrpSpPr/>
          <p:nvPr/>
        </p:nvGrpSpPr>
        <p:grpSpPr>
          <a:xfrm>
            <a:off x="4362350" y="1865738"/>
            <a:ext cx="803700" cy="559200"/>
            <a:chOff x="725125" y="742575"/>
            <a:chExt cx="803700" cy="559200"/>
          </a:xfrm>
        </p:grpSpPr>
        <p:sp>
          <p:nvSpPr>
            <p:cNvPr id="2430" name="Google Shape;2430;p6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pStart</a:t>
              </a:r>
              <a:endParaRPr sz="1200"/>
            </a:p>
          </p:txBody>
        </p:sp>
        <p:sp>
          <p:nvSpPr>
            <p:cNvPr id="2431" name="Google Shape;2431;p6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2432" name="Google Shape;2432;p64"/>
          <p:cNvGrpSpPr/>
          <p:nvPr/>
        </p:nvGrpSpPr>
        <p:grpSpPr>
          <a:xfrm>
            <a:off x="5357050" y="1865738"/>
            <a:ext cx="803700" cy="559200"/>
            <a:chOff x="725125" y="742575"/>
            <a:chExt cx="803700" cy="559200"/>
          </a:xfrm>
        </p:grpSpPr>
        <p:sp>
          <p:nvSpPr>
            <p:cNvPr id="2433" name="Google Shape;2433;p6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del</a:t>
              </a:r>
              <a:endParaRPr sz="1200"/>
            </a:p>
          </p:txBody>
        </p:sp>
        <p:sp>
          <p:nvSpPr>
            <p:cNvPr id="2434" name="Google Shape;2434;p6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60</a:t>
              </a:r>
              <a:endParaRPr/>
            </a:p>
          </p:txBody>
        </p:sp>
      </p:grpSp>
      <p:cxnSp>
        <p:nvCxnSpPr>
          <p:cNvPr id="2435" name="Google Shape;2435;p64"/>
          <p:cNvCxnSpPr>
            <a:stCxn id="2431" idx="1"/>
            <a:endCxn id="2402" idx="1"/>
          </p:cNvCxnSpPr>
          <p:nvPr/>
        </p:nvCxnSpPr>
        <p:spPr>
          <a:xfrm flipH="1">
            <a:off x="1630250" y="2285138"/>
            <a:ext cx="2732100" cy="1902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36" name="Google Shape;2436;p64"/>
          <p:cNvCxnSpPr>
            <a:stCxn id="2399" idx="1"/>
            <a:endCxn id="2402" idx="1"/>
          </p:cNvCxnSpPr>
          <p:nvPr/>
        </p:nvCxnSpPr>
        <p:spPr>
          <a:xfrm>
            <a:off x="1571525" y="2089850"/>
            <a:ext cx="588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437" name="Google Shape;2437;p64"/>
          <p:cNvGrpSpPr/>
          <p:nvPr/>
        </p:nvGrpSpPr>
        <p:grpSpPr>
          <a:xfrm>
            <a:off x="4978225" y="4047913"/>
            <a:ext cx="803700" cy="838800"/>
            <a:chOff x="6538675" y="262075"/>
            <a:chExt cx="803700" cy="838800"/>
          </a:xfrm>
        </p:grpSpPr>
        <p:grpSp>
          <p:nvGrpSpPr>
            <p:cNvPr id="2438" name="Google Shape;2438;p64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439" name="Google Shape;2439;p64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0x06</a:t>
                </a:r>
                <a:endParaRPr/>
              </a:p>
            </p:txBody>
          </p:sp>
          <p:sp>
            <p:nvSpPr>
              <p:cNvPr id="2440" name="Google Shape;2440;p64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dirty="0">
                    <a:solidFill>
                      <a:srgbClr val="00B050"/>
                    </a:solidFill>
                  </a:rPr>
                  <a:t>60</a:t>
                </a:r>
                <a:endParaRPr dirty="0">
                  <a:solidFill>
                    <a:srgbClr val="00B050"/>
                  </a:solidFill>
                </a:endParaRPr>
              </a:p>
            </p:txBody>
          </p:sp>
        </p:grpSp>
        <p:sp>
          <p:nvSpPr>
            <p:cNvPr id="2441" name="Google Shape;2441;p64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0x04</a:t>
              </a:r>
              <a:endParaRPr sz="1200"/>
            </a:p>
          </p:txBody>
        </p:sp>
      </p:grpSp>
      <p:cxnSp>
        <p:nvCxnSpPr>
          <p:cNvPr id="2442" name="Google Shape;2442;p64"/>
          <p:cNvCxnSpPr>
            <a:cxnSpLocks/>
            <a:stCxn id="2414" idx="3"/>
            <a:endCxn id="2420" idx="1"/>
          </p:cNvCxnSpPr>
          <p:nvPr/>
        </p:nvCxnSpPr>
        <p:spPr>
          <a:xfrm flipV="1">
            <a:off x="4681350" y="4187725"/>
            <a:ext cx="1453375" cy="559225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43" name="Google Shape;2443;p64"/>
          <p:cNvCxnSpPr>
            <a:stCxn id="2441" idx="3"/>
            <a:endCxn id="2420" idx="1"/>
          </p:cNvCxnSpPr>
          <p:nvPr/>
        </p:nvCxnSpPr>
        <p:spPr>
          <a:xfrm rot="10800000" flipH="1">
            <a:off x="5781925" y="4187713"/>
            <a:ext cx="3528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444" name="Google Shape;2444;p64"/>
          <p:cNvGrpSpPr/>
          <p:nvPr/>
        </p:nvGrpSpPr>
        <p:grpSpPr>
          <a:xfrm>
            <a:off x="2594425" y="1658163"/>
            <a:ext cx="803700" cy="559200"/>
            <a:chOff x="725125" y="742575"/>
            <a:chExt cx="803700" cy="559200"/>
          </a:xfrm>
        </p:grpSpPr>
        <p:sp>
          <p:nvSpPr>
            <p:cNvPr id="2445" name="Google Shape;2445;p6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Find</a:t>
              </a:r>
              <a:endParaRPr/>
            </a:p>
          </p:txBody>
        </p:sp>
        <p:sp>
          <p:nvSpPr>
            <p:cNvPr id="2446" name="Google Shape;2446;p6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0x04</a:t>
              </a:r>
              <a:endParaRPr/>
            </a:p>
          </p:txBody>
        </p:sp>
      </p:grpSp>
      <p:cxnSp>
        <p:nvCxnSpPr>
          <p:cNvPr id="2447" name="Google Shape;2447;p64"/>
          <p:cNvCxnSpPr>
            <a:stCxn id="2446" idx="1"/>
            <a:endCxn id="2420" idx="1"/>
          </p:cNvCxnSpPr>
          <p:nvPr/>
        </p:nvCxnSpPr>
        <p:spPr>
          <a:xfrm>
            <a:off x="2594425" y="2077563"/>
            <a:ext cx="3540300" cy="21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48" name="Google Shape;2448;p64"/>
          <p:cNvSpPr txBox="1"/>
          <p:nvPr/>
        </p:nvSpPr>
        <p:spPr>
          <a:xfrm>
            <a:off x="4092850" y="1432950"/>
            <a:ext cx="3142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61 DeleteNodeData(pBegin, 60);</a:t>
            </a:r>
            <a:endParaRPr/>
          </a:p>
        </p:txBody>
      </p:sp>
      <p:cxnSp>
        <p:nvCxnSpPr>
          <p:cNvPr id="2449" name="Google Shape;2449;p64"/>
          <p:cNvCxnSpPr>
            <a:stCxn id="2396" idx="3"/>
            <a:endCxn id="2431" idx="1"/>
          </p:cNvCxnSpPr>
          <p:nvPr/>
        </p:nvCxnSpPr>
        <p:spPr>
          <a:xfrm>
            <a:off x="1302600" y="2089850"/>
            <a:ext cx="3059700" cy="19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grpSp>
        <p:nvGrpSpPr>
          <p:cNvPr id="2450" name="Google Shape;2450;p64"/>
          <p:cNvGrpSpPr/>
          <p:nvPr/>
        </p:nvGrpSpPr>
        <p:grpSpPr>
          <a:xfrm>
            <a:off x="7287625" y="2373850"/>
            <a:ext cx="803700" cy="559200"/>
            <a:chOff x="725125" y="742575"/>
            <a:chExt cx="803700" cy="559200"/>
          </a:xfrm>
        </p:grpSpPr>
        <p:sp>
          <p:nvSpPr>
            <p:cNvPr id="2451" name="Google Shape;2451;p6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pPre</a:t>
              </a:r>
              <a:endParaRPr/>
            </a:p>
          </p:txBody>
        </p:sp>
        <p:sp>
          <p:nvSpPr>
            <p:cNvPr id="2452" name="Google Shape;2452;p6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>
                  <a:solidFill>
                    <a:schemeClr val="tx1"/>
                  </a:solidFill>
                </a:rPr>
                <a:t>0x0</a:t>
              </a:r>
              <a:r>
                <a:rPr lang="en-US" altLang="ko" dirty="0">
                  <a:solidFill>
                    <a:schemeClr val="tx1"/>
                  </a:solidFill>
                </a:rPr>
                <a:t>3</a:t>
              </a:r>
              <a:endParaRPr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453" name="Google Shape;2453;p64"/>
          <p:cNvGrpSpPr/>
          <p:nvPr/>
        </p:nvGrpSpPr>
        <p:grpSpPr>
          <a:xfrm>
            <a:off x="7287625" y="3043163"/>
            <a:ext cx="803700" cy="559200"/>
            <a:chOff x="725125" y="742575"/>
            <a:chExt cx="803700" cy="559200"/>
          </a:xfrm>
        </p:grpSpPr>
        <p:sp>
          <p:nvSpPr>
            <p:cNvPr id="2454" name="Google Shape;2454;p6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pNode</a:t>
              </a:r>
              <a:endParaRPr/>
            </a:p>
          </p:txBody>
        </p:sp>
        <p:sp>
          <p:nvSpPr>
            <p:cNvPr id="2455" name="Google Shape;2455;p6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>
                  <a:solidFill>
                    <a:schemeClr val="tx1"/>
                  </a:solidFill>
                </a:rPr>
                <a:t>0x0</a:t>
              </a:r>
              <a:r>
                <a:rPr lang="en-US" altLang="ko" dirty="0">
                  <a:solidFill>
                    <a:schemeClr val="tx1"/>
                  </a:solidFill>
                </a:rPr>
                <a:t>6</a:t>
              </a:r>
              <a:endParaRPr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456" name="Google Shape;2456;p64"/>
          <p:cNvCxnSpPr>
            <a:cxnSpLocks/>
            <a:stCxn id="2455" idx="1"/>
            <a:endCxn id="2439" idx="1"/>
          </p:cNvCxnSpPr>
          <p:nvPr/>
        </p:nvCxnSpPr>
        <p:spPr>
          <a:xfrm flipH="1">
            <a:off x="4978225" y="3462563"/>
            <a:ext cx="2309400" cy="72515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57" name="Google Shape;2457;p64"/>
          <p:cNvSpPr txBox="1"/>
          <p:nvPr/>
        </p:nvSpPr>
        <p:spPr>
          <a:xfrm>
            <a:off x="5160625" y="138238"/>
            <a:ext cx="38526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FF0000"/>
                </a:solidFill>
              </a:rPr>
              <a:t>0x03</a:t>
            </a:r>
            <a:r>
              <a:rPr lang="ko"/>
              <a:t>-&gt;pNext = pNode-&gt;pNext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pPre-&gt;pNext = pNode-&gt;pNext</a:t>
            </a:r>
            <a:br>
              <a:rPr lang="ko"/>
            </a:br>
            <a:r>
              <a:rPr lang="ko"/>
              <a:t>이전노드의 값을 찾기를 통해서는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이전값을 찾을수 없다.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그러므로, 찾으면서 이전값을 저장해야한다.</a:t>
            </a:r>
            <a:endParaRPr/>
          </a:p>
        </p:txBody>
      </p:sp>
      <p:cxnSp>
        <p:nvCxnSpPr>
          <p:cNvPr id="2458" name="Google Shape;2458;p64"/>
          <p:cNvCxnSpPr>
            <a:stCxn id="2431" idx="2"/>
            <a:endCxn id="2455" idx="0"/>
          </p:cNvCxnSpPr>
          <p:nvPr/>
        </p:nvCxnSpPr>
        <p:spPr>
          <a:xfrm>
            <a:off x="4764200" y="2424938"/>
            <a:ext cx="2925300" cy="8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2459" name="Google Shape;2459;p64"/>
          <p:cNvSpPr txBox="1"/>
          <p:nvPr/>
        </p:nvSpPr>
        <p:spPr>
          <a:xfrm>
            <a:off x="5337725" y="2713650"/>
            <a:ext cx="62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116</a:t>
            </a:r>
            <a:endParaRPr/>
          </a:p>
        </p:txBody>
      </p:sp>
      <p:sp>
        <p:nvSpPr>
          <p:cNvPr id="2460" name="Google Shape;2460;p64"/>
          <p:cNvSpPr txBox="1"/>
          <p:nvPr/>
        </p:nvSpPr>
        <p:spPr>
          <a:xfrm>
            <a:off x="6608300" y="2161488"/>
            <a:ext cx="62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115</a:t>
            </a:r>
            <a:endParaRPr/>
          </a:p>
        </p:txBody>
      </p:sp>
      <p:cxnSp>
        <p:nvCxnSpPr>
          <p:cNvPr id="2461" name="Google Shape;2461;p64"/>
          <p:cNvCxnSpPr>
            <a:cxnSpLocks/>
            <a:stCxn id="2441" idx="1"/>
            <a:endCxn id="2414" idx="3"/>
          </p:cNvCxnSpPr>
          <p:nvPr/>
        </p:nvCxnSpPr>
        <p:spPr>
          <a:xfrm flipH="1">
            <a:off x="4681350" y="4746913"/>
            <a:ext cx="296875" cy="37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2462" name="Google Shape;2462;p64"/>
          <p:cNvSpPr txBox="1"/>
          <p:nvPr/>
        </p:nvSpPr>
        <p:spPr>
          <a:xfrm>
            <a:off x="6418457" y="3548260"/>
            <a:ext cx="62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128</a:t>
            </a:r>
            <a:endParaRPr/>
          </a:p>
        </p:txBody>
      </p:sp>
      <p:cxnSp>
        <p:nvCxnSpPr>
          <p:cNvPr id="2464" name="Google Shape;2464;p64"/>
          <p:cNvCxnSpPr>
            <a:cxnSpLocks/>
            <a:endCxn id="2412" idx="1"/>
          </p:cNvCxnSpPr>
          <p:nvPr/>
        </p:nvCxnSpPr>
        <p:spPr>
          <a:xfrm flipH="1">
            <a:off x="3877650" y="2793350"/>
            <a:ext cx="3409925" cy="1394400"/>
          </a:xfrm>
          <a:prstGeom prst="straightConnector1">
            <a:avLst/>
          </a:prstGeom>
          <a:noFill/>
          <a:ln w="9525" cap="flat" cmpd="sng">
            <a:solidFill>
              <a:schemeClr val="bg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65" name="Google Shape;2465;p64"/>
          <p:cNvSpPr txBox="1"/>
          <p:nvPr/>
        </p:nvSpPr>
        <p:spPr>
          <a:xfrm>
            <a:off x="7750175" y="2793338"/>
            <a:ext cx="62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127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068864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2" name="Google Shape;2392;p6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삭제  해결방법 </a:t>
            </a:r>
            <a:r>
              <a:rPr lang="en-US" altLang="ko" dirty="0"/>
              <a:t>9</a:t>
            </a:r>
            <a:endParaRPr dirty="0"/>
          </a:p>
        </p:txBody>
      </p:sp>
      <p:sp>
        <p:nvSpPr>
          <p:cNvPr id="2393" name="Google Shape;2393;p64"/>
          <p:cNvSpPr txBox="1"/>
          <p:nvPr/>
        </p:nvSpPr>
        <p:spPr>
          <a:xfrm>
            <a:off x="387900" y="1190175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34 main()</a:t>
            </a:r>
            <a:endParaRPr/>
          </a:p>
        </p:txBody>
      </p:sp>
      <p:grpSp>
        <p:nvGrpSpPr>
          <p:cNvPr id="2394" name="Google Shape;2394;p64"/>
          <p:cNvGrpSpPr/>
          <p:nvPr/>
        </p:nvGrpSpPr>
        <p:grpSpPr>
          <a:xfrm>
            <a:off x="498900" y="1670450"/>
            <a:ext cx="803700" cy="559200"/>
            <a:chOff x="725125" y="742575"/>
            <a:chExt cx="803700" cy="559200"/>
          </a:xfrm>
        </p:grpSpPr>
        <p:sp>
          <p:nvSpPr>
            <p:cNvPr id="2395" name="Google Shape;2395;p6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pBgin</a:t>
              </a:r>
              <a:endParaRPr/>
            </a:p>
          </p:txBody>
        </p:sp>
        <p:sp>
          <p:nvSpPr>
            <p:cNvPr id="2396" name="Google Shape;2396;p6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2397" name="Google Shape;2397;p64"/>
          <p:cNvGrpSpPr/>
          <p:nvPr/>
        </p:nvGrpSpPr>
        <p:grpSpPr>
          <a:xfrm>
            <a:off x="1571525" y="1670450"/>
            <a:ext cx="803700" cy="559200"/>
            <a:chOff x="725125" y="742575"/>
            <a:chExt cx="803700" cy="559200"/>
          </a:xfrm>
        </p:grpSpPr>
        <p:sp>
          <p:nvSpPr>
            <p:cNvPr id="2398" name="Google Shape;2398;p6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End</a:t>
              </a:r>
              <a:endParaRPr/>
            </a:p>
          </p:txBody>
        </p:sp>
        <p:sp>
          <p:nvSpPr>
            <p:cNvPr id="2399" name="Google Shape;2399;p6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2400" name="Google Shape;2400;p64"/>
          <p:cNvGrpSpPr/>
          <p:nvPr/>
        </p:nvGrpSpPr>
        <p:grpSpPr>
          <a:xfrm>
            <a:off x="1630225" y="4047925"/>
            <a:ext cx="803700" cy="838800"/>
            <a:chOff x="6538675" y="262075"/>
            <a:chExt cx="803700" cy="838800"/>
          </a:xfrm>
        </p:grpSpPr>
        <p:grpSp>
          <p:nvGrpSpPr>
            <p:cNvPr id="2401" name="Google Shape;2401;p64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402" name="Google Shape;2402;p64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2403" name="Google Shape;2403;p64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2404" name="Google Shape;2404;p64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0x02</a:t>
              </a:r>
              <a:endParaRPr sz="1200"/>
            </a:p>
          </p:txBody>
        </p:sp>
      </p:grpSp>
      <p:grpSp>
        <p:nvGrpSpPr>
          <p:cNvPr id="2405" name="Google Shape;2405;p64"/>
          <p:cNvGrpSpPr/>
          <p:nvPr/>
        </p:nvGrpSpPr>
        <p:grpSpPr>
          <a:xfrm>
            <a:off x="2777075" y="4047950"/>
            <a:ext cx="803700" cy="838800"/>
            <a:chOff x="6538675" y="262075"/>
            <a:chExt cx="803700" cy="838800"/>
          </a:xfrm>
        </p:grpSpPr>
        <p:sp>
          <p:nvSpPr>
            <p:cNvPr id="2406" name="Google Shape;2406;p64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0x03</a:t>
              </a:r>
              <a:endParaRPr sz="1200"/>
            </a:p>
          </p:txBody>
        </p:sp>
        <p:grpSp>
          <p:nvGrpSpPr>
            <p:cNvPr id="2407" name="Google Shape;2407;p64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408" name="Google Shape;2408;p64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2409" name="Google Shape;2409;p64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</p:grpSp>
      <p:grpSp>
        <p:nvGrpSpPr>
          <p:cNvPr id="2410" name="Google Shape;2410;p64"/>
          <p:cNvGrpSpPr/>
          <p:nvPr/>
        </p:nvGrpSpPr>
        <p:grpSpPr>
          <a:xfrm>
            <a:off x="3877650" y="4047950"/>
            <a:ext cx="803700" cy="838800"/>
            <a:chOff x="6538675" y="262075"/>
            <a:chExt cx="803700" cy="838800"/>
          </a:xfrm>
        </p:grpSpPr>
        <p:grpSp>
          <p:nvGrpSpPr>
            <p:cNvPr id="2411" name="Google Shape;2411;p64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412" name="Google Shape;2412;p64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0x03</a:t>
                </a:r>
                <a:endParaRPr/>
              </a:p>
            </p:txBody>
          </p:sp>
          <p:sp>
            <p:nvSpPr>
              <p:cNvPr id="2413" name="Google Shape;2413;p64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30</a:t>
                </a:r>
                <a:endParaRPr/>
              </a:p>
            </p:txBody>
          </p:sp>
        </p:grpSp>
        <p:sp>
          <p:nvSpPr>
            <p:cNvPr id="2414" name="Google Shape;2414;p64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ko" sz="1200" dirty="0">
                  <a:solidFill>
                    <a:srgbClr val="FF0000"/>
                  </a:solidFill>
                </a:rPr>
                <a:t>0x</a:t>
              </a:r>
              <a:r>
                <a:rPr lang="en-US" altLang="ko-KR" sz="1200" dirty="0">
                  <a:solidFill>
                    <a:srgbClr val="FF0000"/>
                  </a:solidFill>
                </a:rPr>
                <a:t>04</a:t>
              </a:r>
              <a:endParaRPr sz="1200" dirty="0">
                <a:solidFill>
                  <a:srgbClr val="FF0000"/>
                </a:solidFill>
              </a:endParaRPr>
            </a:p>
          </p:txBody>
        </p:sp>
      </p:grpSp>
      <p:cxnSp>
        <p:nvCxnSpPr>
          <p:cNvPr id="2415" name="Google Shape;2415;p64"/>
          <p:cNvCxnSpPr>
            <a:stCxn id="2404" idx="3"/>
            <a:endCxn id="2408" idx="1"/>
          </p:cNvCxnSpPr>
          <p:nvPr/>
        </p:nvCxnSpPr>
        <p:spPr>
          <a:xfrm rot="10800000" flipH="1">
            <a:off x="2433925" y="4187725"/>
            <a:ext cx="3432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16" name="Google Shape;2416;p64"/>
          <p:cNvCxnSpPr>
            <a:endCxn id="2412" idx="1"/>
          </p:cNvCxnSpPr>
          <p:nvPr/>
        </p:nvCxnSpPr>
        <p:spPr>
          <a:xfrm rot="10800000" flipH="1">
            <a:off x="3580650" y="4187750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17" name="Google Shape;2417;p64"/>
          <p:cNvCxnSpPr>
            <a:stCxn id="2396" idx="1"/>
            <a:endCxn id="2402" idx="1"/>
          </p:cNvCxnSpPr>
          <p:nvPr/>
        </p:nvCxnSpPr>
        <p:spPr>
          <a:xfrm>
            <a:off x="498900" y="2089850"/>
            <a:ext cx="11313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418" name="Google Shape;2418;p64"/>
          <p:cNvGrpSpPr/>
          <p:nvPr/>
        </p:nvGrpSpPr>
        <p:grpSpPr>
          <a:xfrm>
            <a:off x="6134725" y="4047925"/>
            <a:ext cx="803700" cy="838800"/>
            <a:chOff x="6538675" y="262075"/>
            <a:chExt cx="803700" cy="838800"/>
          </a:xfrm>
        </p:grpSpPr>
        <p:grpSp>
          <p:nvGrpSpPr>
            <p:cNvPr id="2419" name="Google Shape;2419;p64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420" name="Google Shape;2420;p64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dirty="0"/>
                  <a:t>0x04</a:t>
                </a:r>
                <a:endParaRPr dirty="0"/>
              </a:p>
            </p:txBody>
          </p:sp>
          <p:sp>
            <p:nvSpPr>
              <p:cNvPr id="2421" name="Google Shape;2421;p64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40</a:t>
                </a:r>
                <a:endParaRPr/>
              </a:p>
            </p:txBody>
          </p:sp>
        </p:grpSp>
        <p:sp>
          <p:nvSpPr>
            <p:cNvPr id="2422" name="Google Shape;2422;p64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 dirty="0"/>
                <a:t>0x05</a:t>
              </a:r>
              <a:endParaRPr sz="1200" dirty="0"/>
            </a:p>
          </p:txBody>
        </p:sp>
      </p:grpSp>
      <p:grpSp>
        <p:nvGrpSpPr>
          <p:cNvPr id="2423" name="Google Shape;2423;p64"/>
          <p:cNvGrpSpPr/>
          <p:nvPr/>
        </p:nvGrpSpPr>
        <p:grpSpPr>
          <a:xfrm>
            <a:off x="7235300" y="4047925"/>
            <a:ext cx="803700" cy="838800"/>
            <a:chOff x="6538675" y="262075"/>
            <a:chExt cx="803700" cy="838800"/>
          </a:xfrm>
        </p:grpSpPr>
        <p:grpSp>
          <p:nvGrpSpPr>
            <p:cNvPr id="2424" name="Google Shape;2424;p64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425" name="Google Shape;2425;p64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0x05</a:t>
                </a:r>
                <a:endParaRPr/>
              </a:p>
            </p:txBody>
          </p:sp>
          <p:sp>
            <p:nvSpPr>
              <p:cNvPr id="2426" name="Google Shape;2426;p64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50</a:t>
                </a:r>
                <a:endParaRPr/>
              </a:p>
            </p:txBody>
          </p:sp>
        </p:grpSp>
        <p:sp>
          <p:nvSpPr>
            <p:cNvPr id="2427" name="Google Shape;2427;p64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pNext</a:t>
              </a:r>
              <a:endParaRPr sz="1200"/>
            </a:p>
          </p:txBody>
        </p:sp>
      </p:grpSp>
      <p:cxnSp>
        <p:nvCxnSpPr>
          <p:cNvPr id="2428" name="Google Shape;2428;p64"/>
          <p:cNvCxnSpPr>
            <a:stCxn id="2422" idx="3"/>
            <a:endCxn id="2425" idx="1"/>
          </p:cNvCxnSpPr>
          <p:nvPr/>
        </p:nvCxnSpPr>
        <p:spPr>
          <a:xfrm rot="10800000" flipH="1">
            <a:off x="6938425" y="4187725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429" name="Google Shape;2429;p64"/>
          <p:cNvGrpSpPr/>
          <p:nvPr/>
        </p:nvGrpSpPr>
        <p:grpSpPr>
          <a:xfrm>
            <a:off x="4362350" y="1865738"/>
            <a:ext cx="803700" cy="559200"/>
            <a:chOff x="725125" y="742575"/>
            <a:chExt cx="803700" cy="559200"/>
          </a:xfrm>
        </p:grpSpPr>
        <p:sp>
          <p:nvSpPr>
            <p:cNvPr id="2430" name="Google Shape;2430;p6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pStart</a:t>
              </a:r>
              <a:endParaRPr sz="1200"/>
            </a:p>
          </p:txBody>
        </p:sp>
        <p:sp>
          <p:nvSpPr>
            <p:cNvPr id="2431" name="Google Shape;2431;p6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2432" name="Google Shape;2432;p64"/>
          <p:cNvGrpSpPr/>
          <p:nvPr/>
        </p:nvGrpSpPr>
        <p:grpSpPr>
          <a:xfrm>
            <a:off x="5357050" y="1865738"/>
            <a:ext cx="803700" cy="559200"/>
            <a:chOff x="725125" y="742575"/>
            <a:chExt cx="803700" cy="559200"/>
          </a:xfrm>
        </p:grpSpPr>
        <p:sp>
          <p:nvSpPr>
            <p:cNvPr id="2433" name="Google Shape;2433;p6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del</a:t>
              </a:r>
              <a:endParaRPr sz="1200"/>
            </a:p>
          </p:txBody>
        </p:sp>
        <p:sp>
          <p:nvSpPr>
            <p:cNvPr id="2434" name="Google Shape;2434;p6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60</a:t>
              </a:r>
              <a:endParaRPr/>
            </a:p>
          </p:txBody>
        </p:sp>
      </p:grpSp>
      <p:cxnSp>
        <p:nvCxnSpPr>
          <p:cNvPr id="2435" name="Google Shape;2435;p64"/>
          <p:cNvCxnSpPr>
            <a:stCxn id="2431" idx="1"/>
            <a:endCxn id="2402" idx="1"/>
          </p:cNvCxnSpPr>
          <p:nvPr/>
        </p:nvCxnSpPr>
        <p:spPr>
          <a:xfrm flipH="1">
            <a:off x="1630250" y="2285138"/>
            <a:ext cx="2732100" cy="1902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36" name="Google Shape;2436;p64"/>
          <p:cNvCxnSpPr>
            <a:stCxn id="2399" idx="1"/>
            <a:endCxn id="2402" idx="1"/>
          </p:cNvCxnSpPr>
          <p:nvPr/>
        </p:nvCxnSpPr>
        <p:spPr>
          <a:xfrm>
            <a:off x="1571525" y="2089850"/>
            <a:ext cx="588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437" name="Google Shape;2437;p64"/>
          <p:cNvGrpSpPr/>
          <p:nvPr/>
        </p:nvGrpSpPr>
        <p:grpSpPr>
          <a:xfrm>
            <a:off x="4978225" y="4047913"/>
            <a:ext cx="803700" cy="838800"/>
            <a:chOff x="6538675" y="262075"/>
            <a:chExt cx="803700" cy="838800"/>
          </a:xfrm>
        </p:grpSpPr>
        <p:grpSp>
          <p:nvGrpSpPr>
            <p:cNvPr id="2438" name="Google Shape;2438;p64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439" name="Google Shape;2439;p64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FF9999"/>
              </a:solidFill>
              <a:ln w="9525" cap="flat" cmpd="sng">
                <a:solidFill>
                  <a:srgbClr val="FF7C8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dirty="0">
                    <a:solidFill>
                      <a:srgbClr val="FF0000"/>
                    </a:solidFill>
                  </a:rPr>
                  <a:t>0x06</a:t>
                </a:r>
                <a:endParaRPr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440" name="Google Shape;2440;p64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00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dirty="0">
                    <a:solidFill>
                      <a:srgbClr val="FF0000"/>
                    </a:solidFill>
                  </a:rPr>
                  <a:t>60</a:t>
                </a:r>
                <a:endParaRPr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2441" name="Google Shape;2441;p64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 dirty="0">
                  <a:solidFill>
                    <a:srgbClr val="FF0000"/>
                  </a:solidFill>
                </a:rPr>
                <a:t>0x04</a:t>
              </a:r>
              <a:endParaRPr sz="1200" dirty="0">
                <a:solidFill>
                  <a:srgbClr val="FF0000"/>
                </a:solidFill>
              </a:endParaRPr>
            </a:p>
          </p:txBody>
        </p:sp>
      </p:grpSp>
      <p:cxnSp>
        <p:nvCxnSpPr>
          <p:cNvPr id="2442" name="Google Shape;2442;p64"/>
          <p:cNvCxnSpPr>
            <a:cxnSpLocks/>
            <a:stCxn id="2414" idx="3"/>
            <a:endCxn id="2420" idx="1"/>
          </p:cNvCxnSpPr>
          <p:nvPr/>
        </p:nvCxnSpPr>
        <p:spPr>
          <a:xfrm flipV="1">
            <a:off x="4681350" y="4187725"/>
            <a:ext cx="1453375" cy="559225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43" name="Google Shape;2443;p64"/>
          <p:cNvCxnSpPr>
            <a:stCxn id="2441" idx="3"/>
            <a:endCxn id="2420" idx="1"/>
          </p:cNvCxnSpPr>
          <p:nvPr/>
        </p:nvCxnSpPr>
        <p:spPr>
          <a:xfrm rot="10800000" flipH="1">
            <a:off x="5781925" y="4187713"/>
            <a:ext cx="3528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444" name="Google Shape;2444;p64"/>
          <p:cNvGrpSpPr/>
          <p:nvPr/>
        </p:nvGrpSpPr>
        <p:grpSpPr>
          <a:xfrm>
            <a:off x="2594425" y="1658163"/>
            <a:ext cx="803700" cy="559200"/>
            <a:chOff x="725125" y="742575"/>
            <a:chExt cx="803700" cy="559200"/>
          </a:xfrm>
        </p:grpSpPr>
        <p:sp>
          <p:nvSpPr>
            <p:cNvPr id="2445" name="Google Shape;2445;p6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Find</a:t>
              </a:r>
              <a:endParaRPr/>
            </a:p>
          </p:txBody>
        </p:sp>
        <p:sp>
          <p:nvSpPr>
            <p:cNvPr id="2446" name="Google Shape;2446;p6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0x04</a:t>
              </a:r>
              <a:endParaRPr/>
            </a:p>
          </p:txBody>
        </p:sp>
      </p:grpSp>
      <p:cxnSp>
        <p:nvCxnSpPr>
          <p:cNvPr id="2447" name="Google Shape;2447;p64"/>
          <p:cNvCxnSpPr>
            <a:stCxn id="2446" idx="1"/>
            <a:endCxn id="2420" idx="1"/>
          </p:cNvCxnSpPr>
          <p:nvPr/>
        </p:nvCxnSpPr>
        <p:spPr>
          <a:xfrm>
            <a:off x="2594425" y="2077563"/>
            <a:ext cx="3540300" cy="21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48" name="Google Shape;2448;p64"/>
          <p:cNvSpPr txBox="1"/>
          <p:nvPr/>
        </p:nvSpPr>
        <p:spPr>
          <a:xfrm>
            <a:off x="4092850" y="1432950"/>
            <a:ext cx="3142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61 DeleteNodeData(pBegin, 60);</a:t>
            </a:r>
            <a:endParaRPr/>
          </a:p>
        </p:txBody>
      </p:sp>
      <p:cxnSp>
        <p:nvCxnSpPr>
          <p:cNvPr id="2449" name="Google Shape;2449;p64"/>
          <p:cNvCxnSpPr>
            <a:stCxn id="2396" idx="3"/>
            <a:endCxn id="2431" idx="1"/>
          </p:cNvCxnSpPr>
          <p:nvPr/>
        </p:nvCxnSpPr>
        <p:spPr>
          <a:xfrm>
            <a:off x="1302600" y="2089850"/>
            <a:ext cx="3059700" cy="19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grpSp>
        <p:nvGrpSpPr>
          <p:cNvPr id="2450" name="Google Shape;2450;p64"/>
          <p:cNvGrpSpPr/>
          <p:nvPr/>
        </p:nvGrpSpPr>
        <p:grpSpPr>
          <a:xfrm>
            <a:off x="7287625" y="2373850"/>
            <a:ext cx="803700" cy="559200"/>
            <a:chOff x="725125" y="742575"/>
            <a:chExt cx="803700" cy="559200"/>
          </a:xfrm>
        </p:grpSpPr>
        <p:sp>
          <p:nvSpPr>
            <p:cNvPr id="2451" name="Google Shape;2451;p6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pPre</a:t>
              </a:r>
              <a:endParaRPr/>
            </a:p>
          </p:txBody>
        </p:sp>
        <p:sp>
          <p:nvSpPr>
            <p:cNvPr id="2452" name="Google Shape;2452;p6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>
                  <a:solidFill>
                    <a:schemeClr val="tx1"/>
                  </a:solidFill>
                </a:rPr>
                <a:t>0x0</a:t>
              </a:r>
              <a:r>
                <a:rPr lang="en-US" altLang="ko" dirty="0">
                  <a:solidFill>
                    <a:schemeClr val="tx1"/>
                  </a:solidFill>
                </a:rPr>
                <a:t>3</a:t>
              </a:r>
              <a:endParaRPr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453" name="Google Shape;2453;p64"/>
          <p:cNvGrpSpPr/>
          <p:nvPr/>
        </p:nvGrpSpPr>
        <p:grpSpPr>
          <a:xfrm>
            <a:off x="7287625" y="3043163"/>
            <a:ext cx="803700" cy="559200"/>
            <a:chOff x="725125" y="742575"/>
            <a:chExt cx="803700" cy="559200"/>
          </a:xfrm>
        </p:grpSpPr>
        <p:sp>
          <p:nvSpPr>
            <p:cNvPr id="2454" name="Google Shape;2454;p6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pNode</a:t>
              </a:r>
              <a:endParaRPr/>
            </a:p>
          </p:txBody>
        </p:sp>
        <p:sp>
          <p:nvSpPr>
            <p:cNvPr id="2455" name="Google Shape;2455;p6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>
                  <a:solidFill>
                    <a:schemeClr val="tx1"/>
                  </a:solidFill>
                </a:rPr>
                <a:t>0x0</a:t>
              </a:r>
              <a:r>
                <a:rPr lang="en-US" altLang="ko" dirty="0">
                  <a:solidFill>
                    <a:schemeClr val="tx1"/>
                  </a:solidFill>
                </a:rPr>
                <a:t>6</a:t>
              </a:r>
              <a:endParaRPr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456" name="Google Shape;2456;p64"/>
          <p:cNvCxnSpPr>
            <a:cxnSpLocks/>
            <a:stCxn id="2455" idx="1"/>
            <a:endCxn id="2439" idx="1"/>
          </p:cNvCxnSpPr>
          <p:nvPr/>
        </p:nvCxnSpPr>
        <p:spPr>
          <a:xfrm flipH="1">
            <a:off x="4978225" y="3462563"/>
            <a:ext cx="2309400" cy="72515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57" name="Google Shape;2457;p64"/>
          <p:cNvSpPr txBox="1"/>
          <p:nvPr/>
        </p:nvSpPr>
        <p:spPr>
          <a:xfrm>
            <a:off x="5160625" y="138238"/>
            <a:ext cx="38526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FF0000"/>
                </a:solidFill>
              </a:rPr>
              <a:t>0x03</a:t>
            </a:r>
            <a:r>
              <a:rPr lang="ko"/>
              <a:t>-&gt;pNext = pNode-&gt;pNext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pPre-&gt;pNext = pNode-&gt;pNext</a:t>
            </a:r>
            <a:br>
              <a:rPr lang="ko"/>
            </a:br>
            <a:r>
              <a:rPr lang="ko"/>
              <a:t>이전노드의 값을 찾기를 통해서는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이전값을 찾을수 없다.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그러므로, 찾으면서 이전값을 저장해야한다.</a:t>
            </a:r>
            <a:endParaRPr/>
          </a:p>
        </p:txBody>
      </p:sp>
      <p:cxnSp>
        <p:nvCxnSpPr>
          <p:cNvPr id="2458" name="Google Shape;2458;p64"/>
          <p:cNvCxnSpPr>
            <a:stCxn id="2431" idx="2"/>
            <a:endCxn id="2455" idx="0"/>
          </p:cNvCxnSpPr>
          <p:nvPr/>
        </p:nvCxnSpPr>
        <p:spPr>
          <a:xfrm>
            <a:off x="4764200" y="2424938"/>
            <a:ext cx="2925300" cy="8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2459" name="Google Shape;2459;p64"/>
          <p:cNvSpPr txBox="1"/>
          <p:nvPr/>
        </p:nvSpPr>
        <p:spPr>
          <a:xfrm>
            <a:off x="5337725" y="2713650"/>
            <a:ext cx="62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116</a:t>
            </a:r>
            <a:endParaRPr/>
          </a:p>
        </p:txBody>
      </p:sp>
      <p:sp>
        <p:nvSpPr>
          <p:cNvPr id="2460" name="Google Shape;2460;p64"/>
          <p:cNvSpPr txBox="1"/>
          <p:nvPr/>
        </p:nvSpPr>
        <p:spPr>
          <a:xfrm>
            <a:off x="6608300" y="2161488"/>
            <a:ext cx="62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115</a:t>
            </a:r>
            <a:endParaRPr/>
          </a:p>
        </p:txBody>
      </p:sp>
      <p:cxnSp>
        <p:nvCxnSpPr>
          <p:cNvPr id="2461" name="Google Shape;2461;p64"/>
          <p:cNvCxnSpPr>
            <a:cxnSpLocks/>
            <a:stCxn id="2441" idx="1"/>
            <a:endCxn id="2414" idx="3"/>
          </p:cNvCxnSpPr>
          <p:nvPr/>
        </p:nvCxnSpPr>
        <p:spPr>
          <a:xfrm flipH="1">
            <a:off x="4681350" y="4746913"/>
            <a:ext cx="296875" cy="37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2462" name="Google Shape;2462;p64"/>
          <p:cNvSpPr txBox="1"/>
          <p:nvPr/>
        </p:nvSpPr>
        <p:spPr>
          <a:xfrm>
            <a:off x="6418457" y="3548260"/>
            <a:ext cx="62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128</a:t>
            </a:r>
            <a:endParaRPr/>
          </a:p>
        </p:txBody>
      </p:sp>
      <p:cxnSp>
        <p:nvCxnSpPr>
          <p:cNvPr id="2464" name="Google Shape;2464;p64"/>
          <p:cNvCxnSpPr>
            <a:cxnSpLocks/>
            <a:endCxn id="2412" idx="1"/>
          </p:cNvCxnSpPr>
          <p:nvPr/>
        </p:nvCxnSpPr>
        <p:spPr>
          <a:xfrm flipH="1">
            <a:off x="3877650" y="2793350"/>
            <a:ext cx="3409925" cy="1394400"/>
          </a:xfrm>
          <a:prstGeom prst="straightConnector1">
            <a:avLst/>
          </a:prstGeom>
          <a:noFill/>
          <a:ln w="9525" cap="flat" cmpd="sng">
            <a:solidFill>
              <a:schemeClr val="bg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65" name="Google Shape;2465;p64"/>
          <p:cNvSpPr txBox="1"/>
          <p:nvPr/>
        </p:nvSpPr>
        <p:spPr>
          <a:xfrm>
            <a:off x="7750175" y="2793338"/>
            <a:ext cx="62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127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9234579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0" name="Google Shape;2470;p6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삭제  완료</a:t>
            </a:r>
            <a:endParaRPr/>
          </a:p>
        </p:txBody>
      </p:sp>
      <p:sp>
        <p:nvSpPr>
          <p:cNvPr id="2471" name="Google Shape;2471;p65"/>
          <p:cNvSpPr txBox="1"/>
          <p:nvPr/>
        </p:nvSpPr>
        <p:spPr>
          <a:xfrm>
            <a:off x="387900" y="1190175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34 main()</a:t>
            </a:r>
            <a:endParaRPr/>
          </a:p>
        </p:txBody>
      </p:sp>
      <p:grpSp>
        <p:nvGrpSpPr>
          <p:cNvPr id="2472" name="Google Shape;2472;p65"/>
          <p:cNvGrpSpPr/>
          <p:nvPr/>
        </p:nvGrpSpPr>
        <p:grpSpPr>
          <a:xfrm>
            <a:off x="498900" y="1670450"/>
            <a:ext cx="803700" cy="559200"/>
            <a:chOff x="725125" y="742575"/>
            <a:chExt cx="803700" cy="559200"/>
          </a:xfrm>
        </p:grpSpPr>
        <p:sp>
          <p:nvSpPr>
            <p:cNvPr id="2473" name="Google Shape;2473;p65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pBgin</a:t>
              </a:r>
              <a:endParaRPr/>
            </a:p>
          </p:txBody>
        </p:sp>
        <p:sp>
          <p:nvSpPr>
            <p:cNvPr id="2474" name="Google Shape;2474;p65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2475" name="Google Shape;2475;p65"/>
          <p:cNvGrpSpPr/>
          <p:nvPr/>
        </p:nvGrpSpPr>
        <p:grpSpPr>
          <a:xfrm>
            <a:off x="1571525" y="1670450"/>
            <a:ext cx="803700" cy="559200"/>
            <a:chOff x="725125" y="742575"/>
            <a:chExt cx="803700" cy="559200"/>
          </a:xfrm>
        </p:grpSpPr>
        <p:sp>
          <p:nvSpPr>
            <p:cNvPr id="2476" name="Google Shape;2476;p65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End</a:t>
              </a:r>
              <a:endParaRPr/>
            </a:p>
          </p:txBody>
        </p:sp>
        <p:sp>
          <p:nvSpPr>
            <p:cNvPr id="2477" name="Google Shape;2477;p65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2478" name="Google Shape;2478;p65"/>
          <p:cNvGrpSpPr/>
          <p:nvPr/>
        </p:nvGrpSpPr>
        <p:grpSpPr>
          <a:xfrm>
            <a:off x="1630225" y="4047925"/>
            <a:ext cx="803700" cy="838800"/>
            <a:chOff x="6538675" y="262075"/>
            <a:chExt cx="803700" cy="838800"/>
          </a:xfrm>
        </p:grpSpPr>
        <p:grpSp>
          <p:nvGrpSpPr>
            <p:cNvPr id="2479" name="Google Shape;2479;p65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480" name="Google Shape;2480;p65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2481" name="Google Shape;2481;p65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2482" name="Google Shape;2482;p65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0x02</a:t>
              </a:r>
              <a:endParaRPr sz="1200"/>
            </a:p>
          </p:txBody>
        </p:sp>
      </p:grpSp>
      <p:grpSp>
        <p:nvGrpSpPr>
          <p:cNvPr id="2483" name="Google Shape;2483;p65"/>
          <p:cNvGrpSpPr/>
          <p:nvPr/>
        </p:nvGrpSpPr>
        <p:grpSpPr>
          <a:xfrm>
            <a:off x="2777075" y="4047950"/>
            <a:ext cx="803700" cy="838800"/>
            <a:chOff x="6538675" y="262075"/>
            <a:chExt cx="803700" cy="838800"/>
          </a:xfrm>
        </p:grpSpPr>
        <p:sp>
          <p:nvSpPr>
            <p:cNvPr id="2484" name="Google Shape;2484;p65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0x03</a:t>
              </a:r>
              <a:endParaRPr sz="1200"/>
            </a:p>
          </p:txBody>
        </p:sp>
        <p:grpSp>
          <p:nvGrpSpPr>
            <p:cNvPr id="2485" name="Google Shape;2485;p65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486" name="Google Shape;2486;p65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2487" name="Google Shape;2487;p65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</p:grpSp>
      <p:grpSp>
        <p:nvGrpSpPr>
          <p:cNvPr id="2488" name="Google Shape;2488;p65"/>
          <p:cNvGrpSpPr/>
          <p:nvPr/>
        </p:nvGrpSpPr>
        <p:grpSpPr>
          <a:xfrm>
            <a:off x="3877650" y="4047950"/>
            <a:ext cx="803700" cy="838800"/>
            <a:chOff x="6538675" y="262075"/>
            <a:chExt cx="803700" cy="838800"/>
          </a:xfrm>
        </p:grpSpPr>
        <p:grpSp>
          <p:nvGrpSpPr>
            <p:cNvPr id="2489" name="Google Shape;2489;p65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490" name="Google Shape;2490;p65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0x03</a:t>
                </a:r>
                <a:endParaRPr/>
              </a:p>
            </p:txBody>
          </p:sp>
          <p:sp>
            <p:nvSpPr>
              <p:cNvPr id="2491" name="Google Shape;2491;p65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30</a:t>
                </a:r>
                <a:endParaRPr/>
              </a:p>
            </p:txBody>
          </p:sp>
        </p:grpSp>
        <p:sp>
          <p:nvSpPr>
            <p:cNvPr id="2492" name="Google Shape;2492;p65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>
                  <a:solidFill>
                    <a:schemeClr val="dk1"/>
                  </a:solidFill>
                </a:rPr>
                <a:t>0x04</a:t>
              </a:r>
              <a:endParaRPr sz="1200">
                <a:solidFill>
                  <a:schemeClr val="dk1"/>
                </a:solidFill>
              </a:endParaRPr>
            </a:p>
          </p:txBody>
        </p:sp>
      </p:grpSp>
      <p:cxnSp>
        <p:nvCxnSpPr>
          <p:cNvPr id="2493" name="Google Shape;2493;p65"/>
          <p:cNvCxnSpPr>
            <a:stCxn id="2482" idx="3"/>
            <a:endCxn id="2486" idx="1"/>
          </p:cNvCxnSpPr>
          <p:nvPr/>
        </p:nvCxnSpPr>
        <p:spPr>
          <a:xfrm rot="10800000" flipH="1">
            <a:off x="2433925" y="4187725"/>
            <a:ext cx="3432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94" name="Google Shape;2494;p65"/>
          <p:cNvCxnSpPr>
            <a:endCxn id="2490" idx="1"/>
          </p:cNvCxnSpPr>
          <p:nvPr/>
        </p:nvCxnSpPr>
        <p:spPr>
          <a:xfrm rot="10800000" flipH="1">
            <a:off x="3580650" y="4187750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95" name="Google Shape;2495;p65"/>
          <p:cNvCxnSpPr>
            <a:stCxn id="2474" idx="1"/>
            <a:endCxn id="2480" idx="1"/>
          </p:cNvCxnSpPr>
          <p:nvPr/>
        </p:nvCxnSpPr>
        <p:spPr>
          <a:xfrm>
            <a:off x="498900" y="2089850"/>
            <a:ext cx="11313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496" name="Google Shape;2496;p65"/>
          <p:cNvGrpSpPr/>
          <p:nvPr/>
        </p:nvGrpSpPr>
        <p:grpSpPr>
          <a:xfrm>
            <a:off x="6134725" y="4047925"/>
            <a:ext cx="803700" cy="838800"/>
            <a:chOff x="6538675" y="262075"/>
            <a:chExt cx="803700" cy="838800"/>
          </a:xfrm>
        </p:grpSpPr>
        <p:grpSp>
          <p:nvGrpSpPr>
            <p:cNvPr id="2497" name="Google Shape;2497;p65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498" name="Google Shape;2498;p65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0x04</a:t>
                </a:r>
                <a:endParaRPr/>
              </a:p>
            </p:txBody>
          </p:sp>
          <p:sp>
            <p:nvSpPr>
              <p:cNvPr id="2499" name="Google Shape;2499;p65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40</a:t>
                </a:r>
                <a:endParaRPr/>
              </a:p>
            </p:txBody>
          </p:sp>
        </p:grpSp>
        <p:sp>
          <p:nvSpPr>
            <p:cNvPr id="2500" name="Google Shape;2500;p65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0x05</a:t>
              </a:r>
              <a:endParaRPr sz="1200"/>
            </a:p>
          </p:txBody>
        </p:sp>
      </p:grpSp>
      <p:grpSp>
        <p:nvGrpSpPr>
          <p:cNvPr id="2501" name="Google Shape;2501;p65"/>
          <p:cNvGrpSpPr/>
          <p:nvPr/>
        </p:nvGrpSpPr>
        <p:grpSpPr>
          <a:xfrm>
            <a:off x="7235300" y="4047925"/>
            <a:ext cx="803700" cy="838800"/>
            <a:chOff x="6538675" y="262075"/>
            <a:chExt cx="803700" cy="838800"/>
          </a:xfrm>
        </p:grpSpPr>
        <p:grpSp>
          <p:nvGrpSpPr>
            <p:cNvPr id="2502" name="Google Shape;2502;p65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03" name="Google Shape;2503;p65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0x05</a:t>
                </a:r>
                <a:endParaRPr/>
              </a:p>
            </p:txBody>
          </p:sp>
          <p:sp>
            <p:nvSpPr>
              <p:cNvPr id="2504" name="Google Shape;2504;p65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50</a:t>
                </a:r>
                <a:endParaRPr/>
              </a:p>
            </p:txBody>
          </p:sp>
        </p:grpSp>
        <p:sp>
          <p:nvSpPr>
            <p:cNvPr id="2505" name="Google Shape;2505;p65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pNext</a:t>
              </a:r>
              <a:endParaRPr sz="1200"/>
            </a:p>
          </p:txBody>
        </p:sp>
      </p:grpSp>
      <p:cxnSp>
        <p:nvCxnSpPr>
          <p:cNvPr id="2506" name="Google Shape;2506;p65"/>
          <p:cNvCxnSpPr>
            <a:stCxn id="2500" idx="3"/>
            <a:endCxn id="2503" idx="1"/>
          </p:cNvCxnSpPr>
          <p:nvPr/>
        </p:nvCxnSpPr>
        <p:spPr>
          <a:xfrm rot="10800000" flipH="1">
            <a:off x="6938425" y="4187725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07" name="Google Shape;2507;p65"/>
          <p:cNvCxnSpPr>
            <a:stCxn id="2477" idx="1"/>
            <a:endCxn id="2480" idx="1"/>
          </p:cNvCxnSpPr>
          <p:nvPr/>
        </p:nvCxnSpPr>
        <p:spPr>
          <a:xfrm>
            <a:off x="1571525" y="2089850"/>
            <a:ext cx="588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508" name="Google Shape;2508;p65"/>
          <p:cNvGrpSpPr/>
          <p:nvPr/>
        </p:nvGrpSpPr>
        <p:grpSpPr>
          <a:xfrm>
            <a:off x="2594425" y="1658163"/>
            <a:ext cx="803700" cy="559200"/>
            <a:chOff x="725125" y="742575"/>
            <a:chExt cx="803700" cy="559200"/>
          </a:xfrm>
        </p:grpSpPr>
        <p:sp>
          <p:nvSpPr>
            <p:cNvPr id="2509" name="Google Shape;2509;p65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Find</a:t>
              </a:r>
              <a:endParaRPr/>
            </a:p>
          </p:txBody>
        </p:sp>
        <p:sp>
          <p:nvSpPr>
            <p:cNvPr id="2510" name="Google Shape;2510;p65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0x04</a:t>
              </a:r>
              <a:endParaRPr/>
            </a:p>
          </p:txBody>
        </p:sp>
      </p:grpSp>
      <p:cxnSp>
        <p:nvCxnSpPr>
          <p:cNvPr id="2511" name="Google Shape;2511;p65"/>
          <p:cNvCxnSpPr>
            <a:stCxn id="2510" idx="1"/>
            <a:endCxn id="2498" idx="1"/>
          </p:cNvCxnSpPr>
          <p:nvPr/>
        </p:nvCxnSpPr>
        <p:spPr>
          <a:xfrm>
            <a:off x="2594425" y="2077563"/>
            <a:ext cx="3540300" cy="21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12" name="Google Shape;2512;p65"/>
          <p:cNvSpPr txBox="1"/>
          <p:nvPr/>
        </p:nvSpPr>
        <p:spPr>
          <a:xfrm>
            <a:off x="5160625" y="138238"/>
            <a:ext cx="38526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FF0000"/>
                </a:solidFill>
              </a:rPr>
              <a:t>0x03</a:t>
            </a:r>
            <a:r>
              <a:rPr lang="ko"/>
              <a:t>-&gt;pNext = pNode-&gt;pNext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pPre-&gt;pNext = pNode-&gt;pNext</a:t>
            </a:r>
            <a:br>
              <a:rPr lang="ko"/>
            </a:br>
            <a:r>
              <a:rPr lang="ko"/>
              <a:t>이전노드의 값을 찾기를 통해서는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이전값을 찾을수 없다.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그러므로, 찾으면서 이전값을 저장해야한다.</a:t>
            </a:r>
            <a:endParaRPr/>
          </a:p>
        </p:txBody>
      </p:sp>
      <p:cxnSp>
        <p:nvCxnSpPr>
          <p:cNvPr id="2513" name="Google Shape;2513;p65"/>
          <p:cNvCxnSpPr>
            <a:stCxn id="2492" idx="3"/>
            <a:endCxn id="2498" idx="1"/>
          </p:cNvCxnSpPr>
          <p:nvPr/>
        </p:nvCxnSpPr>
        <p:spPr>
          <a:xfrm rot="10800000" flipH="1">
            <a:off x="4681350" y="4187750"/>
            <a:ext cx="14535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8" name="Google Shape;2518;p6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삭제 문제점 해결하기</a:t>
            </a:r>
            <a:endParaRPr/>
          </a:p>
        </p:txBody>
      </p:sp>
      <p:grpSp>
        <p:nvGrpSpPr>
          <p:cNvPr id="2519" name="Google Shape;2519;p66"/>
          <p:cNvGrpSpPr/>
          <p:nvPr/>
        </p:nvGrpSpPr>
        <p:grpSpPr>
          <a:xfrm>
            <a:off x="311700" y="1405438"/>
            <a:ext cx="2090100" cy="998500"/>
            <a:chOff x="2421050" y="2030388"/>
            <a:chExt cx="2090100" cy="998500"/>
          </a:xfrm>
        </p:grpSpPr>
        <p:grpSp>
          <p:nvGrpSpPr>
            <p:cNvPr id="2520" name="Google Shape;2520;p66"/>
            <p:cNvGrpSpPr/>
            <p:nvPr/>
          </p:nvGrpSpPr>
          <p:grpSpPr>
            <a:xfrm>
              <a:off x="2421050" y="2030388"/>
              <a:ext cx="2090100" cy="998500"/>
              <a:chOff x="261375" y="2343650"/>
              <a:chExt cx="2090100" cy="998500"/>
            </a:xfrm>
          </p:grpSpPr>
          <p:sp>
            <p:nvSpPr>
              <p:cNvPr id="2521" name="Google Shape;2521;p66"/>
              <p:cNvSpPr/>
              <p:nvPr/>
            </p:nvSpPr>
            <p:spPr>
              <a:xfrm>
                <a:off x="261375" y="2343650"/>
                <a:ext cx="2090100" cy="3153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>
                    <a:solidFill>
                      <a:schemeClr val="dk1"/>
                    </a:solidFill>
                  </a:rPr>
                  <a:t>main()</a:t>
                </a:r>
                <a:endParaRPr/>
              </a:p>
            </p:txBody>
          </p:sp>
          <p:sp>
            <p:nvSpPr>
              <p:cNvPr id="2522" name="Google Shape;2522;p66"/>
              <p:cNvSpPr/>
              <p:nvPr/>
            </p:nvSpPr>
            <p:spPr>
              <a:xfrm>
                <a:off x="261375" y="2647950"/>
                <a:ext cx="2090100" cy="6942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523" name="Google Shape;2523;p66"/>
            <p:cNvSpPr/>
            <p:nvPr/>
          </p:nvSpPr>
          <p:spPr>
            <a:xfrm>
              <a:off x="2544875" y="2584213"/>
              <a:ext cx="803700" cy="3048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pBegin</a:t>
              </a:r>
              <a:endParaRPr/>
            </a:p>
          </p:txBody>
        </p:sp>
        <p:sp>
          <p:nvSpPr>
            <p:cNvPr id="2524" name="Google Shape;2524;p66"/>
            <p:cNvSpPr/>
            <p:nvPr/>
          </p:nvSpPr>
          <p:spPr>
            <a:xfrm>
              <a:off x="3530175" y="2576025"/>
              <a:ext cx="803700" cy="3048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pEnd</a:t>
              </a:r>
              <a:endParaRPr/>
            </a:p>
          </p:txBody>
        </p:sp>
      </p:grpSp>
      <p:sp>
        <p:nvSpPr>
          <p:cNvPr id="2525" name="Google Shape;2525;p66"/>
          <p:cNvSpPr/>
          <p:nvPr/>
        </p:nvSpPr>
        <p:spPr>
          <a:xfrm>
            <a:off x="933025" y="2894813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10</a:t>
            </a:r>
            <a:endParaRPr/>
          </a:p>
        </p:txBody>
      </p:sp>
      <p:sp>
        <p:nvSpPr>
          <p:cNvPr id="2526" name="Google Shape;2526;p66"/>
          <p:cNvSpPr/>
          <p:nvPr/>
        </p:nvSpPr>
        <p:spPr>
          <a:xfrm>
            <a:off x="1512750" y="2894813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20</a:t>
            </a:r>
            <a:endParaRPr/>
          </a:p>
        </p:txBody>
      </p:sp>
      <p:sp>
        <p:nvSpPr>
          <p:cNvPr id="2527" name="Google Shape;2527;p66"/>
          <p:cNvSpPr/>
          <p:nvPr/>
        </p:nvSpPr>
        <p:spPr>
          <a:xfrm>
            <a:off x="2092475" y="2894813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30</a:t>
            </a:r>
            <a:endParaRPr/>
          </a:p>
        </p:txBody>
      </p:sp>
      <p:sp>
        <p:nvSpPr>
          <p:cNvPr id="2528" name="Google Shape;2528;p66"/>
          <p:cNvSpPr/>
          <p:nvPr/>
        </p:nvSpPr>
        <p:spPr>
          <a:xfrm>
            <a:off x="2645750" y="2894813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40</a:t>
            </a:r>
            <a:endParaRPr dirty="0"/>
          </a:p>
        </p:txBody>
      </p:sp>
      <p:sp>
        <p:nvSpPr>
          <p:cNvPr id="2529" name="Google Shape;2529;p66"/>
          <p:cNvSpPr/>
          <p:nvPr/>
        </p:nvSpPr>
        <p:spPr>
          <a:xfrm>
            <a:off x="3207875" y="2894813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50</a:t>
            </a:r>
            <a:endParaRPr/>
          </a:p>
        </p:txBody>
      </p:sp>
      <p:cxnSp>
        <p:nvCxnSpPr>
          <p:cNvPr id="2530" name="Google Shape;2530;p66"/>
          <p:cNvCxnSpPr>
            <a:stCxn id="2523" idx="3"/>
            <a:endCxn id="2525" idx="1"/>
          </p:cNvCxnSpPr>
          <p:nvPr/>
        </p:nvCxnSpPr>
        <p:spPr>
          <a:xfrm flipH="1">
            <a:off x="932925" y="2111663"/>
            <a:ext cx="306300" cy="935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31" name="Google Shape;2531;p66"/>
          <p:cNvCxnSpPr>
            <a:stCxn id="2524" idx="3"/>
            <a:endCxn id="2529" idx="1"/>
          </p:cNvCxnSpPr>
          <p:nvPr/>
        </p:nvCxnSpPr>
        <p:spPr>
          <a:xfrm>
            <a:off x="2224525" y="2103475"/>
            <a:ext cx="983400" cy="943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32" name="Google Shape;2532;p66"/>
          <p:cNvCxnSpPr>
            <a:stCxn id="2525" idx="3"/>
            <a:endCxn id="2526" idx="1"/>
          </p:cNvCxnSpPr>
          <p:nvPr/>
        </p:nvCxnSpPr>
        <p:spPr>
          <a:xfrm>
            <a:off x="1337725" y="3047213"/>
            <a:ext cx="174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33" name="Google Shape;2533;p66"/>
          <p:cNvCxnSpPr>
            <a:endCxn id="2527" idx="1"/>
          </p:cNvCxnSpPr>
          <p:nvPr/>
        </p:nvCxnSpPr>
        <p:spPr>
          <a:xfrm>
            <a:off x="1917575" y="3047213"/>
            <a:ext cx="174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534" name="Google Shape;2534;p66"/>
          <p:cNvGrpSpPr/>
          <p:nvPr/>
        </p:nvGrpSpPr>
        <p:grpSpPr>
          <a:xfrm>
            <a:off x="3407325" y="1405438"/>
            <a:ext cx="2090100" cy="998500"/>
            <a:chOff x="2421050" y="2030388"/>
            <a:chExt cx="2090100" cy="998500"/>
          </a:xfrm>
        </p:grpSpPr>
        <p:grpSp>
          <p:nvGrpSpPr>
            <p:cNvPr id="2535" name="Google Shape;2535;p66"/>
            <p:cNvGrpSpPr/>
            <p:nvPr/>
          </p:nvGrpSpPr>
          <p:grpSpPr>
            <a:xfrm>
              <a:off x="2421050" y="2030388"/>
              <a:ext cx="2090100" cy="998500"/>
              <a:chOff x="261375" y="2343650"/>
              <a:chExt cx="2090100" cy="998500"/>
            </a:xfrm>
          </p:grpSpPr>
          <p:sp>
            <p:nvSpPr>
              <p:cNvPr id="2536" name="Google Shape;2536;p66"/>
              <p:cNvSpPr/>
              <p:nvPr/>
            </p:nvSpPr>
            <p:spPr>
              <a:xfrm>
                <a:off x="261375" y="2343650"/>
                <a:ext cx="2090100" cy="3153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>
                    <a:solidFill>
                      <a:schemeClr val="dk1"/>
                    </a:solidFill>
                  </a:rPr>
                  <a:t>Insert(pBegin,40,60 )</a:t>
                </a:r>
                <a:endParaRPr/>
              </a:p>
            </p:txBody>
          </p:sp>
          <p:sp>
            <p:nvSpPr>
              <p:cNvPr id="2537" name="Google Shape;2537;p66"/>
              <p:cNvSpPr/>
              <p:nvPr/>
            </p:nvSpPr>
            <p:spPr>
              <a:xfrm>
                <a:off x="261375" y="2647950"/>
                <a:ext cx="2090100" cy="6942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538" name="Google Shape;2538;p66"/>
            <p:cNvSpPr/>
            <p:nvPr/>
          </p:nvSpPr>
          <p:spPr>
            <a:xfrm>
              <a:off x="2544875" y="2584213"/>
              <a:ext cx="803700" cy="3048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pPre</a:t>
              </a:r>
              <a:endParaRPr/>
            </a:p>
          </p:txBody>
        </p:sp>
      </p:grpSp>
      <p:sp>
        <p:nvSpPr>
          <p:cNvPr id="2539" name="Google Shape;2539;p66"/>
          <p:cNvSpPr/>
          <p:nvPr/>
        </p:nvSpPr>
        <p:spPr>
          <a:xfrm>
            <a:off x="4521750" y="1959263"/>
            <a:ext cx="803700" cy="3048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pNode</a:t>
            </a:r>
            <a:endParaRPr/>
          </a:p>
        </p:txBody>
      </p:sp>
      <p:sp>
        <p:nvSpPr>
          <p:cNvPr id="2540" name="Google Shape;2540;p66"/>
          <p:cNvSpPr/>
          <p:nvPr/>
        </p:nvSpPr>
        <p:spPr>
          <a:xfrm>
            <a:off x="3770000" y="2914663"/>
            <a:ext cx="404700" cy="3048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60</a:t>
            </a:r>
            <a:endParaRPr/>
          </a:p>
        </p:txBody>
      </p:sp>
      <p:cxnSp>
        <p:nvCxnSpPr>
          <p:cNvPr id="2541" name="Google Shape;2541;p66"/>
          <p:cNvCxnSpPr>
            <a:stCxn id="2539" idx="1"/>
            <a:endCxn id="2540" idx="0"/>
          </p:cNvCxnSpPr>
          <p:nvPr/>
        </p:nvCxnSpPr>
        <p:spPr>
          <a:xfrm flipH="1">
            <a:off x="3972450" y="2111663"/>
            <a:ext cx="549300" cy="803100"/>
          </a:xfrm>
          <a:prstGeom prst="straightConnector1">
            <a:avLst/>
          </a:prstGeom>
          <a:noFill/>
          <a:ln w="9525" cap="flat" cmpd="sng">
            <a:solidFill>
              <a:srgbClr val="6AA84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42" name="Google Shape;2542;p66"/>
          <p:cNvCxnSpPr>
            <a:stCxn id="2527" idx="2"/>
            <a:endCxn id="2540" idx="2"/>
          </p:cNvCxnSpPr>
          <p:nvPr/>
        </p:nvCxnSpPr>
        <p:spPr>
          <a:xfrm rot="-5400000" flipH="1">
            <a:off x="3123725" y="2370713"/>
            <a:ext cx="19800" cy="1677600"/>
          </a:xfrm>
          <a:prstGeom prst="bentConnector3">
            <a:avLst>
              <a:gd name="adj1" fmla="val 821780"/>
            </a:avLst>
          </a:prstGeom>
          <a:noFill/>
          <a:ln w="9525" cap="flat" cmpd="sng">
            <a:solidFill>
              <a:srgbClr val="FF0000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2543" name="Google Shape;2543;p66"/>
          <p:cNvCxnSpPr>
            <a:stCxn id="2540" idx="0"/>
            <a:endCxn id="2528" idx="0"/>
          </p:cNvCxnSpPr>
          <p:nvPr/>
        </p:nvCxnSpPr>
        <p:spPr>
          <a:xfrm rot="5400000" flipH="1">
            <a:off x="3400250" y="2342563"/>
            <a:ext cx="19800" cy="1124400"/>
          </a:xfrm>
          <a:prstGeom prst="bentConnector3">
            <a:avLst>
              <a:gd name="adj1" fmla="val 721654"/>
            </a:avLst>
          </a:prstGeom>
          <a:noFill/>
          <a:ln w="9525" cap="flat" cmpd="sng">
            <a:solidFill>
              <a:srgbClr val="FF0000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2544" name="Google Shape;2544;p66"/>
          <p:cNvCxnSpPr>
            <a:stCxn id="2528" idx="3"/>
            <a:endCxn id="2529" idx="1"/>
          </p:cNvCxnSpPr>
          <p:nvPr/>
        </p:nvCxnSpPr>
        <p:spPr>
          <a:xfrm>
            <a:off x="3050450" y="3047213"/>
            <a:ext cx="157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45" name="Google Shape;2545;p66"/>
          <p:cNvCxnSpPr>
            <a:stCxn id="2527" idx="3"/>
            <a:endCxn id="2528" idx="1"/>
          </p:cNvCxnSpPr>
          <p:nvPr/>
        </p:nvCxnSpPr>
        <p:spPr>
          <a:xfrm>
            <a:off x="2497175" y="3047213"/>
            <a:ext cx="148500" cy="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46" name="Google Shape;2546;p66"/>
          <p:cNvCxnSpPr>
            <a:stCxn id="2538" idx="1"/>
            <a:endCxn id="2527" idx="0"/>
          </p:cNvCxnSpPr>
          <p:nvPr/>
        </p:nvCxnSpPr>
        <p:spPr>
          <a:xfrm flipH="1">
            <a:off x="2294850" y="2111663"/>
            <a:ext cx="1236300" cy="783300"/>
          </a:xfrm>
          <a:prstGeom prst="straightConnector1">
            <a:avLst/>
          </a:prstGeom>
          <a:noFill/>
          <a:ln w="9525" cap="flat" cmpd="sng">
            <a:solidFill>
              <a:srgbClr val="6AA84F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1" name="Google Shape;2551;p6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모두삭제 문제점</a:t>
            </a:r>
            <a:endParaRPr/>
          </a:p>
        </p:txBody>
      </p:sp>
      <p:grpSp>
        <p:nvGrpSpPr>
          <p:cNvPr id="2552" name="Google Shape;2552;p67"/>
          <p:cNvGrpSpPr/>
          <p:nvPr/>
        </p:nvGrpSpPr>
        <p:grpSpPr>
          <a:xfrm>
            <a:off x="311700" y="1405438"/>
            <a:ext cx="2090100" cy="998500"/>
            <a:chOff x="2421050" y="2030388"/>
            <a:chExt cx="2090100" cy="998500"/>
          </a:xfrm>
        </p:grpSpPr>
        <p:grpSp>
          <p:nvGrpSpPr>
            <p:cNvPr id="2553" name="Google Shape;2553;p67"/>
            <p:cNvGrpSpPr/>
            <p:nvPr/>
          </p:nvGrpSpPr>
          <p:grpSpPr>
            <a:xfrm>
              <a:off x="2421050" y="2030388"/>
              <a:ext cx="2090100" cy="998500"/>
              <a:chOff x="261375" y="2343650"/>
              <a:chExt cx="2090100" cy="998500"/>
            </a:xfrm>
          </p:grpSpPr>
          <p:sp>
            <p:nvSpPr>
              <p:cNvPr id="2554" name="Google Shape;2554;p67"/>
              <p:cNvSpPr/>
              <p:nvPr/>
            </p:nvSpPr>
            <p:spPr>
              <a:xfrm>
                <a:off x="261375" y="2343650"/>
                <a:ext cx="2090100" cy="3153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>
                    <a:solidFill>
                      <a:schemeClr val="dk1"/>
                    </a:solidFill>
                  </a:rPr>
                  <a:t>main()</a:t>
                </a:r>
                <a:endParaRPr/>
              </a:p>
            </p:txBody>
          </p:sp>
          <p:sp>
            <p:nvSpPr>
              <p:cNvPr id="2555" name="Google Shape;2555;p67"/>
              <p:cNvSpPr/>
              <p:nvPr/>
            </p:nvSpPr>
            <p:spPr>
              <a:xfrm>
                <a:off x="261375" y="2647950"/>
                <a:ext cx="2090100" cy="6942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556" name="Google Shape;2556;p67"/>
            <p:cNvSpPr/>
            <p:nvPr/>
          </p:nvSpPr>
          <p:spPr>
            <a:xfrm>
              <a:off x="2544875" y="2584213"/>
              <a:ext cx="803700" cy="3048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pBegin</a:t>
              </a:r>
              <a:endParaRPr/>
            </a:p>
          </p:txBody>
        </p:sp>
        <p:sp>
          <p:nvSpPr>
            <p:cNvPr id="2557" name="Google Shape;2557;p67"/>
            <p:cNvSpPr/>
            <p:nvPr/>
          </p:nvSpPr>
          <p:spPr>
            <a:xfrm>
              <a:off x="3530175" y="2576025"/>
              <a:ext cx="803700" cy="3048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pEnd</a:t>
              </a:r>
              <a:endParaRPr/>
            </a:p>
          </p:txBody>
        </p:sp>
      </p:grpSp>
      <p:sp>
        <p:nvSpPr>
          <p:cNvPr id="2558" name="Google Shape;2558;p67"/>
          <p:cNvSpPr/>
          <p:nvPr/>
        </p:nvSpPr>
        <p:spPr>
          <a:xfrm>
            <a:off x="933025" y="2894813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10</a:t>
            </a:r>
            <a:endParaRPr/>
          </a:p>
        </p:txBody>
      </p:sp>
      <p:sp>
        <p:nvSpPr>
          <p:cNvPr id="2559" name="Google Shape;2559;p67"/>
          <p:cNvSpPr/>
          <p:nvPr/>
        </p:nvSpPr>
        <p:spPr>
          <a:xfrm>
            <a:off x="1512750" y="2894813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20</a:t>
            </a:r>
            <a:endParaRPr/>
          </a:p>
        </p:txBody>
      </p:sp>
      <p:sp>
        <p:nvSpPr>
          <p:cNvPr id="2560" name="Google Shape;2560;p67"/>
          <p:cNvSpPr/>
          <p:nvPr/>
        </p:nvSpPr>
        <p:spPr>
          <a:xfrm>
            <a:off x="2092475" y="2894813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30</a:t>
            </a:r>
            <a:endParaRPr/>
          </a:p>
        </p:txBody>
      </p:sp>
      <p:sp>
        <p:nvSpPr>
          <p:cNvPr id="2561" name="Google Shape;2561;p67"/>
          <p:cNvSpPr/>
          <p:nvPr/>
        </p:nvSpPr>
        <p:spPr>
          <a:xfrm>
            <a:off x="2645750" y="2894813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40</a:t>
            </a:r>
            <a:endParaRPr/>
          </a:p>
        </p:txBody>
      </p:sp>
      <p:sp>
        <p:nvSpPr>
          <p:cNvPr id="2562" name="Google Shape;2562;p67"/>
          <p:cNvSpPr/>
          <p:nvPr/>
        </p:nvSpPr>
        <p:spPr>
          <a:xfrm>
            <a:off x="3207875" y="2894813"/>
            <a:ext cx="404700" cy="304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50</a:t>
            </a:r>
            <a:endParaRPr/>
          </a:p>
        </p:txBody>
      </p:sp>
      <p:cxnSp>
        <p:nvCxnSpPr>
          <p:cNvPr id="2563" name="Google Shape;2563;p67"/>
          <p:cNvCxnSpPr>
            <a:stCxn id="2556" idx="3"/>
            <a:endCxn id="2558" idx="1"/>
          </p:cNvCxnSpPr>
          <p:nvPr/>
        </p:nvCxnSpPr>
        <p:spPr>
          <a:xfrm flipH="1">
            <a:off x="932925" y="2111663"/>
            <a:ext cx="306300" cy="935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64" name="Google Shape;2564;p67"/>
          <p:cNvCxnSpPr>
            <a:stCxn id="2557" idx="3"/>
            <a:endCxn id="2562" idx="1"/>
          </p:cNvCxnSpPr>
          <p:nvPr/>
        </p:nvCxnSpPr>
        <p:spPr>
          <a:xfrm>
            <a:off x="2224525" y="2103475"/>
            <a:ext cx="983400" cy="943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65" name="Google Shape;2565;p67"/>
          <p:cNvCxnSpPr>
            <a:stCxn id="2558" idx="3"/>
            <a:endCxn id="2559" idx="1"/>
          </p:cNvCxnSpPr>
          <p:nvPr/>
        </p:nvCxnSpPr>
        <p:spPr>
          <a:xfrm>
            <a:off x="1337725" y="3047213"/>
            <a:ext cx="174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66" name="Google Shape;2566;p67"/>
          <p:cNvCxnSpPr>
            <a:endCxn id="2560" idx="1"/>
          </p:cNvCxnSpPr>
          <p:nvPr/>
        </p:nvCxnSpPr>
        <p:spPr>
          <a:xfrm>
            <a:off x="1917575" y="3047213"/>
            <a:ext cx="174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567" name="Google Shape;2567;p67"/>
          <p:cNvGrpSpPr/>
          <p:nvPr/>
        </p:nvGrpSpPr>
        <p:grpSpPr>
          <a:xfrm>
            <a:off x="3407325" y="1405450"/>
            <a:ext cx="2383500" cy="998500"/>
            <a:chOff x="2421050" y="2030400"/>
            <a:chExt cx="2383500" cy="998500"/>
          </a:xfrm>
        </p:grpSpPr>
        <p:grpSp>
          <p:nvGrpSpPr>
            <p:cNvPr id="2568" name="Google Shape;2568;p67"/>
            <p:cNvGrpSpPr/>
            <p:nvPr/>
          </p:nvGrpSpPr>
          <p:grpSpPr>
            <a:xfrm>
              <a:off x="2421050" y="2030400"/>
              <a:ext cx="2383500" cy="998500"/>
              <a:chOff x="261375" y="2343663"/>
              <a:chExt cx="2383500" cy="998500"/>
            </a:xfrm>
          </p:grpSpPr>
          <p:sp>
            <p:nvSpPr>
              <p:cNvPr id="2569" name="Google Shape;2569;p67"/>
              <p:cNvSpPr/>
              <p:nvPr/>
            </p:nvSpPr>
            <p:spPr>
              <a:xfrm>
                <a:off x="261375" y="2343663"/>
                <a:ext cx="2383500" cy="3153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>
                    <a:solidFill>
                      <a:schemeClr val="dk1"/>
                    </a:solidFill>
                  </a:rPr>
                  <a:t>DeleteLinkedList(pBegin)</a:t>
                </a:r>
                <a:endParaRPr/>
              </a:p>
            </p:txBody>
          </p:sp>
          <p:sp>
            <p:nvSpPr>
              <p:cNvPr id="2570" name="Google Shape;2570;p67"/>
              <p:cNvSpPr/>
              <p:nvPr/>
            </p:nvSpPr>
            <p:spPr>
              <a:xfrm>
                <a:off x="261375" y="2647963"/>
                <a:ext cx="2383500" cy="6942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571" name="Google Shape;2571;p67"/>
            <p:cNvSpPr/>
            <p:nvPr/>
          </p:nvSpPr>
          <p:spPr>
            <a:xfrm>
              <a:off x="2544875" y="2584213"/>
              <a:ext cx="803700" cy="3048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pNode</a:t>
              </a:r>
              <a:endParaRPr/>
            </a:p>
          </p:txBody>
        </p:sp>
      </p:grpSp>
      <p:sp>
        <p:nvSpPr>
          <p:cNvPr id="2572" name="Google Shape;2572;p67"/>
          <p:cNvSpPr/>
          <p:nvPr/>
        </p:nvSpPr>
        <p:spPr>
          <a:xfrm>
            <a:off x="4521750" y="1959263"/>
            <a:ext cx="803700" cy="3048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pDel</a:t>
            </a:r>
            <a:endParaRPr/>
          </a:p>
        </p:txBody>
      </p:sp>
      <p:cxnSp>
        <p:nvCxnSpPr>
          <p:cNvPr id="2573" name="Google Shape;2573;p67"/>
          <p:cNvCxnSpPr>
            <a:stCxn id="2561" idx="3"/>
            <a:endCxn id="2562" idx="1"/>
          </p:cNvCxnSpPr>
          <p:nvPr/>
        </p:nvCxnSpPr>
        <p:spPr>
          <a:xfrm>
            <a:off x="3050450" y="3047213"/>
            <a:ext cx="157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74" name="Google Shape;2574;p67"/>
          <p:cNvCxnSpPr>
            <a:stCxn id="2560" idx="3"/>
            <a:endCxn id="2561" idx="1"/>
          </p:cNvCxnSpPr>
          <p:nvPr/>
        </p:nvCxnSpPr>
        <p:spPr>
          <a:xfrm>
            <a:off x="2497175" y="3047213"/>
            <a:ext cx="148500" cy="0"/>
          </a:xfrm>
          <a:prstGeom prst="straightConnector1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75" name="Google Shape;2575;p67"/>
          <p:cNvCxnSpPr>
            <a:stCxn id="2571" idx="2"/>
            <a:endCxn id="2558" idx="1"/>
          </p:cNvCxnSpPr>
          <p:nvPr/>
        </p:nvCxnSpPr>
        <p:spPr>
          <a:xfrm flipH="1">
            <a:off x="933000" y="2264063"/>
            <a:ext cx="3000000" cy="783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" name="Google Shape;2580;p6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모두 삭제 문제점 - 발견한값을 바로 삭제한다면?</a:t>
            </a:r>
            <a:endParaRPr/>
          </a:p>
        </p:txBody>
      </p:sp>
      <p:sp>
        <p:nvSpPr>
          <p:cNvPr id="2581" name="Google Shape;2581;p68"/>
          <p:cNvSpPr txBox="1"/>
          <p:nvPr/>
        </p:nvSpPr>
        <p:spPr>
          <a:xfrm>
            <a:off x="387900" y="1190175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34 main()</a:t>
            </a:r>
            <a:endParaRPr/>
          </a:p>
        </p:txBody>
      </p:sp>
      <p:grpSp>
        <p:nvGrpSpPr>
          <p:cNvPr id="2582" name="Google Shape;2582;p68"/>
          <p:cNvGrpSpPr/>
          <p:nvPr/>
        </p:nvGrpSpPr>
        <p:grpSpPr>
          <a:xfrm>
            <a:off x="498900" y="1670450"/>
            <a:ext cx="803700" cy="559200"/>
            <a:chOff x="725125" y="742575"/>
            <a:chExt cx="803700" cy="559200"/>
          </a:xfrm>
        </p:grpSpPr>
        <p:sp>
          <p:nvSpPr>
            <p:cNvPr id="2583" name="Google Shape;2583;p68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pBegin</a:t>
              </a:r>
              <a:endParaRPr/>
            </a:p>
          </p:txBody>
        </p:sp>
        <p:sp>
          <p:nvSpPr>
            <p:cNvPr id="2584" name="Google Shape;2584;p68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2585" name="Google Shape;2585;p68"/>
          <p:cNvGrpSpPr/>
          <p:nvPr/>
        </p:nvGrpSpPr>
        <p:grpSpPr>
          <a:xfrm>
            <a:off x="1571525" y="1670450"/>
            <a:ext cx="803700" cy="559200"/>
            <a:chOff x="725125" y="742575"/>
            <a:chExt cx="803700" cy="559200"/>
          </a:xfrm>
        </p:grpSpPr>
        <p:sp>
          <p:nvSpPr>
            <p:cNvPr id="2586" name="Google Shape;2586;p68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End</a:t>
              </a:r>
              <a:endParaRPr/>
            </a:p>
          </p:txBody>
        </p:sp>
        <p:sp>
          <p:nvSpPr>
            <p:cNvPr id="2587" name="Google Shape;2587;p68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2588" name="Google Shape;2588;p68"/>
          <p:cNvGrpSpPr/>
          <p:nvPr/>
        </p:nvGrpSpPr>
        <p:grpSpPr>
          <a:xfrm>
            <a:off x="1630225" y="4047925"/>
            <a:ext cx="803700" cy="838800"/>
            <a:chOff x="6538675" y="262075"/>
            <a:chExt cx="803700" cy="838800"/>
          </a:xfrm>
        </p:grpSpPr>
        <p:grpSp>
          <p:nvGrpSpPr>
            <p:cNvPr id="2589" name="Google Shape;2589;p68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90" name="Google Shape;2590;p68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FF00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2591" name="Google Shape;2591;p68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00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2592" name="Google Shape;2592;p68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0x02</a:t>
              </a:r>
              <a:endParaRPr sz="1200"/>
            </a:p>
          </p:txBody>
        </p:sp>
      </p:grpSp>
      <p:grpSp>
        <p:nvGrpSpPr>
          <p:cNvPr id="2593" name="Google Shape;2593;p68"/>
          <p:cNvGrpSpPr/>
          <p:nvPr/>
        </p:nvGrpSpPr>
        <p:grpSpPr>
          <a:xfrm>
            <a:off x="2777075" y="4047950"/>
            <a:ext cx="803700" cy="838800"/>
            <a:chOff x="6538675" y="262075"/>
            <a:chExt cx="803700" cy="838800"/>
          </a:xfrm>
        </p:grpSpPr>
        <p:sp>
          <p:nvSpPr>
            <p:cNvPr id="2594" name="Google Shape;2594;p68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0x03</a:t>
              </a:r>
              <a:endParaRPr sz="1200"/>
            </a:p>
          </p:txBody>
        </p:sp>
        <p:grpSp>
          <p:nvGrpSpPr>
            <p:cNvPr id="2595" name="Google Shape;2595;p68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96" name="Google Shape;2596;p68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2597" name="Google Shape;2597;p68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</p:grpSp>
      <p:grpSp>
        <p:nvGrpSpPr>
          <p:cNvPr id="2598" name="Google Shape;2598;p68"/>
          <p:cNvGrpSpPr/>
          <p:nvPr/>
        </p:nvGrpSpPr>
        <p:grpSpPr>
          <a:xfrm>
            <a:off x="3877650" y="4047950"/>
            <a:ext cx="803700" cy="838800"/>
            <a:chOff x="6538675" y="262075"/>
            <a:chExt cx="803700" cy="838800"/>
          </a:xfrm>
        </p:grpSpPr>
        <p:grpSp>
          <p:nvGrpSpPr>
            <p:cNvPr id="2599" name="Google Shape;2599;p68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600" name="Google Shape;2600;p68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0x03</a:t>
                </a:r>
                <a:endParaRPr/>
              </a:p>
            </p:txBody>
          </p:sp>
          <p:sp>
            <p:nvSpPr>
              <p:cNvPr id="2601" name="Google Shape;2601;p68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30</a:t>
                </a:r>
                <a:endParaRPr/>
              </a:p>
            </p:txBody>
          </p:sp>
        </p:grpSp>
        <p:sp>
          <p:nvSpPr>
            <p:cNvPr id="2602" name="Google Shape;2602;p68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>
                  <a:solidFill>
                    <a:schemeClr val="dk1"/>
                  </a:solidFill>
                </a:rPr>
                <a:t>0x04</a:t>
              </a:r>
              <a:endParaRPr sz="1200">
                <a:solidFill>
                  <a:schemeClr val="dk1"/>
                </a:solidFill>
              </a:endParaRPr>
            </a:p>
          </p:txBody>
        </p:sp>
      </p:grpSp>
      <p:cxnSp>
        <p:nvCxnSpPr>
          <p:cNvPr id="2603" name="Google Shape;2603;p68"/>
          <p:cNvCxnSpPr>
            <a:stCxn id="2592" idx="3"/>
            <a:endCxn id="2596" idx="1"/>
          </p:cNvCxnSpPr>
          <p:nvPr/>
        </p:nvCxnSpPr>
        <p:spPr>
          <a:xfrm rot="10800000" flipH="1">
            <a:off x="2433925" y="4187725"/>
            <a:ext cx="3432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04" name="Google Shape;2604;p68"/>
          <p:cNvCxnSpPr>
            <a:endCxn id="2600" idx="1"/>
          </p:cNvCxnSpPr>
          <p:nvPr/>
        </p:nvCxnSpPr>
        <p:spPr>
          <a:xfrm rot="10800000" flipH="1">
            <a:off x="3580650" y="4187750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05" name="Google Shape;2605;p68"/>
          <p:cNvCxnSpPr>
            <a:stCxn id="2584" idx="1"/>
            <a:endCxn id="2590" idx="1"/>
          </p:cNvCxnSpPr>
          <p:nvPr/>
        </p:nvCxnSpPr>
        <p:spPr>
          <a:xfrm>
            <a:off x="498900" y="2089850"/>
            <a:ext cx="11313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606" name="Google Shape;2606;p68"/>
          <p:cNvGrpSpPr/>
          <p:nvPr/>
        </p:nvGrpSpPr>
        <p:grpSpPr>
          <a:xfrm>
            <a:off x="4991725" y="4047925"/>
            <a:ext cx="803700" cy="838800"/>
            <a:chOff x="6538675" y="262075"/>
            <a:chExt cx="803700" cy="838800"/>
          </a:xfrm>
        </p:grpSpPr>
        <p:grpSp>
          <p:nvGrpSpPr>
            <p:cNvPr id="2607" name="Google Shape;2607;p68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608" name="Google Shape;2608;p68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0x04</a:t>
                </a:r>
                <a:endParaRPr/>
              </a:p>
            </p:txBody>
          </p:sp>
          <p:sp>
            <p:nvSpPr>
              <p:cNvPr id="2609" name="Google Shape;2609;p68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40</a:t>
                </a:r>
                <a:endParaRPr/>
              </a:p>
            </p:txBody>
          </p:sp>
        </p:grpSp>
        <p:sp>
          <p:nvSpPr>
            <p:cNvPr id="2610" name="Google Shape;2610;p68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0x05</a:t>
              </a:r>
              <a:endParaRPr sz="1200"/>
            </a:p>
          </p:txBody>
        </p:sp>
      </p:grpSp>
      <p:grpSp>
        <p:nvGrpSpPr>
          <p:cNvPr id="2611" name="Google Shape;2611;p68"/>
          <p:cNvGrpSpPr/>
          <p:nvPr/>
        </p:nvGrpSpPr>
        <p:grpSpPr>
          <a:xfrm>
            <a:off x="6092300" y="4047925"/>
            <a:ext cx="803700" cy="838800"/>
            <a:chOff x="6538675" y="262075"/>
            <a:chExt cx="803700" cy="838800"/>
          </a:xfrm>
        </p:grpSpPr>
        <p:grpSp>
          <p:nvGrpSpPr>
            <p:cNvPr id="2612" name="Google Shape;2612;p68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613" name="Google Shape;2613;p68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0x05</a:t>
                </a:r>
                <a:endParaRPr/>
              </a:p>
            </p:txBody>
          </p:sp>
          <p:sp>
            <p:nvSpPr>
              <p:cNvPr id="2614" name="Google Shape;2614;p68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50</a:t>
                </a:r>
                <a:endParaRPr/>
              </a:p>
            </p:txBody>
          </p:sp>
        </p:grpSp>
        <p:sp>
          <p:nvSpPr>
            <p:cNvPr id="2615" name="Google Shape;2615;p68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pNext</a:t>
              </a:r>
              <a:endParaRPr sz="1200"/>
            </a:p>
          </p:txBody>
        </p:sp>
      </p:grpSp>
      <p:cxnSp>
        <p:nvCxnSpPr>
          <p:cNvPr id="2616" name="Google Shape;2616;p68"/>
          <p:cNvCxnSpPr>
            <a:stCxn id="2610" idx="3"/>
            <a:endCxn id="2613" idx="1"/>
          </p:cNvCxnSpPr>
          <p:nvPr/>
        </p:nvCxnSpPr>
        <p:spPr>
          <a:xfrm rot="10800000" flipH="1">
            <a:off x="5795425" y="4187725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17" name="Google Shape;2617;p68"/>
          <p:cNvCxnSpPr>
            <a:stCxn id="2587" idx="1"/>
            <a:endCxn id="2590" idx="1"/>
          </p:cNvCxnSpPr>
          <p:nvPr/>
        </p:nvCxnSpPr>
        <p:spPr>
          <a:xfrm>
            <a:off x="1571525" y="2089850"/>
            <a:ext cx="588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618" name="Google Shape;2618;p68"/>
          <p:cNvGrpSpPr/>
          <p:nvPr/>
        </p:nvGrpSpPr>
        <p:grpSpPr>
          <a:xfrm>
            <a:off x="2594425" y="1658163"/>
            <a:ext cx="803700" cy="559200"/>
            <a:chOff x="725125" y="742575"/>
            <a:chExt cx="803700" cy="559200"/>
          </a:xfrm>
        </p:grpSpPr>
        <p:sp>
          <p:nvSpPr>
            <p:cNvPr id="2619" name="Google Shape;2619;p68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Find</a:t>
              </a:r>
              <a:endParaRPr/>
            </a:p>
          </p:txBody>
        </p:sp>
        <p:sp>
          <p:nvSpPr>
            <p:cNvPr id="2620" name="Google Shape;2620;p68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0x04</a:t>
              </a:r>
              <a:endParaRPr/>
            </a:p>
          </p:txBody>
        </p:sp>
      </p:grpSp>
      <p:cxnSp>
        <p:nvCxnSpPr>
          <p:cNvPr id="2621" name="Google Shape;2621;p68"/>
          <p:cNvCxnSpPr>
            <a:stCxn id="2620" idx="1"/>
            <a:endCxn id="2608" idx="1"/>
          </p:cNvCxnSpPr>
          <p:nvPr/>
        </p:nvCxnSpPr>
        <p:spPr>
          <a:xfrm>
            <a:off x="2594425" y="2077563"/>
            <a:ext cx="2397300" cy="21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22" name="Google Shape;2622;p68"/>
          <p:cNvCxnSpPr>
            <a:stCxn id="2602" idx="3"/>
            <a:endCxn id="2608" idx="1"/>
          </p:cNvCxnSpPr>
          <p:nvPr/>
        </p:nvCxnSpPr>
        <p:spPr>
          <a:xfrm rot="10800000" flipH="1">
            <a:off x="4681350" y="4187750"/>
            <a:ext cx="3105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623" name="Google Shape;2623;p68"/>
          <p:cNvGrpSpPr/>
          <p:nvPr/>
        </p:nvGrpSpPr>
        <p:grpSpPr>
          <a:xfrm>
            <a:off x="4362350" y="1865738"/>
            <a:ext cx="803700" cy="559200"/>
            <a:chOff x="725125" y="742575"/>
            <a:chExt cx="803700" cy="559200"/>
          </a:xfrm>
        </p:grpSpPr>
        <p:sp>
          <p:nvSpPr>
            <p:cNvPr id="2624" name="Google Shape;2624;p68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pStart</a:t>
              </a:r>
              <a:endParaRPr sz="1200"/>
            </a:p>
          </p:txBody>
        </p:sp>
        <p:sp>
          <p:nvSpPr>
            <p:cNvPr id="2625" name="Google Shape;2625;p68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sp>
        <p:nvSpPr>
          <p:cNvPr id="2626" name="Google Shape;2626;p68"/>
          <p:cNvSpPr txBox="1"/>
          <p:nvPr/>
        </p:nvSpPr>
        <p:spPr>
          <a:xfrm>
            <a:off x="4066000" y="1370250"/>
            <a:ext cx="367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65 DeleteLinkedList(pBegin)</a:t>
            </a:r>
            <a:endParaRPr/>
          </a:p>
        </p:txBody>
      </p:sp>
      <p:cxnSp>
        <p:nvCxnSpPr>
          <p:cNvPr id="2627" name="Google Shape;2627;p68"/>
          <p:cNvCxnSpPr>
            <a:stCxn id="2625" idx="1"/>
            <a:endCxn id="2590" idx="1"/>
          </p:cNvCxnSpPr>
          <p:nvPr/>
        </p:nvCxnSpPr>
        <p:spPr>
          <a:xfrm flipH="1">
            <a:off x="1630250" y="2285138"/>
            <a:ext cx="2732100" cy="1902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628" name="Google Shape;2628;p68"/>
          <p:cNvGrpSpPr/>
          <p:nvPr/>
        </p:nvGrpSpPr>
        <p:grpSpPr>
          <a:xfrm>
            <a:off x="6014875" y="2520138"/>
            <a:ext cx="803700" cy="559200"/>
            <a:chOff x="725125" y="742575"/>
            <a:chExt cx="803700" cy="559200"/>
          </a:xfrm>
        </p:grpSpPr>
        <p:sp>
          <p:nvSpPr>
            <p:cNvPr id="2629" name="Google Shape;2629;p68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Node</a:t>
              </a:r>
              <a:endParaRPr/>
            </a:p>
          </p:txBody>
        </p:sp>
        <p:sp>
          <p:nvSpPr>
            <p:cNvPr id="2630" name="Google Shape;2630;p68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2631" name="Google Shape;2631;p68"/>
          <p:cNvGrpSpPr/>
          <p:nvPr/>
        </p:nvGrpSpPr>
        <p:grpSpPr>
          <a:xfrm>
            <a:off x="6976950" y="2520138"/>
            <a:ext cx="803700" cy="559200"/>
            <a:chOff x="725125" y="742575"/>
            <a:chExt cx="803700" cy="559200"/>
          </a:xfrm>
        </p:grpSpPr>
        <p:sp>
          <p:nvSpPr>
            <p:cNvPr id="2632" name="Google Shape;2632;p68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pDel</a:t>
              </a:r>
              <a:endParaRPr/>
            </a:p>
          </p:txBody>
        </p:sp>
        <p:sp>
          <p:nvSpPr>
            <p:cNvPr id="2633" name="Google Shape;2633;p68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N</a:t>
              </a:r>
              <a:endParaRPr/>
            </a:p>
          </p:txBody>
        </p:sp>
      </p:grpSp>
      <p:cxnSp>
        <p:nvCxnSpPr>
          <p:cNvPr id="2634" name="Google Shape;2634;p68"/>
          <p:cNvCxnSpPr>
            <a:stCxn id="2625" idx="2"/>
            <a:endCxn id="2630" idx="0"/>
          </p:cNvCxnSpPr>
          <p:nvPr/>
        </p:nvCxnSpPr>
        <p:spPr>
          <a:xfrm>
            <a:off x="4764200" y="2424938"/>
            <a:ext cx="1652400" cy="374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2635" name="Google Shape;2635;p68"/>
          <p:cNvCxnSpPr>
            <a:endCxn id="2590" idx="1"/>
          </p:cNvCxnSpPr>
          <p:nvPr/>
        </p:nvCxnSpPr>
        <p:spPr>
          <a:xfrm flipH="1">
            <a:off x="1630225" y="2939425"/>
            <a:ext cx="4384800" cy="1248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36" name="Google Shape;2636;p68"/>
          <p:cNvSpPr txBox="1"/>
          <p:nvPr/>
        </p:nvSpPr>
        <p:spPr>
          <a:xfrm>
            <a:off x="387900" y="3510725"/>
            <a:ext cx="4089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FF0000"/>
                </a:solidFill>
              </a:rPr>
              <a:t>먼저삭제한다면,다음노드에 접근할수 없다!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" name="Google Shape;2641;p6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모두 삭제 문제점 - 발견한값을 다음에 삭제한다면?</a:t>
            </a:r>
            <a:endParaRPr/>
          </a:p>
        </p:txBody>
      </p:sp>
      <p:sp>
        <p:nvSpPr>
          <p:cNvPr id="2642" name="Google Shape;2642;p69"/>
          <p:cNvSpPr txBox="1"/>
          <p:nvPr/>
        </p:nvSpPr>
        <p:spPr>
          <a:xfrm>
            <a:off x="387900" y="1190175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34 main()</a:t>
            </a:r>
            <a:endParaRPr/>
          </a:p>
        </p:txBody>
      </p:sp>
      <p:grpSp>
        <p:nvGrpSpPr>
          <p:cNvPr id="2643" name="Google Shape;2643;p69"/>
          <p:cNvGrpSpPr/>
          <p:nvPr/>
        </p:nvGrpSpPr>
        <p:grpSpPr>
          <a:xfrm>
            <a:off x="498900" y="1670450"/>
            <a:ext cx="803700" cy="559200"/>
            <a:chOff x="725125" y="742575"/>
            <a:chExt cx="803700" cy="559200"/>
          </a:xfrm>
        </p:grpSpPr>
        <p:sp>
          <p:nvSpPr>
            <p:cNvPr id="2644" name="Google Shape;2644;p69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pBegin</a:t>
              </a:r>
              <a:endParaRPr/>
            </a:p>
          </p:txBody>
        </p:sp>
        <p:sp>
          <p:nvSpPr>
            <p:cNvPr id="2645" name="Google Shape;2645;p69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2646" name="Google Shape;2646;p69"/>
          <p:cNvGrpSpPr/>
          <p:nvPr/>
        </p:nvGrpSpPr>
        <p:grpSpPr>
          <a:xfrm>
            <a:off x="1571525" y="1670450"/>
            <a:ext cx="803700" cy="559200"/>
            <a:chOff x="725125" y="742575"/>
            <a:chExt cx="803700" cy="559200"/>
          </a:xfrm>
        </p:grpSpPr>
        <p:sp>
          <p:nvSpPr>
            <p:cNvPr id="2647" name="Google Shape;2647;p69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End</a:t>
              </a:r>
              <a:endParaRPr/>
            </a:p>
          </p:txBody>
        </p:sp>
        <p:sp>
          <p:nvSpPr>
            <p:cNvPr id="2648" name="Google Shape;2648;p69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2649" name="Google Shape;2649;p69"/>
          <p:cNvGrpSpPr/>
          <p:nvPr/>
        </p:nvGrpSpPr>
        <p:grpSpPr>
          <a:xfrm>
            <a:off x="1630225" y="4047925"/>
            <a:ext cx="803700" cy="838800"/>
            <a:chOff x="6538675" y="262075"/>
            <a:chExt cx="803700" cy="838800"/>
          </a:xfrm>
        </p:grpSpPr>
        <p:grpSp>
          <p:nvGrpSpPr>
            <p:cNvPr id="2650" name="Google Shape;2650;p69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651" name="Google Shape;2651;p69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2652" name="Google Shape;2652;p69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2653" name="Google Shape;2653;p69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0x02</a:t>
              </a:r>
              <a:endParaRPr sz="1200"/>
            </a:p>
          </p:txBody>
        </p:sp>
      </p:grpSp>
      <p:grpSp>
        <p:nvGrpSpPr>
          <p:cNvPr id="2654" name="Google Shape;2654;p69"/>
          <p:cNvGrpSpPr/>
          <p:nvPr/>
        </p:nvGrpSpPr>
        <p:grpSpPr>
          <a:xfrm>
            <a:off x="2777075" y="4047950"/>
            <a:ext cx="803700" cy="838800"/>
            <a:chOff x="6538675" y="262075"/>
            <a:chExt cx="803700" cy="838800"/>
          </a:xfrm>
        </p:grpSpPr>
        <p:sp>
          <p:nvSpPr>
            <p:cNvPr id="2655" name="Google Shape;2655;p69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0x03</a:t>
              </a:r>
              <a:endParaRPr sz="1200"/>
            </a:p>
          </p:txBody>
        </p:sp>
        <p:grpSp>
          <p:nvGrpSpPr>
            <p:cNvPr id="2656" name="Google Shape;2656;p69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657" name="Google Shape;2657;p69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FF00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2658" name="Google Shape;2658;p69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00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</p:grpSp>
      <p:grpSp>
        <p:nvGrpSpPr>
          <p:cNvPr id="2659" name="Google Shape;2659;p69"/>
          <p:cNvGrpSpPr/>
          <p:nvPr/>
        </p:nvGrpSpPr>
        <p:grpSpPr>
          <a:xfrm>
            <a:off x="3877650" y="4047950"/>
            <a:ext cx="803700" cy="838800"/>
            <a:chOff x="6538675" y="262075"/>
            <a:chExt cx="803700" cy="838800"/>
          </a:xfrm>
        </p:grpSpPr>
        <p:grpSp>
          <p:nvGrpSpPr>
            <p:cNvPr id="2660" name="Google Shape;2660;p69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661" name="Google Shape;2661;p69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0x03</a:t>
                </a:r>
                <a:endParaRPr/>
              </a:p>
            </p:txBody>
          </p:sp>
          <p:sp>
            <p:nvSpPr>
              <p:cNvPr id="2662" name="Google Shape;2662;p69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30</a:t>
                </a:r>
                <a:endParaRPr/>
              </a:p>
            </p:txBody>
          </p:sp>
        </p:grpSp>
        <p:sp>
          <p:nvSpPr>
            <p:cNvPr id="2663" name="Google Shape;2663;p69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>
                  <a:solidFill>
                    <a:schemeClr val="dk1"/>
                  </a:solidFill>
                </a:rPr>
                <a:t>0x04</a:t>
              </a:r>
              <a:endParaRPr sz="1200">
                <a:solidFill>
                  <a:schemeClr val="dk1"/>
                </a:solidFill>
              </a:endParaRPr>
            </a:p>
          </p:txBody>
        </p:sp>
      </p:grpSp>
      <p:cxnSp>
        <p:nvCxnSpPr>
          <p:cNvPr id="2664" name="Google Shape;2664;p69"/>
          <p:cNvCxnSpPr>
            <a:stCxn id="2653" idx="3"/>
            <a:endCxn id="2657" idx="1"/>
          </p:cNvCxnSpPr>
          <p:nvPr/>
        </p:nvCxnSpPr>
        <p:spPr>
          <a:xfrm rot="10800000" flipH="1">
            <a:off x="2433925" y="4187725"/>
            <a:ext cx="3432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65" name="Google Shape;2665;p69"/>
          <p:cNvCxnSpPr>
            <a:endCxn id="2661" idx="1"/>
          </p:cNvCxnSpPr>
          <p:nvPr/>
        </p:nvCxnSpPr>
        <p:spPr>
          <a:xfrm rot="10800000" flipH="1">
            <a:off x="3580650" y="4187750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66" name="Google Shape;2666;p69"/>
          <p:cNvCxnSpPr>
            <a:stCxn id="2645" idx="1"/>
            <a:endCxn id="2651" idx="1"/>
          </p:cNvCxnSpPr>
          <p:nvPr/>
        </p:nvCxnSpPr>
        <p:spPr>
          <a:xfrm>
            <a:off x="498900" y="2089850"/>
            <a:ext cx="11313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667" name="Google Shape;2667;p69"/>
          <p:cNvGrpSpPr/>
          <p:nvPr/>
        </p:nvGrpSpPr>
        <p:grpSpPr>
          <a:xfrm>
            <a:off x="4991725" y="4047925"/>
            <a:ext cx="803700" cy="838800"/>
            <a:chOff x="6538675" y="262075"/>
            <a:chExt cx="803700" cy="838800"/>
          </a:xfrm>
        </p:grpSpPr>
        <p:grpSp>
          <p:nvGrpSpPr>
            <p:cNvPr id="2668" name="Google Shape;2668;p69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669" name="Google Shape;2669;p69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0x04</a:t>
                </a:r>
                <a:endParaRPr/>
              </a:p>
            </p:txBody>
          </p:sp>
          <p:sp>
            <p:nvSpPr>
              <p:cNvPr id="2670" name="Google Shape;2670;p69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40</a:t>
                </a:r>
                <a:endParaRPr/>
              </a:p>
            </p:txBody>
          </p:sp>
        </p:grpSp>
        <p:sp>
          <p:nvSpPr>
            <p:cNvPr id="2671" name="Google Shape;2671;p69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0x05</a:t>
              </a:r>
              <a:endParaRPr sz="1200"/>
            </a:p>
          </p:txBody>
        </p:sp>
      </p:grpSp>
      <p:grpSp>
        <p:nvGrpSpPr>
          <p:cNvPr id="2672" name="Google Shape;2672;p69"/>
          <p:cNvGrpSpPr/>
          <p:nvPr/>
        </p:nvGrpSpPr>
        <p:grpSpPr>
          <a:xfrm>
            <a:off x="6092300" y="4047925"/>
            <a:ext cx="803700" cy="838800"/>
            <a:chOff x="6538675" y="262075"/>
            <a:chExt cx="803700" cy="838800"/>
          </a:xfrm>
        </p:grpSpPr>
        <p:grpSp>
          <p:nvGrpSpPr>
            <p:cNvPr id="2673" name="Google Shape;2673;p69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674" name="Google Shape;2674;p69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0x05</a:t>
                </a:r>
                <a:endParaRPr/>
              </a:p>
            </p:txBody>
          </p:sp>
          <p:sp>
            <p:nvSpPr>
              <p:cNvPr id="2675" name="Google Shape;2675;p69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50</a:t>
                </a:r>
                <a:endParaRPr/>
              </a:p>
            </p:txBody>
          </p:sp>
        </p:grpSp>
        <p:sp>
          <p:nvSpPr>
            <p:cNvPr id="2676" name="Google Shape;2676;p69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pNext</a:t>
              </a:r>
              <a:endParaRPr sz="1200"/>
            </a:p>
          </p:txBody>
        </p:sp>
      </p:grpSp>
      <p:cxnSp>
        <p:nvCxnSpPr>
          <p:cNvPr id="2677" name="Google Shape;2677;p69"/>
          <p:cNvCxnSpPr>
            <a:stCxn id="2671" idx="3"/>
            <a:endCxn id="2674" idx="1"/>
          </p:cNvCxnSpPr>
          <p:nvPr/>
        </p:nvCxnSpPr>
        <p:spPr>
          <a:xfrm rot="10800000" flipH="1">
            <a:off x="5795425" y="4187725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78" name="Google Shape;2678;p69"/>
          <p:cNvCxnSpPr>
            <a:stCxn id="2648" idx="1"/>
            <a:endCxn id="2651" idx="1"/>
          </p:cNvCxnSpPr>
          <p:nvPr/>
        </p:nvCxnSpPr>
        <p:spPr>
          <a:xfrm>
            <a:off x="1571525" y="2089850"/>
            <a:ext cx="588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679" name="Google Shape;2679;p69"/>
          <p:cNvGrpSpPr/>
          <p:nvPr/>
        </p:nvGrpSpPr>
        <p:grpSpPr>
          <a:xfrm>
            <a:off x="2594425" y="1658163"/>
            <a:ext cx="803700" cy="559200"/>
            <a:chOff x="725125" y="742575"/>
            <a:chExt cx="803700" cy="559200"/>
          </a:xfrm>
        </p:grpSpPr>
        <p:sp>
          <p:nvSpPr>
            <p:cNvPr id="2680" name="Google Shape;2680;p69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Find</a:t>
              </a:r>
              <a:endParaRPr/>
            </a:p>
          </p:txBody>
        </p:sp>
        <p:sp>
          <p:nvSpPr>
            <p:cNvPr id="2681" name="Google Shape;2681;p69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0x04</a:t>
              </a:r>
              <a:endParaRPr/>
            </a:p>
          </p:txBody>
        </p:sp>
      </p:grpSp>
      <p:cxnSp>
        <p:nvCxnSpPr>
          <p:cNvPr id="2682" name="Google Shape;2682;p69"/>
          <p:cNvCxnSpPr>
            <a:stCxn id="2681" idx="1"/>
            <a:endCxn id="2669" idx="1"/>
          </p:cNvCxnSpPr>
          <p:nvPr/>
        </p:nvCxnSpPr>
        <p:spPr>
          <a:xfrm>
            <a:off x="2594425" y="2077563"/>
            <a:ext cx="2397300" cy="21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83" name="Google Shape;2683;p69"/>
          <p:cNvCxnSpPr>
            <a:stCxn id="2663" idx="3"/>
            <a:endCxn id="2669" idx="1"/>
          </p:cNvCxnSpPr>
          <p:nvPr/>
        </p:nvCxnSpPr>
        <p:spPr>
          <a:xfrm rot="10800000" flipH="1">
            <a:off x="4681350" y="4187750"/>
            <a:ext cx="3105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684" name="Google Shape;2684;p69"/>
          <p:cNvGrpSpPr/>
          <p:nvPr/>
        </p:nvGrpSpPr>
        <p:grpSpPr>
          <a:xfrm>
            <a:off x="4362350" y="1865738"/>
            <a:ext cx="803700" cy="559200"/>
            <a:chOff x="725125" y="742575"/>
            <a:chExt cx="803700" cy="559200"/>
          </a:xfrm>
        </p:grpSpPr>
        <p:sp>
          <p:nvSpPr>
            <p:cNvPr id="2685" name="Google Shape;2685;p69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pStart</a:t>
              </a:r>
              <a:endParaRPr sz="1200"/>
            </a:p>
          </p:txBody>
        </p:sp>
        <p:sp>
          <p:nvSpPr>
            <p:cNvPr id="2686" name="Google Shape;2686;p69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sp>
        <p:nvSpPr>
          <p:cNvPr id="2687" name="Google Shape;2687;p69"/>
          <p:cNvSpPr txBox="1"/>
          <p:nvPr/>
        </p:nvSpPr>
        <p:spPr>
          <a:xfrm>
            <a:off x="4066000" y="1370250"/>
            <a:ext cx="367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65 DeleteLinkedList(pBegin)</a:t>
            </a:r>
            <a:endParaRPr/>
          </a:p>
        </p:txBody>
      </p:sp>
      <p:cxnSp>
        <p:nvCxnSpPr>
          <p:cNvPr id="2688" name="Google Shape;2688;p69"/>
          <p:cNvCxnSpPr>
            <a:stCxn id="2686" idx="1"/>
            <a:endCxn id="2651" idx="1"/>
          </p:cNvCxnSpPr>
          <p:nvPr/>
        </p:nvCxnSpPr>
        <p:spPr>
          <a:xfrm flipH="1">
            <a:off x="1630250" y="2285138"/>
            <a:ext cx="2732100" cy="1902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689" name="Google Shape;2689;p69"/>
          <p:cNvGrpSpPr/>
          <p:nvPr/>
        </p:nvGrpSpPr>
        <p:grpSpPr>
          <a:xfrm>
            <a:off x="6014875" y="2520138"/>
            <a:ext cx="803700" cy="559200"/>
            <a:chOff x="725125" y="742575"/>
            <a:chExt cx="803700" cy="559200"/>
          </a:xfrm>
        </p:grpSpPr>
        <p:sp>
          <p:nvSpPr>
            <p:cNvPr id="2690" name="Google Shape;2690;p69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Node</a:t>
              </a:r>
              <a:endParaRPr/>
            </a:p>
          </p:txBody>
        </p:sp>
        <p:sp>
          <p:nvSpPr>
            <p:cNvPr id="2691" name="Google Shape;2691;p69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0x02</a:t>
              </a:r>
              <a:endParaRPr/>
            </a:p>
          </p:txBody>
        </p:sp>
      </p:grpSp>
      <p:grpSp>
        <p:nvGrpSpPr>
          <p:cNvPr id="2692" name="Google Shape;2692;p69"/>
          <p:cNvGrpSpPr/>
          <p:nvPr/>
        </p:nvGrpSpPr>
        <p:grpSpPr>
          <a:xfrm>
            <a:off x="6976950" y="2520138"/>
            <a:ext cx="803700" cy="559200"/>
            <a:chOff x="725125" y="742575"/>
            <a:chExt cx="803700" cy="559200"/>
          </a:xfrm>
        </p:grpSpPr>
        <p:sp>
          <p:nvSpPr>
            <p:cNvPr id="2693" name="Google Shape;2693;p69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pDel</a:t>
              </a:r>
              <a:endParaRPr/>
            </a:p>
          </p:txBody>
        </p:sp>
        <p:sp>
          <p:nvSpPr>
            <p:cNvPr id="2694" name="Google Shape;2694;p69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N</a:t>
              </a:r>
              <a:endParaRPr/>
            </a:p>
          </p:txBody>
        </p:sp>
      </p:grpSp>
      <p:cxnSp>
        <p:nvCxnSpPr>
          <p:cNvPr id="2696" name="Google Shape;2696;p69"/>
          <p:cNvCxnSpPr>
            <a:endCxn id="2657" idx="1"/>
          </p:cNvCxnSpPr>
          <p:nvPr/>
        </p:nvCxnSpPr>
        <p:spPr>
          <a:xfrm flipH="1">
            <a:off x="2777075" y="2939450"/>
            <a:ext cx="3237900" cy="1248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97" name="Google Shape;2697;p69"/>
          <p:cNvSpPr txBox="1"/>
          <p:nvPr/>
        </p:nvSpPr>
        <p:spPr>
          <a:xfrm>
            <a:off x="387900" y="3510725"/>
            <a:ext cx="4089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FF0000"/>
                </a:solidFill>
              </a:rPr>
              <a:t>먼저삭제한다면,다음노드에 접근할수 없다!</a:t>
            </a:r>
            <a:endParaRPr>
              <a:solidFill>
                <a:srgbClr val="FF0000"/>
              </a:solidFill>
            </a:endParaRPr>
          </a:p>
        </p:txBody>
      </p:sp>
      <p:cxnSp>
        <p:nvCxnSpPr>
          <p:cNvPr id="2698" name="Google Shape;2698;p69"/>
          <p:cNvCxnSpPr>
            <a:stCxn id="2653" idx="3"/>
            <a:endCxn id="2691" idx="1"/>
          </p:cNvCxnSpPr>
          <p:nvPr/>
        </p:nvCxnSpPr>
        <p:spPr>
          <a:xfrm rot="10800000" flipH="1">
            <a:off x="2433925" y="2939425"/>
            <a:ext cx="3581100" cy="1807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" name="Google Shape;2703;p7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모두 삭제 문제점 해결</a:t>
            </a:r>
            <a:endParaRPr/>
          </a:p>
        </p:txBody>
      </p:sp>
      <p:sp>
        <p:nvSpPr>
          <p:cNvPr id="2704" name="Google Shape;2704;p70"/>
          <p:cNvSpPr txBox="1"/>
          <p:nvPr/>
        </p:nvSpPr>
        <p:spPr>
          <a:xfrm>
            <a:off x="387900" y="1190175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34 main()</a:t>
            </a:r>
            <a:endParaRPr/>
          </a:p>
        </p:txBody>
      </p:sp>
      <p:grpSp>
        <p:nvGrpSpPr>
          <p:cNvPr id="2705" name="Google Shape;2705;p70"/>
          <p:cNvGrpSpPr/>
          <p:nvPr/>
        </p:nvGrpSpPr>
        <p:grpSpPr>
          <a:xfrm>
            <a:off x="498900" y="1670450"/>
            <a:ext cx="803700" cy="559200"/>
            <a:chOff x="725125" y="742575"/>
            <a:chExt cx="803700" cy="559200"/>
          </a:xfrm>
        </p:grpSpPr>
        <p:sp>
          <p:nvSpPr>
            <p:cNvPr id="2706" name="Google Shape;2706;p70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pBegin</a:t>
              </a:r>
              <a:endParaRPr/>
            </a:p>
          </p:txBody>
        </p:sp>
        <p:sp>
          <p:nvSpPr>
            <p:cNvPr id="2707" name="Google Shape;2707;p70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2708" name="Google Shape;2708;p70"/>
          <p:cNvGrpSpPr/>
          <p:nvPr/>
        </p:nvGrpSpPr>
        <p:grpSpPr>
          <a:xfrm>
            <a:off x="1571525" y="1670450"/>
            <a:ext cx="803700" cy="559200"/>
            <a:chOff x="725125" y="742575"/>
            <a:chExt cx="803700" cy="559200"/>
          </a:xfrm>
        </p:grpSpPr>
        <p:sp>
          <p:nvSpPr>
            <p:cNvPr id="2709" name="Google Shape;2709;p70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End</a:t>
              </a:r>
              <a:endParaRPr/>
            </a:p>
          </p:txBody>
        </p:sp>
        <p:sp>
          <p:nvSpPr>
            <p:cNvPr id="2710" name="Google Shape;2710;p70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2711" name="Google Shape;2711;p70"/>
          <p:cNvGrpSpPr/>
          <p:nvPr/>
        </p:nvGrpSpPr>
        <p:grpSpPr>
          <a:xfrm>
            <a:off x="1630225" y="4047925"/>
            <a:ext cx="803700" cy="838800"/>
            <a:chOff x="6538675" y="262075"/>
            <a:chExt cx="803700" cy="838800"/>
          </a:xfrm>
        </p:grpSpPr>
        <p:grpSp>
          <p:nvGrpSpPr>
            <p:cNvPr id="2712" name="Google Shape;2712;p70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713" name="Google Shape;2713;p70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FF00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2714" name="Google Shape;2714;p70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00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2715" name="Google Shape;2715;p70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0x02</a:t>
              </a:r>
              <a:endParaRPr sz="1200"/>
            </a:p>
          </p:txBody>
        </p:sp>
      </p:grpSp>
      <p:grpSp>
        <p:nvGrpSpPr>
          <p:cNvPr id="2716" name="Google Shape;2716;p70"/>
          <p:cNvGrpSpPr/>
          <p:nvPr/>
        </p:nvGrpSpPr>
        <p:grpSpPr>
          <a:xfrm>
            <a:off x="2777075" y="4047950"/>
            <a:ext cx="803700" cy="838800"/>
            <a:chOff x="6538675" y="262075"/>
            <a:chExt cx="803700" cy="838800"/>
          </a:xfrm>
        </p:grpSpPr>
        <p:sp>
          <p:nvSpPr>
            <p:cNvPr id="2717" name="Google Shape;2717;p70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0x03</a:t>
              </a:r>
              <a:endParaRPr sz="1200"/>
            </a:p>
          </p:txBody>
        </p:sp>
        <p:grpSp>
          <p:nvGrpSpPr>
            <p:cNvPr id="2718" name="Google Shape;2718;p70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719" name="Google Shape;2719;p70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2720" name="Google Shape;2720;p70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</p:grpSp>
      <p:grpSp>
        <p:nvGrpSpPr>
          <p:cNvPr id="2721" name="Google Shape;2721;p70"/>
          <p:cNvGrpSpPr/>
          <p:nvPr/>
        </p:nvGrpSpPr>
        <p:grpSpPr>
          <a:xfrm>
            <a:off x="3877650" y="4047950"/>
            <a:ext cx="803700" cy="838800"/>
            <a:chOff x="6538675" y="262075"/>
            <a:chExt cx="803700" cy="838800"/>
          </a:xfrm>
        </p:grpSpPr>
        <p:grpSp>
          <p:nvGrpSpPr>
            <p:cNvPr id="2722" name="Google Shape;2722;p70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723" name="Google Shape;2723;p70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0x03</a:t>
                </a:r>
                <a:endParaRPr/>
              </a:p>
            </p:txBody>
          </p:sp>
          <p:sp>
            <p:nvSpPr>
              <p:cNvPr id="2724" name="Google Shape;2724;p70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30</a:t>
                </a:r>
                <a:endParaRPr/>
              </a:p>
            </p:txBody>
          </p:sp>
        </p:grpSp>
        <p:sp>
          <p:nvSpPr>
            <p:cNvPr id="2725" name="Google Shape;2725;p70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>
                  <a:solidFill>
                    <a:schemeClr val="dk1"/>
                  </a:solidFill>
                </a:rPr>
                <a:t>0x04</a:t>
              </a:r>
              <a:endParaRPr sz="1200">
                <a:solidFill>
                  <a:schemeClr val="dk1"/>
                </a:solidFill>
              </a:endParaRPr>
            </a:p>
          </p:txBody>
        </p:sp>
      </p:grpSp>
      <p:cxnSp>
        <p:nvCxnSpPr>
          <p:cNvPr id="2726" name="Google Shape;2726;p70"/>
          <p:cNvCxnSpPr>
            <a:stCxn id="2715" idx="3"/>
            <a:endCxn id="2719" idx="1"/>
          </p:cNvCxnSpPr>
          <p:nvPr/>
        </p:nvCxnSpPr>
        <p:spPr>
          <a:xfrm rot="10800000" flipH="1">
            <a:off x="2433925" y="4187725"/>
            <a:ext cx="3432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27" name="Google Shape;2727;p70"/>
          <p:cNvCxnSpPr>
            <a:endCxn id="2723" idx="1"/>
          </p:cNvCxnSpPr>
          <p:nvPr/>
        </p:nvCxnSpPr>
        <p:spPr>
          <a:xfrm rot="10800000" flipH="1">
            <a:off x="3580650" y="4187750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28" name="Google Shape;2728;p70"/>
          <p:cNvCxnSpPr>
            <a:stCxn id="2707" idx="1"/>
            <a:endCxn id="2713" idx="1"/>
          </p:cNvCxnSpPr>
          <p:nvPr/>
        </p:nvCxnSpPr>
        <p:spPr>
          <a:xfrm>
            <a:off x="498900" y="2089850"/>
            <a:ext cx="11313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729" name="Google Shape;2729;p70"/>
          <p:cNvGrpSpPr/>
          <p:nvPr/>
        </p:nvGrpSpPr>
        <p:grpSpPr>
          <a:xfrm>
            <a:off x="4991725" y="4047925"/>
            <a:ext cx="803700" cy="838800"/>
            <a:chOff x="6538675" y="262075"/>
            <a:chExt cx="803700" cy="838800"/>
          </a:xfrm>
        </p:grpSpPr>
        <p:grpSp>
          <p:nvGrpSpPr>
            <p:cNvPr id="2730" name="Google Shape;2730;p70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731" name="Google Shape;2731;p70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0x04</a:t>
                </a:r>
                <a:endParaRPr/>
              </a:p>
            </p:txBody>
          </p:sp>
          <p:sp>
            <p:nvSpPr>
              <p:cNvPr id="2732" name="Google Shape;2732;p70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40</a:t>
                </a:r>
                <a:endParaRPr/>
              </a:p>
            </p:txBody>
          </p:sp>
        </p:grpSp>
        <p:sp>
          <p:nvSpPr>
            <p:cNvPr id="2733" name="Google Shape;2733;p70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0x05</a:t>
              </a:r>
              <a:endParaRPr sz="1200"/>
            </a:p>
          </p:txBody>
        </p:sp>
      </p:grpSp>
      <p:grpSp>
        <p:nvGrpSpPr>
          <p:cNvPr id="2734" name="Google Shape;2734;p70"/>
          <p:cNvGrpSpPr/>
          <p:nvPr/>
        </p:nvGrpSpPr>
        <p:grpSpPr>
          <a:xfrm>
            <a:off x="6092300" y="4047925"/>
            <a:ext cx="803700" cy="838800"/>
            <a:chOff x="6538675" y="262075"/>
            <a:chExt cx="803700" cy="838800"/>
          </a:xfrm>
        </p:grpSpPr>
        <p:grpSp>
          <p:nvGrpSpPr>
            <p:cNvPr id="2735" name="Google Shape;2735;p70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736" name="Google Shape;2736;p70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0x05</a:t>
                </a:r>
                <a:endParaRPr/>
              </a:p>
            </p:txBody>
          </p:sp>
          <p:sp>
            <p:nvSpPr>
              <p:cNvPr id="2737" name="Google Shape;2737;p70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50</a:t>
                </a:r>
                <a:endParaRPr/>
              </a:p>
            </p:txBody>
          </p:sp>
        </p:grpSp>
        <p:sp>
          <p:nvSpPr>
            <p:cNvPr id="2738" name="Google Shape;2738;p70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pNext</a:t>
              </a:r>
              <a:endParaRPr sz="1200"/>
            </a:p>
          </p:txBody>
        </p:sp>
      </p:grpSp>
      <p:cxnSp>
        <p:nvCxnSpPr>
          <p:cNvPr id="2739" name="Google Shape;2739;p70"/>
          <p:cNvCxnSpPr>
            <a:stCxn id="2733" idx="3"/>
            <a:endCxn id="2736" idx="1"/>
          </p:cNvCxnSpPr>
          <p:nvPr/>
        </p:nvCxnSpPr>
        <p:spPr>
          <a:xfrm rot="10800000" flipH="1">
            <a:off x="5795425" y="4187725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40" name="Google Shape;2740;p70"/>
          <p:cNvCxnSpPr>
            <a:stCxn id="2710" idx="1"/>
            <a:endCxn id="2713" idx="1"/>
          </p:cNvCxnSpPr>
          <p:nvPr/>
        </p:nvCxnSpPr>
        <p:spPr>
          <a:xfrm>
            <a:off x="1571525" y="2089850"/>
            <a:ext cx="588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741" name="Google Shape;2741;p70"/>
          <p:cNvGrpSpPr/>
          <p:nvPr/>
        </p:nvGrpSpPr>
        <p:grpSpPr>
          <a:xfrm>
            <a:off x="2594425" y="1658163"/>
            <a:ext cx="803700" cy="559200"/>
            <a:chOff x="725125" y="742575"/>
            <a:chExt cx="803700" cy="559200"/>
          </a:xfrm>
        </p:grpSpPr>
        <p:sp>
          <p:nvSpPr>
            <p:cNvPr id="2742" name="Google Shape;2742;p70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Find</a:t>
              </a:r>
              <a:endParaRPr/>
            </a:p>
          </p:txBody>
        </p:sp>
        <p:sp>
          <p:nvSpPr>
            <p:cNvPr id="2743" name="Google Shape;2743;p70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0x04</a:t>
              </a:r>
              <a:endParaRPr/>
            </a:p>
          </p:txBody>
        </p:sp>
      </p:grpSp>
      <p:cxnSp>
        <p:nvCxnSpPr>
          <p:cNvPr id="2744" name="Google Shape;2744;p70"/>
          <p:cNvCxnSpPr>
            <a:stCxn id="2743" idx="1"/>
            <a:endCxn id="2731" idx="1"/>
          </p:cNvCxnSpPr>
          <p:nvPr/>
        </p:nvCxnSpPr>
        <p:spPr>
          <a:xfrm>
            <a:off x="2594425" y="2077563"/>
            <a:ext cx="2397300" cy="21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45" name="Google Shape;2745;p70"/>
          <p:cNvCxnSpPr>
            <a:stCxn id="2725" idx="3"/>
            <a:endCxn id="2731" idx="1"/>
          </p:cNvCxnSpPr>
          <p:nvPr/>
        </p:nvCxnSpPr>
        <p:spPr>
          <a:xfrm rot="10800000" flipH="1">
            <a:off x="4681350" y="4187750"/>
            <a:ext cx="3105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746" name="Google Shape;2746;p70"/>
          <p:cNvGrpSpPr/>
          <p:nvPr/>
        </p:nvGrpSpPr>
        <p:grpSpPr>
          <a:xfrm>
            <a:off x="4362350" y="1865738"/>
            <a:ext cx="803700" cy="559200"/>
            <a:chOff x="725125" y="742575"/>
            <a:chExt cx="803700" cy="559200"/>
          </a:xfrm>
        </p:grpSpPr>
        <p:sp>
          <p:nvSpPr>
            <p:cNvPr id="2747" name="Google Shape;2747;p70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pStart</a:t>
              </a:r>
              <a:endParaRPr sz="1200"/>
            </a:p>
          </p:txBody>
        </p:sp>
        <p:sp>
          <p:nvSpPr>
            <p:cNvPr id="2748" name="Google Shape;2748;p70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sp>
        <p:nvSpPr>
          <p:cNvPr id="2749" name="Google Shape;2749;p70"/>
          <p:cNvSpPr txBox="1"/>
          <p:nvPr/>
        </p:nvSpPr>
        <p:spPr>
          <a:xfrm>
            <a:off x="4066000" y="1370250"/>
            <a:ext cx="367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65 DeleteLinkedList(pBegin)</a:t>
            </a:r>
            <a:endParaRPr/>
          </a:p>
        </p:txBody>
      </p:sp>
      <p:cxnSp>
        <p:nvCxnSpPr>
          <p:cNvPr id="2750" name="Google Shape;2750;p70"/>
          <p:cNvCxnSpPr>
            <a:stCxn id="2748" idx="1"/>
            <a:endCxn id="2713" idx="1"/>
          </p:cNvCxnSpPr>
          <p:nvPr/>
        </p:nvCxnSpPr>
        <p:spPr>
          <a:xfrm flipH="1">
            <a:off x="1630250" y="2285138"/>
            <a:ext cx="2732100" cy="1902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751" name="Google Shape;2751;p70"/>
          <p:cNvGrpSpPr/>
          <p:nvPr/>
        </p:nvGrpSpPr>
        <p:grpSpPr>
          <a:xfrm>
            <a:off x="6014875" y="2520138"/>
            <a:ext cx="803700" cy="559200"/>
            <a:chOff x="725125" y="742575"/>
            <a:chExt cx="803700" cy="559200"/>
          </a:xfrm>
        </p:grpSpPr>
        <p:sp>
          <p:nvSpPr>
            <p:cNvPr id="2752" name="Google Shape;2752;p70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Node</a:t>
              </a:r>
              <a:endParaRPr/>
            </a:p>
          </p:txBody>
        </p:sp>
        <p:sp>
          <p:nvSpPr>
            <p:cNvPr id="2753" name="Google Shape;2753;p70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ko" dirty="0"/>
                <a:t>0x02</a:t>
              </a:r>
              <a:endParaRPr dirty="0"/>
            </a:p>
          </p:txBody>
        </p:sp>
      </p:grpSp>
      <p:grpSp>
        <p:nvGrpSpPr>
          <p:cNvPr id="2754" name="Google Shape;2754;p70"/>
          <p:cNvGrpSpPr/>
          <p:nvPr/>
        </p:nvGrpSpPr>
        <p:grpSpPr>
          <a:xfrm>
            <a:off x="6976950" y="2520138"/>
            <a:ext cx="803700" cy="559200"/>
            <a:chOff x="725125" y="742575"/>
            <a:chExt cx="803700" cy="559200"/>
          </a:xfrm>
        </p:grpSpPr>
        <p:sp>
          <p:nvSpPr>
            <p:cNvPr id="2755" name="Google Shape;2755;p70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pDel</a:t>
              </a:r>
              <a:endParaRPr/>
            </a:p>
          </p:txBody>
        </p:sp>
        <p:sp>
          <p:nvSpPr>
            <p:cNvPr id="2756" name="Google Shape;2756;p70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ko"/>
                <a:t>0x01</a:t>
              </a:r>
              <a:endParaRPr/>
            </a:p>
          </p:txBody>
        </p:sp>
      </p:grpSp>
      <p:cxnSp>
        <p:nvCxnSpPr>
          <p:cNvPr id="2758" name="Google Shape;2758;p70"/>
          <p:cNvCxnSpPr>
            <a:stCxn id="2756" idx="1"/>
            <a:endCxn id="2713" idx="1"/>
          </p:cNvCxnSpPr>
          <p:nvPr/>
        </p:nvCxnSpPr>
        <p:spPr>
          <a:xfrm flipH="1">
            <a:off x="1630350" y="2939538"/>
            <a:ext cx="5346600" cy="1248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59" name="Google Shape;2759;p70"/>
          <p:cNvSpPr txBox="1"/>
          <p:nvPr/>
        </p:nvSpPr>
        <p:spPr>
          <a:xfrm>
            <a:off x="387900" y="3510725"/>
            <a:ext cx="4089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FF0000"/>
                </a:solidFill>
              </a:rPr>
              <a:t>먼저삭제한다면,다음노드에 접근할수 없다!</a:t>
            </a:r>
            <a:endParaRPr>
              <a:solidFill>
                <a:srgbClr val="FF0000"/>
              </a:solidFill>
            </a:endParaRPr>
          </a:p>
        </p:txBody>
      </p:sp>
      <p:cxnSp>
        <p:nvCxnSpPr>
          <p:cNvPr id="2760" name="Google Shape;2760;p70"/>
          <p:cNvCxnSpPr>
            <a:stCxn id="2753" idx="1"/>
            <a:endCxn id="2719" idx="1"/>
          </p:cNvCxnSpPr>
          <p:nvPr/>
        </p:nvCxnSpPr>
        <p:spPr>
          <a:xfrm flipH="1">
            <a:off x="2776975" y="2939538"/>
            <a:ext cx="3237900" cy="1248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2">
          <a:extLst>
            <a:ext uri="{FF2B5EF4-FFF2-40B4-BE49-F238E27FC236}">
              <a16:creationId xmlns:a16="http://schemas.microsoft.com/office/drawing/2014/main" id="{339298FA-F685-76D5-E2B4-2F22EC484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" name="Google Shape;2703;p70">
            <a:extLst>
              <a:ext uri="{FF2B5EF4-FFF2-40B4-BE49-F238E27FC236}">
                <a16:creationId xmlns:a16="http://schemas.microsoft.com/office/drawing/2014/main" id="{1C3652AE-0CE6-809A-E1DA-9B76AE5CB0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모두 삭제 문제점 해결</a:t>
            </a:r>
            <a:endParaRPr/>
          </a:p>
        </p:txBody>
      </p:sp>
      <p:sp>
        <p:nvSpPr>
          <p:cNvPr id="2704" name="Google Shape;2704;p70">
            <a:extLst>
              <a:ext uri="{FF2B5EF4-FFF2-40B4-BE49-F238E27FC236}">
                <a16:creationId xmlns:a16="http://schemas.microsoft.com/office/drawing/2014/main" id="{03F578CA-0968-808A-AD8C-701B95706E4B}"/>
              </a:ext>
            </a:extLst>
          </p:cNvPr>
          <p:cNvSpPr txBox="1"/>
          <p:nvPr/>
        </p:nvSpPr>
        <p:spPr>
          <a:xfrm>
            <a:off x="387900" y="1190175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34 main()</a:t>
            </a:r>
            <a:endParaRPr/>
          </a:p>
        </p:txBody>
      </p:sp>
      <p:grpSp>
        <p:nvGrpSpPr>
          <p:cNvPr id="2705" name="Google Shape;2705;p70">
            <a:extLst>
              <a:ext uri="{FF2B5EF4-FFF2-40B4-BE49-F238E27FC236}">
                <a16:creationId xmlns:a16="http://schemas.microsoft.com/office/drawing/2014/main" id="{33B68379-E48C-149C-B4AF-6F8707547D3B}"/>
              </a:ext>
            </a:extLst>
          </p:cNvPr>
          <p:cNvGrpSpPr/>
          <p:nvPr/>
        </p:nvGrpSpPr>
        <p:grpSpPr>
          <a:xfrm>
            <a:off x="498900" y="1670450"/>
            <a:ext cx="803700" cy="559200"/>
            <a:chOff x="725125" y="742575"/>
            <a:chExt cx="803700" cy="559200"/>
          </a:xfrm>
        </p:grpSpPr>
        <p:sp>
          <p:nvSpPr>
            <p:cNvPr id="2706" name="Google Shape;2706;p70">
              <a:extLst>
                <a:ext uri="{FF2B5EF4-FFF2-40B4-BE49-F238E27FC236}">
                  <a16:creationId xmlns:a16="http://schemas.microsoft.com/office/drawing/2014/main" id="{170C503A-6CDC-C2C4-1C39-BAC098751142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pBegin</a:t>
              </a:r>
              <a:endParaRPr/>
            </a:p>
          </p:txBody>
        </p:sp>
        <p:sp>
          <p:nvSpPr>
            <p:cNvPr id="2707" name="Google Shape;2707;p70">
              <a:extLst>
                <a:ext uri="{FF2B5EF4-FFF2-40B4-BE49-F238E27FC236}">
                  <a16:creationId xmlns:a16="http://schemas.microsoft.com/office/drawing/2014/main" id="{3F2F489D-3D59-ED8C-0FEB-74DA3B94723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2708" name="Google Shape;2708;p70">
            <a:extLst>
              <a:ext uri="{FF2B5EF4-FFF2-40B4-BE49-F238E27FC236}">
                <a16:creationId xmlns:a16="http://schemas.microsoft.com/office/drawing/2014/main" id="{5257A9C1-9FA1-1B9F-22F9-9005FEEB36C5}"/>
              </a:ext>
            </a:extLst>
          </p:cNvPr>
          <p:cNvGrpSpPr/>
          <p:nvPr/>
        </p:nvGrpSpPr>
        <p:grpSpPr>
          <a:xfrm>
            <a:off x="1571525" y="1670450"/>
            <a:ext cx="803700" cy="559200"/>
            <a:chOff x="725125" y="742575"/>
            <a:chExt cx="803700" cy="559200"/>
          </a:xfrm>
        </p:grpSpPr>
        <p:sp>
          <p:nvSpPr>
            <p:cNvPr id="2709" name="Google Shape;2709;p70">
              <a:extLst>
                <a:ext uri="{FF2B5EF4-FFF2-40B4-BE49-F238E27FC236}">
                  <a16:creationId xmlns:a16="http://schemas.microsoft.com/office/drawing/2014/main" id="{E73CAF09-2EF1-EAF2-D3CC-A71B44474ED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End</a:t>
              </a:r>
              <a:endParaRPr/>
            </a:p>
          </p:txBody>
        </p:sp>
        <p:sp>
          <p:nvSpPr>
            <p:cNvPr id="2710" name="Google Shape;2710;p70">
              <a:extLst>
                <a:ext uri="{FF2B5EF4-FFF2-40B4-BE49-F238E27FC236}">
                  <a16:creationId xmlns:a16="http://schemas.microsoft.com/office/drawing/2014/main" id="{D1E526B4-1794-232E-7029-EC1FED15E4C6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2716" name="Google Shape;2716;p70">
            <a:extLst>
              <a:ext uri="{FF2B5EF4-FFF2-40B4-BE49-F238E27FC236}">
                <a16:creationId xmlns:a16="http://schemas.microsoft.com/office/drawing/2014/main" id="{A431C036-62B1-D1A8-7FD9-C156CB55CDB3}"/>
              </a:ext>
            </a:extLst>
          </p:cNvPr>
          <p:cNvGrpSpPr/>
          <p:nvPr/>
        </p:nvGrpSpPr>
        <p:grpSpPr>
          <a:xfrm>
            <a:off x="2777075" y="4047950"/>
            <a:ext cx="803700" cy="838800"/>
            <a:chOff x="6538675" y="262075"/>
            <a:chExt cx="803700" cy="838800"/>
          </a:xfrm>
        </p:grpSpPr>
        <p:sp>
          <p:nvSpPr>
            <p:cNvPr id="2717" name="Google Shape;2717;p70">
              <a:extLst>
                <a:ext uri="{FF2B5EF4-FFF2-40B4-BE49-F238E27FC236}">
                  <a16:creationId xmlns:a16="http://schemas.microsoft.com/office/drawing/2014/main" id="{C01E1D50-B77E-52AB-4EF0-01F064FCFE03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0x03</a:t>
              </a:r>
              <a:endParaRPr sz="1200"/>
            </a:p>
          </p:txBody>
        </p:sp>
        <p:grpSp>
          <p:nvGrpSpPr>
            <p:cNvPr id="2718" name="Google Shape;2718;p70">
              <a:extLst>
                <a:ext uri="{FF2B5EF4-FFF2-40B4-BE49-F238E27FC236}">
                  <a16:creationId xmlns:a16="http://schemas.microsoft.com/office/drawing/2014/main" id="{89B36AE5-1EAD-3F9A-8F7D-DE4FD64A7972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719" name="Google Shape;2719;p70">
                <a:extLst>
                  <a:ext uri="{FF2B5EF4-FFF2-40B4-BE49-F238E27FC236}">
                    <a16:creationId xmlns:a16="http://schemas.microsoft.com/office/drawing/2014/main" id="{0149EA43-CE29-5B40-6D60-5B66E6D5ED4F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FF9999"/>
              </a:solidFill>
              <a:ln w="9525" cap="flat" cmpd="sng">
                <a:solidFill>
                  <a:srgbClr val="FF00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2720" name="Google Shape;2720;p70">
                <a:extLst>
                  <a:ext uri="{FF2B5EF4-FFF2-40B4-BE49-F238E27FC236}">
                    <a16:creationId xmlns:a16="http://schemas.microsoft.com/office/drawing/2014/main" id="{787D4365-ECDE-61A7-2325-79AD90457C9F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00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</p:grpSp>
      <p:grpSp>
        <p:nvGrpSpPr>
          <p:cNvPr id="2721" name="Google Shape;2721;p70">
            <a:extLst>
              <a:ext uri="{FF2B5EF4-FFF2-40B4-BE49-F238E27FC236}">
                <a16:creationId xmlns:a16="http://schemas.microsoft.com/office/drawing/2014/main" id="{FFB67561-71F0-ED26-80FF-BB6B77E4C7F4}"/>
              </a:ext>
            </a:extLst>
          </p:cNvPr>
          <p:cNvGrpSpPr/>
          <p:nvPr/>
        </p:nvGrpSpPr>
        <p:grpSpPr>
          <a:xfrm>
            <a:off x="3877650" y="4047950"/>
            <a:ext cx="803700" cy="838800"/>
            <a:chOff x="6538675" y="262075"/>
            <a:chExt cx="803700" cy="838800"/>
          </a:xfrm>
        </p:grpSpPr>
        <p:grpSp>
          <p:nvGrpSpPr>
            <p:cNvPr id="2722" name="Google Shape;2722;p70">
              <a:extLst>
                <a:ext uri="{FF2B5EF4-FFF2-40B4-BE49-F238E27FC236}">
                  <a16:creationId xmlns:a16="http://schemas.microsoft.com/office/drawing/2014/main" id="{8DB47C66-C172-FDB3-56CC-F2FF962B6180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723" name="Google Shape;2723;p70">
                <a:extLst>
                  <a:ext uri="{FF2B5EF4-FFF2-40B4-BE49-F238E27FC236}">
                    <a16:creationId xmlns:a16="http://schemas.microsoft.com/office/drawing/2014/main" id="{2DECA677-B506-9710-CD67-DCDE9A709A5C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0x03</a:t>
                </a:r>
                <a:endParaRPr/>
              </a:p>
            </p:txBody>
          </p:sp>
          <p:sp>
            <p:nvSpPr>
              <p:cNvPr id="2724" name="Google Shape;2724;p70">
                <a:extLst>
                  <a:ext uri="{FF2B5EF4-FFF2-40B4-BE49-F238E27FC236}">
                    <a16:creationId xmlns:a16="http://schemas.microsoft.com/office/drawing/2014/main" id="{E77FD493-8A5C-33B6-8116-7B89AE828EA3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30</a:t>
                </a:r>
                <a:endParaRPr/>
              </a:p>
            </p:txBody>
          </p:sp>
        </p:grpSp>
        <p:sp>
          <p:nvSpPr>
            <p:cNvPr id="2725" name="Google Shape;2725;p70">
              <a:extLst>
                <a:ext uri="{FF2B5EF4-FFF2-40B4-BE49-F238E27FC236}">
                  <a16:creationId xmlns:a16="http://schemas.microsoft.com/office/drawing/2014/main" id="{A2C70D71-EB8D-ED8B-9DFC-AB625ECFA697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>
                  <a:solidFill>
                    <a:schemeClr val="dk1"/>
                  </a:solidFill>
                </a:rPr>
                <a:t>0x04</a:t>
              </a:r>
              <a:endParaRPr sz="1200">
                <a:solidFill>
                  <a:schemeClr val="dk1"/>
                </a:solidFill>
              </a:endParaRPr>
            </a:p>
          </p:txBody>
        </p:sp>
      </p:grpSp>
      <p:cxnSp>
        <p:nvCxnSpPr>
          <p:cNvPr id="2727" name="Google Shape;2727;p70">
            <a:extLst>
              <a:ext uri="{FF2B5EF4-FFF2-40B4-BE49-F238E27FC236}">
                <a16:creationId xmlns:a16="http://schemas.microsoft.com/office/drawing/2014/main" id="{1F1691FA-E722-F087-B57A-ADFACE2834F1}"/>
              </a:ext>
            </a:extLst>
          </p:cNvPr>
          <p:cNvCxnSpPr>
            <a:endCxn id="2723" idx="1"/>
          </p:cNvCxnSpPr>
          <p:nvPr/>
        </p:nvCxnSpPr>
        <p:spPr>
          <a:xfrm rot="10800000" flipH="1">
            <a:off x="3580650" y="4187750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28" name="Google Shape;2728;p70">
            <a:extLst>
              <a:ext uri="{FF2B5EF4-FFF2-40B4-BE49-F238E27FC236}">
                <a16:creationId xmlns:a16="http://schemas.microsoft.com/office/drawing/2014/main" id="{D30811EF-21BE-BC8B-4B85-2DD3720E44A2}"/>
              </a:ext>
            </a:extLst>
          </p:cNvPr>
          <p:cNvCxnSpPr>
            <a:cxnSpLocks/>
            <a:stCxn id="2707" idx="1"/>
          </p:cNvCxnSpPr>
          <p:nvPr/>
        </p:nvCxnSpPr>
        <p:spPr>
          <a:xfrm>
            <a:off x="498900" y="2089850"/>
            <a:ext cx="11313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729" name="Google Shape;2729;p70">
            <a:extLst>
              <a:ext uri="{FF2B5EF4-FFF2-40B4-BE49-F238E27FC236}">
                <a16:creationId xmlns:a16="http://schemas.microsoft.com/office/drawing/2014/main" id="{083F07D8-657D-B17C-F6FA-5D3CD7C97AC5}"/>
              </a:ext>
            </a:extLst>
          </p:cNvPr>
          <p:cNvGrpSpPr/>
          <p:nvPr/>
        </p:nvGrpSpPr>
        <p:grpSpPr>
          <a:xfrm>
            <a:off x="4991725" y="4047925"/>
            <a:ext cx="803700" cy="838800"/>
            <a:chOff x="6538675" y="262075"/>
            <a:chExt cx="803700" cy="838800"/>
          </a:xfrm>
        </p:grpSpPr>
        <p:grpSp>
          <p:nvGrpSpPr>
            <p:cNvPr id="2730" name="Google Shape;2730;p70">
              <a:extLst>
                <a:ext uri="{FF2B5EF4-FFF2-40B4-BE49-F238E27FC236}">
                  <a16:creationId xmlns:a16="http://schemas.microsoft.com/office/drawing/2014/main" id="{B7B97A6D-5FFD-2939-77C6-F84DC5AE9177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731" name="Google Shape;2731;p70">
                <a:extLst>
                  <a:ext uri="{FF2B5EF4-FFF2-40B4-BE49-F238E27FC236}">
                    <a16:creationId xmlns:a16="http://schemas.microsoft.com/office/drawing/2014/main" id="{C34AD80E-6A63-F2DF-AC22-39AA130091A7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0x04</a:t>
                </a:r>
                <a:endParaRPr/>
              </a:p>
            </p:txBody>
          </p:sp>
          <p:sp>
            <p:nvSpPr>
              <p:cNvPr id="2732" name="Google Shape;2732;p70">
                <a:extLst>
                  <a:ext uri="{FF2B5EF4-FFF2-40B4-BE49-F238E27FC236}">
                    <a16:creationId xmlns:a16="http://schemas.microsoft.com/office/drawing/2014/main" id="{1D370CC8-3BFD-CC31-D783-EC8F27238BF3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40</a:t>
                </a:r>
                <a:endParaRPr/>
              </a:p>
            </p:txBody>
          </p:sp>
        </p:grpSp>
        <p:sp>
          <p:nvSpPr>
            <p:cNvPr id="2733" name="Google Shape;2733;p70">
              <a:extLst>
                <a:ext uri="{FF2B5EF4-FFF2-40B4-BE49-F238E27FC236}">
                  <a16:creationId xmlns:a16="http://schemas.microsoft.com/office/drawing/2014/main" id="{89575CCD-041A-E1D1-BBD8-146CF74B1C56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0x05</a:t>
              </a:r>
              <a:endParaRPr sz="1200"/>
            </a:p>
          </p:txBody>
        </p:sp>
      </p:grpSp>
      <p:grpSp>
        <p:nvGrpSpPr>
          <p:cNvPr id="2734" name="Google Shape;2734;p70">
            <a:extLst>
              <a:ext uri="{FF2B5EF4-FFF2-40B4-BE49-F238E27FC236}">
                <a16:creationId xmlns:a16="http://schemas.microsoft.com/office/drawing/2014/main" id="{4088A3CD-EE80-9291-11EA-85ED788D333F}"/>
              </a:ext>
            </a:extLst>
          </p:cNvPr>
          <p:cNvGrpSpPr/>
          <p:nvPr/>
        </p:nvGrpSpPr>
        <p:grpSpPr>
          <a:xfrm>
            <a:off x="6092300" y="4047925"/>
            <a:ext cx="803700" cy="838800"/>
            <a:chOff x="6538675" y="262075"/>
            <a:chExt cx="803700" cy="838800"/>
          </a:xfrm>
        </p:grpSpPr>
        <p:grpSp>
          <p:nvGrpSpPr>
            <p:cNvPr id="2735" name="Google Shape;2735;p70">
              <a:extLst>
                <a:ext uri="{FF2B5EF4-FFF2-40B4-BE49-F238E27FC236}">
                  <a16:creationId xmlns:a16="http://schemas.microsoft.com/office/drawing/2014/main" id="{B45B7708-ED30-2FF7-F528-CB0DA7EA9B57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736" name="Google Shape;2736;p70">
                <a:extLst>
                  <a:ext uri="{FF2B5EF4-FFF2-40B4-BE49-F238E27FC236}">
                    <a16:creationId xmlns:a16="http://schemas.microsoft.com/office/drawing/2014/main" id="{A3A3D50A-47D0-2F87-2791-6857E693291F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0x05</a:t>
                </a:r>
                <a:endParaRPr/>
              </a:p>
            </p:txBody>
          </p:sp>
          <p:sp>
            <p:nvSpPr>
              <p:cNvPr id="2737" name="Google Shape;2737;p70">
                <a:extLst>
                  <a:ext uri="{FF2B5EF4-FFF2-40B4-BE49-F238E27FC236}">
                    <a16:creationId xmlns:a16="http://schemas.microsoft.com/office/drawing/2014/main" id="{1CDA0B81-2260-283C-6F0B-E1C8C2CE059A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50</a:t>
                </a:r>
                <a:endParaRPr/>
              </a:p>
            </p:txBody>
          </p:sp>
        </p:grpSp>
        <p:sp>
          <p:nvSpPr>
            <p:cNvPr id="2738" name="Google Shape;2738;p70">
              <a:extLst>
                <a:ext uri="{FF2B5EF4-FFF2-40B4-BE49-F238E27FC236}">
                  <a16:creationId xmlns:a16="http://schemas.microsoft.com/office/drawing/2014/main" id="{5355A67A-B401-0AC6-787A-85520BB99642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pNext</a:t>
              </a:r>
              <a:endParaRPr sz="1200"/>
            </a:p>
          </p:txBody>
        </p:sp>
      </p:grpSp>
      <p:cxnSp>
        <p:nvCxnSpPr>
          <p:cNvPr id="2739" name="Google Shape;2739;p70">
            <a:extLst>
              <a:ext uri="{FF2B5EF4-FFF2-40B4-BE49-F238E27FC236}">
                <a16:creationId xmlns:a16="http://schemas.microsoft.com/office/drawing/2014/main" id="{3A3EA08D-79C3-E788-AB93-D532C8F589EC}"/>
              </a:ext>
            </a:extLst>
          </p:cNvPr>
          <p:cNvCxnSpPr>
            <a:stCxn id="2733" idx="3"/>
            <a:endCxn id="2736" idx="1"/>
          </p:cNvCxnSpPr>
          <p:nvPr/>
        </p:nvCxnSpPr>
        <p:spPr>
          <a:xfrm rot="10800000" flipH="1">
            <a:off x="5795425" y="4187725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40" name="Google Shape;2740;p70">
            <a:extLst>
              <a:ext uri="{FF2B5EF4-FFF2-40B4-BE49-F238E27FC236}">
                <a16:creationId xmlns:a16="http://schemas.microsoft.com/office/drawing/2014/main" id="{168C92F4-A060-E159-FF58-59AB15377004}"/>
              </a:ext>
            </a:extLst>
          </p:cNvPr>
          <p:cNvCxnSpPr>
            <a:cxnSpLocks/>
            <a:stCxn id="2710" idx="1"/>
          </p:cNvCxnSpPr>
          <p:nvPr/>
        </p:nvCxnSpPr>
        <p:spPr>
          <a:xfrm>
            <a:off x="1571525" y="2089850"/>
            <a:ext cx="588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741" name="Google Shape;2741;p70">
            <a:extLst>
              <a:ext uri="{FF2B5EF4-FFF2-40B4-BE49-F238E27FC236}">
                <a16:creationId xmlns:a16="http://schemas.microsoft.com/office/drawing/2014/main" id="{D6466F11-1761-A7C8-ED49-B86357BF22E5}"/>
              </a:ext>
            </a:extLst>
          </p:cNvPr>
          <p:cNvGrpSpPr/>
          <p:nvPr/>
        </p:nvGrpSpPr>
        <p:grpSpPr>
          <a:xfrm>
            <a:off x="2594425" y="1658163"/>
            <a:ext cx="803700" cy="559200"/>
            <a:chOff x="725125" y="742575"/>
            <a:chExt cx="803700" cy="559200"/>
          </a:xfrm>
        </p:grpSpPr>
        <p:sp>
          <p:nvSpPr>
            <p:cNvPr id="2742" name="Google Shape;2742;p70">
              <a:extLst>
                <a:ext uri="{FF2B5EF4-FFF2-40B4-BE49-F238E27FC236}">
                  <a16:creationId xmlns:a16="http://schemas.microsoft.com/office/drawing/2014/main" id="{5C7A4BBD-AB5A-5946-D642-366FCE42DE6B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Find</a:t>
              </a:r>
              <a:endParaRPr/>
            </a:p>
          </p:txBody>
        </p:sp>
        <p:sp>
          <p:nvSpPr>
            <p:cNvPr id="2743" name="Google Shape;2743;p70">
              <a:extLst>
                <a:ext uri="{FF2B5EF4-FFF2-40B4-BE49-F238E27FC236}">
                  <a16:creationId xmlns:a16="http://schemas.microsoft.com/office/drawing/2014/main" id="{49CB721E-6170-1997-80C7-1AE568E7FEC3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0x04</a:t>
              </a:r>
              <a:endParaRPr/>
            </a:p>
          </p:txBody>
        </p:sp>
      </p:grpSp>
      <p:cxnSp>
        <p:nvCxnSpPr>
          <p:cNvPr id="2744" name="Google Shape;2744;p70">
            <a:extLst>
              <a:ext uri="{FF2B5EF4-FFF2-40B4-BE49-F238E27FC236}">
                <a16:creationId xmlns:a16="http://schemas.microsoft.com/office/drawing/2014/main" id="{7306156C-5442-6F1E-6785-0C44215FBF76}"/>
              </a:ext>
            </a:extLst>
          </p:cNvPr>
          <p:cNvCxnSpPr>
            <a:stCxn id="2743" idx="1"/>
            <a:endCxn id="2731" idx="1"/>
          </p:cNvCxnSpPr>
          <p:nvPr/>
        </p:nvCxnSpPr>
        <p:spPr>
          <a:xfrm>
            <a:off x="2594425" y="2077563"/>
            <a:ext cx="2397300" cy="21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45" name="Google Shape;2745;p70">
            <a:extLst>
              <a:ext uri="{FF2B5EF4-FFF2-40B4-BE49-F238E27FC236}">
                <a16:creationId xmlns:a16="http://schemas.microsoft.com/office/drawing/2014/main" id="{C9498D8D-C87E-8BB3-94A8-C800AB08023A}"/>
              </a:ext>
            </a:extLst>
          </p:cNvPr>
          <p:cNvCxnSpPr>
            <a:stCxn id="2725" idx="3"/>
            <a:endCxn id="2731" idx="1"/>
          </p:cNvCxnSpPr>
          <p:nvPr/>
        </p:nvCxnSpPr>
        <p:spPr>
          <a:xfrm rot="10800000" flipH="1">
            <a:off x="4681350" y="4187750"/>
            <a:ext cx="3105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746" name="Google Shape;2746;p70">
            <a:extLst>
              <a:ext uri="{FF2B5EF4-FFF2-40B4-BE49-F238E27FC236}">
                <a16:creationId xmlns:a16="http://schemas.microsoft.com/office/drawing/2014/main" id="{D2F1EB17-71E9-1D50-DF5A-AE7C4989B221}"/>
              </a:ext>
            </a:extLst>
          </p:cNvPr>
          <p:cNvGrpSpPr/>
          <p:nvPr/>
        </p:nvGrpSpPr>
        <p:grpSpPr>
          <a:xfrm>
            <a:off x="4362350" y="1865738"/>
            <a:ext cx="803700" cy="559200"/>
            <a:chOff x="725125" y="742575"/>
            <a:chExt cx="803700" cy="559200"/>
          </a:xfrm>
        </p:grpSpPr>
        <p:sp>
          <p:nvSpPr>
            <p:cNvPr id="2747" name="Google Shape;2747;p70">
              <a:extLst>
                <a:ext uri="{FF2B5EF4-FFF2-40B4-BE49-F238E27FC236}">
                  <a16:creationId xmlns:a16="http://schemas.microsoft.com/office/drawing/2014/main" id="{0895A58B-4506-C8BE-E709-12A274B4409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pStart</a:t>
              </a:r>
              <a:endParaRPr sz="1200"/>
            </a:p>
          </p:txBody>
        </p:sp>
        <p:sp>
          <p:nvSpPr>
            <p:cNvPr id="2748" name="Google Shape;2748;p70">
              <a:extLst>
                <a:ext uri="{FF2B5EF4-FFF2-40B4-BE49-F238E27FC236}">
                  <a16:creationId xmlns:a16="http://schemas.microsoft.com/office/drawing/2014/main" id="{6AE4FF5C-F8DB-6897-4600-60B0209A73CB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sp>
        <p:nvSpPr>
          <p:cNvPr id="2749" name="Google Shape;2749;p70">
            <a:extLst>
              <a:ext uri="{FF2B5EF4-FFF2-40B4-BE49-F238E27FC236}">
                <a16:creationId xmlns:a16="http://schemas.microsoft.com/office/drawing/2014/main" id="{08B72A87-52C6-12DD-5380-6E477090F7F1}"/>
              </a:ext>
            </a:extLst>
          </p:cNvPr>
          <p:cNvSpPr txBox="1"/>
          <p:nvPr/>
        </p:nvSpPr>
        <p:spPr>
          <a:xfrm>
            <a:off x="4066000" y="1370250"/>
            <a:ext cx="367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65 DeleteLinkedList(pBegin)</a:t>
            </a:r>
            <a:endParaRPr/>
          </a:p>
        </p:txBody>
      </p:sp>
      <p:cxnSp>
        <p:nvCxnSpPr>
          <p:cNvPr id="2750" name="Google Shape;2750;p70">
            <a:extLst>
              <a:ext uri="{FF2B5EF4-FFF2-40B4-BE49-F238E27FC236}">
                <a16:creationId xmlns:a16="http://schemas.microsoft.com/office/drawing/2014/main" id="{3B00E615-B4E5-AF42-F929-FB2AAF7A15D5}"/>
              </a:ext>
            </a:extLst>
          </p:cNvPr>
          <p:cNvCxnSpPr>
            <a:cxnSpLocks/>
            <a:stCxn id="2748" idx="1"/>
          </p:cNvCxnSpPr>
          <p:nvPr/>
        </p:nvCxnSpPr>
        <p:spPr>
          <a:xfrm flipH="1">
            <a:off x="1630250" y="2285138"/>
            <a:ext cx="2732100" cy="1902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751" name="Google Shape;2751;p70">
            <a:extLst>
              <a:ext uri="{FF2B5EF4-FFF2-40B4-BE49-F238E27FC236}">
                <a16:creationId xmlns:a16="http://schemas.microsoft.com/office/drawing/2014/main" id="{9F0777C3-1FC4-EB53-4637-FDA9626B7AAC}"/>
              </a:ext>
            </a:extLst>
          </p:cNvPr>
          <p:cNvGrpSpPr/>
          <p:nvPr/>
        </p:nvGrpSpPr>
        <p:grpSpPr>
          <a:xfrm>
            <a:off x="6014875" y="2520138"/>
            <a:ext cx="803700" cy="559200"/>
            <a:chOff x="725125" y="742575"/>
            <a:chExt cx="803700" cy="559200"/>
          </a:xfrm>
        </p:grpSpPr>
        <p:sp>
          <p:nvSpPr>
            <p:cNvPr id="2752" name="Google Shape;2752;p70">
              <a:extLst>
                <a:ext uri="{FF2B5EF4-FFF2-40B4-BE49-F238E27FC236}">
                  <a16:creationId xmlns:a16="http://schemas.microsoft.com/office/drawing/2014/main" id="{356CA28A-CB7B-2230-5E7C-76E960AFFB9C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Node</a:t>
              </a:r>
              <a:endParaRPr/>
            </a:p>
          </p:txBody>
        </p:sp>
        <p:sp>
          <p:nvSpPr>
            <p:cNvPr id="2753" name="Google Shape;2753;p70">
              <a:extLst>
                <a:ext uri="{FF2B5EF4-FFF2-40B4-BE49-F238E27FC236}">
                  <a16:creationId xmlns:a16="http://schemas.microsoft.com/office/drawing/2014/main" id="{3D892BC6-C25E-0D0A-2664-65BA846C7653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ko" dirty="0"/>
                <a:t>0x03</a:t>
              </a:r>
              <a:endParaRPr dirty="0"/>
            </a:p>
          </p:txBody>
        </p:sp>
      </p:grpSp>
      <p:grpSp>
        <p:nvGrpSpPr>
          <p:cNvPr id="2754" name="Google Shape;2754;p70">
            <a:extLst>
              <a:ext uri="{FF2B5EF4-FFF2-40B4-BE49-F238E27FC236}">
                <a16:creationId xmlns:a16="http://schemas.microsoft.com/office/drawing/2014/main" id="{22FD9332-10D8-253C-439C-A27C0BEC3A19}"/>
              </a:ext>
            </a:extLst>
          </p:cNvPr>
          <p:cNvGrpSpPr/>
          <p:nvPr/>
        </p:nvGrpSpPr>
        <p:grpSpPr>
          <a:xfrm>
            <a:off x="6976950" y="2520138"/>
            <a:ext cx="803700" cy="559200"/>
            <a:chOff x="725125" y="742575"/>
            <a:chExt cx="803700" cy="559200"/>
          </a:xfrm>
        </p:grpSpPr>
        <p:sp>
          <p:nvSpPr>
            <p:cNvPr id="2755" name="Google Shape;2755;p70">
              <a:extLst>
                <a:ext uri="{FF2B5EF4-FFF2-40B4-BE49-F238E27FC236}">
                  <a16:creationId xmlns:a16="http://schemas.microsoft.com/office/drawing/2014/main" id="{83242B31-FCA9-873A-4E28-92F0DDEFC21B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pDel</a:t>
              </a:r>
              <a:endParaRPr/>
            </a:p>
          </p:txBody>
        </p:sp>
        <p:sp>
          <p:nvSpPr>
            <p:cNvPr id="2756" name="Google Shape;2756;p70">
              <a:extLst>
                <a:ext uri="{FF2B5EF4-FFF2-40B4-BE49-F238E27FC236}">
                  <a16:creationId xmlns:a16="http://schemas.microsoft.com/office/drawing/2014/main" id="{EE3AB7F3-33BB-1C70-5D71-A16A1449074D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ko" dirty="0"/>
                <a:t>0x02</a:t>
              </a:r>
              <a:endParaRPr dirty="0"/>
            </a:p>
          </p:txBody>
        </p:sp>
      </p:grpSp>
      <p:cxnSp>
        <p:nvCxnSpPr>
          <p:cNvPr id="2758" name="Google Shape;2758;p70">
            <a:extLst>
              <a:ext uri="{FF2B5EF4-FFF2-40B4-BE49-F238E27FC236}">
                <a16:creationId xmlns:a16="http://schemas.microsoft.com/office/drawing/2014/main" id="{EC56139C-6A5C-6A78-8F7D-8A493E0CB444}"/>
              </a:ext>
            </a:extLst>
          </p:cNvPr>
          <p:cNvCxnSpPr>
            <a:cxnSpLocks/>
            <a:stCxn id="2756" idx="1"/>
          </p:cNvCxnSpPr>
          <p:nvPr/>
        </p:nvCxnSpPr>
        <p:spPr>
          <a:xfrm flipH="1">
            <a:off x="3096840" y="2939538"/>
            <a:ext cx="3880110" cy="109733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59" name="Google Shape;2759;p70">
            <a:extLst>
              <a:ext uri="{FF2B5EF4-FFF2-40B4-BE49-F238E27FC236}">
                <a16:creationId xmlns:a16="http://schemas.microsoft.com/office/drawing/2014/main" id="{8B3CF93F-C528-6BA9-F99D-40D8ADA91092}"/>
              </a:ext>
            </a:extLst>
          </p:cNvPr>
          <p:cNvSpPr txBox="1"/>
          <p:nvPr/>
        </p:nvSpPr>
        <p:spPr>
          <a:xfrm>
            <a:off x="387900" y="3510725"/>
            <a:ext cx="4089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FF0000"/>
                </a:solidFill>
              </a:rPr>
              <a:t>먼저삭제한다면,다음노드에 접근할수 없다!</a:t>
            </a:r>
            <a:endParaRPr>
              <a:solidFill>
                <a:srgbClr val="FF0000"/>
              </a:solidFill>
            </a:endParaRPr>
          </a:p>
        </p:txBody>
      </p:sp>
      <p:cxnSp>
        <p:nvCxnSpPr>
          <p:cNvPr id="2760" name="Google Shape;2760;p70">
            <a:extLst>
              <a:ext uri="{FF2B5EF4-FFF2-40B4-BE49-F238E27FC236}">
                <a16:creationId xmlns:a16="http://schemas.microsoft.com/office/drawing/2014/main" id="{1720DC90-1F08-5AF8-6C54-0CB04435AF31}"/>
              </a:ext>
            </a:extLst>
          </p:cNvPr>
          <p:cNvCxnSpPr>
            <a:stCxn id="2753" idx="1"/>
            <a:endCxn id="2719" idx="1"/>
          </p:cNvCxnSpPr>
          <p:nvPr/>
        </p:nvCxnSpPr>
        <p:spPr>
          <a:xfrm flipH="1">
            <a:off x="4265031" y="2928755"/>
            <a:ext cx="1749844" cy="107577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90510825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2">
          <a:extLst>
            <a:ext uri="{FF2B5EF4-FFF2-40B4-BE49-F238E27FC236}">
              <a16:creationId xmlns:a16="http://schemas.microsoft.com/office/drawing/2014/main" id="{732685A2-6D53-7C4E-89F4-D166DD7AD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" name="Google Shape;2703;p70">
            <a:extLst>
              <a:ext uri="{FF2B5EF4-FFF2-40B4-BE49-F238E27FC236}">
                <a16:creationId xmlns:a16="http://schemas.microsoft.com/office/drawing/2014/main" id="{4065CD1D-A3EC-2638-A487-15DA9F7AEF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모두 삭제 문제점 해결</a:t>
            </a:r>
            <a:endParaRPr/>
          </a:p>
        </p:txBody>
      </p:sp>
      <p:sp>
        <p:nvSpPr>
          <p:cNvPr id="2704" name="Google Shape;2704;p70">
            <a:extLst>
              <a:ext uri="{FF2B5EF4-FFF2-40B4-BE49-F238E27FC236}">
                <a16:creationId xmlns:a16="http://schemas.microsoft.com/office/drawing/2014/main" id="{F6990A37-E59C-38B5-0B33-FF320F9D3EED}"/>
              </a:ext>
            </a:extLst>
          </p:cNvPr>
          <p:cNvSpPr txBox="1"/>
          <p:nvPr/>
        </p:nvSpPr>
        <p:spPr>
          <a:xfrm>
            <a:off x="387900" y="1190175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34 main()</a:t>
            </a:r>
            <a:endParaRPr/>
          </a:p>
        </p:txBody>
      </p:sp>
      <p:grpSp>
        <p:nvGrpSpPr>
          <p:cNvPr id="2705" name="Google Shape;2705;p70">
            <a:extLst>
              <a:ext uri="{FF2B5EF4-FFF2-40B4-BE49-F238E27FC236}">
                <a16:creationId xmlns:a16="http://schemas.microsoft.com/office/drawing/2014/main" id="{13137BA0-CEC9-EF0E-CDC7-C293E7990FD1}"/>
              </a:ext>
            </a:extLst>
          </p:cNvPr>
          <p:cNvGrpSpPr/>
          <p:nvPr/>
        </p:nvGrpSpPr>
        <p:grpSpPr>
          <a:xfrm>
            <a:off x="498900" y="1670450"/>
            <a:ext cx="803700" cy="559200"/>
            <a:chOff x="725125" y="742575"/>
            <a:chExt cx="803700" cy="559200"/>
          </a:xfrm>
        </p:grpSpPr>
        <p:sp>
          <p:nvSpPr>
            <p:cNvPr id="2706" name="Google Shape;2706;p70">
              <a:extLst>
                <a:ext uri="{FF2B5EF4-FFF2-40B4-BE49-F238E27FC236}">
                  <a16:creationId xmlns:a16="http://schemas.microsoft.com/office/drawing/2014/main" id="{78A0CEA0-1902-A927-894E-A39BD71F268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pBegin</a:t>
              </a:r>
              <a:endParaRPr/>
            </a:p>
          </p:txBody>
        </p:sp>
        <p:sp>
          <p:nvSpPr>
            <p:cNvPr id="2707" name="Google Shape;2707;p70">
              <a:extLst>
                <a:ext uri="{FF2B5EF4-FFF2-40B4-BE49-F238E27FC236}">
                  <a16:creationId xmlns:a16="http://schemas.microsoft.com/office/drawing/2014/main" id="{7CD844A3-4D76-75C2-F2B6-9306534576E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2708" name="Google Shape;2708;p70">
            <a:extLst>
              <a:ext uri="{FF2B5EF4-FFF2-40B4-BE49-F238E27FC236}">
                <a16:creationId xmlns:a16="http://schemas.microsoft.com/office/drawing/2014/main" id="{ED25A7F9-1C54-559F-8FCE-222665FE76F5}"/>
              </a:ext>
            </a:extLst>
          </p:cNvPr>
          <p:cNvGrpSpPr/>
          <p:nvPr/>
        </p:nvGrpSpPr>
        <p:grpSpPr>
          <a:xfrm>
            <a:off x="1571525" y="1670450"/>
            <a:ext cx="803700" cy="559200"/>
            <a:chOff x="725125" y="742575"/>
            <a:chExt cx="803700" cy="559200"/>
          </a:xfrm>
        </p:grpSpPr>
        <p:sp>
          <p:nvSpPr>
            <p:cNvPr id="2709" name="Google Shape;2709;p70">
              <a:extLst>
                <a:ext uri="{FF2B5EF4-FFF2-40B4-BE49-F238E27FC236}">
                  <a16:creationId xmlns:a16="http://schemas.microsoft.com/office/drawing/2014/main" id="{3171CB74-BCBF-383C-4CB6-026286B50F23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End</a:t>
              </a:r>
              <a:endParaRPr/>
            </a:p>
          </p:txBody>
        </p:sp>
        <p:sp>
          <p:nvSpPr>
            <p:cNvPr id="2710" name="Google Shape;2710;p70">
              <a:extLst>
                <a:ext uri="{FF2B5EF4-FFF2-40B4-BE49-F238E27FC236}">
                  <a16:creationId xmlns:a16="http://schemas.microsoft.com/office/drawing/2014/main" id="{74BEF717-A5FB-A02F-3679-339775174CB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cxnSp>
        <p:nvCxnSpPr>
          <p:cNvPr id="2728" name="Google Shape;2728;p70">
            <a:extLst>
              <a:ext uri="{FF2B5EF4-FFF2-40B4-BE49-F238E27FC236}">
                <a16:creationId xmlns:a16="http://schemas.microsoft.com/office/drawing/2014/main" id="{81354EA4-90DA-0C86-9ED4-6F93FE9FC471}"/>
              </a:ext>
            </a:extLst>
          </p:cNvPr>
          <p:cNvCxnSpPr>
            <a:cxnSpLocks/>
            <a:stCxn id="2707" idx="1"/>
          </p:cNvCxnSpPr>
          <p:nvPr/>
        </p:nvCxnSpPr>
        <p:spPr>
          <a:xfrm>
            <a:off x="498900" y="2089850"/>
            <a:ext cx="11313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729" name="Google Shape;2729;p70">
            <a:extLst>
              <a:ext uri="{FF2B5EF4-FFF2-40B4-BE49-F238E27FC236}">
                <a16:creationId xmlns:a16="http://schemas.microsoft.com/office/drawing/2014/main" id="{AB059765-6853-C5A6-85BF-1DC759AD4406}"/>
              </a:ext>
            </a:extLst>
          </p:cNvPr>
          <p:cNvGrpSpPr/>
          <p:nvPr/>
        </p:nvGrpSpPr>
        <p:grpSpPr>
          <a:xfrm>
            <a:off x="4991725" y="4047925"/>
            <a:ext cx="803700" cy="838800"/>
            <a:chOff x="6538675" y="262075"/>
            <a:chExt cx="803700" cy="838800"/>
          </a:xfrm>
        </p:grpSpPr>
        <p:grpSp>
          <p:nvGrpSpPr>
            <p:cNvPr id="2730" name="Google Shape;2730;p70">
              <a:extLst>
                <a:ext uri="{FF2B5EF4-FFF2-40B4-BE49-F238E27FC236}">
                  <a16:creationId xmlns:a16="http://schemas.microsoft.com/office/drawing/2014/main" id="{9695872A-18FF-EC07-4D74-3DBB67014445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731" name="Google Shape;2731;p70">
                <a:extLst>
                  <a:ext uri="{FF2B5EF4-FFF2-40B4-BE49-F238E27FC236}">
                    <a16:creationId xmlns:a16="http://schemas.microsoft.com/office/drawing/2014/main" id="{1B6D0ECA-E0DC-1A3B-1945-8E0A6FE0FC47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0x04</a:t>
                </a:r>
                <a:endParaRPr/>
              </a:p>
            </p:txBody>
          </p:sp>
          <p:sp>
            <p:nvSpPr>
              <p:cNvPr id="2732" name="Google Shape;2732;p70">
                <a:extLst>
                  <a:ext uri="{FF2B5EF4-FFF2-40B4-BE49-F238E27FC236}">
                    <a16:creationId xmlns:a16="http://schemas.microsoft.com/office/drawing/2014/main" id="{35EF2585-A52B-632A-04B9-48A99807EE36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40</a:t>
                </a:r>
                <a:endParaRPr/>
              </a:p>
            </p:txBody>
          </p:sp>
        </p:grpSp>
        <p:sp>
          <p:nvSpPr>
            <p:cNvPr id="2733" name="Google Shape;2733;p70">
              <a:extLst>
                <a:ext uri="{FF2B5EF4-FFF2-40B4-BE49-F238E27FC236}">
                  <a16:creationId xmlns:a16="http://schemas.microsoft.com/office/drawing/2014/main" id="{B4A896BD-E9E7-AA72-0F33-9A3358700F6B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0x05</a:t>
              </a:r>
              <a:endParaRPr sz="1200"/>
            </a:p>
          </p:txBody>
        </p:sp>
      </p:grpSp>
      <p:grpSp>
        <p:nvGrpSpPr>
          <p:cNvPr id="2734" name="Google Shape;2734;p70">
            <a:extLst>
              <a:ext uri="{FF2B5EF4-FFF2-40B4-BE49-F238E27FC236}">
                <a16:creationId xmlns:a16="http://schemas.microsoft.com/office/drawing/2014/main" id="{4A89A78B-95AC-F77E-BFBF-055B4E1A094C}"/>
              </a:ext>
            </a:extLst>
          </p:cNvPr>
          <p:cNvGrpSpPr/>
          <p:nvPr/>
        </p:nvGrpSpPr>
        <p:grpSpPr>
          <a:xfrm>
            <a:off x="6092300" y="4047925"/>
            <a:ext cx="803700" cy="838800"/>
            <a:chOff x="6538675" y="262075"/>
            <a:chExt cx="803700" cy="838800"/>
          </a:xfrm>
        </p:grpSpPr>
        <p:grpSp>
          <p:nvGrpSpPr>
            <p:cNvPr id="2735" name="Google Shape;2735;p70">
              <a:extLst>
                <a:ext uri="{FF2B5EF4-FFF2-40B4-BE49-F238E27FC236}">
                  <a16:creationId xmlns:a16="http://schemas.microsoft.com/office/drawing/2014/main" id="{A562A44F-4C88-09D4-FF14-2793C7AF7C71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736" name="Google Shape;2736;p70">
                <a:extLst>
                  <a:ext uri="{FF2B5EF4-FFF2-40B4-BE49-F238E27FC236}">
                    <a16:creationId xmlns:a16="http://schemas.microsoft.com/office/drawing/2014/main" id="{DA33F655-171B-0475-53BF-9F7884E5C2C3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0x05</a:t>
                </a:r>
                <a:endParaRPr/>
              </a:p>
            </p:txBody>
          </p:sp>
          <p:sp>
            <p:nvSpPr>
              <p:cNvPr id="2737" name="Google Shape;2737;p70">
                <a:extLst>
                  <a:ext uri="{FF2B5EF4-FFF2-40B4-BE49-F238E27FC236}">
                    <a16:creationId xmlns:a16="http://schemas.microsoft.com/office/drawing/2014/main" id="{148BC812-C93A-4B2A-F912-FBECF1E7B93B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50</a:t>
                </a:r>
                <a:endParaRPr/>
              </a:p>
            </p:txBody>
          </p:sp>
        </p:grpSp>
        <p:sp>
          <p:nvSpPr>
            <p:cNvPr id="2738" name="Google Shape;2738;p70">
              <a:extLst>
                <a:ext uri="{FF2B5EF4-FFF2-40B4-BE49-F238E27FC236}">
                  <a16:creationId xmlns:a16="http://schemas.microsoft.com/office/drawing/2014/main" id="{D630BC65-F11A-9641-9BDB-C494F80042B1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pNext</a:t>
              </a:r>
              <a:endParaRPr sz="1200"/>
            </a:p>
          </p:txBody>
        </p:sp>
      </p:grpSp>
      <p:cxnSp>
        <p:nvCxnSpPr>
          <p:cNvPr id="2739" name="Google Shape;2739;p70">
            <a:extLst>
              <a:ext uri="{FF2B5EF4-FFF2-40B4-BE49-F238E27FC236}">
                <a16:creationId xmlns:a16="http://schemas.microsoft.com/office/drawing/2014/main" id="{3EBBE160-5E1C-B00C-CFC1-7A5BA9FABE1B}"/>
              </a:ext>
            </a:extLst>
          </p:cNvPr>
          <p:cNvCxnSpPr>
            <a:stCxn id="2733" idx="3"/>
            <a:endCxn id="2736" idx="1"/>
          </p:cNvCxnSpPr>
          <p:nvPr/>
        </p:nvCxnSpPr>
        <p:spPr>
          <a:xfrm rot="10800000" flipH="1">
            <a:off x="5795425" y="4187725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40" name="Google Shape;2740;p70">
            <a:extLst>
              <a:ext uri="{FF2B5EF4-FFF2-40B4-BE49-F238E27FC236}">
                <a16:creationId xmlns:a16="http://schemas.microsoft.com/office/drawing/2014/main" id="{F213B32E-CEC0-57B0-4C7B-5F25DA4F1479}"/>
              </a:ext>
            </a:extLst>
          </p:cNvPr>
          <p:cNvCxnSpPr>
            <a:cxnSpLocks/>
            <a:stCxn id="2710" idx="1"/>
          </p:cNvCxnSpPr>
          <p:nvPr/>
        </p:nvCxnSpPr>
        <p:spPr>
          <a:xfrm>
            <a:off x="1571525" y="2089850"/>
            <a:ext cx="588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741" name="Google Shape;2741;p70">
            <a:extLst>
              <a:ext uri="{FF2B5EF4-FFF2-40B4-BE49-F238E27FC236}">
                <a16:creationId xmlns:a16="http://schemas.microsoft.com/office/drawing/2014/main" id="{062035C7-E7A4-3AD0-4597-16886F60AAF7}"/>
              </a:ext>
            </a:extLst>
          </p:cNvPr>
          <p:cNvGrpSpPr/>
          <p:nvPr/>
        </p:nvGrpSpPr>
        <p:grpSpPr>
          <a:xfrm>
            <a:off x="2594425" y="1658163"/>
            <a:ext cx="803700" cy="559200"/>
            <a:chOff x="725125" y="742575"/>
            <a:chExt cx="803700" cy="559200"/>
          </a:xfrm>
        </p:grpSpPr>
        <p:sp>
          <p:nvSpPr>
            <p:cNvPr id="2742" name="Google Shape;2742;p70">
              <a:extLst>
                <a:ext uri="{FF2B5EF4-FFF2-40B4-BE49-F238E27FC236}">
                  <a16:creationId xmlns:a16="http://schemas.microsoft.com/office/drawing/2014/main" id="{5E8862B5-A914-5AC8-FE37-5FBEAAD8864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Find</a:t>
              </a:r>
              <a:endParaRPr/>
            </a:p>
          </p:txBody>
        </p:sp>
        <p:sp>
          <p:nvSpPr>
            <p:cNvPr id="2743" name="Google Shape;2743;p70">
              <a:extLst>
                <a:ext uri="{FF2B5EF4-FFF2-40B4-BE49-F238E27FC236}">
                  <a16:creationId xmlns:a16="http://schemas.microsoft.com/office/drawing/2014/main" id="{EFC8D02A-A2D6-1A5A-509D-6E9A374AFB9B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0x04</a:t>
              </a:r>
              <a:endParaRPr/>
            </a:p>
          </p:txBody>
        </p:sp>
      </p:grpSp>
      <p:cxnSp>
        <p:nvCxnSpPr>
          <p:cNvPr id="2744" name="Google Shape;2744;p70">
            <a:extLst>
              <a:ext uri="{FF2B5EF4-FFF2-40B4-BE49-F238E27FC236}">
                <a16:creationId xmlns:a16="http://schemas.microsoft.com/office/drawing/2014/main" id="{0067B184-7556-3BDA-D347-E3CE27470A64}"/>
              </a:ext>
            </a:extLst>
          </p:cNvPr>
          <p:cNvCxnSpPr>
            <a:stCxn id="2743" idx="1"/>
            <a:endCxn id="2731" idx="1"/>
          </p:cNvCxnSpPr>
          <p:nvPr/>
        </p:nvCxnSpPr>
        <p:spPr>
          <a:xfrm>
            <a:off x="2594425" y="2077563"/>
            <a:ext cx="2397300" cy="21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45" name="Google Shape;2745;p70">
            <a:extLst>
              <a:ext uri="{FF2B5EF4-FFF2-40B4-BE49-F238E27FC236}">
                <a16:creationId xmlns:a16="http://schemas.microsoft.com/office/drawing/2014/main" id="{67BF1FAF-740C-278B-8504-75A7E983F5EE}"/>
              </a:ext>
            </a:extLst>
          </p:cNvPr>
          <p:cNvCxnSpPr>
            <a:cxnSpLocks/>
            <a:endCxn id="2731" idx="1"/>
          </p:cNvCxnSpPr>
          <p:nvPr/>
        </p:nvCxnSpPr>
        <p:spPr>
          <a:xfrm rot="10800000" flipH="1">
            <a:off x="4681350" y="4187750"/>
            <a:ext cx="3105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746" name="Google Shape;2746;p70">
            <a:extLst>
              <a:ext uri="{FF2B5EF4-FFF2-40B4-BE49-F238E27FC236}">
                <a16:creationId xmlns:a16="http://schemas.microsoft.com/office/drawing/2014/main" id="{DF2A53DB-7F39-1B11-2AF6-7BBD19CDEAC4}"/>
              </a:ext>
            </a:extLst>
          </p:cNvPr>
          <p:cNvGrpSpPr/>
          <p:nvPr/>
        </p:nvGrpSpPr>
        <p:grpSpPr>
          <a:xfrm>
            <a:off x="4362350" y="1865738"/>
            <a:ext cx="803700" cy="559200"/>
            <a:chOff x="725125" y="742575"/>
            <a:chExt cx="803700" cy="559200"/>
          </a:xfrm>
        </p:grpSpPr>
        <p:sp>
          <p:nvSpPr>
            <p:cNvPr id="2747" name="Google Shape;2747;p70">
              <a:extLst>
                <a:ext uri="{FF2B5EF4-FFF2-40B4-BE49-F238E27FC236}">
                  <a16:creationId xmlns:a16="http://schemas.microsoft.com/office/drawing/2014/main" id="{605522A7-9D9C-907E-942B-F8AF9F0D9D5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pStart</a:t>
              </a:r>
              <a:endParaRPr sz="1200"/>
            </a:p>
          </p:txBody>
        </p:sp>
        <p:sp>
          <p:nvSpPr>
            <p:cNvPr id="2748" name="Google Shape;2748;p70">
              <a:extLst>
                <a:ext uri="{FF2B5EF4-FFF2-40B4-BE49-F238E27FC236}">
                  <a16:creationId xmlns:a16="http://schemas.microsoft.com/office/drawing/2014/main" id="{C9CC9DD8-7C77-3351-8CD7-05A0BB116CE5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sp>
        <p:nvSpPr>
          <p:cNvPr id="2749" name="Google Shape;2749;p70">
            <a:extLst>
              <a:ext uri="{FF2B5EF4-FFF2-40B4-BE49-F238E27FC236}">
                <a16:creationId xmlns:a16="http://schemas.microsoft.com/office/drawing/2014/main" id="{5D2EDD23-B640-2AF2-93C3-1BB457897B49}"/>
              </a:ext>
            </a:extLst>
          </p:cNvPr>
          <p:cNvSpPr txBox="1"/>
          <p:nvPr/>
        </p:nvSpPr>
        <p:spPr>
          <a:xfrm>
            <a:off x="4066000" y="1370250"/>
            <a:ext cx="367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65 DeleteLinkedList(pBegin)</a:t>
            </a:r>
            <a:endParaRPr/>
          </a:p>
        </p:txBody>
      </p:sp>
      <p:cxnSp>
        <p:nvCxnSpPr>
          <p:cNvPr id="2750" name="Google Shape;2750;p70">
            <a:extLst>
              <a:ext uri="{FF2B5EF4-FFF2-40B4-BE49-F238E27FC236}">
                <a16:creationId xmlns:a16="http://schemas.microsoft.com/office/drawing/2014/main" id="{99E90D9A-642E-00D0-9FE3-32542FED7E75}"/>
              </a:ext>
            </a:extLst>
          </p:cNvPr>
          <p:cNvCxnSpPr>
            <a:cxnSpLocks/>
            <a:stCxn id="2748" idx="1"/>
          </p:cNvCxnSpPr>
          <p:nvPr/>
        </p:nvCxnSpPr>
        <p:spPr>
          <a:xfrm flipH="1">
            <a:off x="1630250" y="2285138"/>
            <a:ext cx="2732100" cy="1902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751" name="Google Shape;2751;p70">
            <a:extLst>
              <a:ext uri="{FF2B5EF4-FFF2-40B4-BE49-F238E27FC236}">
                <a16:creationId xmlns:a16="http://schemas.microsoft.com/office/drawing/2014/main" id="{F4280BDD-6232-D69B-534F-20C2F88C97B5}"/>
              </a:ext>
            </a:extLst>
          </p:cNvPr>
          <p:cNvGrpSpPr/>
          <p:nvPr/>
        </p:nvGrpSpPr>
        <p:grpSpPr>
          <a:xfrm>
            <a:off x="6161611" y="2520138"/>
            <a:ext cx="803700" cy="559200"/>
            <a:chOff x="725125" y="742575"/>
            <a:chExt cx="803700" cy="559200"/>
          </a:xfrm>
        </p:grpSpPr>
        <p:sp>
          <p:nvSpPr>
            <p:cNvPr id="2752" name="Google Shape;2752;p70">
              <a:extLst>
                <a:ext uri="{FF2B5EF4-FFF2-40B4-BE49-F238E27FC236}">
                  <a16:creationId xmlns:a16="http://schemas.microsoft.com/office/drawing/2014/main" id="{854229FE-1AE4-CD97-2676-C3DF6ACAE12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Node</a:t>
              </a:r>
              <a:endParaRPr/>
            </a:p>
          </p:txBody>
        </p:sp>
        <p:sp>
          <p:nvSpPr>
            <p:cNvPr id="2753" name="Google Shape;2753;p70">
              <a:extLst>
                <a:ext uri="{FF2B5EF4-FFF2-40B4-BE49-F238E27FC236}">
                  <a16:creationId xmlns:a16="http://schemas.microsoft.com/office/drawing/2014/main" id="{0E536AE8-50C9-87DB-A688-9F4020AC574C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ko" dirty="0"/>
                <a:t>0x04</a:t>
              </a:r>
              <a:endParaRPr dirty="0"/>
            </a:p>
          </p:txBody>
        </p:sp>
      </p:grpSp>
      <p:grpSp>
        <p:nvGrpSpPr>
          <p:cNvPr id="2754" name="Google Shape;2754;p70">
            <a:extLst>
              <a:ext uri="{FF2B5EF4-FFF2-40B4-BE49-F238E27FC236}">
                <a16:creationId xmlns:a16="http://schemas.microsoft.com/office/drawing/2014/main" id="{72FD249B-D6EE-4B9E-B63B-CACF9D5BF112}"/>
              </a:ext>
            </a:extLst>
          </p:cNvPr>
          <p:cNvGrpSpPr/>
          <p:nvPr/>
        </p:nvGrpSpPr>
        <p:grpSpPr>
          <a:xfrm>
            <a:off x="6976950" y="2520138"/>
            <a:ext cx="803700" cy="559200"/>
            <a:chOff x="725125" y="742575"/>
            <a:chExt cx="803700" cy="559200"/>
          </a:xfrm>
        </p:grpSpPr>
        <p:sp>
          <p:nvSpPr>
            <p:cNvPr id="2755" name="Google Shape;2755;p70">
              <a:extLst>
                <a:ext uri="{FF2B5EF4-FFF2-40B4-BE49-F238E27FC236}">
                  <a16:creationId xmlns:a16="http://schemas.microsoft.com/office/drawing/2014/main" id="{ACB07E3E-A0EA-4E24-5608-F3EE3C1FA80B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pDel</a:t>
              </a:r>
              <a:endParaRPr/>
            </a:p>
          </p:txBody>
        </p:sp>
        <p:sp>
          <p:nvSpPr>
            <p:cNvPr id="2756" name="Google Shape;2756;p70">
              <a:extLst>
                <a:ext uri="{FF2B5EF4-FFF2-40B4-BE49-F238E27FC236}">
                  <a16:creationId xmlns:a16="http://schemas.microsoft.com/office/drawing/2014/main" id="{1C36CD35-F24E-BC02-E2D0-ACB04EF893EC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ko" dirty="0"/>
                <a:t>0x03</a:t>
              </a:r>
              <a:endParaRPr dirty="0"/>
            </a:p>
          </p:txBody>
        </p:sp>
      </p:grpSp>
      <p:cxnSp>
        <p:nvCxnSpPr>
          <p:cNvPr id="2758" name="Google Shape;2758;p70">
            <a:extLst>
              <a:ext uri="{FF2B5EF4-FFF2-40B4-BE49-F238E27FC236}">
                <a16:creationId xmlns:a16="http://schemas.microsoft.com/office/drawing/2014/main" id="{5E7083B2-1CFE-1D19-4381-C0E394CEECEF}"/>
              </a:ext>
            </a:extLst>
          </p:cNvPr>
          <p:cNvCxnSpPr>
            <a:cxnSpLocks/>
            <a:stCxn id="2756" idx="1"/>
          </p:cNvCxnSpPr>
          <p:nvPr/>
        </p:nvCxnSpPr>
        <p:spPr>
          <a:xfrm flipH="1">
            <a:off x="4293900" y="2931816"/>
            <a:ext cx="2698495" cy="110506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59" name="Google Shape;2759;p70">
            <a:extLst>
              <a:ext uri="{FF2B5EF4-FFF2-40B4-BE49-F238E27FC236}">
                <a16:creationId xmlns:a16="http://schemas.microsoft.com/office/drawing/2014/main" id="{5A45470B-0D26-79EB-B67A-72C3515E3A0C}"/>
              </a:ext>
            </a:extLst>
          </p:cNvPr>
          <p:cNvSpPr txBox="1"/>
          <p:nvPr/>
        </p:nvSpPr>
        <p:spPr>
          <a:xfrm>
            <a:off x="387900" y="3510725"/>
            <a:ext cx="4089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FF0000"/>
                </a:solidFill>
              </a:rPr>
              <a:t>먼저삭제한다면,다음노드에 접근할수 없다!</a:t>
            </a:r>
            <a:endParaRPr>
              <a:solidFill>
                <a:srgbClr val="FF0000"/>
              </a:solidFill>
            </a:endParaRPr>
          </a:p>
        </p:txBody>
      </p:sp>
      <p:cxnSp>
        <p:nvCxnSpPr>
          <p:cNvPr id="2760" name="Google Shape;2760;p70">
            <a:extLst>
              <a:ext uri="{FF2B5EF4-FFF2-40B4-BE49-F238E27FC236}">
                <a16:creationId xmlns:a16="http://schemas.microsoft.com/office/drawing/2014/main" id="{AF834D3A-CE65-8808-7B8A-EE63B16F4419}"/>
              </a:ext>
            </a:extLst>
          </p:cNvPr>
          <p:cNvCxnSpPr>
            <a:cxnSpLocks/>
            <a:stCxn id="2753" idx="1"/>
          </p:cNvCxnSpPr>
          <p:nvPr/>
        </p:nvCxnSpPr>
        <p:spPr>
          <a:xfrm flipH="1">
            <a:off x="4411767" y="2928755"/>
            <a:ext cx="1749844" cy="107577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7" name="Google Shape;2783;p71">
            <a:extLst>
              <a:ext uri="{FF2B5EF4-FFF2-40B4-BE49-F238E27FC236}">
                <a16:creationId xmlns:a16="http://schemas.microsoft.com/office/drawing/2014/main" id="{3BA8E499-42EB-234E-87D0-94B59EA7D128}"/>
              </a:ext>
            </a:extLst>
          </p:cNvPr>
          <p:cNvGrpSpPr/>
          <p:nvPr/>
        </p:nvGrpSpPr>
        <p:grpSpPr>
          <a:xfrm>
            <a:off x="3877650" y="4047950"/>
            <a:ext cx="803700" cy="838800"/>
            <a:chOff x="6538675" y="262075"/>
            <a:chExt cx="803700" cy="838800"/>
          </a:xfrm>
        </p:grpSpPr>
        <p:grpSp>
          <p:nvGrpSpPr>
            <p:cNvPr id="3" name="Google Shape;2784;p71">
              <a:extLst>
                <a:ext uri="{FF2B5EF4-FFF2-40B4-BE49-F238E27FC236}">
                  <a16:creationId xmlns:a16="http://schemas.microsoft.com/office/drawing/2014/main" id="{CA94166A-E595-220D-3D3B-8FC79DE72226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" name="Google Shape;2785;p71">
                <a:extLst>
                  <a:ext uri="{FF2B5EF4-FFF2-40B4-BE49-F238E27FC236}">
                    <a16:creationId xmlns:a16="http://schemas.microsoft.com/office/drawing/2014/main" id="{2D65F71C-83D9-918F-7ADC-5A79767D7A52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FF00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0x03</a:t>
                </a:r>
                <a:endParaRPr/>
              </a:p>
            </p:txBody>
          </p:sp>
          <p:sp>
            <p:nvSpPr>
              <p:cNvPr id="6" name="Google Shape;2786;p71">
                <a:extLst>
                  <a:ext uri="{FF2B5EF4-FFF2-40B4-BE49-F238E27FC236}">
                    <a16:creationId xmlns:a16="http://schemas.microsoft.com/office/drawing/2014/main" id="{9C1C9409-D4F2-5078-2DFB-294360711430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00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30</a:t>
                </a:r>
                <a:endParaRPr/>
              </a:p>
            </p:txBody>
          </p:sp>
        </p:grpSp>
        <p:sp>
          <p:nvSpPr>
            <p:cNvPr id="4" name="Google Shape;2787;p71">
              <a:extLst>
                <a:ext uri="{FF2B5EF4-FFF2-40B4-BE49-F238E27FC236}">
                  <a16:creationId xmlns:a16="http://schemas.microsoft.com/office/drawing/2014/main" id="{0A2EE791-3C0B-4494-996E-9BD5E1192770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>
                  <a:solidFill>
                    <a:schemeClr val="dk1"/>
                  </a:solidFill>
                </a:rPr>
                <a:t>0x04</a:t>
              </a:r>
              <a:endParaRPr sz="1200">
                <a:solidFill>
                  <a:schemeClr val="dk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2162992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2">
          <a:extLst>
            <a:ext uri="{FF2B5EF4-FFF2-40B4-BE49-F238E27FC236}">
              <a16:creationId xmlns:a16="http://schemas.microsoft.com/office/drawing/2014/main" id="{A8253BE0-459C-EC7B-8C55-54F0AC952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" name="Google Shape;2703;p70">
            <a:extLst>
              <a:ext uri="{FF2B5EF4-FFF2-40B4-BE49-F238E27FC236}">
                <a16:creationId xmlns:a16="http://schemas.microsoft.com/office/drawing/2014/main" id="{E64F9B41-1D03-6EE4-F4BF-D74DEA4A4C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모두 삭제 문제점 해결</a:t>
            </a:r>
            <a:endParaRPr/>
          </a:p>
        </p:txBody>
      </p:sp>
      <p:sp>
        <p:nvSpPr>
          <p:cNvPr id="2704" name="Google Shape;2704;p70">
            <a:extLst>
              <a:ext uri="{FF2B5EF4-FFF2-40B4-BE49-F238E27FC236}">
                <a16:creationId xmlns:a16="http://schemas.microsoft.com/office/drawing/2014/main" id="{6056744F-11F5-E35D-1E2E-CEF22F2E0E5A}"/>
              </a:ext>
            </a:extLst>
          </p:cNvPr>
          <p:cNvSpPr txBox="1"/>
          <p:nvPr/>
        </p:nvSpPr>
        <p:spPr>
          <a:xfrm>
            <a:off x="387900" y="1190175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34 main()</a:t>
            </a:r>
            <a:endParaRPr/>
          </a:p>
        </p:txBody>
      </p:sp>
      <p:grpSp>
        <p:nvGrpSpPr>
          <p:cNvPr id="2705" name="Google Shape;2705;p70">
            <a:extLst>
              <a:ext uri="{FF2B5EF4-FFF2-40B4-BE49-F238E27FC236}">
                <a16:creationId xmlns:a16="http://schemas.microsoft.com/office/drawing/2014/main" id="{807A6614-DA50-2916-6E3B-6641DC6DEFA6}"/>
              </a:ext>
            </a:extLst>
          </p:cNvPr>
          <p:cNvGrpSpPr/>
          <p:nvPr/>
        </p:nvGrpSpPr>
        <p:grpSpPr>
          <a:xfrm>
            <a:off x="498900" y="1670450"/>
            <a:ext cx="803700" cy="559200"/>
            <a:chOff x="725125" y="742575"/>
            <a:chExt cx="803700" cy="559200"/>
          </a:xfrm>
        </p:grpSpPr>
        <p:sp>
          <p:nvSpPr>
            <p:cNvPr id="2706" name="Google Shape;2706;p70">
              <a:extLst>
                <a:ext uri="{FF2B5EF4-FFF2-40B4-BE49-F238E27FC236}">
                  <a16:creationId xmlns:a16="http://schemas.microsoft.com/office/drawing/2014/main" id="{008187B2-3631-8AC7-A533-3AFFB3FFE99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pBegin</a:t>
              </a:r>
              <a:endParaRPr/>
            </a:p>
          </p:txBody>
        </p:sp>
        <p:sp>
          <p:nvSpPr>
            <p:cNvPr id="2707" name="Google Shape;2707;p70">
              <a:extLst>
                <a:ext uri="{FF2B5EF4-FFF2-40B4-BE49-F238E27FC236}">
                  <a16:creationId xmlns:a16="http://schemas.microsoft.com/office/drawing/2014/main" id="{7E6D4F78-A2B2-8BE5-9CA8-01452819053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2708" name="Google Shape;2708;p70">
            <a:extLst>
              <a:ext uri="{FF2B5EF4-FFF2-40B4-BE49-F238E27FC236}">
                <a16:creationId xmlns:a16="http://schemas.microsoft.com/office/drawing/2014/main" id="{B58EE7DB-9E1E-0C1D-D636-D286596DEF1C}"/>
              </a:ext>
            </a:extLst>
          </p:cNvPr>
          <p:cNvGrpSpPr/>
          <p:nvPr/>
        </p:nvGrpSpPr>
        <p:grpSpPr>
          <a:xfrm>
            <a:off x="1571525" y="1670450"/>
            <a:ext cx="803700" cy="559200"/>
            <a:chOff x="725125" y="742575"/>
            <a:chExt cx="803700" cy="559200"/>
          </a:xfrm>
        </p:grpSpPr>
        <p:sp>
          <p:nvSpPr>
            <p:cNvPr id="2709" name="Google Shape;2709;p70">
              <a:extLst>
                <a:ext uri="{FF2B5EF4-FFF2-40B4-BE49-F238E27FC236}">
                  <a16:creationId xmlns:a16="http://schemas.microsoft.com/office/drawing/2014/main" id="{90192AFF-EE53-37B6-03AA-C3C6FAC905A5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End</a:t>
              </a:r>
              <a:endParaRPr/>
            </a:p>
          </p:txBody>
        </p:sp>
        <p:sp>
          <p:nvSpPr>
            <p:cNvPr id="2710" name="Google Shape;2710;p70">
              <a:extLst>
                <a:ext uri="{FF2B5EF4-FFF2-40B4-BE49-F238E27FC236}">
                  <a16:creationId xmlns:a16="http://schemas.microsoft.com/office/drawing/2014/main" id="{0B8F1955-DF09-0D25-5E47-F31E2AA1A01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cxnSp>
        <p:nvCxnSpPr>
          <p:cNvPr id="2728" name="Google Shape;2728;p70">
            <a:extLst>
              <a:ext uri="{FF2B5EF4-FFF2-40B4-BE49-F238E27FC236}">
                <a16:creationId xmlns:a16="http://schemas.microsoft.com/office/drawing/2014/main" id="{C5BE8700-29F9-A739-2DF1-45AC7897B98A}"/>
              </a:ext>
            </a:extLst>
          </p:cNvPr>
          <p:cNvCxnSpPr>
            <a:cxnSpLocks/>
            <a:stCxn id="2707" idx="1"/>
          </p:cNvCxnSpPr>
          <p:nvPr/>
        </p:nvCxnSpPr>
        <p:spPr>
          <a:xfrm>
            <a:off x="498900" y="2089850"/>
            <a:ext cx="11313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734" name="Google Shape;2734;p70">
            <a:extLst>
              <a:ext uri="{FF2B5EF4-FFF2-40B4-BE49-F238E27FC236}">
                <a16:creationId xmlns:a16="http://schemas.microsoft.com/office/drawing/2014/main" id="{7A52FF93-C5EE-FB6B-4420-99249CEE0B08}"/>
              </a:ext>
            </a:extLst>
          </p:cNvPr>
          <p:cNvGrpSpPr/>
          <p:nvPr/>
        </p:nvGrpSpPr>
        <p:grpSpPr>
          <a:xfrm>
            <a:off x="6092300" y="4047925"/>
            <a:ext cx="803700" cy="838800"/>
            <a:chOff x="6538675" y="262075"/>
            <a:chExt cx="803700" cy="838800"/>
          </a:xfrm>
        </p:grpSpPr>
        <p:grpSp>
          <p:nvGrpSpPr>
            <p:cNvPr id="2735" name="Google Shape;2735;p70">
              <a:extLst>
                <a:ext uri="{FF2B5EF4-FFF2-40B4-BE49-F238E27FC236}">
                  <a16:creationId xmlns:a16="http://schemas.microsoft.com/office/drawing/2014/main" id="{940E8DAC-AE80-7290-5C4B-4CBB98D8FE65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736" name="Google Shape;2736;p70">
                <a:extLst>
                  <a:ext uri="{FF2B5EF4-FFF2-40B4-BE49-F238E27FC236}">
                    <a16:creationId xmlns:a16="http://schemas.microsoft.com/office/drawing/2014/main" id="{E6641242-AF19-0111-298D-62D4657A70DE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0x05</a:t>
                </a:r>
                <a:endParaRPr/>
              </a:p>
            </p:txBody>
          </p:sp>
          <p:sp>
            <p:nvSpPr>
              <p:cNvPr id="2737" name="Google Shape;2737;p70">
                <a:extLst>
                  <a:ext uri="{FF2B5EF4-FFF2-40B4-BE49-F238E27FC236}">
                    <a16:creationId xmlns:a16="http://schemas.microsoft.com/office/drawing/2014/main" id="{98868934-726B-A12D-3D9C-104DAA9EB041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50</a:t>
                </a:r>
                <a:endParaRPr/>
              </a:p>
            </p:txBody>
          </p:sp>
        </p:grpSp>
        <p:sp>
          <p:nvSpPr>
            <p:cNvPr id="2738" name="Google Shape;2738;p70">
              <a:extLst>
                <a:ext uri="{FF2B5EF4-FFF2-40B4-BE49-F238E27FC236}">
                  <a16:creationId xmlns:a16="http://schemas.microsoft.com/office/drawing/2014/main" id="{F8858057-DA1E-21FB-DAE7-DA8461632ECA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pNext</a:t>
              </a:r>
              <a:endParaRPr sz="1200"/>
            </a:p>
          </p:txBody>
        </p:sp>
      </p:grpSp>
      <p:cxnSp>
        <p:nvCxnSpPr>
          <p:cNvPr id="2739" name="Google Shape;2739;p70">
            <a:extLst>
              <a:ext uri="{FF2B5EF4-FFF2-40B4-BE49-F238E27FC236}">
                <a16:creationId xmlns:a16="http://schemas.microsoft.com/office/drawing/2014/main" id="{A911D461-A7BE-BA23-A916-62341B506CBD}"/>
              </a:ext>
            </a:extLst>
          </p:cNvPr>
          <p:cNvCxnSpPr>
            <a:cxnSpLocks/>
            <a:endCxn id="2736" idx="1"/>
          </p:cNvCxnSpPr>
          <p:nvPr/>
        </p:nvCxnSpPr>
        <p:spPr>
          <a:xfrm rot="10800000" flipH="1">
            <a:off x="5795425" y="4187725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40" name="Google Shape;2740;p70">
            <a:extLst>
              <a:ext uri="{FF2B5EF4-FFF2-40B4-BE49-F238E27FC236}">
                <a16:creationId xmlns:a16="http://schemas.microsoft.com/office/drawing/2014/main" id="{2A55FCF1-1C93-55E6-4679-9CC3F07D7E32}"/>
              </a:ext>
            </a:extLst>
          </p:cNvPr>
          <p:cNvCxnSpPr>
            <a:cxnSpLocks/>
            <a:stCxn id="2710" idx="1"/>
          </p:cNvCxnSpPr>
          <p:nvPr/>
        </p:nvCxnSpPr>
        <p:spPr>
          <a:xfrm>
            <a:off x="1571525" y="2089850"/>
            <a:ext cx="588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741" name="Google Shape;2741;p70">
            <a:extLst>
              <a:ext uri="{FF2B5EF4-FFF2-40B4-BE49-F238E27FC236}">
                <a16:creationId xmlns:a16="http://schemas.microsoft.com/office/drawing/2014/main" id="{0BAAA29B-7D3F-224B-E61F-DB810E02A6CF}"/>
              </a:ext>
            </a:extLst>
          </p:cNvPr>
          <p:cNvGrpSpPr/>
          <p:nvPr/>
        </p:nvGrpSpPr>
        <p:grpSpPr>
          <a:xfrm>
            <a:off x="2594425" y="1658163"/>
            <a:ext cx="803700" cy="559200"/>
            <a:chOff x="725125" y="742575"/>
            <a:chExt cx="803700" cy="559200"/>
          </a:xfrm>
        </p:grpSpPr>
        <p:sp>
          <p:nvSpPr>
            <p:cNvPr id="2742" name="Google Shape;2742;p70">
              <a:extLst>
                <a:ext uri="{FF2B5EF4-FFF2-40B4-BE49-F238E27FC236}">
                  <a16:creationId xmlns:a16="http://schemas.microsoft.com/office/drawing/2014/main" id="{A6ECC1A9-AA8B-24C4-2CE6-432BC3FF43E3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Find</a:t>
              </a:r>
              <a:endParaRPr/>
            </a:p>
          </p:txBody>
        </p:sp>
        <p:sp>
          <p:nvSpPr>
            <p:cNvPr id="2743" name="Google Shape;2743;p70">
              <a:extLst>
                <a:ext uri="{FF2B5EF4-FFF2-40B4-BE49-F238E27FC236}">
                  <a16:creationId xmlns:a16="http://schemas.microsoft.com/office/drawing/2014/main" id="{611C7ADA-9298-D4AE-22B8-D96342A09EF6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0x04</a:t>
              </a:r>
              <a:endParaRPr/>
            </a:p>
          </p:txBody>
        </p:sp>
      </p:grpSp>
      <p:cxnSp>
        <p:nvCxnSpPr>
          <p:cNvPr id="2744" name="Google Shape;2744;p70">
            <a:extLst>
              <a:ext uri="{FF2B5EF4-FFF2-40B4-BE49-F238E27FC236}">
                <a16:creationId xmlns:a16="http://schemas.microsoft.com/office/drawing/2014/main" id="{7CF85FC4-9DAC-BF34-B7EA-78A8A3C507E3}"/>
              </a:ext>
            </a:extLst>
          </p:cNvPr>
          <p:cNvCxnSpPr>
            <a:cxnSpLocks/>
            <a:stCxn id="2743" idx="1"/>
          </p:cNvCxnSpPr>
          <p:nvPr/>
        </p:nvCxnSpPr>
        <p:spPr>
          <a:xfrm>
            <a:off x="2594425" y="2077563"/>
            <a:ext cx="2397300" cy="21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746" name="Google Shape;2746;p70">
            <a:extLst>
              <a:ext uri="{FF2B5EF4-FFF2-40B4-BE49-F238E27FC236}">
                <a16:creationId xmlns:a16="http://schemas.microsoft.com/office/drawing/2014/main" id="{869A77FA-8153-DE21-A31F-73483CB8BD07}"/>
              </a:ext>
            </a:extLst>
          </p:cNvPr>
          <p:cNvGrpSpPr/>
          <p:nvPr/>
        </p:nvGrpSpPr>
        <p:grpSpPr>
          <a:xfrm>
            <a:off x="4362350" y="1865738"/>
            <a:ext cx="803700" cy="559200"/>
            <a:chOff x="725125" y="742575"/>
            <a:chExt cx="803700" cy="559200"/>
          </a:xfrm>
        </p:grpSpPr>
        <p:sp>
          <p:nvSpPr>
            <p:cNvPr id="2747" name="Google Shape;2747;p70">
              <a:extLst>
                <a:ext uri="{FF2B5EF4-FFF2-40B4-BE49-F238E27FC236}">
                  <a16:creationId xmlns:a16="http://schemas.microsoft.com/office/drawing/2014/main" id="{0B1420C0-9245-6049-D5AE-F9A2F3431C9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pStart</a:t>
              </a:r>
              <a:endParaRPr sz="1200"/>
            </a:p>
          </p:txBody>
        </p:sp>
        <p:sp>
          <p:nvSpPr>
            <p:cNvPr id="2748" name="Google Shape;2748;p70">
              <a:extLst>
                <a:ext uri="{FF2B5EF4-FFF2-40B4-BE49-F238E27FC236}">
                  <a16:creationId xmlns:a16="http://schemas.microsoft.com/office/drawing/2014/main" id="{C50B1EE1-B389-1591-689D-B1EC950C03C8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sp>
        <p:nvSpPr>
          <p:cNvPr id="2749" name="Google Shape;2749;p70">
            <a:extLst>
              <a:ext uri="{FF2B5EF4-FFF2-40B4-BE49-F238E27FC236}">
                <a16:creationId xmlns:a16="http://schemas.microsoft.com/office/drawing/2014/main" id="{F06AB8D5-DE57-A73B-4358-1549FEEA5C62}"/>
              </a:ext>
            </a:extLst>
          </p:cNvPr>
          <p:cNvSpPr txBox="1"/>
          <p:nvPr/>
        </p:nvSpPr>
        <p:spPr>
          <a:xfrm>
            <a:off x="4066000" y="1370250"/>
            <a:ext cx="367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65 DeleteLinkedList(pBegin)</a:t>
            </a:r>
            <a:endParaRPr/>
          </a:p>
        </p:txBody>
      </p:sp>
      <p:cxnSp>
        <p:nvCxnSpPr>
          <p:cNvPr id="2750" name="Google Shape;2750;p70">
            <a:extLst>
              <a:ext uri="{FF2B5EF4-FFF2-40B4-BE49-F238E27FC236}">
                <a16:creationId xmlns:a16="http://schemas.microsoft.com/office/drawing/2014/main" id="{93BB272A-23F0-E8D8-F654-B4E05925E2D5}"/>
              </a:ext>
            </a:extLst>
          </p:cNvPr>
          <p:cNvCxnSpPr>
            <a:cxnSpLocks/>
            <a:stCxn id="2748" idx="1"/>
          </p:cNvCxnSpPr>
          <p:nvPr/>
        </p:nvCxnSpPr>
        <p:spPr>
          <a:xfrm flipH="1">
            <a:off x="1630250" y="2285138"/>
            <a:ext cx="2732100" cy="1902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751" name="Google Shape;2751;p70">
            <a:extLst>
              <a:ext uri="{FF2B5EF4-FFF2-40B4-BE49-F238E27FC236}">
                <a16:creationId xmlns:a16="http://schemas.microsoft.com/office/drawing/2014/main" id="{35B8D8BC-C807-C0BA-5E75-3A4E3E8FA676}"/>
              </a:ext>
            </a:extLst>
          </p:cNvPr>
          <p:cNvGrpSpPr/>
          <p:nvPr/>
        </p:nvGrpSpPr>
        <p:grpSpPr>
          <a:xfrm>
            <a:off x="6014875" y="2520138"/>
            <a:ext cx="803700" cy="559200"/>
            <a:chOff x="725125" y="742575"/>
            <a:chExt cx="803700" cy="559200"/>
          </a:xfrm>
        </p:grpSpPr>
        <p:sp>
          <p:nvSpPr>
            <p:cNvPr id="2752" name="Google Shape;2752;p70">
              <a:extLst>
                <a:ext uri="{FF2B5EF4-FFF2-40B4-BE49-F238E27FC236}">
                  <a16:creationId xmlns:a16="http://schemas.microsoft.com/office/drawing/2014/main" id="{833581F1-75B8-14DB-0EDB-EC1351C099FF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Node</a:t>
              </a:r>
              <a:endParaRPr/>
            </a:p>
          </p:txBody>
        </p:sp>
        <p:sp>
          <p:nvSpPr>
            <p:cNvPr id="2753" name="Google Shape;2753;p70">
              <a:extLst>
                <a:ext uri="{FF2B5EF4-FFF2-40B4-BE49-F238E27FC236}">
                  <a16:creationId xmlns:a16="http://schemas.microsoft.com/office/drawing/2014/main" id="{7F324FF1-8DF6-B184-2530-D0F5BF3B8A43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ko" dirty="0"/>
                <a:t>0x04</a:t>
              </a:r>
              <a:endParaRPr dirty="0"/>
            </a:p>
          </p:txBody>
        </p:sp>
      </p:grpSp>
      <p:grpSp>
        <p:nvGrpSpPr>
          <p:cNvPr id="2754" name="Google Shape;2754;p70">
            <a:extLst>
              <a:ext uri="{FF2B5EF4-FFF2-40B4-BE49-F238E27FC236}">
                <a16:creationId xmlns:a16="http://schemas.microsoft.com/office/drawing/2014/main" id="{0F62A99E-07C6-C697-E035-14FE20A030B0}"/>
              </a:ext>
            </a:extLst>
          </p:cNvPr>
          <p:cNvGrpSpPr/>
          <p:nvPr/>
        </p:nvGrpSpPr>
        <p:grpSpPr>
          <a:xfrm>
            <a:off x="6976950" y="2520138"/>
            <a:ext cx="803700" cy="559200"/>
            <a:chOff x="725125" y="742575"/>
            <a:chExt cx="803700" cy="559200"/>
          </a:xfrm>
        </p:grpSpPr>
        <p:sp>
          <p:nvSpPr>
            <p:cNvPr id="2755" name="Google Shape;2755;p70">
              <a:extLst>
                <a:ext uri="{FF2B5EF4-FFF2-40B4-BE49-F238E27FC236}">
                  <a16:creationId xmlns:a16="http://schemas.microsoft.com/office/drawing/2014/main" id="{EB73FFB8-26A0-0846-5FBF-EEA0F488E35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pDel</a:t>
              </a:r>
              <a:endParaRPr/>
            </a:p>
          </p:txBody>
        </p:sp>
        <p:sp>
          <p:nvSpPr>
            <p:cNvPr id="2756" name="Google Shape;2756;p70">
              <a:extLst>
                <a:ext uri="{FF2B5EF4-FFF2-40B4-BE49-F238E27FC236}">
                  <a16:creationId xmlns:a16="http://schemas.microsoft.com/office/drawing/2014/main" id="{73D7D1BB-A23F-3666-0786-41F74B023714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ko" dirty="0"/>
                <a:t>0x03</a:t>
              </a:r>
              <a:endParaRPr dirty="0"/>
            </a:p>
          </p:txBody>
        </p:sp>
      </p:grpSp>
      <p:cxnSp>
        <p:nvCxnSpPr>
          <p:cNvPr id="2758" name="Google Shape;2758;p70">
            <a:extLst>
              <a:ext uri="{FF2B5EF4-FFF2-40B4-BE49-F238E27FC236}">
                <a16:creationId xmlns:a16="http://schemas.microsoft.com/office/drawing/2014/main" id="{3DF6E89A-3A46-A876-4439-23DDFEE02F73}"/>
              </a:ext>
            </a:extLst>
          </p:cNvPr>
          <p:cNvCxnSpPr>
            <a:cxnSpLocks/>
            <a:stCxn id="2756" idx="1"/>
          </p:cNvCxnSpPr>
          <p:nvPr/>
        </p:nvCxnSpPr>
        <p:spPr>
          <a:xfrm flipH="1">
            <a:off x="4293900" y="2931816"/>
            <a:ext cx="2698495" cy="110506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59" name="Google Shape;2759;p70">
            <a:extLst>
              <a:ext uri="{FF2B5EF4-FFF2-40B4-BE49-F238E27FC236}">
                <a16:creationId xmlns:a16="http://schemas.microsoft.com/office/drawing/2014/main" id="{2C0B9E3C-D6AE-049C-F4C4-2DAB49A588F0}"/>
              </a:ext>
            </a:extLst>
          </p:cNvPr>
          <p:cNvSpPr txBox="1"/>
          <p:nvPr/>
        </p:nvSpPr>
        <p:spPr>
          <a:xfrm>
            <a:off x="387900" y="3510725"/>
            <a:ext cx="4089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FF0000"/>
                </a:solidFill>
              </a:rPr>
              <a:t>먼저삭제한다면,다음노드에 접근할수 없다!</a:t>
            </a:r>
            <a:endParaRPr>
              <a:solidFill>
                <a:srgbClr val="FF0000"/>
              </a:solidFill>
            </a:endParaRPr>
          </a:p>
        </p:txBody>
      </p:sp>
      <p:cxnSp>
        <p:nvCxnSpPr>
          <p:cNvPr id="2760" name="Google Shape;2760;p70">
            <a:extLst>
              <a:ext uri="{FF2B5EF4-FFF2-40B4-BE49-F238E27FC236}">
                <a16:creationId xmlns:a16="http://schemas.microsoft.com/office/drawing/2014/main" id="{CD84CEAB-00DF-4AA4-99FD-7FA5345886EF}"/>
              </a:ext>
            </a:extLst>
          </p:cNvPr>
          <p:cNvCxnSpPr>
            <a:cxnSpLocks/>
            <a:stCxn id="2753" idx="1"/>
          </p:cNvCxnSpPr>
          <p:nvPr/>
        </p:nvCxnSpPr>
        <p:spPr>
          <a:xfrm flipH="1">
            <a:off x="4265031" y="2928755"/>
            <a:ext cx="1749844" cy="107577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2" name="Google Shape;2791;p71">
            <a:extLst>
              <a:ext uri="{FF2B5EF4-FFF2-40B4-BE49-F238E27FC236}">
                <a16:creationId xmlns:a16="http://schemas.microsoft.com/office/drawing/2014/main" id="{72B57F8D-1186-EB59-C48F-BCB0032FE274}"/>
              </a:ext>
            </a:extLst>
          </p:cNvPr>
          <p:cNvGrpSpPr/>
          <p:nvPr/>
        </p:nvGrpSpPr>
        <p:grpSpPr>
          <a:xfrm>
            <a:off x="4991725" y="4047925"/>
            <a:ext cx="803700" cy="838800"/>
            <a:chOff x="6538675" y="262075"/>
            <a:chExt cx="803700" cy="838800"/>
          </a:xfrm>
        </p:grpSpPr>
        <p:grpSp>
          <p:nvGrpSpPr>
            <p:cNvPr id="8" name="Google Shape;2792;p71">
              <a:extLst>
                <a:ext uri="{FF2B5EF4-FFF2-40B4-BE49-F238E27FC236}">
                  <a16:creationId xmlns:a16="http://schemas.microsoft.com/office/drawing/2014/main" id="{2D8B904D-59C2-2089-9C57-4AEA1DD519AA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0" name="Google Shape;2793;p71">
                <a:extLst>
                  <a:ext uri="{FF2B5EF4-FFF2-40B4-BE49-F238E27FC236}">
                    <a16:creationId xmlns:a16="http://schemas.microsoft.com/office/drawing/2014/main" id="{C0ED296A-EE2B-31DE-D444-17CD0F613612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FF00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0x04</a:t>
                </a:r>
                <a:endParaRPr/>
              </a:p>
            </p:txBody>
          </p:sp>
          <p:sp>
            <p:nvSpPr>
              <p:cNvPr id="11" name="Google Shape;2794;p71">
                <a:extLst>
                  <a:ext uri="{FF2B5EF4-FFF2-40B4-BE49-F238E27FC236}">
                    <a16:creationId xmlns:a16="http://schemas.microsoft.com/office/drawing/2014/main" id="{9E5CFC9D-814C-659C-9513-084A6DF99EBB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00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40</a:t>
                </a:r>
                <a:endParaRPr/>
              </a:p>
            </p:txBody>
          </p:sp>
        </p:grpSp>
        <p:sp>
          <p:nvSpPr>
            <p:cNvPr id="9" name="Google Shape;2795;p71">
              <a:extLst>
                <a:ext uri="{FF2B5EF4-FFF2-40B4-BE49-F238E27FC236}">
                  <a16:creationId xmlns:a16="http://schemas.microsoft.com/office/drawing/2014/main" id="{19C958A3-CA36-2654-0A85-24E24D4E0166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0x05</a:t>
              </a:r>
              <a:endParaRPr sz="1200"/>
            </a:p>
          </p:txBody>
        </p:sp>
      </p:grpSp>
    </p:spTree>
    <p:extLst>
      <p:ext uri="{BB962C8B-B14F-4D97-AF65-F5344CB8AC3E}">
        <p14:creationId xmlns:p14="http://schemas.microsoft.com/office/powerpoint/2010/main" val="185213815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2">
          <a:extLst>
            <a:ext uri="{FF2B5EF4-FFF2-40B4-BE49-F238E27FC236}">
              <a16:creationId xmlns:a16="http://schemas.microsoft.com/office/drawing/2014/main" id="{599F47D7-B51A-5F13-51B2-10F2E0312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" name="Google Shape;2703;p70">
            <a:extLst>
              <a:ext uri="{FF2B5EF4-FFF2-40B4-BE49-F238E27FC236}">
                <a16:creationId xmlns:a16="http://schemas.microsoft.com/office/drawing/2014/main" id="{591C9B9D-3AB0-CBF5-E039-22229F5BA2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모두 삭제 문제점 해결</a:t>
            </a:r>
            <a:endParaRPr/>
          </a:p>
        </p:txBody>
      </p:sp>
      <p:sp>
        <p:nvSpPr>
          <p:cNvPr id="2704" name="Google Shape;2704;p70">
            <a:extLst>
              <a:ext uri="{FF2B5EF4-FFF2-40B4-BE49-F238E27FC236}">
                <a16:creationId xmlns:a16="http://schemas.microsoft.com/office/drawing/2014/main" id="{F9425E4B-E874-0FEE-4512-CDAFC247F1F8}"/>
              </a:ext>
            </a:extLst>
          </p:cNvPr>
          <p:cNvSpPr txBox="1"/>
          <p:nvPr/>
        </p:nvSpPr>
        <p:spPr>
          <a:xfrm>
            <a:off x="387900" y="1190175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34 main()</a:t>
            </a:r>
            <a:endParaRPr/>
          </a:p>
        </p:txBody>
      </p:sp>
      <p:grpSp>
        <p:nvGrpSpPr>
          <p:cNvPr id="2705" name="Google Shape;2705;p70">
            <a:extLst>
              <a:ext uri="{FF2B5EF4-FFF2-40B4-BE49-F238E27FC236}">
                <a16:creationId xmlns:a16="http://schemas.microsoft.com/office/drawing/2014/main" id="{93A2A5D5-9A1D-3EB7-C5E6-A80503829DFD}"/>
              </a:ext>
            </a:extLst>
          </p:cNvPr>
          <p:cNvGrpSpPr/>
          <p:nvPr/>
        </p:nvGrpSpPr>
        <p:grpSpPr>
          <a:xfrm>
            <a:off x="498900" y="1670450"/>
            <a:ext cx="803700" cy="559200"/>
            <a:chOff x="725125" y="742575"/>
            <a:chExt cx="803700" cy="559200"/>
          </a:xfrm>
        </p:grpSpPr>
        <p:sp>
          <p:nvSpPr>
            <p:cNvPr id="2706" name="Google Shape;2706;p70">
              <a:extLst>
                <a:ext uri="{FF2B5EF4-FFF2-40B4-BE49-F238E27FC236}">
                  <a16:creationId xmlns:a16="http://schemas.microsoft.com/office/drawing/2014/main" id="{6A96ACD5-F928-721B-9016-4AAECB8D84E5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pBegin</a:t>
              </a:r>
              <a:endParaRPr/>
            </a:p>
          </p:txBody>
        </p:sp>
        <p:sp>
          <p:nvSpPr>
            <p:cNvPr id="2707" name="Google Shape;2707;p70">
              <a:extLst>
                <a:ext uri="{FF2B5EF4-FFF2-40B4-BE49-F238E27FC236}">
                  <a16:creationId xmlns:a16="http://schemas.microsoft.com/office/drawing/2014/main" id="{9351CEFE-2F51-A84D-02FE-8C41231FFC0F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2708" name="Google Shape;2708;p70">
            <a:extLst>
              <a:ext uri="{FF2B5EF4-FFF2-40B4-BE49-F238E27FC236}">
                <a16:creationId xmlns:a16="http://schemas.microsoft.com/office/drawing/2014/main" id="{2F248E90-34DD-23F0-DB01-0B6AAD1B91A1}"/>
              </a:ext>
            </a:extLst>
          </p:cNvPr>
          <p:cNvGrpSpPr/>
          <p:nvPr/>
        </p:nvGrpSpPr>
        <p:grpSpPr>
          <a:xfrm>
            <a:off x="1571525" y="1670450"/>
            <a:ext cx="803700" cy="559200"/>
            <a:chOff x="725125" y="742575"/>
            <a:chExt cx="803700" cy="559200"/>
          </a:xfrm>
        </p:grpSpPr>
        <p:sp>
          <p:nvSpPr>
            <p:cNvPr id="2709" name="Google Shape;2709;p70">
              <a:extLst>
                <a:ext uri="{FF2B5EF4-FFF2-40B4-BE49-F238E27FC236}">
                  <a16:creationId xmlns:a16="http://schemas.microsoft.com/office/drawing/2014/main" id="{FF93B48A-E449-9041-222B-2A0240072F6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End</a:t>
              </a:r>
              <a:endParaRPr/>
            </a:p>
          </p:txBody>
        </p:sp>
        <p:sp>
          <p:nvSpPr>
            <p:cNvPr id="2710" name="Google Shape;2710;p70">
              <a:extLst>
                <a:ext uri="{FF2B5EF4-FFF2-40B4-BE49-F238E27FC236}">
                  <a16:creationId xmlns:a16="http://schemas.microsoft.com/office/drawing/2014/main" id="{E9B08198-64CA-ECE0-34AA-04F03C15AC6C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cxnSp>
        <p:nvCxnSpPr>
          <p:cNvPr id="2728" name="Google Shape;2728;p70">
            <a:extLst>
              <a:ext uri="{FF2B5EF4-FFF2-40B4-BE49-F238E27FC236}">
                <a16:creationId xmlns:a16="http://schemas.microsoft.com/office/drawing/2014/main" id="{221614A7-F89A-8D0B-08DB-F1DC39C3EFAB}"/>
              </a:ext>
            </a:extLst>
          </p:cNvPr>
          <p:cNvCxnSpPr>
            <a:cxnSpLocks/>
            <a:stCxn id="2707" idx="1"/>
          </p:cNvCxnSpPr>
          <p:nvPr/>
        </p:nvCxnSpPr>
        <p:spPr>
          <a:xfrm>
            <a:off x="498900" y="2089850"/>
            <a:ext cx="11313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40" name="Google Shape;2740;p70">
            <a:extLst>
              <a:ext uri="{FF2B5EF4-FFF2-40B4-BE49-F238E27FC236}">
                <a16:creationId xmlns:a16="http://schemas.microsoft.com/office/drawing/2014/main" id="{1B3B0243-5D97-8CD2-68FC-CCC0B96A87DF}"/>
              </a:ext>
            </a:extLst>
          </p:cNvPr>
          <p:cNvCxnSpPr>
            <a:cxnSpLocks/>
            <a:stCxn id="2710" idx="1"/>
          </p:cNvCxnSpPr>
          <p:nvPr/>
        </p:nvCxnSpPr>
        <p:spPr>
          <a:xfrm>
            <a:off x="1571525" y="2089850"/>
            <a:ext cx="588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741" name="Google Shape;2741;p70">
            <a:extLst>
              <a:ext uri="{FF2B5EF4-FFF2-40B4-BE49-F238E27FC236}">
                <a16:creationId xmlns:a16="http://schemas.microsoft.com/office/drawing/2014/main" id="{5CAB4412-6E77-8C3D-5E43-D83593D76EE9}"/>
              </a:ext>
            </a:extLst>
          </p:cNvPr>
          <p:cNvGrpSpPr/>
          <p:nvPr/>
        </p:nvGrpSpPr>
        <p:grpSpPr>
          <a:xfrm>
            <a:off x="2594425" y="1658163"/>
            <a:ext cx="803700" cy="559200"/>
            <a:chOff x="725125" y="742575"/>
            <a:chExt cx="803700" cy="559200"/>
          </a:xfrm>
        </p:grpSpPr>
        <p:sp>
          <p:nvSpPr>
            <p:cNvPr id="2742" name="Google Shape;2742;p70">
              <a:extLst>
                <a:ext uri="{FF2B5EF4-FFF2-40B4-BE49-F238E27FC236}">
                  <a16:creationId xmlns:a16="http://schemas.microsoft.com/office/drawing/2014/main" id="{82F3A19C-0B5F-1DB5-4DE1-89886D2437D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Find</a:t>
              </a:r>
              <a:endParaRPr/>
            </a:p>
          </p:txBody>
        </p:sp>
        <p:sp>
          <p:nvSpPr>
            <p:cNvPr id="2743" name="Google Shape;2743;p70">
              <a:extLst>
                <a:ext uri="{FF2B5EF4-FFF2-40B4-BE49-F238E27FC236}">
                  <a16:creationId xmlns:a16="http://schemas.microsoft.com/office/drawing/2014/main" id="{1A077E9C-2778-5F04-0EDC-43B38BD35875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0x04</a:t>
              </a:r>
              <a:endParaRPr/>
            </a:p>
          </p:txBody>
        </p:sp>
      </p:grpSp>
      <p:cxnSp>
        <p:nvCxnSpPr>
          <p:cNvPr id="2744" name="Google Shape;2744;p70">
            <a:extLst>
              <a:ext uri="{FF2B5EF4-FFF2-40B4-BE49-F238E27FC236}">
                <a16:creationId xmlns:a16="http://schemas.microsoft.com/office/drawing/2014/main" id="{73E3434F-8362-9495-7CEB-4F5BAA17C3E8}"/>
              </a:ext>
            </a:extLst>
          </p:cNvPr>
          <p:cNvCxnSpPr>
            <a:cxnSpLocks/>
            <a:stCxn id="2743" idx="1"/>
          </p:cNvCxnSpPr>
          <p:nvPr/>
        </p:nvCxnSpPr>
        <p:spPr>
          <a:xfrm>
            <a:off x="2594425" y="2077563"/>
            <a:ext cx="2397300" cy="21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746" name="Google Shape;2746;p70">
            <a:extLst>
              <a:ext uri="{FF2B5EF4-FFF2-40B4-BE49-F238E27FC236}">
                <a16:creationId xmlns:a16="http://schemas.microsoft.com/office/drawing/2014/main" id="{4631BDC7-C8B2-D6F1-7453-EA5050B23094}"/>
              </a:ext>
            </a:extLst>
          </p:cNvPr>
          <p:cNvGrpSpPr/>
          <p:nvPr/>
        </p:nvGrpSpPr>
        <p:grpSpPr>
          <a:xfrm>
            <a:off x="4362350" y="1865738"/>
            <a:ext cx="803700" cy="559200"/>
            <a:chOff x="725125" y="742575"/>
            <a:chExt cx="803700" cy="559200"/>
          </a:xfrm>
        </p:grpSpPr>
        <p:sp>
          <p:nvSpPr>
            <p:cNvPr id="2747" name="Google Shape;2747;p70">
              <a:extLst>
                <a:ext uri="{FF2B5EF4-FFF2-40B4-BE49-F238E27FC236}">
                  <a16:creationId xmlns:a16="http://schemas.microsoft.com/office/drawing/2014/main" id="{810E6B0E-9207-9B1C-FEB9-A8FC33EE007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pStart</a:t>
              </a:r>
              <a:endParaRPr sz="1200"/>
            </a:p>
          </p:txBody>
        </p:sp>
        <p:sp>
          <p:nvSpPr>
            <p:cNvPr id="2748" name="Google Shape;2748;p70">
              <a:extLst>
                <a:ext uri="{FF2B5EF4-FFF2-40B4-BE49-F238E27FC236}">
                  <a16:creationId xmlns:a16="http://schemas.microsoft.com/office/drawing/2014/main" id="{8CE5B943-9D61-1BE0-C5D8-6F00F4464615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sp>
        <p:nvSpPr>
          <p:cNvPr id="2749" name="Google Shape;2749;p70">
            <a:extLst>
              <a:ext uri="{FF2B5EF4-FFF2-40B4-BE49-F238E27FC236}">
                <a16:creationId xmlns:a16="http://schemas.microsoft.com/office/drawing/2014/main" id="{97C9E19C-90E7-030B-24B8-567448E418A3}"/>
              </a:ext>
            </a:extLst>
          </p:cNvPr>
          <p:cNvSpPr txBox="1"/>
          <p:nvPr/>
        </p:nvSpPr>
        <p:spPr>
          <a:xfrm>
            <a:off x="4066000" y="1370250"/>
            <a:ext cx="367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65 DeleteLinkedList(pBegin)</a:t>
            </a:r>
            <a:endParaRPr/>
          </a:p>
        </p:txBody>
      </p:sp>
      <p:cxnSp>
        <p:nvCxnSpPr>
          <p:cNvPr id="2750" name="Google Shape;2750;p70">
            <a:extLst>
              <a:ext uri="{FF2B5EF4-FFF2-40B4-BE49-F238E27FC236}">
                <a16:creationId xmlns:a16="http://schemas.microsoft.com/office/drawing/2014/main" id="{A407A042-A157-AE82-2F01-435E7098DA71}"/>
              </a:ext>
            </a:extLst>
          </p:cNvPr>
          <p:cNvCxnSpPr>
            <a:cxnSpLocks/>
            <a:stCxn id="2748" idx="1"/>
          </p:cNvCxnSpPr>
          <p:nvPr/>
        </p:nvCxnSpPr>
        <p:spPr>
          <a:xfrm flipH="1">
            <a:off x="1630250" y="2285138"/>
            <a:ext cx="2732100" cy="1902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751" name="Google Shape;2751;p70">
            <a:extLst>
              <a:ext uri="{FF2B5EF4-FFF2-40B4-BE49-F238E27FC236}">
                <a16:creationId xmlns:a16="http://schemas.microsoft.com/office/drawing/2014/main" id="{DAD34FE7-B828-223C-CF7D-8E5CF2136530}"/>
              </a:ext>
            </a:extLst>
          </p:cNvPr>
          <p:cNvGrpSpPr/>
          <p:nvPr/>
        </p:nvGrpSpPr>
        <p:grpSpPr>
          <a:xfrm>
            <a:off x="6014875" y="2520138"/>
            <a:ext cx="803700" cy="559200"/>
            <a:chOff x="725125" y="742575"/>
            <a:chExt cx="803700" cy="559200"/>
          </a:xfrm>
        </p:grpSpPr>
        <p:sp>
          <p:nvSpPr>
            <p:cNvPr id="2752" name="Google Shape;2752;p70">
              <a:extLst>
                <a:ext uri="{FF2B5EF4-FFF2-40B4-BE49-F238E27FC236}">
                  <a16:creationId xmlns:a16="http://schemas.microsoft.com/office/drawing/2014/main" id="{A3B1A407-F1EA-CE14-7EDF-7B9F7BF2B77B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Node</a:t>
              </a:r>
              <a:endParaRPr/>
            </a:p>
          </p:txBody>
        </p:sp>
        <p:sp>
          <p:nvSpPr>
            <p:cNvPr id="2753" name="Google Shape;2753;p70">
              <a:extLst>
                <a:ext uri="{FF2B5EF4-FFF2-40B4-BE49-F238E27FC236}">
                  <a16:creationId xmlns:a16="http://schemas.microsoft.com/office/drawing/2014/main" id="{A2FC53B4-8467-D1BB-D710-4CFA7ED79B5B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ko" dirty="0"/>
                <a:t>0x04</a:t>
              </a:r>
              <a:endParaRPr dirty="0"/>
            </a:p>
          </p:txBody>
        </p:sp>
      </p:grpSp>
      <p:grpSp>
        <p:nvGrpSpPr>
          <p:cNvPr id="2754" name="Google Shape;2754;p70">
            <a:extLst>
              <a:ext uri="{FF2B5EF4-FFF2-40B4-BE49-F238E27FC236}">
                <a16:creationId xmlns:a16="http://schemas.microsoft.com/office/drawing/2014/main" id="{54BBAF07-483E-ACE2-932D-AC9020ABDEA7}"/>
              </a:ext>
            </a:extLst>
          </p:cNvPr>
          <p:cNvGrpSpPr/>
          <p:nvPr/>
        </p:nvGrpSpPr>
        <p:grpSpPr>
          <a:xfrm>
            <a:off x="6976950" y="2520138"/>
            <a:ext cx="803700" cy="559200"/>
            <a:chOff x="725125" y="742575"/>
            <a:chExt cx="803700" cy="559200"/>
          </a:xfrm>
        </p:grpSpPr>
        <p:sp>
          <p:nvSpPr>
            <p:cNvPr id="2755" name="Google Shape;2755;p70">
              <a:extLst>
                <a:ext uri="{FF2B5EF4-FFF2-40B4-BE49-F238E27FC236}">
                  <a16:creationId xmlns:a16="http://schemas.microsoft.com/office/drawing/2014/main" id="{24340143-00C2-4DD7-55B6-4CBBF847A0B3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pDel</a:t>
              </a:r>
              <a:endParaRPr/>
            </a:p>
          </p:txBody>
        </p:sp>
        <p:sp>
          <p:nvSpPr>
            <p:cNvPr id="2756" name="Google Shape;2756;p70">
              <a:extLst>
                <a:ext uri="{FF2B5EF4-FFF2-40B4-BE49-F238E27FC236}">
                  <a16:creationId xmlns:a16="http://schemas.microsoft.com/office/drawing/2014/main" id="{BC21E5F4-EBBA-AC5A-487A-3C244B4A349D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ko" dirty="0"/>
                <a:t>0x03</a:t>
              </a:r>
              <a:endParaRPr dirty="0"/>
            </a:p>
          </p:txBody>
        </p:sp>
      </p:grpSp>
      <p:cxnSp>
        <p:nvCxnSpPr>
          <p:cNvPr id="2758" name="Google Shape;2758;p70">
            <a:extLst>
              <a:ext uri="{FF2B5EF4-FFF2-40B4-BE49-F238E27FC236}">
                <a16:creationId xmlns:a16="http://schemas.microsoft.com/office/drawing/2014/main" id="{7B9D2DC8-FC89-0FB0-A7A9-6FB2A6FD6FCD}"/>
              </a:ext>
            </a:extLst>
          </p:cNvPr>
          <p:cNvCxnSpPr>
            <a:cxnSpLocks/>
            <a:stCxn id="2756" idx="1"/>
          </p:cNvCxnSpPr>
          <p:nvPr/>
        </p:nvCxnSpPr>
        <p:spPr>
          <a:xfrm flipH="1">
            <a:off x="4293900" y="2931816"/>
            <a:ext cx="2698495" cy="110506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59" name="Google Shape;2759;p70">
            <a:extLst>
              <a:ext uri="{FF2B5EF4-FFF2-40B4-BE49-F238E27FC236}">
                <a16:creationId xmlns:a16="http://schemas.microsoft.com/office/drawing/2014/main" id="{E16097AE-45F3-11E3-4D68-1B1F97B1320F}"/>
              </a:ext>
            </a:extLst>
          </p:cNvPr>
          <p:cNvSpPr txBox="1"/>
          <p:nvPr/>
        </p:nvSpPr>
        <p:spPr>
          <a:xfrm>
            <a:off x="387900" y="3510725"/>
            <a:ext cx="4089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FF0000"/>
                </a:solidFill>
              </a:rPr>
              <a:t>먼저삭제한다면,다음노드에 접근할수 없다!</a:t>
            </a:r>
            <a:endParaRPr>
              <a:solidFill>
                <a:srgbClr val="FF0000"/>
              </a:solidFill>
            </a:endParaRPr>
          </a:p>
        </p:txBody>
      </p:sp>
      <p:cxnSp>
        <p:nvCxnSpPr>
          <p:cNvPr id="2760" name="Google Shape;2760;p70">
            <a:extLst>
              <a:ext uri="{FF2B5EF4-FFF2-40B4-BE49-F238E27FC236}">
                <a16:creationId xmlns:a16="http://schemas.microsoft.com/office/drawing/2014/main" id="{DF274610-1DED-EC97-EA97-E0477BF8F636}"/>
              </a:ext>
            </a:extLst>
          </p:cNvPr>
          <p:cNvCxnSpPr>
            <a:cxnSpLocks/>
            <a:stCxn id="2753" idx="1"/>
          </p:cNvCxnSpPr>
          <p:nvPr/>
        </p:nvCxnSpPr>
        <p:spPr>
          <a:xfrm flipH="1">
            <a:off x="4265031" y="2928755"/>
            <a:ext cx="1749844" cy="107577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7" name="Google Shape;2796;p71">
            <a:extLst>
              <a:ext uri="{FF2B5EF4-FFF2-40B4-BE49-F238E27FC236}">
                <a16:creationId xmlns:a16="http://schemas.microsoft.com/office/drawing/2014/main" id="{BAE3131A-2F73-7642-9C0C-BB162A740AF6}"/>
              </a:ext>
            </a:extLst>
          </p:cNvPr>
          <p:cNvGrpSpPr/>
          <p:nvPr/>
        </p:nvGrpSpPr>
        <p:grpSpPr>
          <a:xfrm>
            <a:off x="6092300" y="4047925"/>
            <a:ext cx="803700" cy="838800"/>
            <a:chOff x="6538675" y="262075"/>
            <a:chExt cx="803700" cy="838800"/>
          </a:xfrm>
        </p:grpSpPr>
        <p:grpSp>
          <p:nvGrpSpPr>
            <p:cNvPr id="3" name="Google Shape;2797;p71">
              <a:extLst>
                <a:ext uri="{FF2B5EF4-FFF2-40B4-BE49-F238E27FC236}">
                  <a16:creationId xmlns:a16="http://schemas.microsoft.com/office/drawing/2014/main" id="{8BDF059D-1631-23D3-620B-6609E29D215C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" name="Google Shape;2798;p71">
                <a:extLst>
                  <a:ext uri="{FF2B5EF4-FFF2-40B4-BE49-F238E27FC236}">
                    <a16:creationId xmlns:a16="http://schemas.microsoft.com/office/drawing/2014/main" id="{5DD3021E-3CAE-BEF7-6DD2-AA0CEF96C28E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FF00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0x05</a:t>
                </a:r>
                <a:endParaRPr/>
              </a:p>
            </p:txBody>
          </p:sp>
          <p:sp>
            <p:nvSpPr>
              <p:cNvPr id="6" name="Google Shape;2799;p71">
                <a:extLst>
                  <a:ext uri="{FF2B5EF4-FFF2-40B4-BE49-F238E27FC236}">
                    <a16:creationId xmlns:a16="http://schemas.microsoft.com/office/drawing/2014/main" id="{63F12D6C-C4DE-B7B9-A3BE-3BFE109181C3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00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50</a:t>
                </a:r>
                <a:endParaRPr/>
              </a:p>
            </p:txBody>
          </p:sp>
        </p:grpSp>
        <p:sp>
          <p:nvSpPr>
            <p:cNvPr id="4" name="Google Shape;2800;p71">
              <a:extLst>
                <a:ext uri="{FF2B5EF4-FFF2-40B4-BE49-F238E27FC236}">
                  <a16:creationId xmlns:a16="http://schemas.microsoft.com/office/drawing/2014/main" id="{C8E5C2FB-4D1A-C028-4374-F6CF8256C6E1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pNext</a:t>
              </a:r>
              <a:endParaRPr sz="1200"/>
            </a:p>
          </p:txBody>
        </p:sp>
      </p:grpSp>
    </p:spTree>
    <p:extLst>
      <p:ext uri="{BB962C8B-B14F-4D97-AF65-F5344CB8AC3E}">
        <p14:creationId xmlns:p14="http://schemas.microsoft.com/office/powerpoint/2010/main" val="390905432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" name="Google Shape;2765;p7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모두 삭제 문제점 </a:t>
            </a:r>
            <a:r>
              <a:rPr lang="en-US" altLang="ko" dirty="0"/>
              <a:t>– </a:t>
            </a:r>
            <a:r>
              <a:rPr lang="en-US" altLang="ko" dirty="0" err="1"/>
              <a:t>pBegin</a:t>
            </a:r>
            <a:r>
              <a:rPr lang="ko-KR" altLang="en-US" dirty="0"/>
              <a:t>의 값이 삭제된 노드를 </a:t>
            </a:r>
            <a:r>
              <a:rPr lang="ko-KR" altLang="en-US" dirty="0" err="1"/>
              <a:t>가르킴</a:t>
            </a:r>
            <a:endParaRPr dirty="0"/>
          </a:p>
        </p:txBody>
      </p:sp>
      <p:sp>
        <p:nvSpPr>
          <p:cNvPr id="2766" name="Google Shape;2766;p71"/>
          <p:cNvSpPr txBox="1"/>
          <p:nvPr/>
        </p:nvSpPr>
        <p:spPr>
          <a:xfrm>
            <a:off x="387900" y="1190175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34 main()</a:t>
            </a:r>
            <a:endParaRPr/>
          </a:p>
        </p:txBody>
      </p:sp>
      <p:grpSp>
        <p:nvGrpSpPr>
          <p:cNvPr id="2767" name="Google Shape;2767;p71"/>
          <p:cNvGrpSpPr/>
          <p:nvPr/>
        </p:nvGrpSpPr>
        <p:grpSpPr>
          <a:xfrm>
            <a:off x="498900" y="1670450"/>
            <a:ext cx="803700" cy="559200"/>
            <a:chOff x="725125" y="742575"/>
            <a:chExt cx="803700" cy="559200"/>
          </a:xfrm>
        </p:grpSpPr>
        <p:sp>
          <p:nvSpPr>
            <p:cNvPr id="2768" name="Google Shape;2768;p71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pBegin</a:t>
              </a:r>
              <a:br>
                <a:rPr lang="ko"/>
              </a:br>
              <a:r>
                <a:rPr lang="ko"/>
                <a:t>(0x50)</a:t>
              </a:r>
              <a:endParaRPr/>
            </a:p>
          </p:txBody>
        </p:sp>
        <p:sp>
          <p:nvSpPr>
            <p:cNvPr id="2769" name="Google Shape;2769;p71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/>
                <a:t>0x01</a:t>
              </a:r>
              <a:endParaRPr dirty="0"/>
            </a:p>
          </p:txBody>
        </p:sp>
      </p:grpSp>
      <p:grpSp>
        <p:nvGrpSpPr>
          <p:cNvPr id="2770" name="Google Shape;2770;p71"/>
          <p:cNvGrpSpPr/>
          <p:nvPr/>
        </p:nvGrpSpPr>
        <p:grpSpPr>
          <a:xfrm>
            <a:off x="1571525" y="1670450"/>
            <a:ext cx="803700" cy="559200"/>
            <a:chOff x="725125" y="742575"/>
            <a:chExt cx="803700" cy="559200"/>
          </a:xfrm>
        </p:grpSpPr>
        <p:sp>
          <p:nvSpPr>
            <p:cNvPr id="2771" name="Google Shape;2771;p71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End</a:t>
              </a:r>
              <a:endParaRPr/>
            </a:p>
          </p:txBody>
        </p:sp>
        <p:sp>
          <p:nvSpPr>
            <p:cNvPr id="2772" name="Google Shape;2772;p71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2773" name="Google Shape;2773;p71"/>
          <p:cNvGrpSpPr/>
          <p:nvPr/>
        </p:nvGrpSpPr>
        <p:grpSpPr>
          <a:xfrm>
            <a:off x="1630225" y="4047925"/>
            <a:ext cx="803700" cy="838800"/>
            <a:chOff x="6538675" y="262075"/>
            <a:chExt cx="803700" cy="838800"/>
          </a:xfrm>
        </p:grpSpPr>
        <p:grpSp>
          <p:nvGrpSpPr>
            <p:cNvPr id="2774" name="Google Shape;2774;p71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775" name="Google Shape;2775;p71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FF00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2776" name="Google Shape;2776;p71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00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2777" name="Google Shape;2777;p71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0x02</a:t>
              </a:r>
              <a:endParaRPr sz="1200"/>
            </a:p>
          </p:txBody>
        </p:sp>
      </p:grpSp>
      <p:grpSp>
        <p:nvGrpSpPr>
          <p:cNvPr id="2778" name="Google Shape;2778;p71"/>
          <p:cNvGrpSpPr/>
          <p:nvPr/>
        </p:nvGrpSpPr>
        <p:grpSpPr>
          <a:xfrm>
            <a:off x="2777075" y="4047950"/>
            <a:ext cx="803700" cy="838800"/>
            <a:chOff x="6538675" y="262075"/>
            <a:chExt cx="803700" cy="838800"/>
          </a:xfrm>
        </p:grpSpPr>
        <p:sp>
          <p:nvSpPr>
            <p:cNvPr id="2779" name="Google Shape;2779;p71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0x03</a:t>
              </a:r>
              <a:endParaRPr sz="1200"/>
            </a:p>
          </p:txBody>
        </p:sp>
        <p:grpSp>
          <p:nvGrpSpPr>
            <p:cNvPr id="2780" name="Google Shape;2780;p71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781" name="Google Shape;2781;p71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FF00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2782" name="Google Shape;2782;p71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00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</p:grpSp>
      <p:grpSp>
        <p:nvGrpSpPr>
          <p:cNvPr id="2783" name="Google Shape;2783;p71"/>
          <p:cNvGrpSpPr/>
          <p:nvPr/>
        </p:nvGrpSpPr>
        <p:grpSpPr>
          <a:xfrm>
            <a:off x="3877650" y="4047950"/>
            <a:ext cx="803700" cy="838800"/>
            <a:chOff x="6538675" y="262075"/>
            <a:chExt cx="803700" cy="838800"/>
          </a:xfrm>
        </p:grpSpPr>
        <p:grpSp>
          <p:nvGrpSpPr>
            <p:cNvPr id="2784" name="Google Shape;2784;p71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785" name="Google Shape;2785;p71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FF00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0x03</a:t>
                </a:r>
                <a:endParaRPr/>
              </a:p>
            </p:txBody>
          </p:sp>
          <p:sp>
            <p:nvSpPr>
              <p:cNvPr id="2786" name="Google Shape;2786;p71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00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30</a:t>
                </a:r>
                <a:endParaRPr/>
              </a:p>
            </p:txBody>
          </p:sp>
        </p:grpSp>
        <p:sp>
          <p:nvSpPr>
            <p:cNvPr id="2787" name="Google Shape;2787;p71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>
                  <a:solidFill>
                    <a:schemeClr val="dk1"/>
                  </a:solidFill>
                </a:rPr>
                <a:t>0x04</a:t>
              </a:r>
              <a:endParaRPr sz="1200">
                <a:solidFill>
                  <a:schemeClr val="dk1"/>
                </a:solidFill>
              </a:endParaRPr>
            </a:p>
          </p:txBody>
        </p:sp>
      </p:grpSp>
      <p:cxnSp>
        <p:nvCxnSpPr>
          <p:cNvPr id="2788" name="Google Shape;2788;p71"/>
          <p:cNvCxnSpPr>
            <a:stCxn id="2777" idx="3"/>
            <a:endCxn id="2781" idx="1"/>
          </p:cNvCxnSpPr>
          <p:nvPr/>
        </p:nvCxnSpPr>
        <p:spPr>
          <a:xfrm rot="10800000" flipH="1">
            <a:off x="2433925" y="4187725"/>
            <a:ext cx="3432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89" name="Google Shape;2789;p71"/>
          <p:cNvCxnSpPr>
            <a:endCxn id="2785" idx="1"/>
          </p:cNvCxnSpPr>
          <p:nvPr/>
        </p:nvCxnSpPr>
        <p:spPr>
          <a:xfrm rot="10800000" flipH="1">
            <a:off x="3580650" y="4187750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90" name="Google Shape;2790;p71"/>
          <p:cNvCxnSpPr>
            <a:stCxn id="2769" idx="1"/>
            <a:endCxn id="2775" idx="1"/>
          </p:cNvCxnSpPr>
          <p:nvPr/>
        </p:nvCxnSpPr>
        <p:spPr>
          <a:xfrm>
            <a:off x="498900" y="2089850"/>
            <a:ext cx="11313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791" name="Google Shape;2791;p71"/>
          <p:cNvGrpSpPr/>
          <p:nvPr/>
        </p:nvGrpSpPr>
        <p:grpSpPr>
          <a:xfrm>
            <a:off x="4991725" y="4047925"/>
            <a:ext cx="803700" cy="838800"/>
            <a:chOff x="6538675" y="262075"/>
            <a:chExt cx="803700" cy="838800"/>
          </a:xfrm>
        </p:grpSpPr>
        <p:grpSp>
          <p:nvGrpSpPr>
            <p:cNvPr id="2792" name="Google Shape;2792;p71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793" name="Google Shape;2793;p71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FF00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0x04</a:t>
                </a:r>
                <a:endParaRPr/>
              </a:p>
            </p:txBody>
          </p:sp>
          <p:sp>
            <p:nvSpPr>
              <p:cNvPr id="2794" name="Google Shape;2794;p71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00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40</a:t>
                </a:r>
                <a:endParaRPr/>
              </a:p>
            </p:txBody>
          </p:sp>
        </p:grpSp>
        <p:sp>
          <p:nvSpPr>
            <p:cNvPr id="2795" name="Google Shape;2795;p71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0x05</a:t>
              </a:r>
              <a:endParaRPr sz="1200"/>
            </a:p>
          </p:txBody>
        </p:sp>
      </p:grpSp>
      <p:grpSp>
        <p:nvGrpSpPr>
          <p:cNvPr id="2796" name="Google Shape;2796;p71"/>
          <p:cNvGrpSpPr/>
          <p:nvPr/>
        </p:nvGrpSpPr>
        <p:grpSpPr>
          <a:xfrm>
            <a:off x="6092300" y="4047925"/>
            <a:ext cx="803700" cy="838800"/>
            <a:chOff x="6538675" y="262075"/>
            <a:chExt cx="803700" cy="838800"/>
          </a:xfrm>
        </p:grpSpPr>
        <p:grpSp>
          <p:nvGrpSpPr>
            <p:cNvPr id="2797" name="Google Shape;2797;p71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798" name="Google Shape;2798;p71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FF00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0x05</a:t>
                </a:r>
                <a:endParaRPr/>
              </a:p>
            </p:txBody>
          </p:sp>
          <p:sp>
            <p:nvSpPr>
              <p:cNvPr id="2799" name="Google Shape;2799;p71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00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50</a:t>
                </a:r>
                <a:endParaRPr/>
              </a:p>
            </p:txBody>
          </p:sp>
        </p:grpSp>
        <p:sp>
          <p:nvSpPr>
            <p:cNvPr id="2800" name="Google Shape;2800;p71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pNext</a:t>
              </a:r>
              <a:endParaRPr sz="1200"/>
            </a:p>
          </p:txBody>
        </p:sp>
      </p:grpSp>
      <p:cxnSp>
        <p:nvCxnSpPr>
          <p:cNvPr id="2801" name="Google Shape;2801;p71"/>
          <p:cNvCxnSpPr>
            <a:stCxn id="2795" idx="3"/>
            <a:endCxn id="2798" idx="1"/>
          </p:cNvCxnSpPr>
          <p:nvPr/>
        </p:nvCxnSpPr>
        <p:spPr>
          <a:xfrm rot="10800000" flipH="1">
            <a:off x="5795425" y="4187725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02" name="Google Shape;2802;p71"/>
          <p:cNvCxnSpPr>
            <a:stCxn id="2772" idx="1"/>
            <a:endCxn id="2775" idx="1"/>
          </p:cNvCxnSpPr>
          <p:nvPr/>
        </p:nvCxnSpPr>
        <p:spPr>
          <a:xfrm>
            <a:off x="1571525" y="2089850"/>
            <a:ext cx="588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803" name="Google Shape;2803;p71"/>
          <p:cNvGrpSpPr/>
          <p:nvPr/>
        </p:nvGrpSpPr>
        <p:grpSpPr>
          <a:xfrm>
            <a:off x="2594425" y="1658163"/>
            <a:ext cx="803700" cy="559200"/>
            <a:chOff x="725125" y="742575"/>
            <a:chExt cx="803700" cy="559200"/>
          </a:xfrm>
        </p:grpSpPr>
        <p:sp>
          <p:nvSpPr>
            <p:cNvPr id="2804" name="Google Shape;2804;p71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Find</a:t>
              </a:r>
              <a:endParaRPr/>
            </a:p>
          </p:txBody>
        </p:sp>
        <p:sp>
          <p:nvSpPr>
            <p:cNvPr id="2805" name="Google Shape;2805;p71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0x04</a:t>
              </a:r>
              <a:endParaRPr/>
            </a:p>
          </p:txBody>
        </p:sp>
      </p:grpSp>
      <p:cxnSp>
        <p:nvCxnSpPr>
          <p:cNvPr id="2806" name="Google Shape;2806;p71"/>
          <p:cNvCxnSpPr>
            <a:stCxn id="2805" idx="1"/>
            <a:endCxn id="2793" idx="1"/>
          </p:cNvCxnSpPr>
          <p:nvPr/>
        </p:nvCxnSpPr>
        <p:spPr>
          <a:xfrm>
            <a:off x="2594425" y="2077563"/>
            <a:ext cx="2397300" cy="21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07" name="Google Shape;2807;p71"/>
          <p:cNvCxnSpPr>
            <a:stCxn id="2787" idx="3"/>
            <a:endCxn id="2793" idx="1"/>
          </p:cNvCxnSpPr>
          <p:nvPr/>
        </p:nvCxnSpPr>
        <p:spPr>
          <a:xfrm rot="10800000" flipH="1">
            <a:off x="4681350" y="4187750"/>
            <a:ext cx="3105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808" name="Google Shape;2808;p71"/>
          <p:cNvGrpSpPr/>
          <p:nvPr/>
        </p:nvGrpSpPr>
        <p:grpSpPr>
          <a:xfrm>
            <a:off x="4323662" y="1905650"/>
            <a:ext cx="803700" cy="559200"/>
            <a:chOff x="725125" y="742575"/>
            <a:chExt cx="803700" cy="559200"/>
          </a:xfrm>
        </p:grpSpPr>
        <p:sp>
          <p:nvSpPr>
            <p:cNvPr id="2809" name="Google Shape;2809;p71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pStart</a:t>
              </a:r>
              <a:endParaRPr sz="1200"/>
            </a:p>
          </p:txBody>
        </p:sp>
        <p:sp>
          <p:nvSpPr>
            <p:cNvPr id="2810" name="Google Shape;2810;p71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solidFill>
                    <a:schemeClr val="dk1"/>
                  </a:solidFill>
                </a:rPr>
                <a:t>0x01</a:t>
              </a:r>
            </a:p>
          </p:txBody>
        </p:sp>
      </p:grpSp>
      <p:sp>
        <p:nvSpPr>
          <p:cNvPr id="2811" name="Google Shape;2811;p71"/>
          <p:cNvSpPr txBox="1"/>
          <p:nvPr/>
        </p:nvSpPr>
        <p:spPr>
          <a:xfrm>
            <a:off x="4066000" y="1370250"/>
            <a:ext cx="367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65 DeleteLinkedList(pBegin)</a:t>
            </a:r>
            <a:endParaRPr/>
          </a:p>
        </p:txBody>
      </p:sp>
      <p:cxnSp>
        <p:nvCxnSpPr>
          <p:cNvPr id="2812" name="Google Shape;2812;p71"/>
          <p:cNvCxnSpPr>
            <a:stCxn id="2810" idx="1"/>
            <a:endCxn id="2768" idx="3"/>
          </p:cNvCxnSpPr>
          <p:nvPr/>
        </p:nvCxnSpPr>
        <p:spPr>
          <a:xfrm flipH="1">
            <a:off x="1596072" y="2325050"/>
            <a:ext cx="2743035" cy="187932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813" name="Google Shape;2813;p71"/>
          <p:cNvGrpSpPr/>
          <p:nvPr/>
        </p:nvGrpSpPr>
        <p:grpSpPr>
          <a:xfrm>
            <a:off x="6014875" y="2520138"/>
            <a:ext cx="803700" cy="559200"/>
            <a:chOff x="725125" y="742575"/>
            <a:chExt cx="803700" cy="559200"/>
          </a:xfrm>
        </p:grpSpPr>
        <p:sp>
          <p:nvSpPr>
            <p:cNvPr id="2814" name="Google Shape;2814;p71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Node</a:t>
              </a:r>
              <a:endParaRPr/>
            </a:p>
          </p:txBody>
        </p:sp>
        <p:sp>
          <p:nvSpPr>
            <p:cNvPr id="2815" name="Google Shape;2815;p71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?</a:t>
              </a:r>
              <a:endParaRPr/>
            </a:p>
          </p:txBody>
        </p:sp>
      </p:grpSp>
      <p:grpSp>
        <p:nvGrpSpPr>
          <p:cNvPr id="2816" name="Google Shape;2816;p71"/>
          <p:cNvGrpSpPr/>
          <p:nvPr/>
        </p:nvGrpSpPr>
        <p:grpSpPr>
          <a:xfrm>
            <a:off x="6976950" y="2520138"/>
            <a:ext cx="803700" cy="559200"/>
            <a:chOff x="725125" y="742575"/>
            <a:chExt cx="803700" cy="559200"/>
          </a:xfrm>
        </p:grpSpPr>
        <p:sp>
          <p:nvSpPr>
            <p:cNvPr id="2817" name="Google Shape;2817;p71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pDel</a:t>
              </a:r>
              <a:endParaRPr/>
            </a:p>
          </p:txBody>
        </p:sp>
        <p:sp>
          <p:nvSpPr>
            <p:cNvPr id="2818" name="Google Shape;2818;p71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0x05</a:t>
              </a:r>
              <a:endParaRPr/>
            </a:p>
          </p:txBody>
        </p:sp>
      </p:grpSp>
      <p:cxnSp>
        <p:nvCxnSpPr>
          <p:cNvPr id="2819" name="Google Shape;2819;p71"/>
          <p:cNvCxnSpPr>
            <a:stCxn id="2810" idx="2"/>
            <a:endCxn id="2815" idx="0"/>
          </p:cNvCxnSpPr>
          <p:nvPr/>
        </p:nvCxnSpPr>
        <p:spPr>
          <a:xfrm>
            <a:off x="4725512" y="2464850"/>
            <a:ext cx="1691213" cy="33488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2820" name="Google Shape;2820;p71"/>
          <p:cNvCxnSpPr>
            <a:stCxn id="2818" idx="1"/>
            <a:endCxn id="2798" idx="0"/>
          </p:cNvCxnSpPr>
          <p:nvPr/>
        </p:nvCxnSpPr>
        <p:spPr>
          <a:xfrm flipH="1">
            <a:off x="6494250" y="2939538"/>
            <a:ext cx="482700" cy="1108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821" name="Google Shape;2821;p71"/>
          <p:cNvSpPr txBox="1"/>
          <p:nvPr/>
        </p:nvSpPr>
        <p:spPr>
          <a:xfrm>
            <a:off x="387900" y="3510725"/>
            <a:ext cx="4089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FF0000"/>
                </a:solidFill>
              </a:rPr>
              <a:t>먼저삭제한다면,다음노드에 접근할수 없다!</a:t>
            </a:r>
            <a:endParaRPr>
              <a:solidFill>
                <a:srgbClr val="FF0000"/>
              </a:solidFill>
            </a:endParaRPr>
          </a:p>
        </p:txBody>
      </p:sp>
      <p:cxnSp>
        <p:nvCxnSpPr>
          <p:cNvPr id="2822" name="Google Shape;2822;p71"/>
          <p:cNvCxnSpPr>
            <a:stCxn id="2800" idx="1"/>
            <a:endCxn id="2815" idx="0"/>
          </p:cNvCxnSpPr>
          <p:nvPr/>
        </p:nvCxnSpPr>
        <p:spPr>
          <a:xfrm rot="10800000" flipH="1">
            <a:off x="6092300" y="2799625"/>
            <a:ext cx="324300" cy="1947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2823" name="Google Shape;2823;p71"/>
          <p:cNvSpPr txBox="1"/>
          <p:nvPr/>
        </p:nvSpPr>
        <p:spPr>
          <a:xfrm>
            <a:off x="3466100" y="2185250"/>
            <a:ext cx="850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pStart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7412142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" name="Google Shape;2703;p7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모두 삭제 문제점 해결</a:t>
            </a:r>
            <a:r>
              <a:rPr lang="en-US" altLang="ko" dirty="0"/>
              <a:t> – </a:t>
            </a:r>
            <a:r>
              <a:rPr lang="ko-KR" altLang="en-US" dirty="0" err="1"/>
              <a:t>이중포인터를</a:t>
            </a:r>
            <a:r>
              <a:rPr lang="ko-KR" altLang="en-US" dirty="0"/>
              <a:t> 이용한 참조</a:t>
            </a:r>
            <a:endParaRPr dirty="0"/>
          </a:p>
        </p:txBody>
      </p:sp>
      <p:sp>
        <p:nvSpPr>
          <p:cNvPr id="2704" name="Google Shape;2704;p70"/>
          <p:cNvSpPr txBox="1"/>
          <p:nvPr/>
        </p:nvSpPr>
        <p:spPr>
          <a:xfrm>
            <a:off x="387900" y="1190175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34 main()</a:t>
            </a:r>
            <a:endParaRPr/>
          </a:p>
        </p:txBody>
      </p:sp>
      <p:grpSp>
        <p:nvGrpSpPr>
          <p:cNvPr id="2705" name="Google Shape;2705;p70"/>
          <p:cNvGrpSpPr/>
          <p:nvPr/>
        </p:nvGrpSpPr>
        <p:grpSpPr>
          <a:xfrm>
            <a:off x="498900" y="1670450"/>
            <a:ext cx="803700" cy="559200"/>
            <a:chOff x="725125" y="742575"/>
            <a:chExt cx="803700" cy="559200"/>
          </a:xfrm>
        </p:grpSpPr>
        <p:sp>
          <p:nvSpPr>
            <p:cNvPr id="2706" name="Google Shape;2706;p70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/>
                <a:t>pBegin</a:t>
              </a:r>
              <a:br>
                <a:rPr lang="en-US" altLang="ko" dirty="0"/>
              </a:br>
              <a:r>
                <a:rPr lang="en-US" altLang="ko" dirty="0"/>
                <a:t>(0x50)</a:t>
              </a:r>
              <a:endParaRPr dirty="0"/>
            </a:p>
          </p:txBody>
        </p:sp>
        <p:sp>
          <p:nvSpPr>
            <p:cNvPr id="2707" name="Google Shape;2707;p70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2708" name="Google Shape;2708;p70"/>
          <p:cNvGrpSpPr/>
          <p:nvPr/>
        </p:nvGrpSpPr>
        <p:grpSpPr>
          <a:xfrm>
            <a:off x="1571525" y="1670450"/>
            <a:ext cx="803700" cy="559200"/>
            <a:chOff x="725125" y="742575"/>
            <a:chExt cx="803700" cy="559200"/>
          </a:xfrm>
        </p:grpSpPr>
        <p:sp>
          <p:nvSpPr>
            <p:cNvPr id="2709" name="Google Shape;2709;p70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End</a:t>
              </a:r>
              <a:endParaRPr/>
            </a:p>
          </p:txBody>
        </p:sp>
        <p:sp>
          <p:nvSpPr>
            <p:cNvPr id="2710" name="Google Shape;2710;p70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2711" name="Google Shape;2711;p70"/>
          <p:cNvGrpSpPr/>
          <p:nvPr/>
        </p:nvGrpSpPr>
        <p:grpSpPr>
          <a:xfrm>
            <a:off x="1630225" y="4047925"/>
            <a:ext cx="803700" cy="838800"/>
            <a:chOff x="6538675" y="262075"/>
            <a:chExt cx="803700" cy="838800"/>
          </a:xfrm>
        </p:grpSpPr>
        <p:grpSp>
          <p:nvGrpSpPr>
            <p:cNvPr id="2712" name="Google Shape;2712;p70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713" name="Google Shape;2713;p70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FF00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2714" name="Google Shape;2714;p70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00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2715" name="Google Shape;2715;p70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0x02</a:t>
              </a:r>
              <a:endParaRPr sz="1200"/>
            </a:p>
          </p:txBody>
        </p:sp>
      </p:grpSp>
      <p:grpSp>
        <p:nvGrpSpPr>
          <p:cNvPr id="2716" name="Google Shape;2716;p70"/>
          <p:cNvGrpSpPr/>
          <p:nvPr/>
        </p:nvGrpSpPr>
        <p:grpSpPr>
          <a:xfrm>
            <a:off x="2777075" y="4047950"/>
            <a:ext cx="803700" cy="838800"/>
            <a:chOff x="6538675" y="262075"/>
            <a:chExt cx="803700" cy="838800"/>
          </a:xfrm>
        </p:grpSpPr>
        <p:sp>
          <p:nvSpPr>
            <p:cNvPr id="2717" name="Google Shape;2717;p70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0x03</a:t>
              </a:r>
              <a:endParaRPr sz="1200"/>
            </a:p>
          </p:txBody>
        </p:sp>
        <p:grpSp>
          <p:nvGrpSpPr>
            <p:cNvPr id="2718" name="Google Shape;2718;p70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719" name="Google Shape;2719;p70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2720" name="Google Shape;2720;p70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</p:grpSp>
      <p:grpSp>
        <p:nvGrpSpPr>
          <p:cNvPr id="2721" name="Google Shape;2721;p70"/>
          <p:cNvGrpSpPr/>
          <p:nvPr/>
        </p:nvGrpSpPr>
        <p:grpSpPr>
          <a:xfrm>
            <a:off x="3877650" y="4047950"/>
            <a:ext cx="803700" cy="838800"/>
            <a:chOff x="6538675" y="262075"/>
            <a:chExt cx="803700" cy="838800"/>
          </a:xfrm>
        </p:grpSpPr>
        <p:grpSp>
          <p:nvGrpSpPr>
            <p:cNvPr id="2722" name="Google Shape;2722;p70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723" name="Google Shape;2723;p70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0x03</a:t>
                </a:r>
                <a:endParaRPr/>
              </a:p>
            </p:txBody>
          </p:sp>
          <p:sp>
            <p:nvSpPr>
              <p:cNvPr id="2724" name="Google Shape;2724;p70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30</a:t>
                </a:r>
                <a:endParaRPr/>
              </a:p>
            </p:txBody>
          </p:sp>
        </p:grpSp>
        <p:sp>
          <p:nvSpPr>
            <p:cNvPr id="2725" name="Google Shape;2725;p70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>
                  <a:solidFill>
                    <a:schemeClr val="dk1"/>
                  </a:solidFill>
                </a:rPr>
                <a:t>0x04</a:t>
              </a:r>
              <a:endParaRPr sz="1200">
                <a:solidFill>
                  <a:schemeClr val="dk1"/>
                </a:solidFill>
              </a:endParaRPr>
            </a:p>
          </p:txBody>
        </p:sp>
      </p:grpSp>
      <p:cxnSp>
        <p:nvCxnSpPr>
          <p:cNvPr id="2726" name="Google Shape;2726;p70"/>
          <p:cNvCxnSpPr>
            <a:stCxn id="2715" idx="3"/>
            <a:endCxn id="2719" idx="1"/>
          </p:cNvCxnSpPr>
          <p:nvPr/>
        </p:nvCxnSpPr>
        <p:spPr>
          <a:xfrm rot="10800000" flipH="1">
            <a:off x="2433925" y="4187725"/>
            <a:ext cx="3432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27" name="Google Shape;2727;p70"/>
          <p:cNvCxnSpPr>
            <a:endCxn id="2723" idx="1"/>
          </p:cNvCxnSpPr>
          <p:nvPr/>
        </p:nvCxnSpPr>
        <p:spPr>
          <a:xfrm rot="10800000" flipH="1">
            <a:off x="3580650" y="4187750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28" name="Google Shape;2728;p70"/>
          <p:cNvCxnSpPr>
            <a:stCxn id="2707" idx="1"/>
            <a:endCxn id="2713" idx="1"/>
          </p:cNvCxnSpPr>
          <p:nvPr/>
        </p:nvCxnSpPr>
        <p:spPr>
          <a:xfrm>
            <a:off x="498900" y="2089850"/>
            <a:ext cx="11313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729" name="Google Shape;2729;p70"/>
          <p:cNvGrpSpPr/>
          <p:nvPr/>
        </p:nvGrpSpPr>
        <p:grpSpPr>
          <a:xfrm>
            <a:off x="4991725" y="4047925"/>
            <a:ext cx="803700" cy="838800"/>
            <a:chOff x="6538675" y="262075"/>
            <a:chExt cx="803700" cy="838800"/>
          </a:xfrm>
        </p:grpSpPr>
        <p:grpSp>
          <p:nvGrpSpPr>
            <p:cNvPr id="2730" name="Google Shape;2730;p70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731" name="Google Shape;2731;p70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0x04</a:t>
                </a:r>
                <a:endParaRPr/>
              </a:p>
            </p:txBody>
          </p:sp>
          <p:sp>
            <p:nvSpPr>
              <p:cNvPr id="2732" name="Google Shape;2732;p70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40</a:t>
                </a:r>
                <a:endParaRPr/>
              </a:p>
            </p:txBody>
          </p:sp>
        </p:grpSp>
        <p:sp>
          <p:nvSpPr>
            <p:cNvPr id="2733" name="Google Shape;2733;p70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0x05</a:t>
              </a:r>
              <a:endParaRPr sz="1200"/>
            </a:p>
          </p:txBody>
        </p:sp>
      </p:grpSp>
      <p:grpSp>
        <p:nvGrpSpPr>
          <p:cNvPr id="2734" name="Google Shape;2734;p70"/>
          <p:cNvGrpSpPr/>
          <p:nvPr/>
        </p:nvGrpSpPr>
        <p:grpSpPr>
          <a:xfrm>
            <a:off x="6092300" y="4047925"/>
            <a:ext cx="803700" cy="838800"/>
            <a:chOff x="6538675" y="262075"/>
            <a:chExt cx="803700" cy="838800"/>
          </a:xfrm>
        </p:grpSpPr>
        <p:grpSp>
          <p:nvGrpSpPr>
            <p:cNvPr id="2735" name="Google Shape;2735;p70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736" name="Google Shape;2736;p70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0x05</a:t>
                </a:r>
                <a:endParaRPr/>
              </a:p>
            </p:txBody>
          </p:sp>
          <p:sp>
            <p:nvSpPr>
              <p:cNvPr id="2737" name="Google Shape;2737;p70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50</a:t>
                </a:r>
                <a:endParaRPr/>
              </a:p>
            </p:txBody>
          </p:sp>
        </p:grpSp>
        <p:sp>
          <p:nvSpPr>
            <p:cNvPr id="2738" name="Google Shape;2738;p70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pNext</a:t>
              </a:r>
              <a:endParaRPr sz="1200"/>
            </a:p>
          </p:txBody>
        </p:sp>
      </p:grpSp>
      <p:cxnSp>
        <p:nvCxnSpPr>
          <p:cNvPr id="2739" name="Google Shape;2739;p70"/>
          <p:cNvCxnSpPr>
            <a:stCxn id="2733" idx="3"/>
            <a:endCxn id="2736" idx="1"/>
          </p:cNvCxnSpPr>
          <p:nvPr/>
        </p:nvCxnSpPr>
        <p:spPr>
          <a:xfrm rot="10800000" flipH="1">
            <a:off x="5795425" y="4187725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40" name="Google Shape;2740;p70"/>
          <p:cNvCxnSpPr>
            <a:stCxn id="2710" idx="1"/>
            <a:endCxn id="2713" idx="1"/>
          </p:cNvCxnSpPr>
          <p:nvPr/>
        </p:nvCxnSpPr>
        <p:spPr>
          <a:xfrm>
            <a:off x="1571525" y="2089850"/>
            <a:ext cx="588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741" name="Google Shape;2741;p70"/>
          <p:cNvGrpSpPr/>
          <p:nvPr/>
        </p:nvGrpSpPr>
        <p:grpSpPr>
          <a:xfrm>
            <a:off x="2594425" y="1658163"/>
            <a:ext cx="803700" cy="559200"/>
            <a:chOff x="725125" y="742575"/>
            <a:chExt cx="803700" cy="559200"/>
          </a:xfrm>
        </p:grpSpPr>
        <p:sp>
          <p:nvSpPr>
            <p:cNvPr id="2742" name="Google Shape;2742;p70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Find</a:t>
              </a:r>
              <a:endParaRPr/>
            </a:p>
          </p:txBody>
        </p:sp>
        <p:sp>
          <p:nvSpPr>
            <p:cNvPr id="2743" name="Google Shape;2743;p70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0x04</a:t>
              </a:r>
              <a:endParaRPr/>
            </a:p>
          </p:txBody>
        </p:sp>
      </p:grpSp>
      <p:cxnSp>
        <p:nvCxnSpPr>
          <p:cNvPr id="2744" name="Google Shape;2744;p70"/>
          <p:cNvCxnSpPr>
            <a:stCxn id="2743" idx="1"/>
            <a:endCxn id="2731" idx="1"/>
          </p:cNvCxnSpPr>
          <p:nvPr/>
        </p:nvCxnSpPr>
        <p:spPr>
          <a:xfrm>
            <a:off x="2594425" y="2077563"/>
            <a:ext cx="2397300" cy="21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45" name="Google Shape;2745;p70"/>
          <p:cNvCxnSpPr>
            <a:stCxn id="2725" idx="3"/>
            <a:endCxn id="2731" idx="1"/>
          </p:cNvCxnSpPr>
          <p:nvPr/>
        </p:nvCxnSpPr>
        <p:spPr>
          <a:xfrm rot="10800000" flipH="1">
            <a:off x="4681350" y="4187750"/>
            <a:ext cx="3105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746" name="Google Shape;2746;p70"/>
          <p:cNvGrpSpPr/>
          <p:nvPr/>
        </p:nvGrpSpPr>
        <p:grpSpPr>
          <a:xfrm>
            <a:off x="4362350" y="1865738"/>
            <a:ext cx="803700" cy="559200"/>
            <a:chOff x="725125" y="742575"/>
            <a:chExt cx="803700" cy="559200"/>
          </a:xfrm>
        </p:grpSpPr>
        <p:sp>
          <p:nvSpPr>
            <p:cNvPr id="2747" name="Google Shape;2747;p70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pStart</a:t>
              </a:r>
              <a:endParaRPr sz="1200"/>
            </a:p>
          </p:txBody>
        </p:sp>
        <p:sp>
          <p:nvSpPr>
            <p:cNvPr id="2748" name="Google Shape;2748;p70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/>
                <a:t>0x</a:t>
              </a:r>
              <a:r>
                <a:rPr lang="en-US" altLang="ko" dirty="0"/>
                <a:t>50</a:t>
              </a:r>
              <a:endParaRPr dirty="0"/>
            </a:p>
          </p:txBody>
        </p:sp>
      </p:grpSp>
      <p:sp>
        <p:nvSpPr>
          <p:cNvPr id="2749" name="Google Shape;2749;p70"/>
          <p:cNvSpPr txBox="1"/>
          <p:nvPr/>
        </p:nvSpPr>
        <p:spPr>
          <a:xfrm>
            <a:off x="4066000" y="1370250"/>
            <a:ext cx="367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65 DeleteLinkedList(</a:t>
            </a:r>
            <a:r>
              <a:rPr lang="en-US" altLang="ko" dirty="0"/>
              <a:t>&amp;</a:t>
            </a:r>
            <a:r>
              <a:rPr lang="ko" dirty="0"/>
              <a:t>pBegin)</a:t>
            </a:r>
            <a:endParaRPr dirty="0"/>
          </a:p>
        </p:txBody>
      </p:sp>
      <p:cxnSp>
        <p:nvCxnSpPr>
          <p:cNvPr id="2750" name="Google Shape;2750;p70"/>
          <p:cNvCxnSpPr>
            <a:cxnSpLocks/>
            <a:endCxn id="2706" idx="3"/>
          </p:cNvCxnSpPr>
          <p:nvPr/>
        </p:nvCxnSpPr>
        <p:spPr>
          <a:xfrm flipH="1" flipV="1">
            <a:off x="1302600" y="1810250"/>
            <a:ext cx="3077201" cy="47487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751" name="Google Shape;2751;p70"/>
          <p:cNvGrpSpPr/>
          <p:nvPr/>
        </p:nvGrpSpPr>
        <p:grpSpPr>
          <a:xfrm>
            <a:off x="6014875" y="2520138"/>
            <a:ext cx="803700" cy="559200"/>
            <a:chOff x="725125" y="742575"/>
            <a:chExt cx="803700" cy="559200"/>
          </a:xfrm>
        </p:grpSpPr>
        <p:sp>
          <p:nvSpPr>
            <p:cNvPr id="2752" name="Google Shape;2752;p70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Node</a:t>
              </a:r>
              <a:endParaRPr/>
            </a:p>
          </p:txBody>
        </p:sp>
        <p:sp>
          <p:nvSpPr>
            <p:cNvPr id="2753" name="Google Shape;2753;p70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2754" name="Google Shape;2754;p70"/>
          <p:cNvGrpSpPr/>
          <p:nvPr/>
        </p:nvGrpSpPr>
        <p:grpSpPr>
          <a:xfrm>
            <a:off x="6976950" y="2520138"/>
            <a:ext cx="803700" cy="559200"/>
            <a:chOff x="725125" y="742575"/>
            <a:chExt cx="803700" cy="559200"/>
          </a:xfrm>
        </p:grpSpPr>
        <p:sp>
          <p:nvSpPr>
            <p:cNvPr id="2755" name="Google Shape;2755;p70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pDel</a:t>
              </a:r>
              <a:endParaRPr/>
            </a:p>
          </p:txBody>
        </p:sp>
        <p:sp>
          <p:nvSpPr>
            <p:cNvPr id="2756" name="Google Shape;2756;p70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0x02</a:t>
              </a:r>
              <a:endParaRPr/>
            </a:p>
          </p:txBody>
        </p:sp>
      </p:grpSp>
      <p:cxnSp>
        <p:nvCxnSpPr>
          <p:cNvPr id="2757" name="Google Shape;2757;p70"/>
          <p:cNvCxnSpPr>
            <a:cxnSpLocks/>
            <a:stCxn id="2707" idx="2"/>
            <a:endCxn id="2753" idx="0"/>
          </p:cNvCxnSpPr>
          <p:nvPr/>
        </p:nvCxnSpPr>
        <p:spPr>
          <a:xfrm>
            <a:off x="900750" y="2229650"/>
            <a:ext cx="5515975" cy="57008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2758" name="Google Shape;2758;p70"/>
          <p:cNvCxnSpPr>
            <a:stCxn id="2756" idx="1"/>
            <a:endCxn id="2713" idx="1"/>
          </p:cNvCxnSpPr>
          <p:nvPr/>
        </p:nvCxnSpPr>
        <p:spPr>
          <a:xfrm flipH="1">
            <a:off x="1630350" y="2939538"/>
            <a:ext cx="5346600" cy="1248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59" name="Google Shape;2759;p70"/>
          <p:cNvSpPr txBox="1"/>
          <p:nvPr/>
        </p:nvSpPr>
        <p:spPr>
          <a:xfrm>
            <a:off x="387900" y="3510725"/>
            <a:ext cx="4089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FF0000"/>
                </a:solidFill>
              </a:rPr>
              <a:t>먼저삭제한다면,다음노드에 접근할수 없다!</a:t>
            </a:r>
            <a:endParaRPr>
              <a:solidFill>
                <a:srgbClr val="FF0000"/>
              </a:solidFill>
            </a:endParaRPr>
          </a:p>
        </p:txBody>
      </p:sp>
      <p:cxnSp>
        <p:nvCxnSpPr>
          <p:cNvPr id="2760" name="Google Shape;2760;p70"/>
          <p:cNvCxnSpPr>
            <a:stCxn id="2753" idx="1"/>
            <a:endCxn id="2719" idx="1"/>
          </p:cNvCxnSpPr>
          <p:nvPr/>
        </p:nvCxnSpPr>
        <p:spPr>
          <a:xfrm flipH="1">
            <a:off x="2776975" y="2939538"/>
            <a:ext cx="3237900" cy="1248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" name="Google Shape;2757;p70">
            <a:extLst>
              <a:ext uri="{FF2B5EF4-FFF2-40B4-BE49-F238E27FC236}">
                <a16:creationId xmlns:a16="http://schemas.microsoft.com/office/drawing/2014/main" id="{D7BB3F73-5FF0-CAF2-40F8-744BBE7E041C}"/>
              </a:ext>
            </a:extLst>
          </p:cNvPr>
          <p:cNvCxnSpPr>
            <a:cxnSpLocks/>
            <a:stCxn id="2706" idx="3"/>
            <a:endCxn id="2747" idx="2"/>
          </p:cNvCxnSpPr>
          <p:nvPr/>
        </p:nvCxnSpPr>
        <p:spPr>
          <a:xfrm>
            <a:off x="1302600" y="1810250"/>
            <a:ext cx="3461600" cy="33508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6" name="Google Shape;2749;p70">
            <a:extLst>
              <a:ext uri="{FF2B5EF4-FFF2-40B4-BE49-F238E27FC236}">
                <a16:creationId xmlns:a16="http://schemas.microsoft.com/office/drawing/2014/main" id="{9D587EDA-8FFF-6FF3-6A80-8FD06BEBAC1D}"/>
              </a:ext>
            </a:extLst>
          </p:cNvPr>
          <p:cNvSpPr txBox="1"/>
          <p:nvPr/>
        </p:nvSpPr>
        <p:spPr>
          <a:xfrm>
            <a:off x="3491237" y="2213113"/>
            <a:ext cx="93852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dirty="0"/>
              <a:t>*</a:t>
            </a:r>
            <a:r>
              <a:rPr lang="en-US" altLang="ko" dirty="0" err="1"/>
              <a:t>pStart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0025835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53A119-7AAA-463E-8B9C-AF498993F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69ED6A3-1C9C-71FB-8302-07A3DB7297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585040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8" name="Google Shape;2888;p7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모두 삭제 완료</a:t>
            </a:r>
            <a:endParaRPr/>
          </a:p>
        </p:txBody>
      </p:sp>
      <p:sp>
        <p:nvSpPr>
          <p:cNvPr id="2889" name="Google Shape;2889;p73"/>
          <p:cNvSpPr txBox="1"/>
          <p:nvPr/>
        </p:nvSpPr>
        <p:spPr>
          <a:xfrm>
            <a:off x="387900" y="1190175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34 main()</a:t>
            </a:r>
            <a:endParaRPr/>
          </a:p>
        </p:txBody>
      </p:sp>
      <p:grpSp>
        <p:nvGrpSpPr>
          <p:cNvPr id="2890" name="Google Shape;2890;p73"/>
          <p:cNvGrpSpPr/>
          <p:nvPr/>
        </p:nvGrpSpPr>
        <p:grpSpPr>
          <a:xfrm>
            <a:off x="498900" y="1670450"/>
            <a:ext cx="803700" cy="559200"/>
            <a:chOff x="725125" y="742575"/>
            <a:chExt cx="803700" cy="559200"/>
          </a:xfrm>
        </p:grpSpPr>
        <p:sp>
          <p:nvSpPr>
            <p:cNvPr id="2891" name="Google Shape;2891;p73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pBegin</a:t>
              </a:r>
              <a:endParaRPr/>
            </a:p>
          </p:txBody>
        </p:sp>
        <p:sp>
          <p:nvSpPr>
            <p:cNvPr id="2892" name="Google Shape;2892;p73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N</a:t>
              </a:r>
              <a:endParaRPr/>
            </a:p>
          </p:txBody>
        </p:sp>
      </p:grpSp>
      <p:grpSp>
        <p:nvGrpSpPr>
          <p:cNvPr id="2893" name="Google Shape;2893;p73"/>
          <p:cNvGrpSpPr/>
          <p:nvPr/>
        </p:nvGrpSpPr>
        <p:grpSpPr>
          <a:xfrm>
            <a:off x="1571525" y="1670450"/>
            <a:ext cx="803700" cy="559200"/>
            <a:chOff x="725125" y="742575"/>
            <a:chExt cx="803700" cy="559200"/>
          </a:xfrm>
        </p:grpSpPr>
        <p:sp>
          <p:nvSpPr>
            <p:cNvPr id="2894" name="Google Shape;2894;p73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End</a:t>
              </a:r>
              <a:endParaRPr/>
            </a:p>
          </p:txBody>
        </p:sp>
        <p:sp>
          <p:nvSpPr>
            <p:cNvPr id="2895" name="Google Shape;2895;p73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cxnSp>
        <p:nvCxnSpPr>
          <p:cNvPr id="2896" name="Google Shape;2896;p73"/>
          <p:cNvCxnSpPr>
            <a:stCxn id="2895" idx="1"/>
            <a:endCxn id="2897" idx="1"/>
          </p:cNvCxnSpPr>
          <p:nvPr/>
        </p:nvCxnSpPr>
        <p:spPr>
          <a:xfrm>
            <a:off x="1571525" y="2089850"/>
            <a:ext cx="588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898" name="Google Shape;2898;p73"/>
          <p:cNvGrpSpPr/>
          <p:nvPr/>
        </p:nvGrpSpPr>
        <p:grpSpPr>
          <a:xfrm>
            <a:off x="2594425" y="1658163"/>
            <a:ext cx="803700" cy="559200"/>
            <a:chOff x="725125" y="742575"/>
            <a:chExt cx="803700" cy="559200"/>
          </a:xfrm>
        </p:grpSpPr>
        <p:sp>
          <p:nvSpPr>
            <p:cNvPr id="2899" name="Google Shape;2899;p73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Find</a:t>
              </a:r>
              <a:endParaRPr/>
            </a:p>
          </p:txBody>
        </p:sp>
        <p:sp>
          <p:nvSpPr>
            <p:cNvPr id="2900" name="Google Shape;2900;p73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0x04</a:t>
              </a:r>
              <a:endParaRPr/>
            </a:p>
          </p:txBody>
        </p:sp>
      </p:grp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5" name="Google Shape;2905;p7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모두삭제 문제점 해결하기</a:t>
            </a:r>
            <a:endParaRPr/>
          </a:p>
        </p:txBody>
      </p:sp>
      <p:grpSp>
        <p:nvGrpSpPr>
          <p:cNvPr id="2906" name="Google Shape;2906;p74"/>
          <p:cNvGrpSpPr/>
          <p:nvPr/>
        </p:nvGrpSpPr>
        <p:grpSpPr>
          <a:xfrm>
            <a:off x="311700" y="1405438"/>
            <a:ext cx="2090100" cy="998500"/>
            <a:chOff x="2421050" y="2030388"/>
            <a:chExt cx="2090100" cy="998500"/>
          </a:xfrm>
        </p:grpSpPr>
        <p:grpSp>
          <p:nvGrpSpPr>
            <p:cNvPr id="2907" name="Google Shape;2907;p74"/>
            <p:cNvGrpSpPr/>
            <p:nvPr/>
          </p:nvGrpSpPr>
          <p:grpSpPr>
            <a:xfrm>
              <a:off x="2421050" y="2030388"/>
              <a:ext cx="2090100" cy="998500"/>
              <a:chOff x="261375" y="2343650"/>
              <a:chExt cx="2090100" cy="998500"/>
            </a:xfrm>
          </p:grpSpPr>
          <p:sp>
            <p:nvSpPr>
              <p:cNvPr id="2908" name="Google Shape;2908;p74"/>
              <p:cNvSpPr/>
              <p:nvPr/>
            </p:nvSpPr>
            <p:spPr>
              <a:xfrm>
                <a:off x="261375" y="2343650"/>
                <a:ext cx="2090100" cy="3153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>
                    <a:solidFill>
                      <a:schemeClr val="dk1"/>
                    </a:solidFill>
                  </a:rPr>
                  <a:t>main()</a:t>
                </a:r>
                <a:endParaRPr/>
              </a:p>
            </p:txBody>
          </p:sp>
          <p:sp>
            <p:nvSpPr>
              <p:cNvPr id="2909" name="Google Shape;2909;p74"/>
              <p:cNvSpPr/>
              <p:nvPr/>
            </p:nvSpPr>
            <p:spPr>
              <a:xfrm>
                <a:off x="261375" y="2647950"/>
                <a:ext cx="2090100" cy="6942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910" name="Google Shape;2910;p74"/>
            <p:cNvSpPr/>
            <p:nvPr/>
          </p:nvSpPr>
          <p:spPr>
            <a:xfrm>
              <a:off x="2544875" y="2584213"/>
              <a:ext cx="803700" cy="3048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pBegin</a:t>
              </a:r>
              <a:endParaRPr/>
            </a:p>
          </p:txBody>
        </p:sp>
        <p:sp>
          <p:nvSpPr>
            <p:cNvPr id="2911" name="Google Shape;2911;p74"/>
            <p:cNvSpPr/>
            <p:nvPr/>
          </p:nvSpPr>
          <p:spPr>
            <a:xfrm>
              <a:off x="3530175" y="2576025"/>
              <a:ext cx="803700" cy="3048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pEnd</a:t>
              </a:r>
              <a:endParaRPr/>
            </a:p>
          </p:txBody>
        </p:sp>
      </p:grpSp>
      <p:sp>
        <p:nvSpPr>
          <p:cNvPr id="2912" name="Google Shape;2912;p74"/>
          <p:cNvSpPr/>
          <p:nvPr/>
        </p:nvSpPr>
        <p:spPr>
          <a:xfrm>
            <a:off x="933025" y="2894813"/>
            <a:ext cx="404700" cy="3048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10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2913" name="Google Shape;2913;p74"/>
          <p:cNvSpPr/>
          <p:nvPr/>
        </p:nvSpPr>
        <p:spPr>
          <a:xfrm>
            <a:off x="1512750" y="2894813"/>
            <a:ext cx="404700" cy="3048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20</a:t>
            </a:r>
            <a:endParaRPr/>
          </a:p>
        </p:txBody>
      </p:sp>
      <p:sp>
        <p:nvSpPr>
          <p:cNvPr id="2914" name="Google Shape;2914;p74"/>
          <p:cNvSpPr/>
          <p:nvPr/>
        </p:nvSpPr>
        <p:spPr>
          <a:xfrm>
            <a:off x="2092475" y="2894813"/>
            <a:ext cx="404700" cy="3048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30</a:t>
            </a:r>
            <a:endParaRPr/>
          </a:p>
        </p:txBody>
      </p:sp>
      <p:sp>
        <p:nvSpPr>
          <p:cNvPr id="2915" name="Google Shape;2915;p74"/>
          <p:cNvSpPr/>
          <p:nvPr/>
        </p:nvSpPr>
        <p:spPr>
          <a:xfrm>
            <a:off x="2645750" y="2894813"/>
            <a:ext cx="404700" cy="3048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40</a:t>
            </a:r>
            <a:endParaRPr/>
          </a:p>
        </p:txBody>
      </p:sp>
      <p:sp>
        <p:nvSpPr>
          <p:cNvPr id="2916" name="Google Shape;2916;p74"/>
          <p:cNvSpPr/>
          <p:nvPr/>
        </p:nvSpPr>
        <p:spPr>
          <a:xfrm>
            <a:off x="3207875" y="2894813"/>
            <a:ext cx="404700" cy="3048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50</a:t>
            </a:r>
            <a:endParaRPr/>
          </a:p>
        </p:txBody>
      </p:sp>
      <p:cxnSp>
        <p:nvCxnSpPr>
          <p:cNvPr id="2917" name="Google Shape;2917;p74"/>
          <p:cNvCxnSpPr>
            <a:stCxn id="2910" idx="3"/>
            <a:endCxn id="2912" idx="1"/>
          </p:cNvCxnSpPr>
          <p:nvPr/>
        </p:nvCxnSpPr>
        <p:spPr>
          <a:xfrm flipH="1">
            <a:off x="932925" y="2111663"/>
            <a:ext cx="306300" cy="9357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2918" name="Google Shape;2918;p74"/>
          <p:cNvCxnSpPr>
            <a:stCxn id="2911" idx="3"/>
            <a:endCxn id="2916" idx="1"/>
          </p:cNvCxnSpPr>
          <p:nvPr/>
        </p:nvCxnSpPr>
        <p:spPr>
          <a:xfrm>
            <a:off x="2224525" y="2103475"/>
            <a:ext cx="983400" cy="9438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2919" name="Google Shape;2919;p74"/>
          <p:cNvCxnSpPr>
            <a:stCxn id="2912" idx="3"/>
            <a:endCxn id="2913" idx="1"/>
          </p:cNvCxnSpPr>
          <p:nvPr/>
        </p:nvCxnSpPr>
        <p:spPr>
          <a:xfrm>
            <a:off x="1337725" y="3047213"/>
            <a:ext cx="174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20" name="Google Shape;2920;p74"/>
          <p:cNvCxnSpPr>
            <a:endCxn id="2914" idx="1"/>
          </p:cNvCxnSpPr>
          <p:nvPr/>
        </p:nvCxnSpPr>
        <p:spPr>
          <a:xfrm>
            <a:off x="1917575" y="3047213"/>
            <a:ext cx="174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921" name="Google Shape;2921;p74"/>
          <p:cNvGrpSpPr/>
          <p:nvPr/>
        </p:nvGrpSpPr>
        <p:grpSpPr>
          <a:xfrm>
            <a:off x="3407257" y="1405450"/>
            <a:ext cx="2383341" cy="998500"/>
            <a:chOff x="2421050" y="2030388"/>
            <a:chExt cx="2090100" cy="998500"/>
          </a:xfrm>
        </p:grpSpPr>
        <p:grpSp>
          <p:nvGrpSpPr>
            <p:cNvPr id="2922" name="Google Shape;2922;p74"/>
            <p:cNvGrpSpPr/>
            <p:nvPr/>
          </p:nvGrpSpPr>
          <p:grpSpPr>
            <a:xfrm>
              <a:off x="2421050" y="2030388"/>
              <a:ext cx="2090100" cy="998500"/>
              <a:chOff x="261375" y="2343650"/>
              <a:chExt cx="2090100" cy="998500"/>
            </a:xfrm>
          </p:grpSpPr>
          <p:sp>
            <p:nvSpPr>
              <p:cNvPr id="2923" name="Google Shape;2923;p74"/>
              <p:cNvSpPr/>
              <p:nvPr/>
            </p:nvSpPr>
            <p:spPr>
              <a:xfrm>
                <a:off x="261375" y="2343650"/>
                <a:ext cx="2090100" cy="3153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>
                    <a:solidFill>
                      <a:schemeClr val="dk1"/>
                    </a:solidFill>
                  </a:rPr>
                  <a:t>DeleteLinkedList(pBegin)</a:t>
                </a:r>
                <a:endParaRPr/>
              </a:p>
            </p:txBody>
          </p:sp>
          <p:sp>
            <p:nvSpPr>
              <p:cNvPr id="2924" name="Google Shape;2924;p74"/>
              <p:cNvSpPr/>
              <p:nvPr/>
            </p:nvSpPr>
            <p:spPr>
              <a:xfrm>
                <a:off x="261375" y="2647950"/>
                <a:ext cx="2090100" cy="6942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925" name="Google Shape;2925;p74"/>
            <p:cNvSpPr/>
            <p:nvPr/>
          </p:nvSpPr>
          <p:spPr>
            <a:xfrm>
              <a:off x="2544875" y="2584213"/>
              <a:ext cx="803700" cy="3048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pNode</a:t>
              </a:r>
              <a:endParaRPr/>
            </a:p>
          </p:txBody>
        </p:sp>
      </p:grpSp>
      <p:sp>
        <p:nvSpPr>
          <p:cNvPr id="2926" name="Google Shape;2926;p74"/>
          <p:cNvSpPr/>
          <p:nvPr/>
        </p:nvSpPr>
        <p:spPr>
          <a:xfrm>
            <a:off x="4521750" y="1959263"/>
            <a:ext cx="803700" cy="3048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pDel</a:t>
            </a:r>
            <a:endParaRPr/>
          </a:p>
        </p:txBody>
      </p:sp>
      <p:cxnSp>
        <p:nvCxnSpPr>
          <p:cNvPr id="2927" name="Google Shape;2927;p74"/>
          <p:cNvCxnSpPr>
            <a:stCxn id="2915" idx="3"/>
            <a:endCxn id="2916" idx="1"/>
          </p:cNvCxnSpPr>
          <p:nvPr/>
        </p:nvCxnSpPr>
        <p:spPr>
          <a:xfrm>
            <a:off x="3050450" y="3047213"/>
            <a:ext cx="157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28" name="Google Shape;2928;p74"/>
          <p:cNvCxnSpPr>
            <a:stCxn id="2914" idx="3"/>
            <a:endCxn id="2915" idx="1"/>
          </p:cNvCxnSpPr>
          <p:nvPr/>
        </p:nvCxnSpPr>
        <p:spPr>
          <a:xfrm>
            <a:off x="2497175" y="3047213"/>
            <a:ext cx="148500" cy="0"/>
          </a:xfrm>
          <a:prstGeom prst="straightConnector1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29" name="Google Shape;2929;p74"/>
          <p:cNvCxnSpPr>
            <a:stCxn id="2926" idx="3"/>
            <a:endCxn id="2916" idx="0"/>
          </p:cNvCxnSpPr>
          <p:nvPr/>
        </p:nvCxnSpPr>
        <p:spPr>
          <a:xfrm flipH="1">
            <a:off x="3410250" y="2111663"/>
            <a:ext cx="1915200" cy="783300"/>
          </a:xfrm>
          <a:prstGeom prst="straightConnector1">
            <a:avLst/>
          </a:prstGeom>
          <a:noFill/>
          <a:ln w="9525" cap="flat" cmpd="sng">
            <a:solidFill>
              <a:srgbClr val="6AA84F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4">
          <a:extLst>
            <a:ext uri="{FF2B5EF4-FFF2-40B4-BE49-F238E27FC236}">
              <a16:creationId xmlns:a16="http://schemas.microsoft.com/office/drawing/2014/main" id="{3AA6F71E-DCA2-6C2A-8850-2C1EBD03E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" name="Google Shape;2765;p71">
            <a:extLst>
              <a:ext uri="{FF2B5EF4-FFF2-40B4-BE49-F238E27FC236}">
                <a16:creationId xmlns:a16="http://schemas.microsoft.com/office/drawing/2014/main" id="{35F046E5-5C9F-1E63-7A7A-FC30EDDC9F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모두 삭제 문제점 </a:t>
            </a:r>
            <a:r>
              <a:rPr lang="en-US" altLang="ko" dirty="0"/>
              <a:t>– </a:t>
            </a:r>
            <a:r>
              <a:rPr lang="en-US" altLang="ko" dirty="0" err="1"/>
              <a:t>pBegin</a:t>
            </a:r>
            <a:r>
              <a:rPr lang="ko-KR" altLang="en-US" dirty="0"/>
              <a:t>의 값이 삭제된 노드를 </a:t>
            </a:r>
            <a:r>
              <a:rPr lang="ko-KR" altLang="en-US" dirty="0" err="1"/>
              <a:t>가르킴</a:t>
            </a:r>
            <a:endParaRPr dirty="0"/>
          </a:p>
        </p:txBody>
      </p:sp>
      <p:sp>
        <p:nvSpPr>
          <p:cNvPr id="2766" name="Google Shape;2766;p71">
            <a:extLst>
              <a:ext uri="{FF2B5EF4-FFF2-40B4-BE49-F238E27FC236}">
                <a16:creationId xmlns:a16="http://schemas.microsoft.com/office/drawing/2014/main" id="{E77AA7E3-E7A4-E1EF-F946-9E0E60638989}"/>
              </a:ext>
            </a:extLst>
          </p:cNvPr>
          <p:cNvSpPr txBox="1"/>
          <p:nvPr/>
        </p:nvSpPr>
        <p:spPr>
          <a:xfrm>
            <a:off x="387900" y="1190175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34 main()</a:t>
            </a:r>
            <a:endParaRPr/>
          </a:p>
        </p:txBody>
      </p:sp>
      <p:grpSp>
        <p:nvGrpSpPr>
          <p:cNvPr id="2767" name="Google Shape;2767;p71">
            <a:extLst>
              <a:ext uri="{FF2B5EF4-FFF2-40B4-BE49-F238E27FC236}">
                <a16:creationId xmlns:a16="http://schemas.microsoft.com/office/drawing/2014/main" id="{A6D57551-0083-F9C3-0185-D4F8AC438E58}"/>
              </a:ext>
            </a:extLst>
          </p:cNvPr>
          <p:cNvGrpSpPr/>
          <p:nvPr/>
        </p:nvGrpSpPr>
        <p:grpSpPr>
          <a:xfrm>
            <a:off x="498900" y="1670450"/>
            <a:ext cx="803700" cy="559200"/>
            <a:chOff x="725125" y="742575"/>
            <a:chExt cx="803700" cy="559200"/>
          </a:xfrm>
        </p:grpSpPr>
        <p:sp>
          <p:nvSpPr>
            <p:cNvPr id="2768" name="Google Shape;2768;p71">
              <a:extLst>
                <a:ext uri="{FF2B5EF4-FFF2-40B4-BE49-F238E27FC236}">
                  <a16:creationId xmlns:a16="http://schemas.microsoft.com/office/drawing/2014/main" id="{2A6C10CC-799C-DF2F-4487-E68017AD7D5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pBegin</a:t>
              </a:r>
              <a:br>
                <a:rPr lang="ko"/>
              </a:br>
              <a:r>
                <a:rPr lang="ko"/>
                <a:t>(0x50)</a:t>
              </a:r>
              <a:endParaRPr/>
            </a:p>
          </p:txBody>
        </p:sp>
        <p:sp>
          <p:nvSpPr>
            <p:cNvPr id="2769" name="Google Shape;2769;p71">
              <a:extLst>
                <a:ext uri="{FF2B5EF4-FFF2-40B4-BE49-F238E27FC236}">
                  <a16:creationId xmlns:a16="http://schemas.microsoft.com/office/drawing/2014/main" id="{BFD12ACD-64D7-8CC2-8087-6DB7A164B36F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/>
                <a:t>0x01</a:t>
              </a:r>
              <a:endParaRPr dirty="0"/>
            </a:p>
          </p:txBody>
        </p:sp>
      </p:grpSp>
      <p:grpSp>
        <p:nvGrpSpPr>
          <p:cNvPr id="2770" name="Google Shape;2770;p71">
            <a:extLst>
              <a:ext uri="{FF2B5EF4-FFF2-40B4-BE49-F238E27FC236}">
                <a16:creationId xmlns:a16="http://schemas.microsoft.com/office/drawing/2014/main" id="{D265E42E-8830-180E-7F7F-1D110E14F8AF}"/>
              </a:ext>
            </a:extLst>
          </p:cNvPr>
          <p:cNvGrpSpPr/>
          <p:nvPr/>
        </p:nvGrpSpPr>
        <p:grpSpPr>
          <a:xfrm>
            <a:off x="1571525" y="1670450"/>
            <a:ext cx="803700" cy="559200"/>
            <a:chOff x="725125" y="742575"/>
            <a:chExt cx="803700" cy="559200"/>
          </a:xfrm>
        </p:grpSpPr>
        <p:sp>
          <p:nvSpPr>
            <p:cNvPr id="2771" name="Google Shape;2771;p71">
              <a:extLst>
                <a:ext uri="{FF2B5EF4-FFF2-40B4-BE49-F238E27FC236}">
                  <a16:creationId xmlns:a16="http://schemas.microsoft.com/office/drawing/2014/main" id="{37D34CFA-E2C4-4E78-6EF3-AB3D5820AA0C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End</a:t>
              </a:r>
              <a:endParaRPr/>
            </a:p>
          </p:txBody>
        </p:sp>
        <p:sp>
          <p:nvSpPr>
            <p:cNvPr id="2772" name="Google Shape;2772;p71">
              <a:extLst>
                <a:ext uri="{FF2B5EF4-FFF2-40B4-BE49-F238E27FC236}">
                  <a16:creationId xmlns:a16="http://schemas.microsoft.com/office/drawing/2014/main" id="{5298043E-F678-35E3-5C61-90D6A9297410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2773" name="Google Shape;2773;p71">
            <a:extLst>
              <a:ext uri="{FF2B5EF4-FFF2-40B4-BE49-F238E27FC236}">
                <a16:creationId xmlns:a16="http://schemas.microsoft.com/office/drawing/2014/main" id="{E34CEC47-33FB-1A64-6C53-28219CCA3AF6}"/>
              </a:ext>
            </a:extLst>
          </p:cNvPr>
          <p:cNvGrpSpPr/>
          <p:nvPr/>
        </p:nvGrpSpPr>
        <p:grpSpPr>
          <a:xfrm>
            <a:off x="1630225" y="4047925"/>
            <a:ext cx="803700" cy="838800"/>
            <a:chOff x="6538675" y="262075"/>
            <a:chExt cx="803700" cy="838800"/>
          </a:xfrm>
        </p:grpSpPr>
        <p:grpSp>
          <p:nvGrpSpPr>
            <p:cNvPr id="2774" name="Google Shape;2774;p71">
              <a:extLst>
                <a:ext uri="{FF2B5EF4-FFF2-40B4-BE49-F238E27FC236}">
                  <a16:creationId xmlns:a16="http://schemas.microsoft.com/office/drawing/2014/main" id="{371E9EC8-C9D3-C882-A646-EE02F68A69BB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775" name="Google Shape;2775;p71">
                <a:extLst>
                  <a:ext uri="{FF2B5EF4-FFF2-40B4-BE49-F238E27FC236}">
                    <a16:creationId xmlns:a16="http://schemas.microsoft.com/office/drawing/2014/main" id="{97112B98-D376-5EFF-7341-937294770D47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FF00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2776" name="Google Shape;2776;p71">
                <a:extLst>
                  <a:ext uri="{FF2B5EF4-FFF2-40B4-BE49-F238E27FC236}">
                    <a16:creationId xmlns:a16="http://schemas.microsoft.com/office/drawing/2014/main" id="{1792727C-C770-2F01-4149-4747C57AF6ED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00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2777" name="Google Shape;2777;p71">
              <a:extLst>
                <a:ext uri="{FF2B5EF4-FFF2-40B4-BE49-F238E27FC236}">
                  <a16:creationId xmlns:a16="http://schemas.microsoft.com/office/drawing/2014/main" id="{504CAE85-FC5D-6194-4F84-7AB43543F8A7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0x02</a:t>
              </a:r>
              <a:endParaRPr sz="1200"/>
            </a:p>
          </p:txBody>
        </p:sp>
      </p:grpSp>
      <p:grpSp>
        <p:nvGrpSpPr>
          <p:cNvPr id="2778" name="Google Shape;2778;p71">
            <a:extLst>
              <a:ext uri="{FF2B5EF4-FFF2-40B4-BE49-F238E27FC236}">
                <a16:creationId xmlns:a16="http://schemas.microsoft.com/office/drawing/2014/main" id="{18BC080C-E908-17B6-BCDC-F7D78FA83C44}"/>
              </a:ext>
            </a:extLst>
          </p:cNvPr>
          <p:cNvGrpSpPr/>
          <p:nvPr/>
        </p:nvGrpSpPr>
        <p:grpSpPr>
          <a:xfrm>
            <a:off x="2777075" y="4047950"/>
            <a:ext cx="803700" cy="838800"/>
            <a:chOff x="6538675" y="262075"/>
            <a:chExt cx="803700" cy="838800"/>
          </a:xfrm>
        </p:grpSpPr>
        <p:sp>
          <p:nvSpPr>
            <p:cNvPr id="2779" name="Google Shape;2779;p71">
              <a:extLst>
                <a:ext uri="{FF2B5EF4-FFF2-40B4-BE49-F238E27FC236}">
                  <a16:creationId xmlns:a16="http://schemas.microsoft.com/office/drawing/2014/main" id="{4F7ACDB4-95D7-CD02-0149-03A6C5DF4D0D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0x03</a:t>
              </a:r>
              <a:endParaRPr sz="1200"/>
            </a:p>
          </p:txBody>
        </p:sp>
        <p:grpSp>
          <p:nvGrpSpPr>
            <p:cNvPr id="2780" name="Google Shape;2780;p71">
              <a:extLst>
                <a:ext uri="{FF2B5EF4-FFF2-40B4-BE49-F238E27FC236}">
                  <a16:creationId xmlns:a16="http://schemas.microsoft.com/office/drawing/2014/main" id="{0EA2F7BD-21E5-C8D2-B479-3466B068D678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781" name="Google Shape;2781;p71">
                <a:extLst>
                  <a:ext uri="{FF2B5EF4-FFF2-40B4-BE49-F238E27FC236}">
                    <a16:creationId xmlns:a16="http://schemas.microsoft.com/office/drawing/2014/main" id="{D89CE454-04F9-E2DA-DB65-D93EDF098E7F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FF00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2782" name="Google Shape;2782;p71">
                <a:extLst>
                  <a:ext uri="{FF2B5EF4-FFF2-40B4-BE49-F238E27FC236}">
                    <a16:creationId xmlns:a16="http://schemas.microsoft.com/office/drawing/2014/main" id="{EAA8690D-93A9-E29B-1457-FA9C1F050F86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00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</p:grpSp>
      <p:grpSp>
        <p:nvGrpSpPr>
          <p:cNvPr id="2783" name="Google Shape;2783;p71">
            <a:extLst>
              <a:ext uri="{FF2B5EF4-FFF2-40B4-BE49-F238E27FC236}">
                <a16:creationId xmlns:a16="http://schemas.microsoft.com/office/drawing/2014/main" id="{E67D807B-9E50-819F-D2C6-9D1EC7B38EF1}"/>
              </a:ext>
            </a:extLst>
          </p:cNvPr>
          <p:cNvGrpSpPr/>
          <p:nvPr/>
        </p:nvGrpSpPr>
        <p:grpSpPr>
          <a:xfrm>
            <a:off x="3877650" y="4047950"/>
            <a:ext cx="803700" cy="838800"/>
            <a:chOff x="6538675" y="262075"/>
            <a:chExt cx="803700" cy="838800"/>
          </a:xfrm>
        </p:grpSpPr>
        <p:grpSp>
          <p:nvGrpSpPr>
            <p:cNvPr id="2784" name="Google Shape;2784;p71">
              <a:extLst>
                <a:ext uri="{FF2B5EF4-FFF2-40B4-BE49-F238E27FC236}">
                  <a16:creationId xmlns:a16="http://schemas.microsoft.com/office/drawing/2014/main" id="{047AB88A-6AA9-532F-5932-A64689840FD5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785" name="Google Shape;2785;p71">
                <a:extLst>
                  <a:ext uri="{FF2B5EF4-FFF2-40B4-BE49-F238E27FC236}">
                    <a16:creationId xmlns:a16="http://schemas.microsoft.com/office/drawing/2014/main" id="{5F3E6C0E-C9A7-2E74-F06A-6DBBAC34DCB8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FF00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0x03</a:t>
                </a:r>
                <a:endParaRPr/>
              </a:p>
            </p:txBody>
          </p:sp>
          <p:sp>
            <p:nvSpPr>
              <p:cNvPr id="2786" name="Google Shape;2786;p71">
                <a:extLst>
                  <a:ext uri="{FF2B5EF4-FFF2-40B4-BE49-F238E27FC236}">
                    <a16:creationId xmlns:a16="http://schemas.microsoft.com/office/drawing/2014/main" id="{B84CD9E4-93C1-8420-472D-631B16317988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00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30</a:t>
                </a:r>
                <a:endParaRPr/>
              </a:p>
            </p:txBody>
          </p:sp>
        </p:grpSp>
        <p:sp>
          <p:nvSpPr>
            <p:cNvPr id="2787" name="Google Shape;2787;p71">
              <a:extLst>
                <a:ext uri="{FF2B5EF4-FFF2-40B4-BE49-F238E27FC236}">
                  <a16:creationId xmlns:a16="http://schemas.microsoft.com/office/drawing/2014/main" id="{D7E547D3-2BD8-55D9-F0C0-53E6A5FA2E98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>
                  <a:solidFill>
                    <a:schemeClr val="dk1"/>
                  </a:solidFill>
                </a:rPr>
                <a:t>0x04</a:t>
              </a:r>
              <a:endParaRPr sz="1200">
                <a:solidFill>
                  <a:schemeClr val="dk1"/>
                </a:solidFill>
              </a:endParaRPr>
            </a:p>
          </p:txBody>
        </p:sp>
      </p:grpSp>
      <p:cxnSp>
        <p:nvCxnSpPr>
          <p:cNvPr id="2788" name="Google Shape;2788;p71">
            <a:extLst>
              <a:ext uri="{FF2B5EF4-FFF2-40B4-BE49-F238E27FC236}">
                <a16:creationId xmlns:a16="http://schemas.microsoft.com/office/drawing/2014/main" id="{0AA8CDDD-F804-F7FD-BBD5-667352898F3C}"/>
              </a:ext>
            </a:extLst>
          </p:cNvPr>
          <p:cNvCxnSpPr>
            <a:stCxn id="2777" idx="3"/>
            <a:endCxn id="2781" idx="1"/>
          </p:cNvCxnSpPr>
          <p:nvPr/>
        </p:nvCxnSpPr>
        <p:spPr>
          <a:xfrm rot="10800000" flipH="1">
            <a:off x="2433925" y="4187725"/>
            <a:ext cx="3432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89" name="Google Shape;2789;p71">
            <a:extLst>
              <a:ext uri="{FF2B5EF4-FFF2-40B4-BE49-F238E27FC236}">
                <a16:creationId xmlns:a16="http://schemas.microsoft.com/office/drawing/2014/main" id="{281E27AC-9EC7-1592-5485-4A7E85C10F6D}"/>
              </a:ext>
            </a:extLst>
          </p:cNvPr>
          <p:cNvCxnSpPr>
            <a:endCxn id="2785" idx="1"/>
          </p:cNvCxnSpPr>
          <p:nvPr/>
        </p:nvCxnSpPr>
        <p:spPr>
          <a:xfrm rot="10800000" flipH="1">
            <a:off x="3580650" y="4187750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90" name="Google Shape;2790;p71">
            <a:extLst>
              <a:ext uri="{FF2B5EF4-FFF2-40B4-BE49-F238E27FC236}">
                <a16:creationId xmlns:a16="http://schemas.microsoft.com/office/drawing/2014/main" id="{ED84BA71-C086-3B77-70DB-FDE67DE1BB23}"/>
              </a:ext>
            </a:extLst>
          </p:cNvPr>
          <p:cNvCxnSpPr>
            <a:stCxn id="2769" idx="1"/>
            <a:endCxn id="2775" idx="1"/>
          </p:cNvCxnSpPr>
          <p:nvPr/>
        </p:nvCxnSpPr>
        <p:spPr>
          <a:xfrm>
            <a:off x="498900" y="2089850"/>
            <a:ext cx="11313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791" name="Google Shape;2791;p71">
            <a:extLst>
              <a:ext uri="{FF2B5EF4-FFF2-40B4-BE49-F238E27FC236}">
                <a16:creationId xmlns:a16="http://schemas.microsoft.com/office/drawing/2014/main" id="{CA36B5D3-5803-7B24-1FA7-EFDEFA4AB891}"/>
              </a:ext>
            </a:extLst>
          </p:cNvPr>
          <p:cNvGrpSpPr/>
          <p:nvPr/>
        </p:nvGrpSpPr>
        <p:grpSpPr>
          <a:xfrm>
            <a:off x="4991725" y="4047925"/>
            <a:ext cx="803700" cy="838800"/>
            <a:chOff x="6538675" y="262075"/>
            <a:chExt cx="803700" cy="838800"/>
          </a:xfrm>
        </p:grpSpPr>
        <p:grpSp>
          <p:nvGrpSpPr>
            <p:cNvPr id="2792" name="Google Shape;2792;p71">
              <a:extLst>
                <a:ext uri="{FF2B5EF4-FFF2-40B4-BE49-F238E27FC236}">
                  <a16:creationId xmlns:a16="http://schemas.microsoft.com/office/drawing/2014/main" id="{3CD4F7D6-0EF3-0951-15AD-611D721D0EDA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793" name="Google Shape;2793;p71">
                <a:extLst>
                  <a:ext uri="{FF2B5EF4-FFF2-40B4-BE49-F238E27FC236}">
                    <a16:creationId xmlns:a16="http://schemas.microsoft.com/office/drawing/2014/main" id="{6FFF1C1D-2286-D538-4B63-4DBF94769A93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FF00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0x04</a:t>
                </a:r>
                <a:endParaRPr/>
              </a:p>
            </p:txBody>
          </p:sp>
          <p:sp>
            <p:nvSpPr>
              <p:cNvPr id="2794" name="Google Shape;2794;p71">
                <a:extLst>
                  <a:ext uri="{FF2B5EF4-FFF2-40B4-BE49-F238E27FC236}">
                    <a16:creationId xmlns:a16="http://schemas.microsoft.com/office/drawing/2014/main" id="{9F55B08A-061C-7F5F-F20F-49275789AD1A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00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40</a:t>
                </a:r>
                <a:endParaRPr/>
              </a:p>
            </p:txBody>
          </p:sp>
        </p:grpSp>
        <p:sp>
          <p:nvSpPr>
            <p:cNvPr id="2795" name="Google Shape;2795;p71">
              <a:extLst>
                <a:ext uri="{FF2B5EF4-FFF2-40B4-BE49-F238E27FC236}">
                  <a16:creationId xmlns:a16="http://schemas.microsoft.com/office/drawing/2014/main" id="{32A55587-DDF4-50DC-4E15-13DE691B01FB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0x05</a:t>
              </a:r>
              <a:endParaRPr sz="1200"/>
            </a:p>
          </p:txBody>
        </p:sp>
      </p:grpSp>
      <p:grpSp>
        <p:nvGrpSpPr>
          <p:cNvPr id="2796" name="Google Shape;2796;p71">
            <a:extLst>
              <a:ext uri="{FF2B5EF4-FFF2-40B4-BE49-F238E27FC236}">
                <a16:creationId xmlns:a16="http://schemas.microsoft.com/office/drawing/2014/main" id="{081F7AC2-0EA1-87F6-97BF-5DAEDD1D54A1}"/>
              </a:ext>
            </a:extLst>
          </p:cNvPr>
          <p:cNvGrpSpPr/>
          <p:nvPr/>
        </p:nvGrpSpPr>
        <p:grpSpPr>
          <a:xfrm>
            <a:off x="6092300" y="4047925"/>
            <a:ext cx="803700" cy="838800"/>
            <a:chOff x="6538675" y="262075"/>
            <a:chExt cx="803700" cy="838800"/>
          </a:xfrm>
        </p:grpSpPr>
        <p:grpSp>
          <p:nvGrpSpPr>
            <p:cNvPr id="2797" name="Google Shape;2797;p71">
              <a:extLst>
                <a:ext uri="{FF2B5EF4-FFF2-40B4-BE49-F238E27FC236}">
                  <a16:creationId xmlns:a16="http://schemas.microsoft.com/office/drawing/2014/main" id="{E7926F16-3843-CCFA-D09E-2848B9248E6A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798" name="Google Shape;2798;p71">
                <a:extLst>
                  <a:ext uri="{FF2B5EF4-FFF2-40B4-BE49-F238E27FC236}">
                    <a16:creationId xmlns:a16="http://schemas.microsoft.com/office/drawing/2014/main" id="{182A3729-4EC8-3C56-BF87-876C24CD8CB0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FF00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0x05</a:t>
                </a:r>
                <a:endParaRPr/>
              </a:p>
            </p:txBody>
          </p:sp>
          <p:sp>
            <p:nvSpPr>
              <p:cNvPr id="2799" name="Google Shape;2799;p71">
                <a:extLst>
                  <a:ext uri="{FF2B5EF4-FFF2-40B4-BE49-F238E27FC236}">
                    <a16:creationId xmlns:a16="http://schemas.microsoft.com/office/drawing/2014/main" id="{3081F849-8DA7-6052-8836-131E08E731F4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00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50</a:t>
                </a:r>
                <a:endParaRPr/>
              </a:p>
            </p:txBody>
          </p:sp>
        </p:grpSp>
        <p:sp>
          <p:nvSpPr>
            <p:cNvPr id="2800" name="Google Shape;2800;p71">
              <a:extLst>
                <a:ext uri="{FF2B5EF4-FFF2-40B4-BE49-F238E27FC236}">
                  <a16:creationId xmlns:a16="http://schemas.microsoft.com/office/drawing/2014/main" id="{C046C2AF-F300-25F1-98B8-1624B8C7AE3A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pNext</a:t>
              </a:r>
              <a:endParaRPr sz="1200"/>
            </a:p>
          </p:txBody>
        </p:sp>
      </p:grpSp>
      <p:cxnSp>
        <p:nvCxnSpPr>
          <p:cNvPr id="2801" name="Google Shape;2801;p71">
            <a:extLst>
              <a:ext uri="{FF2B5EF4-FFF2-40B4-BE49-F238E27FC236}">
                <a16:creationId xmlns:a16="http://schemas.microsoft.com/office/drawing/2014/main" id="{2F3E9DD1-C4D8-79F1-85FB-D351EAFCFA68}"/>
              </a:ext>
            </a:extLst>
          </p:cNvPr>
          <p:cNvCxnSpPr>
            <a:stCxn id="2795" idx="3"/>
            <a:endCxn id="2798" idx="1"/>
          </p:cNvCxnSpPr>
          <p:nvPr/>
        </p:nvCxnSpPr>
        <p:spPr>
          <a:xfrm rot="10800000" flipH="1">
            <a:off x="5795425" y="4187725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02" name="Google Shape;2802;p71">
            <a:extLst>
              <a:ext uri="{FF2B5EF4-FFF2-40B4-BE49-F238E27FC236}">
                <a16:creationId xmlns:a16="http://schemas.microsoft.com/office/drawing/2014/main" id="{3C7D884A-17B4-AEF7-4A0A-BCE58A690DF6}"/>
              </a:ext>
            </a:extLst>
          </p:cNvPr>
          <p:cNvCxnSpPr>
            <a:stCxn id="2772" idx="1"/>
            <a:endCxn id="2775" idx="1"/>
          </p:cNvCxnSpPr>
          <p:nvPr/>
        </p:nvCxnSpPr>
        <p:spPr>
          <a:xfrm>
            <a:off x="1571525" y="2089850"/>
            <a:ext cx="588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803" name="Google Shape;2803;p71">
            <a:extLst>
              <a:ext uri="{FF2B5EF4-FFF2-40B4-BE49-F238E27FC236}">
                <a16:creationId xmlns:a16="http://schemas.microsoft.com/office/drawing/2014/main" id="{60B2A403-1E01-ACA0-1264-5C8B81FCE5F7}"/>
              </a:ext>
            </a:extLst>
          </p:cNvPr>
          <p:cNvGrpSpPr/>
          <p:nvPr/>
        </p:nvGrpSpPr>
        <p:grpSpPr>
          <a:xfrm>
            <a:off x="2594425" y="1658163"/>
            <a:ext cx="803700" cy="559200"/>
            <a:chOff x="725125" y="742575"/>
            <a:chExt cx="803700" cy="559200"/>
          </a:xfrm>
        </p:grpSpPr>
        <p:sp>
          <p:nvSpPr>
            <p:cNvPr id="2804" name="Google Shape;2804;p71">
              <a:extLst>
                <a:ext uri="{FF2B5EF4-FFF2-40B4-BE49-F238E27FC236}">
                  <a16:creationId xmlns:a16="http://schemas.microsoft.com/office/drawing/2014/main" id="{B82B621D-357A-C294-5BF5-6E3D1B19833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Find</a:t>
              </a:r>
              <a:endParaRPr/>
            </a:p>
          </p:txBody>
        </p:sp>
        <p:sp>
          <p:nvSpPr>
            <p:cNvPr id="2805" name="Google Shape;2805;p71">
              <a:extLst>
                <a:ext uri="{FF2B5EF4-FFF2-40B4-BE49-F238E27FC236}">
                  <a16:creationId xmlns:a16="http://schemas.microsoft.com/office/drawing/2014/main" id="{E680671E-02C5-BD5F-0E5D-C8C4AECB14D6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0x04</a:t>
              </a:r>
              <a:endParaRPr/>
            </a:p>
          </p:txBody>
        </p:sp>
      </p:grpSp>
      <p:cxnSp>
        <p:nvCxnSpPr>
          <p:cNvPr id="2806" name="Google Shape;2806;p71">
            <a:extLst>
              <a:ext uri="{FF2B5EF4-FFF2-40B4-BE49-F238E27FC236}">
                <a16:creationId xmlns:a16="http://schemas.microsoft.com/office/drawing/2014/main" id="{DA4F5A4A-E8EB-08A7-FB3F-A2467691AA72}"/>
              </a:ext>
            </a:extLst>
          </p:cNvPr>
          <p:cNvCxnSpPr>
            <a:stCxn id="2805" idx="1"/>
            <a:endCxn id="2793" idx="1"/>
          </p:cNvCxnSpPr>
          <p:nvPr/>
        </p:nvCxnSpPr>
        <p:spPr>
          <a:xfrm>
            <a:off x="2594425" y="2077563"/>
            <a:ext cx="2397300" cy="21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07" name="Google Shape;2807;p71">
            <a:extLst>
              <a:ext uri="{FF2B5EF4-FFF2-40B4-BE49-F238E27FC236}">
                <a16:creationId xmlns:a16="http://schemas.microsoft.com/office/drawing/2014/main" id="{B77DD8DA-767B-4CD6-F9F3-247635A8303B}"/>
              </a:ext>
            </a:extLst>
          </p:cNvPr>
          <p:cNvCxnSpPr>
            <a:stCxn id="2787" idx="3"/>
            <a:endCxn id="2793" idx="1"/>
          </p:cNvCxnSpPr>
          <p:nvPr/>
        </p:nvCxnSpPr>
        <p:spPr>
          <a:xfrm rot="10800000" flipH="1">
            <a:off x="4681350" y="4187750"/>
            <a:ext cx="3105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808" name="Google Shape;2808;p71">
            <a:extLst>
              <a:ext uri="{FF2B5EF4-FFF2-40B4-BE49-F238E27FC236}">
                <a16:creationId xmlns:a16="http://schemas.microsoft.com/office/drawing/2014/main" id="{FFC6CD0F-95C5-51EB-8EE7-98AD1ED7FD86}"/>
              </a:ext>
            </a:extLst>
          </p:cNvPr>
          <p:cNvGrpSpPr/>
          <p:nvPr/>
        </p:nvGrpSpPr>
        <p:grpSpPr>
          <a:xfrm>
            <a:off x="4323662" y="1905650"/>
            <a:ext cx="803700" cy="559200"/>
            <a:chOff x="725125" y="742575"/>
            <a:chExt cx="803700" cy="559200"/>
          </a:xfrm>
        </p:grpSpPr>
        <p:sp>
          <p:nvSpPr>
            <p:cNvPr id="2809" name="Google Shape;2809;p71">
              <a:extLst>
                <a:ext uri="{FF2B5EF4-FFF2-40B4-BE49-F238E27FC236}">
                  <a16:creationId xmlns:a16="http://schemas.microsoft.com/office/drawing/2014/main" id="{5463DAA4-44AE-557D-3599-8A76BBC81717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pStart</a:t>
              </a:r>
              <a:endParaRPr sz="1200"/>
            </a:p>
          </p:txBody>
        </p:sp>
        <p:sp>
          <p:nvSpPr>
            <p:cNvPr id="2810" name="Google Shape;2810;p71">
              <a:extLst>
                <a:ext uri="{FF2B5EF4-FFF2-40B4-BE49-F238E27FC236}">
                  <a16:creationId xmlns:a16="http://schemas.microsoft.com/office/drawing/2014/main" id="{6D947DB0-3E55-9504-66BF-34F61A1F61FD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solidFill>
                    <a:schemeClr val="dk1"/>
                  </a:solidFill>
                </a:rPr>
                <a:t>N</a:t>
              </a:r>
              <a:endParaRPr dirty="0">
                <a:solidFill>
                  <a:schemeClr val="dk1"/>
                </a:solidFill>
              </a:endParaRPr>
            </a:p>
          </p:txBody>
        </p:sp>
      </p:grpSp>
      <p:sp>
        <p:nvSpPr>
          <p:cNvPr id="2811" name="Google Shape;2811;p71">
            <a:extLst>
              <a:ext uri="{FF2B5EF4-FFF2-40B4-BE49-F238E27FC236}">
                <a16:creationId xmlns:a16="http://schemas.microsoft.com/office/drawing/2014/main" id="{C6AF1B2D-7CA6-98DC-349C-FDAA513D1207}"/>
              </a:ext>
            </a:extLst>
          </p:cNvPr>
          <p:cNvSpPr txBox="1"/>
          <p:nvPr/>
        </p:nvSpPr>
        <p:spPr>
          <a:xfrm>
            <a:off x="4066000" y="1370250"/>
            <a:ext cx="367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65 DeleteLinkedList(pBegin)</a:t>
            </a:r>
            <a:endParaRPr/>
          </a:p>
        </p:txBody>
      </p:sp>
      <p:cxnSp>
        <p:nvCxnSpPr>
          <p:cNvPr id="2812" name="Google Shape;2812;p71">
            <a:extLst>
              <a:ext uri="{FF2B5EF4-FFF2-40B4-BE49-F238E27FC236}">
                <a16:creationId xmlns:a16="http://schemas.microsoft.com/office/drawing/2014/main" id="{A395EE14-2378-3C83-4B18-D2964E4490D3}"/>
              </a:ext>
            </a:extLst>
          </p:cNvPr>
          <p:cNvCxnSpPr>
            <a:stCxn id="2810" idx="1"/>
            <a:endCxn id="2768" idx="3"/>
          </p:cNvCxnSpPr>
          <p:nvPr/>
        </p:nvCxnSpPr>
        <p:spPr>
          <a:xfrm flipH="1" flipV="1">
            <a:off x="1302600" y="1810250"/>
            <a:ext cx="3021062" cy="514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813" name="Google Shape;2813;p71">
            <a:extLst>
              <a:ext uri="{FF2B5EF4-FFF2-40B4-BE49-F238E27FC236}">
                <a16:creationId xmlns:a16="http://schemas.microsoft.com/office/drawing/2014/main" id="{0D730D3B-E4E5-7A2D-968C-72A0FAA84B09}"/>
              </a:ext>
            </a:extLst>
          </p:cNvPr>
          <p:cNvGrpSpPr/>
          <p:nvPr/>
        </p:nvGrpSpPr>
        <p:grpSpPr>
          <a:xfrm>
            <a:off x="6014875" y="2520138"/>
            <a:ext cx="803700" cy="559200"/>
            <a:chOff x="725125" y="742575"/>
            <a:chExt cx="803700" cy="559200"/>
          </a:xfrm>
        </p:grpSpPr>
        <p:sp>
          <p:nvSpPr>
            <p:cNvPr id="2814" name="Google Shape;2814;p71">
              <a:extLst>
                <a:ext uri="{FF2B5EF4-FFF2-40B4-BE49-F238E27FC236}">
                  <a16:creationId xmlns:a16="http://schemas.microsoft.com/office/drawing/2014/main" id="{D72062DF-0CA0-7506-4F44-351CCD3BE732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Node</a:t>
              </a:r>
              <a:endParaRPr/>
            </a:p>
          </p:txBody>
        </p:sp>
        <p:sp>
          <p:nvSpPr>
            <p:cNvPr id="2815" name="Google Shape;2815;p71">
              <a:extLst>
                <a:ext uri="{FF2B5EF4-FFF2-40B4-BE49-F238E27FC236}">
                  <a16:creationId xmlns:a16="http://schemas.microsoft.com/office/drawing/2014/main" id="{671DF9FC-F837-87B5-8FE7-4D2ED02A5BE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?</a:t>
              </a:r>
              <a:endParaRPr/>
            </a:p>
          </p:txBody>
        </p:sp>
      </p:grpSp>
      <p:grpSp>
        <p:nvGrpSpPr>
          <p:cNvPr id="2816" name="Google Shape;2816;p71">
            <a:extLst>
              <a:ext uri="{FF2B5EF4-FFF2-40B4-BE49-F238E27FC236}">
                <a16:creationId xmlns:a16="http://schemas.microsoft.com/office/drawing/2014/main" id="{69E8708C-B9E2-432E-D871-5423299FAB1C}"/>
              </a:ext>
            </a:extLst>
          </p:cNvPr>
          <p:cNvGrpSpPr/>
          <p:nvPr/>
        </p:nvGrpSpPr>
        <p:grpSpPr>
          <a:xfrm>
            <a:off x="6976950" y="2520138"/>
            <a:ext cx="803700" cy="559200"/>
            <a:chOff x="725125" y="742575"/>
            <a:chExt cx="803700" cy="559200"/>
          </a:xfrm>
        </p:grpSpPr>
        <p:sp>
          <p:nvSpPr>
            <p:cNvPr id="2817" name="Google Shape;2817;p71">
              <a:extLst>
                <a:ext uri="{FF2B5EF4-FFF2-40B4-BE49-F238E27FC236}">
                  <a16:creationId xmlns:a16="http://schemas.microsoft.com/office/drawing/2014/main" id="{E385F5CE-523A-9E90-068C-7DAA2F7E576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pDel</a:t>
              </a:r>
              <a:endParaRPr/>
            </a:p>
          </p:txBody>
        </p:sp>
        <p:sp>
          <p:nvSpPr>
            <p:cNvPr id="2818" name="Google Shape;2818;p71">
              <a:extLst>
                <a:ext uri="{FF2B5EF4-FFF2-40B4-BE49-F238E27FC236}">
                  <a16:creationId xmlns:a16="http://schemas.microsoft.com/office/drawing/2014/main" id="{2F5CD407-5734-DCF4-980C-0D171B9F673C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0x05</a:t>
              </a:r>
              <a:endParaRPr/>
            </a:p>
          </p:txBody>
        </p:sp>
      </p:grpSp>
      <p:cxnSp>
        <p:nvCxnSpPr>
          <p:cNvPr id="2819" name="Google Shape;2819;p71">
            <a:extLst>
              <a:ext uri="{FF2B5EF4-FFF2-40B4-BE49-F238E27FC236}">
                <a16:creationId xmlns:a16="http://schemas.microsoft.com/office/drawing/2014/main" id="{C33A0190-7FD7-601E-DA29-6F504009418B}"/>
              </a:ext>
            </a:extLst>
          </p:cNvPr>
          <p:cNvCxnSpPr>
            <a:stCxn id="2810" idx="2"/>
            <a:endCxn id="2815" idx="0"/>
          </p:cNvCxnSpPr>
          <p:nvPr/>
        </p:nvCxnSpPr>
        <p:spPr>
          <a:xfrm>
            <a:off x="4725512" y="2464850"/>
            <a:ext cx="1691213" cy="33488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2820" name="Google Shape;2820;p71">
            <a:extLst>
              <a:ext uri="{FF2B5EF4-FFF2-40B4-BE49-F238E27FC236}">
                <a16:creationId xmlns:a16="http://schemas.microsoft.com/office/drawing/2014/main" id="{1CD34531-6592-C178-F64B-444B38355AD2}"/>
              </a:ext>
            </a:extLst>
          </p:cNvPr>
          <p:cNvCxnSpPr>
            <a:stCxn id="2818" idx="1"/>
            <a:endCxn id="2798" idx="0"/>
          </p:cNvCxnSpPr>
          <p:nvPr/>
        </p:nvCxnSpPr>
        <p:spPr>
          <a:xfrm flipH="1">
            <a:off x="6494250" y="2939538"/>
            <a:ext cx="482700" cy="1108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821" name="Google Shape;2821;p71">
            <a:extLst>
              <a:ext uri="{FF2B5EF4-FFF2-40B4-BE49-F238E27FC236}">
                <a16:creationId xmlns:a16="http://schemas.microsoft.com/office/drawing/2014/main" id="{A2B49FAA-FC01-1188-D67D-413C6CA20EA2}"/>
              </a:ext>
            </a:extLst>
          </p:cNvPr>
          <p:cNvSpPr txBox="1"/>
          <p:nvPr/>
        </p:nvSpPr>
        <p:spPr>
          <a:xfrm>
            <a:off x="387900" y="3510725"/>
            <a:ext cx="4089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FF0000"/>
                </a:solidFill>
              </a:rPr>
              <a:t>먼저삭제한다면,다음노드에 접근할수 없다!</a:t>
            </a:r>
            <a:endParaRPr>
              <a:solidFill>
                <a:srgbClr val="FF0000"/>
              </a:solidFill>
            </a:endParaRPr>
          </a:p>
        </p:txBody>
      </p:sp>
      <p:cxnSp>
        <p:nvCxnSpPr>
          <p:cNvPr id="2822" name="Google Shape;2822;p71">
            <a:extLst>
              <a:ext uri="{FF2B5EF4-FFF2-40B4-BE49-F238E27FC236}">
                <a16:creationId xmlns:a16="http://schemas.microsoft.com/office/drawing/2014/main" id="{34E2B530-B435-2B9C-0107-E1962E726B3C}"/>
              </a:ext>
            </a:extLst>
          </p:cNvPr>
          <p:cNvCxnSpPr>
            <a:stCxn id="2800" idx="1"/>
            <a:endCxn id="2815" idx="0"/>
          </p:cNvCxnSpPr>
          <p:nvPr/>
        </p:nvCxnSpPr>
        <p:spPr>
          <a:xfrm rot="10800000" flipH="1">
            <a:off x="6092300" y="2799625"/>
            <a:ext cx="324300" cy="1947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2823" name="Google Shape;2823;p71">
            <a:extLst>
              <a:ext uri="{FF2B5EF4-FFF2-40B4-BE49-F238E27FC236}">
                <a16:creationId xmlns:a16="http://schemas.microsoft.com/office/drawing/2014/main" id="{27910222-E99B-9F9D-C1D1-547EE9F39ECA}"/>
              </a:ext>
            </a:extLst>
          </p:cNvPr>
          <p:cNvSpPr txBox="1"/>
          <p:nvPr/>
        </p:nvSpPr>
        <p:spPr>
          <a:xfrm>
            <a:off x="3466100" y="2185250"/>
            <a:ext cx="850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pStart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4397653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" name="Google Shape;2765;p7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모두 삭제 문제점 - 이중포인터를 활용한 pBeign변경</a:t>
            </a:r>
            <a:endParaRPr/>
          </a:p>
        </p:txBody>
      </p:sp>
      <p:sp>
        <p:nvSpPr>
          <p:cNvPr id="2766" name="Google Shape;2766;p71"/>
          <p:cNvSpPr txBox="1"/>
          <p:nvPr/>
        </p:nvSpPr>
        <p:spPr>
          <a:xfrm>
            <a:off x="387900" y="1190175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34 main()</a:t>
            </a:r>
            <a:endParaRPr/>
          </a:p>
        </p:txBody>
      </p:sp>
      <p:grpSp>
        <p:nvGrpSpPr>
          <p:cNvPr id="2767" name="Google Shape;2767;p71"/>
          <p:cNvGrpSpPr/>
          <p:nvPr/>
        </p:nvGrpSpPr>
        <p:grpSpPr>
          <a:xfrm>
            <a:off x="498900" y="1670450"/>
            <a:ext cx="803700" cy="559200"/>
            <a:chOff x="725125" y="742575"/>
            <a:chExt cx="803700" cy="559200"/>
          </a:xfrm>
        </p:grpSpPr>
        <p:sp>
          <p:nvSpPr>
            <p:cNvPr id="2768" name="Google Shape;2768;p71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/>
                <a:t>pBegin</a:t>
              </a:r>
              <a:br>
                <a:rPr lang="ko" dirty="0"/>
              </a:br>
              <a:r>
                <a:rPr lang="ko" dirty="0"/>
                <a:t>(0x50)</a:t>
              </a:r>
              <a:endParaRPr dirty="0"/>
            </a:p>
          </p:txBody>
        </p:sp>
        <p:sp>
          <p:nvSpPr>
            <p:cNvPr id="2769" name="Google Shape;2769;p71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>
                  <a:solidFill>
                    <a:srgbClr val="FF0000"/>
                  </a:solidFill>
                </a:rPr>
                <a:t>N</a:t>
              </a:r>
              <a:endParaRPr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770" name="Google Shape;2770;p71"/>
          <p:cNvGrpSpPr/>
          <p:nvPr/>
        </p:nvGrpSpPr>
        <p:grpSpPr>
          <a:xfrm>
            <a:off x="1571525" y="1670450"/>
            <a:ext cx="803700" cy="559200"/>
            <a:chOff x="725125" y="742575"/>
            <a:chExt cx="803700" cy="559200"/>
          </a:xfrm>
        </p:grpSpPr>
        <p:sp>
          <p:nvSpPr>
            <p:cNvPr id="2771" name="Google Shape;2771;p71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End</a:t>
              </a:r>
              <a:endParaRPr/>
            </a:p>
          </p:txBody>
        </p:sp>
        <p:sp>
          <p:nvSpPr>
            <p:cNvPr id="2772" name="Google Shape;2772;p71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2773" name="Google Shape;2773;p71"/>
          <p:cNvGrpSpPr/>
          <p:nvPr/>
        </p:nvGrpSpPr>
        <p:grpSpPr>
          <a:xfrm>
            <a:off x="1630225" y="4047925"/>
            <a:ext cx="803700" cy="838800"/>
            <a:chOff x="6538675" y="262075"/>
            <a:chExt cx="803700" cy="838800"/>
          </a:xfrm>
        </p:grpSpPr>
        <p:grpSp>
          <p:nvGrpSpPr>
            <p:cNvPr id="2774" name="Google Shape;2774;p71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775" name="Google Shape;2775;p71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FF00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2776" name="Google Shape;2776;p71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00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2777" name="Google Shape;2777;p71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0x02</a:t>
              </a:r>
              <a:endParaRPr sz="1200"/>
            </a:p>
          </p:txBody>
        </p:sp>
      </p:grpSp>
      <p:grpSp>
        <p:nvGrpSpPr>
          <p:cNvPr id="2778" name="Google Shape;2778;p71"/>
          <p:cNvGrpSpPr/>
          <p:nvPr/>
        </p:nvGrpSpPr>
        <p:grpSpPr>
          <a:xfrm>
            <a:off x="2777075" y="4047950"/>
            <a:ext cx="803700" cy="838800"/>
            <a:chOff x="6538675" y="262075"/>
            <a:chExt cx="803700" cy="838800"/>
          </a:xfrm>
        </p:grpSpPr>
        <p:sp>
          <p:nvSpPr>
            <p:cNvPr id="2779" name="Google Shape;2779;p71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0x03</a:t>
              </a:r>
              <a:endParaRPr sz="1200"/>
            </a:p>
          </p:txBody>
        </p:sp>
        <p:grpSp>
          <p:nvGrpSpPr>
            <p:cNvPr id="2780" name="Google Shape;2780;p71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781" name="Google Shape;2781;p71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FF00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2782" name="Google Shape;2782;p71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00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</p:grpSp>
      <p:grpSp>
        <p:nvGrpSpPr>
          <p:cNvPr id="2783" name="Google Shape;2783;p71"/>
          <p:cNvGrpSpPr/>
          <p:nvPr/>
        </p:nvGrpSpPr>
        <p:grpSpPr>
          <a:xfrm>
            <a:off x="3877650" y="4047950"/>
            <a:ext cx="803700" cy="838800"/>
            <a:chOff x="6538675" y="262075"/>
            <a:chExt cx="803700" cy="838800"/>
          </a:xfrm>
        </p:grpSpPr>
        <p:grpSp>
          <p:nvGrpSpPr>
            <p:cNvPr id="2784" name="Google Shape;2784;p71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785" name="Google Shape;2785;p71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FF00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0x03</a:t>
                </a:r>
                <a:endParaRPr/>
              </a:p>
            </p:txBody>
          </p:sp>
          <p:sp>
            <p:nvSpPr>
              <p:cNvPr id="2786" name="Google Shape;2786;p71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00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30</a:t>
                </a:r>
                <a:endParaRPr/>
              </a:p>
            </p:txBody>
          </p:sp>
        </p:grpSp>
        <p:sp>
          <p:nvSpPr>
            <p:cNvPr id="2787" name="Google Shape;2787;p71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>
                  <a:solidFill>
                    <a:schemeClr val="dk1"/>
                  </a:solidFill>
                </a:rPr>
                <a:t>0x04</a:t>
              </a:r>
              <a:endParaRPr sz="1200">
                <a:solidFill>
                  <a:schemeClr val="dk1"/>
                </a:solidFill>
              </a:endParaRPr>
            </a:p>
          </p:txBody>
        </p:sp>
      </p:grpSp>
      <p:cxnSp>
        <p:nvCxnSpPr>
          <p:cNvPr id="2788" name="Google Shape;2788;p71"/>
          <p:cNvCxnSpPr>
            <a:stCxn id="2777" idx="3"/>
            <a:endCxn id="2781" idx="1"/>
          </p:cNvCxnSpPr>
          <p:nvPr/>
        </p:nvCxnSpPr>
        <p:spPr>
          <a:xfrm rot="10800000" flipH="1">
            <a:off x="2433925" y="4187725"/>
            <a:ext cx="3432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89" name="Google Shape;2789;p71"/>
          <p:cNvCxnSpPr>
            <a:endCxn id="2785" idx="1"/>
          </p:cNvCxnSpPr>
          <p:nvPr/>
        </p:nvCxnSpPr>
        <p:spPr>
          <a:xfrm rot="10800000" flipH="1">
            <a:off x="3580650" y="4187750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90" name="Google Shape;2790;p71"/>
          <p:cNvCxnSpPr>
            <a:stCxn id="2769" idx="1"/>
            <a:endCxn id="2775" idx="1"/>
          </p:cNvCxnSpPr>
          <p:nvPr/>
        </p:nvCxnSpPr>
        <p:spPr>
          <a:xfrm>
            <a:off x="498900" y="2089850"/>
            <a:ext cx="11313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791" name="Google Shape;2791;p71"/>
          <p:cNvGrpSpPr/>
          <p:nvPr/>
        </p:nvGrpSpPr>
        <p:grpSpPr>
          <a:xfrm>
            <a:off x="4991725" y="4047925"/>
            <a:ext cx="803700" cy="838800"/>
            <a:chOff x="6538675" y="262075"/>
            <a:chExt cx="803700" cy="838800"/>
          </a:xfrm>
        </p:grpSpPr>
        <p:grpSp>
          <p:nvGrpSpPr>
            <p:cNvPr id="2792" name="Google Shape;2792;p71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793" name="Google Shape;2793;p71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FF00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0x04</a:t>
                </a:r>
                <a:endParaRPr/>
              </a:p>
            </p:txBody>
          </p:sp>
          <p:sp>
            <p:nvSpPr>
              <p:cNvPr id="2794" name="Google Shape;2794;p71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00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40</a:t>
                </a:r>
                <a:endParaRPr/>
              </a:p>
            </p:txBody>
          </p:sp>
        </p:grpSp>
        <p:sp>
          <p:nvSpPr>
            <p:cNvPr id="2795" name="Google Shape;2795;p71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0x05</a:t>
              </a:r>
              <a:endParaRPr sz="1200"/>
            </a:p>
          </p:txBody>
        </p:sp>
      </p:grpSp>
      <p:grpSp>
        <p:nvGrpSpPr>
          <p:cNvPr id="2796" name="Google Shape;2796;p71"/>
          <p:cNvGrpSpPr/>
          <p:nvPr/>
        </p:nvGrpSpPr>
        <p:grpSpPr>
          <a:xfrm>
            <a:off x="6092300" y="4047925"/>
            <a:ext cx="803700" cy="838800"/>
            <a:chOff x="6538675" y="262075"/>
            <a:chExt cx="803700" cy="838800"/>
          </a:xfrm>
        </p:grpSpPr>
        <p:grpSp>
          <p:nvGrpSpPr>
            <p:cNvPr id="2797" name="Google Shape;2797;p71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798" name="Google Shape;2798;p71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FF00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0x05</a:t>
                </a:r>
                <a:endParaRPr/>
              </a:p>
            </p:txBody>
          </p:sp>
          <p:sp>
            <p:nvSpPr>
              <p:cNvPr id="2799" name="Google Shape;2799;p71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00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50</a:t>
                </a:r>
                <a:endParaRPr/>
              </a:p>
            </p:txBody>
          </p:sp>
        </p:grpSp>
        <p:sp>
          <p:nvSpPr>
            <p:cNvPr id="2800" name="Google Shape;2800;p71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pNext</a:t>
              </a:r>
              <a:endParaRPr sz="1200"/>
            </a:p>
          </p:txBody>
        </p:sp>
      </p:grpSp>
      <p:cxnSp>
        <p:nvCxnSpPr>
          <p:cNvPr id="2801" name="Google Shape;2801;p71"/>
          <p:cNvCxnSpPr>
            <a:stCxn id="2795" idx="3"/>
            <a:endCxn id="2798" idx="1"/>
          </p:cNvCxnSpPr>
          <p:nvPr/>
        </p:nvCxnSpPr>
        <p:spPr>
          <a:xfrm rot="10800000" flipH="1">
            <a:off x="5795425" y="4187725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02" name="Google Shape;2802;p71"/>
          <p:cNvCxnSpPr>
            <a:stCxn id="2772" idx="1"/>
            <a:endCxn id="2775" idx="1"/>
          </p:cNvCxnSpPr>
          <p:nvPr/>
        </p:nvCxnSpPr>
        <p:spPr>
          <a:xfrm>
            <a:off x="1571525" y="2089850"/>
            <a:ext cx="588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803" name="Google Shape;2803;p71"/>
          <p:cNvGrpSpPr/>
          <p:nvPr/>
        </p:nvGrpSpPr>
        <p:grpSpPr>
          <a:xfrm>
            <a:off x="2594425" y="1658163"/>
            <a:ext cx="803700" cy="559200"/>
            <a:chOff x="725125" y="742575"/>
            <a:chExt cx="803700" cy="559200"/>
          </a:xfrm>
        </p:grpSpPr>
        <p:sp>
          <p:nvSpPr>
            <p:cNvPr id="2804" name="Google Shape;2804;p71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Find</a:t>
              </a:r>
              <a:endParaRPr/>
            </a:p>
          </p:txBody>
        </p:sp>
        <p:sp>
          <p:nvSpPr>
            <p:cNvPr id="2805" name="Google Shape;2805;p71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0x04</a:t>
              </a:r>
              <a:endParaRPr/>
            </a:p>
          </p:txBody>
        </p:sp>
      </p:grpSp>
      <p:cxnSp>
        <p:nvCxnSpPr>
          <p:cNvPr id="2806" name="Google Shape;2806;p71"/>
          <p:cNvCxnSpPr>
            <a:stCxn id="2805" idx="1"/>
            <a:endCxn id="2793" idx="1"/>
          </p:cNvCxnSpPr>
          <p:nvPr/>
        </p:nvCxnSpPr>
        <p:spPr>
          <a:xfrm>
            <a:off x="2594425" y="2077563"/>
            <a:ext cx="2397300" cy="21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07" name="Google Shape;2807;p71"/>
          <p:cNvCxnSpPr>
            <a:stCxn id="2787" idx="3"/>
            <a:endCxn id="2793" idx="1"/>
          </p:cNvCxnSpPr>
          <p:nvPr/>
        </p:nvCxnSpPr>
        <p:spPr>
          <a:xfrm rot="10800000" flipH="1">
            <a:off x="4681350" y="4187750"/>
            <a:ext cx="3105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808" name="Google Shape;2808;p71"/>
          <p:cNvGrpSpPr/>
          <p:nvPr/>
        </p:nvGrpSpPr>
        <p:grpSpPr>
          <a:xfrm>
            <a:off x="4362350" y="1865738"/>
            <a:ext cx="803700" cy="559200"/>
            <a:chOff x="725125" y="742575"/>
            <a:chExt cx="803700" cy="559200"/>
          </a:xfrm>
        </p:grpSpPr>
        <p:sp>
          <p:nvSpPr>
            <p:cNvPr id="2809" name="Google Shape;2809;p71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 dirty="0"/>
                <a:t>pStart</a:t>
              </a:r>
              <a:endParaRPr sz="1200" dirty="0"/>
            </a:p>
          </p:txBody>
        </p:sp>
        <p:sp>
          <p:nvSpPr>
            <p:cNvPr id="2810" name="Google Shape;2810;p71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>
                  <a:solidFill>
                    <a:schemeClr val="dk1"/>
                  </a:solidFill>
                </a:rPr>
                <a:t>0x05</a:t>
              </a:r>
              <a:endParaRPr dirty="0">
                <a:solidFill>
                  <a:schemeClr val="dk1"/>
                </a:solidFill>
              </a:endParaRPr>
            </a:p>
          </p:txBody>
        </p:sp>
      </p:grpSp>
      <p:sp>
        <p:nvSpPr>
          <p:cNvPr id="2811" name="Google Shape;2811;p71"/>
          <p:cNvSpPr txBox="1"/>
          <p:nvPr/>
        </p:nvSpPr>
        <p:spPr>
          <a:xfrm>
            <a:off x="4066000" y="1370250"/>
            <a:ext cx="367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*</a:t>
            </a:r>
            <a:r>
              <a:rPr lang="en-US" dirty="0" err="1"/>
              <a:t>pStart</a:t>
            </a:r>
            <a:r>
              <a:rPr lang="en-US" dirty="0"/>
              <a:t> = NULL</a:t>
            </a:r>
            <a:endParaRPr dirty="0"/>
          </a:p>
        </p:txBody>
      </p:sp>
      <p:cxnSp>
        <p:nvCxnSpPr>
          <p:cNvPr id="2812" name="Google Shape;2812;p71"/>
          <p:cNvCxnSpPr>
            <a:stCxn id="2810" idx="1"/>
            <a:endCxn id="2768" idx="3"/>
          </p:cNvCxnSpPr>
          <p:nvPr/>
        </p:nvCxnSpPr>
        <p:spPr>
          <a:xfrm rot="10800000">
            <a:off x="1302650" y="1810238"/>
            <a:ext cx="3059700" cy="474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813" name="Google Shape;2813;p71"/>
          <p:cNvGrpSpPr/>
          <p:nvPr/>
        </p:nvGrpSpPr>
        <p:grpSpPr>
          <a:xfrm>
            <a:off x="6014875" y="2520138"/>
            <a:ext cx="803700" cy="559200"/>
            <a:chOff x="725125" y="742575"/>
            <a:chExt cx="803700" cy="559200"/>
          </a:xfrm>
        </p:grpSpPr>
        <p:sp>
          <p:nvSpPr>
            <p:cNvPr id="2814" name="Google Shape;2814;p71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Node</a:t>
              </a:r>
              <a:endParaRPr/>
            </a:p>
          </p:txBody>
        </p:sp>
        <p:sp>
          <p:nvSpPr>
            <p:cNvPr id="2815" name="Google Shape;2815;p71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?</a:t>
              </a:r>
              <a:endParaRPr/>
            </a:p>
          </p:txBody>
        </p:sp>
      </p:grpSp>
      <p:grpSp>
        <p:nvGrpSpPr>
          <p:cNvPr id="2816" name="Google Shape;2816;p71"/>
          <p:cNvGrpSpPr/>
          <p:nvPr/>
        </p:nvGrpSpPr>
        <p:grpSpPr>
          <a:xfrm>
            <a:off x="6976950" y="2520138"/>
            <a:ext cx="803700" cy="559200"/>
            <a:chOff x="725125" y="742575"/>
            <a:chExt cx="803700" cy="559200"/>
          </a:xfrm>
        </p:grpSpPr>
        <p:sp>
          <p:nvSpPr>
            <p:cNvPr id="2817" name="Google Shape;2817;p71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pDel</a:t>
              </a:r>
              <a:endParaRPr/>
            </a:p>
          </p:txBody>
        </p:sp>
        <p:sp>
          <p:nvSpPr>
            <p:cNvPr id="2818" name="Google Shape;2818;p71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0x05</a:t>
              </a:r>
              <a:endParaRPr/>
            </a:p>
          </p:txBody>
        </p:sp>
      </p:grpSp>
      <p:cxnSp>
        <p:nvCxnSpPr>
          <p:cNvPr id="2819" name="Google Shape;2819;p71"/>
          <p:cNvCxnSpPr>
            <a:stCxn id="2810" idx="2"/>
            <a:endCxn id="2815" idx="0"/>
          </p:cNvCxnSpPr>
          <p:nvPr/>
        </p:nvCxnSpPr>
        <p:spPr>
          <a:xfrm>
            <a:off x="4764200" y="2424938"/>
            <a:ext cx="1652400" cy="374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2820" name="Google Shape;2820;p71"/>
          <p:cNvCxnSpPr>
            <a:stCxn id="2818" idx="1"/>
            <a:endCxn id="2798" idx="0"/>
          </p:cNvCxnSpPr>
          <p:nvPr/>
        </p:nvCxnSpPr>
        <p:spPr>
          <a:xfrm flipH="1">
            <a:off x="6494250" y="2939538"/>
            <a:ext cx="482700" cy="1108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821" name="Google Shape;2821;p71"/>
          <p:cNvSpPr txBox="1"/>
          <p:nvPr/>
        </p:nvSpPr>
        <p:spPr>
          <a:xfrm>
            <a:off x="387900" y="3510725"/>
            <a:ext cx="4089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FF0000"/>
                </a:solidFill>
              </a:rPr>
              <a:t>먼저삭제한다면,다음노드에 접근할수 없다!</a:t>
            </a:r>
            <a:endParaRPr>
              <a:solidFill>
                <a:srgbClr val="FF0000"/>
              </a:solidFill>
            </a:endParaRPr>
          </a:p>
        </p:txBody>
      </p:sp>
      <p:cxnSp>
        <p:nvCxnSpPr>
          <p:cNvPr id="2822" name="Google Shape;2822;p71"/>
          <p:cNvCxnSpPr>
            <a:stCxn id="2800" idx="1"/>
            <a:endCxn id="2815" idx="0"/>
          </p:cNvCxnSpPr>
          <p:nvPr/>
        </p:nvCxnSpPr>
        <p:spPr>
          <a:xfrm rot="10800000" flipH="1">
            <a:off x="6092300" y="2799625"/>
            <a:ext cx="324300" cy="1947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2823" name="Google Shape;2823;p71"/>
          <p:cNvSpPr txBox="1"/>
          <p:nvPr/>
        </p:nvSpPr>
        <p:spPr>
          <a:xfrm>
            <a:off x="3466100" y="2185250"/>
            <a:ext cx="850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*pStart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7788214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8" name="Google Shape;2828;p7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모두 삭제 문제점 - 포인터의 참조자를 활용한 pBeign변경</a:t>
            </a:r>
            <a:endParaRPr/>
          </a:p>
        </p:txBody>
      </p:sp>
      <p:sp>
        <p:nvSpPr>
          <p:cNvPr id="2829" name="Google Shape;2829;p72"/>
          <p:cNvSpPr txBox="1"/>
          <p:nvPr/>
        </p:nvSpPr>
        <p:spPr>
          <a:xfrm>
            <a:off x="387900" y="1190175"/>
            <a:ext cx="50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34 main()</a:t>
            </a:r>
            <a:endParaRPr/>
          </a:p>
        </p:txBody>
      </p:sp>
      <p:grpSp>
        <p:nvGrpSpPr>
          <p:cNvPr id="2830" name="Google Shape;2830;p72"/>
          <p:cNvGrpSpPr/>
          <p:nvPr/>
        </p:nvGrpSpPr>
        <p:grpSpPr>
          <a:xfrm>
            <a:off x="498900" y="1670450"/>
            <a:ext cx="803700" cy="559200"/>
            <a:chOff x="725125" y="742575"/>
            <a:chExt cx="803700" cy="559200"/>
          </a:xfrm>
        </p:grpSpPr>
        <p:sp>
          <p:nvSpPr>
            <p:cNvPr id="2831" name="Google Shape;2831;p72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pBegin</a:t>
              </a:r>
              <a:endParaRPr/>
            </a:p>
          </p:txBody>
        </p:sp>
        <p:sp>
          <p:nvSpPr>
            <p:cNvPr id="2832" name="Google Shape;2832;p72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N</a:t>
              </a:r>
              <a:endParaRPr/>
            </a:p>
          </p:txBody>
        </p:sp>
      </p:grpSp>
      <p:grpSp>
        <p:nvGrpSpPr>
          <p:cNvPr id="2833" name="Google Shape;2833;p72"/>
          <p:cNvGrpSpPr/>
          <p:nvPr/>
        </p:nvGrpSpPr>
        <p:grpSpPr>
          <a:xfrm>
            <a:off x="1571525" y="1670450"/>
            <a:ext cx="803700" cy="559200"/>
            <a:chOff x="725125" y="742575"/>
            <a:chExt cx="803700" cy="559200"/>
          </a:xfrm>
        </p:grpSpPr>
        <p:sp>
          <p:nvSpPr>
            <p:cNvPr id="2834" name="Google Shape;2834;p72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End</a:t>
              </a:r>
              <a:endParaRPr/>
            </a:p>
          </p:txBody>
        </p:sp>
        <p:sp>
          <p:nvSpPr>
            <p:cNvPr id="2835" name="Google Shape;2835;p72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2836" name="Google Shape;2836;p72"/>
          <p:cNvGrpSpPr/>
          <p:nvPr/>
        </p:nvGrpSpPr>
        <p:grpSpPr>
          <a:xfrm>
            <a:off x="1630225" y="4047925"/>
            <a:ext cx="803700" cy="838800"/>
            <a:chOff x="6538675" y="262075"/>
            <a:chExt cx="803700" cy="838800"/>
          </a:xfrm>
        </p:grpSpPr>
        <p:grpSp>
          <p:nvGrpSpPr>
            <p:cNvPr id="2837" name="Google Shape;2837;p72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838" name="Google Shape;2838;p72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FF00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2839" name="Google Shape;2839;p72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00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2840" name="Google Shape;2840;p72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0x02</a:t>
              </a:r>
              <a:endParaRPr sz="1200"/>
            </a:p>
          </p:txBody>
        </p:sp>
      </p:grpSp>
      <p:grpSp>
        <p:nvGrpSpPr>
          <p:cNvPr id="2841" name="Google Shape;2841;p72"/>
          <p:cNvGrpSpPr/>
          <p:nvPr/>
        </p:nvGrpSpPr>
        <p:grpSpPr>
          <a:xfrm>
            <a:off x="2777075" y="4047950"/>
            <a:ext cx="803700" cy="838800"/>
            <a:chOff x="6538675" y="262075"/>
            <a:chExt cx="803700" cy="838800"/>
          </a:xfrm>
        </p:grpSpPr>
        <p:sp>
          <p:nvSpPr>
            <p:cNvPr id="2842" name="Google Shape;2842;p72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0x03</a:t>
              </a:r>
              <a:endParaRPr sz="1200"/>
            </a:p>
          </p:txBody>
        </p:sp>
        <p:grpSp>
          <p:nvGrpSpPr>
            <p:cNvPr id="2843" name="Google Shape;2843;p72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844" name="Google Shape;2844;p72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FF00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2845" name="Google Shape;2845;p72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00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</p:grpSp>
      <p:grpSp>
        <p:nvGrpSpPr>
          <p:cNvPr id="2846" name="Google Shape;2846;p72"/>
          <p:cNvGrpSpPr/>
          <p:nvPr/>
        </p:nvGrpSpPr>
        <p:grpSpPr>
          <a:xfrm>
            <a:off x="3877650" y="4047950"/>
            <a:ext cx="803700" cy="838800"/>
            <a:chOff x="6538675" y="262075"/>
            <a:chExt cx="803700" cy="838800"/>
          </a:xfrm>
        </p:grpSpPr>
        <p:grpSp>
          <p:nvGrpSpPr>
            <p:cNvPr id="2847" name="Google Shape;2847;p72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848" name="Google Shape;2848;p72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FF00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0x03</a:t>
                </a:r>
                <a:endParaRPr/>
              </a:p>
            </p:txBody>
          </p:sp>
          <p:sp>
            <p:nvSpPr>
              <p:cNvPr id="2849" name="Google Shape;2849;p72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00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30</a:t>
                </a:r>
                <a:endParaRPr/>
              </a:p>
            </p:txBody>
          </p:sp>
        </p:grpSp>
        <p:sp>
          <p:nvSpPr>
            <p:cNvPr id="2850" name="Google Shape;2850;p72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>
                  <a:solidFill>
                    <a:schemeClr val="dk1"/>
                  </a:solidFill>
                </a:rPr>
                <a:t>0x04</a:t>
              </a:r>
              <a:endParaRPr sz="1200">
                <a:solidFill>
                  <a:schemeClr val="dk1"/>
                </a:solidFill>
              </a:endParaRPr>
            </a:p>
          </p:txBody>
        </p:sp>
      </p:grpSp>
      <p:cxnSp>
        <p:nvCxnSpPr>
          <p:cNvPr id="2851" name="Google Shape;2851;p72"/>
          <p:cNvCxnSpPr>
            <a:stCxn id="2840" idx="3"/>
            <a:endCxn id="2844" idx="1"/>
          </p:cNvCxnSpPr>
          <p:nvPr/>
        </p:nvCxnSpPr>
        <p:spPr>
          <a:xfrm rot="10800000" flipH="1">
            <a:off x="2433925" y="4187725"/>
            <a:ext cx="3432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52" name="Google Shape;2852;p72"/>
          <p:cNvCxnSpPr>
            <a:endCxn id="2848" idx="1"/>
          </p:cNvCxnSpPr>
          <p:nvPr/>
        </p:nvCxnSpPr>
        <p:spPr>
          <a:xfrm rot="10800000" flipH="1">
            <a:off x="3580650" y="4187750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53" name="Google Shape;2853;p72"/>
          <p:cNvCxnSpPr>
            <a:stCxn id="2832" idx="1"/>
            <a:endCxn id="2838" idx="1"/>
          </p:cNvCxnSpPr>
          <p:nvPr/>
        </p:nvCxnSpPr>
        <p:spPr>
          <a:xfrm>
            <a:off x="498900" y="2089850"/>
            <a:ext cx="11313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854" name="Google Shape;2854;p72"/>
          <p:cNvGrpSpPr/>
          <p:nvPr/>
        </p:nvGrpSpPr>
        <p:grpSpPr>
          <a:xfrm>
            <a:off x="4991725" y="4047925"/>
            <a:ext cx="803700" cy="838800"/>
            <a:chOff x="6538675" y="262075"/>
            <a:chExt cx="803700" cy="838800"/>
          </a:xfrm>
        </p:grpSpPr>
        <p:grpSp>
          <p:nvGrpSpPr>
            <p:cNvPr id="2855" name="Google Shape;2855;p72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856" name="Google Shape;2856;p72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FF00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0x04</a:t>
                </a:r>
                <a:endParaRPr/>
              </a:p>
            </p:txBody>
          </p:sp>
          <p:sp>
            <p:nvSpPr>
              <p:cNvPr id="2857" name="Google Shape;2857;p72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00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40</a:t>
                </a:r>
                <a:endParaRPr/>
              </a:p>
            </p:txBody>
          </p:sp>
        </p:grpSp>
        <p:sp>
          <p:nvSpPr>
            <p:cNvPr id="2858" name="Google Shape;2858;p72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0x05</a:t>
              </a:r>
              <a:endParaRPr sz="1200"/>
            </a:p>
          </p:txBody>
        </p:sp>
      </p:grpSp>
      <p:grpSp>
        <p:nvGrpSpPr>
          <p:cNvPr id="2859" name="Google Shape;2859;p72"/>
          <p:cNvGrpSpPr/>
          <p:nvPr/>
        </p:nvGrpSpPr>
        <p:grpSpPr>
          <a:xfrm>
            <a:off x="6092300" y="4047925"/>
            <a:ext cx="803700" cy="838800"/>
            <a:chOff x="6538675" y="262075"/>
            <a:chExt cx="803700" cy="838800"/>
          </a:xfrm>
        </p:grpSpPr>
        <p:grpSp>
          <p:nvGrpSpPr>
            <p:cNvPr id="2860" name="Google Shape;2860;p72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861" name="Google Shape;2861;p72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FF00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0x05</a:t>
                </a:r>
                <a:endParaRPr/>
              </a:p>
            </p:txBody>
          </p:sp>
          <p:sp>
            <p:nvSpPr>
              <p:cNvPr id="2862" name="Google Shape;2862;p72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00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50</a:t>
                </a:r>
                <a:endParaRPr/>
              </a:p>
            </p:txBody>
          </p:sp>
        </p:grpSp>
        <p:sp>
          <p:nvSpPr>
            <p:cNvPr id="2863" name="Google Shape;2863;p72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pNext</a:t>
              </a:r>
              <a:endParaRPr sz="1200"/>
            </a:p>
          </p:txBody>
        </p:sp>
      </p:grpSp>
      <p:cxnSp>
        <p:nvCxnSpPr>
          <p:cNvPr id="2864" name="Google Shape;2864;p72"/>
          <p:cNvCxnSpPr>
            <a:stCxn id="2858" idx="3"/>
            <a:endCxn id="2861" idx="1"/>
          </p:cNvCxnSpPr>
          <p:nvPr/>
        </p:nvCxnSpPr>
        <p:spPr>
          <a:xfrm rot="10800000" flipH="1">
            <a:off x="5795425" y="4187725"/>
            <a:ext cx="2970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65" name="Google Shape;2865;p72"/>
          <p:cNvCxnSpPr>
            <a:stCxn id="2835" idx="1"/>
            <a:endCxn id="2838" idx="1"/>
          </p:cNvCxnSpPr>
          <p:nvPr/>
        </p:nvCxnSpPr>
        <p:spPr>
          <a:xfrm>
            <a:off x="1571525" y="2089850"/>
            <a:ext cx="5880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866" name="Google Shape;2866;p72"/>
          <p:cNvGrpSpPr/>
          <p:nvPr/>
        </p:nvGrpSpPr>
        <p:grpSpPr>
          <a:xfrm>
            <a:off x="2594425" y="1658163"/>
            <a:ext cx="803700" cy="559200"/>
            <a:chOff x="725125" y="742575"/>
            <a:chExt cx="803700" cy="559200"/>
          </a:xfrm>
        </p:grpSpPr>
        <p:sp>
          <p:nvSpPr>
            <p:cNvPr id="2867" name="Google Shape;2867;p72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Find</a:t>
              </a:r>
              <a:endParaRPr/>
            </a:p>
          </p:txBody>
        </p:sp>
        <p:sp>
          <p:nvSpPr>
            <p:cNvPr id="2868" name="Google Shape;2868;p72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0x04</a:t>
              </a:r>
              <a:endParaRPr/>
            </a:p>
          </p:txBody>
        </p:sp>
      </p:grpSp>
      <p:cxnSp>
        <p:nvCxnSpPr>
          <p:cNvPr id="2869" name="Google Shape;2869;p72"/>
          <p:cNvCxnSpPr>
            <a:stCxn id="2868" idx="1"/>
            <a:endCxn id="2856" idx="1"/>
          </p:cNvCxnSpPr>
          <p:nvPr/>
        </p:nvCxnSpPr>
        <p:spPr>
          <a:xfrm>
            <a:off x="2594425" y="2077563"/>
            <a:ext cx="2397300" cy="21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70" name="Google Shape;2870;p72"/>
          <p:cNvCxnSpPr>
            <a:stCxn id="2850" idx="3"/>
            <a:endCxn id="2856" idx="1"/>
          </p:cNvCxnSpPr>
          <p:nvPr/>
        </p:nvCxnSpPr>
        <p:spPr>
          <a:xfrm rot="10800000" flipH="1">
            <a:off x="4681350" y="4187750"/>
            <a:ext cx="3105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871" name="Google Shape;2871;p72"/>
          <p:cNvSpPr/>
          <p:nvPr/>
        </p:nvSpPr>
        <p:spPr>
          <a:xfrm>
            <a:off x="4188150" y="2769375"/>
            <a:ext cx="803700" cy="279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pStart</a:t>
            </a:r>
            <a:endParaRPr sz="1200"/>
          </a:p>
        </p:txBody>
      </p:sp>
      <p:sp>
        <p:nvSpPr>
          <p:cNvPr id="2872" name="Google Shape;2872;p72"/>
          <p:cNvSpPr txBox="1"/>
          <p:nvPr/>
        </p:nvSpPr>
        <p:spPr>
          <a:xfrm>
            <a:off x="4066000" y="1370250"/>
            <a:ext cx="367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65 DeleteLinkedList(pBegin)</a:t>
            </a:r>
            <a:endParaRPr/>
          </a:p>
        </p:txBody>
      </p:sp>
      <p:cxnSp>
        <p:nvCxnSpPr>
          <p:cNvPr id="2873" name="Google Shape;2873;p72"/>
          <p:cNvCxnSpPr>
            <a:stCxn id="2871" idx="1"/>
            <a:endCxn id="2831" idx="3"/>
          </p:cNvCxnSpPr>
          <p:nvPr/>
        </p:nvCxnSpPr>
        <p:spPr>
          <a:xfrm rot="10800000">
            <a:off x="1302450" y="1810275"/>
            <a:ext cx="2885700" cy="1098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874" name="Google Shape;2874;p72"/>
          <p:cNvGrpSpPr/>
          <p:nvPr/>
        </p:nvGrpSpPr>
        <p:grpSpPr>
          <a:xfrm>
            <a:off x="6014875" y="2520138"/>
            <a:ext cx="803700" cy="559200"/>
            <a:chOff x="725125" y="742575"/>
            <a:chExt cx="803700" cy="559200"/>
          </a:xfrm>
        </p:grpSpPr>
        <p:sp>
          <p:nvSpPr>
            <p:cNvPr id="2875" name="Google Shape;2875;p72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Node</a:t>
              </a:r>
              <a:endParaRPr/>
            </a:p>
          </p:txBody>
        </p:sp>
        <p:sp>
          <p:nvSpPr>
            <p:cNvPr id="2876" name="Google Shape;2876;p72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?</a:t>
              </a:r>
              <a:endParaRPr/>
            </a:p>
          </p:txBody>
        </p:sp>
      </p:grpSp>
      <p:grpSp>
        <p:nvGrpSpPr>
          <p:cNvPr id="2877" name="Google Shape;2877;p72"/>
          <p:cNvGrpSpPr/>
          <p:nvPr/>
        </p:nvGrpSpPr>
        <p:grpSpPr>
          <a:xfrm>
            <a:off x="6976950" y="2520138"/>
            <a:ext cx="803700" cy="559200"/>
            <a:chOff x="725125" y="742575"/>
            <a:chExt cx="803700" cy="559200"/>
          </a:xfrm>
        </p:grpSpPr>
        <p:sp>
          <p:nvSpPr>
            <p:cNvPr id="2878" name="Google Shape;2878;p72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pDel</a:t>
              </a:r>
              <a:endParaRPr/>
            </a:p>
          </p:txBody>
        </p:sp>
        <p:sp>
          <p:nvSpPr>
            <p:cNvPr id="2879" name="Google Shape;2879;p72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0x05</a:t>
              </a:r>
              <a:endParaRPr/>
            </a:p>
          </p:txBody>
        </p:sp>
      </p:grpSp>
      <p:cxnSp>
        <p:nvCxnSpPr>
          <p:cNvPr id="2880" name="Google Shape;2880;p72"/>
          <p:cNvCxnSpPr>
            <a:stCxn id="2832" idx="2"/>
            <a:endCxn id="2876" idx="0"/>
          </p:cNvCxnSpPr>
          <p:nvPr/>
        </p:nvCxnSpPr>
        <p:spPr>
          <a:xfrm>
            <a:off x="900750" y="2229650"/>
            <a:ext cx="5516100" cy="570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2881" name="Google Shape;2881;p72"/>
          <p:cNvCxnSpPr>
            <a:stCxn id="2879" idx="1"/>
            <a:endCxn id="2861" idx="0"/>
          </p:cNvCxnSpPr>
          <p:nvPr/>
        </p:nvCxnSpPr>
        <p:spPr>
          <a:xfrm flipH="1">
            <a:off x="6494250" y="2939538"/>
            <a:ext cx="482700" cy="1108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882" name="Google Shape;2882;p72"/>
          <p:cNvSpPr txBox="1"/>
          <p:nvPr/>
        </p:nvSpPr>
        <p:spPr>
          <a:xfrm>
            <a:off x="387900" y="3510725"/>
            <a:ext cx="4089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FF0000"/>
                </a:solidFill>
              </a:rPr>
              <a:t>먼저삭제한다면,다음노드에 접근할수 없다!</a:t>
            </a:r>
            <a:endParaRPr>
              <a:solidFill>
                <a:srgbClr val="FF0000"/>
              </a:solidFill>
            </a:endParaRPr>
          </a:p>
        </p:txBody>
      </p:sp>
      <p:cxnSp>
        <p:nvCxnSpPr>
          <p:cNvPr id="2883" name="Google Shape;2883;p72"/>
          <p:cNvCxnSpPr>
            <a:stCxn id="2863" idx="1"/>
            <a:endCxn id="2876" idx="0"/>
          </p:cNvCxnSpPr>
          <p:nvPr/>
        </p:nvCxnSpPr>
        <p:spPr>
          <a:xfrm rot="10800000" flipH="1">
            <a:off x="6092300" y="2799625"/>
            <a:ext cx="324300" cy="1947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4" name="Google Shape;2934;p7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연구과제</a:t>
            </a:r>
            <a:endParaRPr/>
          </a:p>
        </p:txBody>
      </p:sp>
      <p:sp>
        <p:nvSpPr>
          <p:cNvPr id="2935" name="Google Shape;2935;p7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코드내에 잠재하는 버그 들을 수정 및 테스트를 진행.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모든 시나리오를 테스트하고 문제점을 해결하기.</a:t>
            </a:r>
            <a:endParaRPr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0" name="Google Shape;2940;p76"/>
          <p:cNvSpPr txBox="1"/>
          <p:nvPr/>
        </p:nvSpPr>
        <p:spPr>
          <a:xfrm>
            <a:off x="311700" y="445025"/>
            <a:ext cx="8520600" cy="11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6020">
                <a:solidFill>
                  <a:srgbClr val="000000"/>
                </a:solidFill>
              </a:rPr>
              <a:t>Q</a:t>
            </a:r>
            <a:r>
              <a:rPr lang="ko" sz="5420">
                <a:solidFill>
                  <a:srgbClr val="000000"/>
                </a:solidFill>
              </a:rPr>
              <a:t>&amp;</a:t>
            </a:r>
            <a:r>
              <a:rPr lang="ko" sz="6020">
                <a:solidFill>
                  <a:srgbClr val="000000"/>
                </a:solidFill>
              </a:rPr>
              <a:t>A</a:t>
            </a:r>
            <a:endParaRPr sz="6020">
              <a:solidFill>
                <a:srgbClr val="000000"/>
              </a:solidFill>
            </a:endParaRPr>
          </a:p>
        </p:txBody>
      </p:sp>
      <p:sp>
        <p:nvSpPr>
          <p:cNvPr id="2941" name="Google Shape;2941;p76"/>
          <p:cNvSpPr txBox="1"/>
          <p:nvPr/>
        </p:nvSpPr>
        <p:spPr>
          <a:xfrm>
            <a:off x="311700" y="2013000"/>
            <a:ext cx="8520600" cy="11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ko" sz="6200">
                <a:solidFill>
                  <a:srgbClr val="595959"/>
                </a:solidFill>
              </a:rPr>
              <a:t>감사합니다!</a:t>
            </a:r>
            <a:endParaRPr sz="62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D9EAD3"/>
        </a:solidFill>
        <a:ln w="9525" cap="flat" cmpd="sng">
          <a:solidFill>
            <a:schemeClr val="dk2"/>
          </a:solidFill>
          <a:prstDash val="solid"/>
          <a:round/>
          <a:headEnd type="none" w="sm" len="sm"/>
          <a:tailEnd type="none" w="sm" len="sm"/>
        </a:ln>
      </a:spPr>
      <a:bodyPr spcFirstLastPara="1" wrap="square" lIns="91425" tIns="91425" rIns="91425" bIns="91425" anchor="ctr" anchorCtr="0">
        <a:noAutofit/>
      </a:bodyPr>
      <a:lstStyle>
        <a:defPPr marL="0" indent="0" algn="l" rtl="0">
          <a:spcBef>
            <a:spcPts val="0"/>
          </a:spcBef>
          <a:spcAft>
            <a:spcPts val="0"/>
          </a:spcAft>
          <a:buNone/>
          <a:defRPr dirty="0"/>
        </a:defPPr>
      </a:lstStyle>
    </a:spDef>
  </a:objectDefaults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3657</Words>
  <Application>Microsoft Office PowerPoint</Application>
  <PresentationFormat>화면 슬라이드 쇼(16:9)</PresentationFormat>
  <Paragraphs>1934</Paragraphs>
  <Slides>95</Slides>
  <Notes>94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95</vt:i4>
      </vt:variant>
    </vt:vector>
  </HeadingPairs>
  <TitlesOfParts>
    <vt:vector size="96" baseType="lpstr">
      <vt:lpstr>Simple Light</vt:lpstr>
      <vt:lpstr>단일 연결리스트 그리기</vt:lpstr>
      <vt:lpstr>그림 설명</vt:lpstr>
      <vt:lpstr>프로그램에서 사용되는 그림 설명</vt:lpstr>
      <vt:lpstr>연결리스트 추가</vt:lpstr>
      <vt:lpstr>추가 문제점 - 모든노드가 연결되어 있지않음.</vt:lpstr>
      <vt:lpstr>연결리스트 추가(10)</vt:lpstr>
      <vt:lpstr>연결리스트 추가(10)</vt:lpstr>
      <vt:lpstr>연결리스트 추가(10)</vt:lpstr>
      <vt:lpstr>연결리스트 추가(10)</vt:lpstr>
      <vt:lpstr>연결리스트 추가(10)</vt:lpstr>
      <vt:lpstr>연결리스트 추가(10)</vt:lpstr>
      <vt:lpstr>연결리스트 추가(10)</vt:lpstr>
      <vt:lpstr>연결리스트 추가(10)</vt:lpstr>
      <vt:lpstr>연결리스트 추가(10)</vt:lpstr>
      <vt:lpstr>연결리스트 추가(10)</vt:lpstr>
      <vt:lpstr>연결리스트 추가(10)</vt:lpstr>
      <vt:lpstr>연결리스트 추가(10) 리턴</vt:lpstr>
      <vt:lpstr>연결리스트 추가(10) 리턴</vt:lpstr>
      <vt:lpstr>연결리스트 추가(10)완료</vt:lpstr>
      <vt:lpstr>연결리스트 추가(10)완료</vt:lpstr>
      <vt:lpstr>연결리스트 추가(10)완료</vt:lpstr>
      <vt:lpstr>연결리스트 추가(20)</vt:lpstr>
      <vt:lpstr>연결리스트 추가(20) 리턴</vt:lpstr>
      <vt:lpstr>연결리스트 추가(20) 리턴</vt:lpstr>
      <vt:lpstr>연결리스트 추가(20) 완료 - 문제점찾기(추가되지않은 코드)</vt:lpstr>
      <vt:lpstr>연결리스트 추가(20) - 문제점해결(추가되지않은 코드)</vt:lpstr>
      <vt:lpstr>연결리스트 추가(20) 완료 - 문제점찾기(추가되지않은 코드)</vt:lpstr>
      <vt:lpstr>연결리스트 추가(10) - 코드가 추가되었으므로 다시 그린다.</vt:lpstr>
      <vt:lpstr>연결리스트 추가(10) </vt:lpstr>
      <vt:lpstr>연결리스트 추가(10) -연결시문제점(추가되지않은 코드)</vt:lpstr>
      <vt:lpstr>추가 문제해결 - 연결추가, 첫노드 삽입시 연결을 하지않음.</vt:lpstr>
      <vt:lpstr>연결리스트 추가(10) - 리턴</vt:lpstr>
      <vt:lpstr>연결리스트 추가(10) 완료</vt:lpstr>
      <vt:lpstr>연결리스트 추가(20) 리턴</vt:lpstr>
      <vt:lpstr>연결리스트 추가(20) 완료</vt:lpstr>
      <vt:lpstr>연결리스트 추가(30)</vt:lpstr>
      <vt:lpstr>연결리스트 추가(30)</vt:lpstr>
      <vt:lpstr>연결리스트 추가(30) 리턴</vt:lpstr>
      <vt:lpstr>연결리스트 추가(30)</vt:lpstr>
      <vt:lpstr>연결리스트 추가(30) 완료</vt:lpstr>
      <vt:lpstr>연결리스트 추가(40)</vt:lpstr>
      <vt:lpstr>연결리스트 추가(40) 리턴</vt:lpstr>
      <vt:lpstr>연결리스트 추가(40) 완료</vt:lpstr>
      <vt:lpstr>연결리스트 추가(50)</vt:lpstr>
      <vt:lpstr>연결리스트 추가(50) 리턴</vt:lpstr>
      <vt:lpstr>연결리스트 추가(50) 완료</vt:lpstr>
      <vt:lpstr>찾기 문제점</vt:lpstr>
      <vt:lpstr>찾기 문제점</vt:lpstr>
      <vt:lpstr>찾기 문제점 해결방법</vt:lpstr>
      <vt:lpstr>찾기 문제점 - 반복구조 찾기</vt:lpstr>
      <vt:lpstr>찾기 문제점 - 반복구조 찾기</vt:lpstr>
      <vt:lpstr>찾기 문제점 - 반복구조 찾기</vt:lpstr>
      <vt:lpstr>찾기 문제점 - 반복구조 찾기</vt:lpstr>
      <vt:lpstr>찾기 문제점 - 반복구조 검증</vt:lpstr>
      <vt:lpstr>찾기 문제점 - 반복구조 검증</vt:lpstr>
      <vt:lpstr>찾기 문제점 해결방법</vt:lpstr>
      <vt:lpstr>삽입 문제점</vt:lpstr>
      <vt:lpstr>삽입 문제점 분석</vt:lpstr>
      <vt:lpstr>삽입 문제점 해결방법</vt:lpstr>
      <vt:lpstr>삽입 그려보기 2 - pEnd가 변경되어 되는가?</vt:lpstr>
      <vt:lpstr>삽입 그려보기 1</vt:lpstr>
      <vt:lpstr>삽입 완료</vt:lpstr>
      <vt:lpstr>삽입 완료</vt:lpstr>
      <vt:lpstr>삽입 문제점 해결하기</vt:lpstr>
      <vt:lpstr>삭제 문제점</vt:lpstr>
      <vt:lpstr>삭제  해결방법</vt:lpstr>
      <vt:lpstr>삭제  해결방법 1</vt:lpstr>
      <vt:lpstr>삭제  해결방법 2</vt:lpstr>
      <vt:lpstr>삭제  해결방법 3</vt:lpstr>
      <vt:lpstr>삭제  해결방법 4</vt:lpstr>
      <vt:lpstr>삭제  해결방법 5</vt:lpstr>
      <vt:lpstr>삭제  해결방법 6</vt:lpstr>
      <vt:lpstr>삭제  해결방법 7</vt:lpstr>
      <vt:lpstr>삭제  해결방법 8</vt:lpstr>
      <vt:lpstr>삭제  해결방법 9</vt:lpstr>
      <vt:lpstr>삭제  완료</vt:lpstr>
      <vt:lpstr>삭제 문제점 해결하기</vt:lpstr>
      <vt:lpstr>모두삭제 문제점</vt:lpstr>
      <vt:lpstr>모두 삭제 문제점 - 발견한값을 바로 삭제한다면?</vt:lpstr>
      <vt:lpstr>모두 삭제 문제점 - 발견한값을 다음에 삭제한다면?</vt:lpstr>
      <vt:lpstr>모두 삭제 문제점 해결</vt:lpstr>
      <vt:lpstr>모두 삭제 문제점 해결</vt:lpstr>
      <vt:lpstr>모두 삭제 문제점 해결</vt:lpstr>
      <vt:lpstr>모두 삭제 문제점 해결</vt:lpstr>
      <vt:lpstr>모두 삭제 문제점 해결</vt:lpstr>
      <vt:lpstr>모두 삭제 문제점 – pBegin의 값이 삭제된 노드를 가르킴</vt:lpstr>
      <vt:lpstr>모두 삭제 문제점 해결 – 이중포인터를 이용한 참조</vt:lpstr>
      <vt:lpstr>PowerPoint 프레젠테이션</vt:lpstr>
      <vt:lpstr>모두 삭제 완료</vt:lpstr>
      <vt:lpstr>모두삭제 문제점 해결하기</vt:lpstr>
      <vt:lpstr>모두 삭제 문제점 – pBegin의 값이 삭제된 노드를 가르킴</vt:lpstr>
      <vt:lpstr>모두 삭제 문제점 - 이중포인터를 활용한 pBeign변경</vt:lpstr>
      <vt:lpstr>모두 삭제 문제점 - 포인터의 참조자를 활용한 pBeign변경</vt:lpstr>
      <vt:lpstr>연구과제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단일 연결리스트 그리기</dc:title>
  <dc:creator>KHG</dc:creator>
  <cp:lastModifiedBy>김 홍규</cp:lastModifiedBy>
  <cp:revision>356</cp:revision>
  <dcterms:modified xsi:type="dcterms:W3CDTF">2025-08-22T04:45:52Z</dcterms:modified>
</cp:coreProperties>
</file>