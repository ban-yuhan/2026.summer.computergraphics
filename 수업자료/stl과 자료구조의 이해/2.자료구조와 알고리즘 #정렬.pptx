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70" r:id="rId5"/>
    <p:sldId id="261" r:id="rId6"/>
    <p:sldId id="273" r:id="rId7"/>
    <p:sldId id="275" r:id="rId8"/>
    <p:sldId id="276" r:id="rId9"/>
    <p:sldId id="277" r:id="rId10"/>
    <p:sldId id="26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480C24-77EA-429A-87A8-83B42C1A216F}" v="2" dt="2022-04-29T07:50:36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0" y="13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0DC2FCEA-6712-4939-81DE-85E5A6C2807D}"/>
    <pc:docChg chg="undo custSel modSld">
      <pc:chgData name="김 홍규" userId="6d16d8e1c579a2a2" providerId="LiveId" clId="{0DC2FCEA-6712-4939-81DE-85E5A6C2807D}" dt="2022-03-04T11:41:12.817" v="10" actId="20577"/>
      <pc:docMkLst>
        <pc:docMk/>
      </pc:docMkLst>
      <pc:sldChg chg="addSp">
        <pc:chgData name="김 홍규" userId="6d16d8e1c579a2a2" providerId="LiveId" clId="{0DC2FCEA-6712-4939-81DE-85E5A6C2807D}" dt="2022-03-03T12:41:04.539" v="3"/>
        <pc:sldMkLst>
          <pc:docMk/>
          <pc:sldMk cId="1238546227" sldId="273"/>
        </pc:sldMkLst>
        <pc:inkChg chg="add">
          <ac:chgData name="김 홍규" userId="6d16d8e1c579a2a2" providerId="LiveId" clId="{0DC2FCEA-6712-4939-81DE-85E5A6C2807D}" dt="2022-03-03T12:41:04.539" v="3"/>
          <ac:inkMkLst>
            <pc:docMk/>
            <pc:sldMk cId="1238546227" sldId="273"/>
            <ac:inkMk id="5" creationId="{BABC8AD4-DC1E-4AF0-B83B-A50227432F67}"/>
          </ac:inkMkLst>
        </pc:inkChg>
      </pc:sldChg>
      <pc:sldChg chg="addSp delSp mod delAnim">
        <pc:chgData name="김 홍규" userId="6d16d8e1c579a2a2" providerId="LiveId" clId="{0DC2FCEA-6712-4939-81DE-85E5A6C2807D}" dt="2022-03-03T12:50:41.179" v="6"/>
        <pc:sldMkLst>
          <pc:docMk/>
          <pc:sldMk cId="4132348319" sldId="275"/>
        </pc:sldMkLst>
        <pc:inkChg chg="del">
          <ac:chgData name="김 홍규" userId="6d16d8e1c579a2a2" providerId="LiveId" clId="{0DC2FCEA-6712-4939-81DE-85E5A6C2807D}" dt="2022-03-03T12:29:53.487" v="0" actId="478"/>
          <ac:inkMkLst>
            <pc:docMk/>
            <pc:sldMk cId="4132348319" sldId="275"/>
            <ac:inkMk id="3" creationId="{C6768B33-2493-4FEE-8C16-EF4E225B890E}"/>
          </ac:inkMkLst>
        </pc:inkChg>
        <pc:inkChg chg="add del">
          <ac:chgData name="김 홍규" userId="6d16d8e1c579a2a2" providerId="LiveId" clId="{0DC2FCEA-6712-4939-81DE-85E5A6C2807D}" dt="2022-03-03T12:41:10.905" v="4" actId="478"/>
          <ac:inkMkLst>
            <pc:docMk/>
            <pc:sldMk cId="4132348319" sldId="275"/>
            <ac:inkMk id="4" creationId="{E8029993-D46A-4927-9793-78FEE501D92F}"/>
          </ac:inkMkLst>
        </pc:inkChg>
        <pc:inkChg chg="add">
          <ac:chgData name="김 홍규" userId="6d16d8e1c579a2a2" providerId="LiveId" clId="{0DC2FCEA-6712-4939-81DE-85E5A6C2807D}" dt="2022-03-03T12:50:41.179" v="6"/>
          <ac:inkMkLst>
            <pc:docMk/>
            <pc:sldMk cId="4132348319" sldId="275"/>
            <ac:inkMk id="5" creationId="{B8B47058-7A4C-4E9E-9E50-684CBEF05F9F}"/>
          </ac:inkMkLst>
        </pc:inkChg>
        <pc:inkChg chg="add del">
          <ac:chgData name="김 홍규" userId="6d16d8e1c579a2a2" providerId="LiveId" clId="{0DC2FCEA-6712-4939-81DE-85E5A6C2807D}" dt="2022-03-03T12:41:15.831" v="5" actId="478"/>
          <ac:inkMkLst>
            <pc:docMk/>
            <pc:sldMk cId="4132348319" sldId="275"/>
            <ac:inkMk id="6" creationId="{412B1B0A-2C1D-4B55-B4A4-129AA25CB3A5}"/>
          </ac:inkMkLst>
        </pc:inkChg>
      </pc:sldChg>
      <pc:sldChg chg="modSp">
        <pc:chgData name="김 홍규" userId="6d16d8e1c579a2a2" providerId="LiveId" clId="{0DC2FCEA-6712-4939-81DE-85E5A6C2807D}" dt="2022-03-04T11:41:12.817" v="10" actId="20577"/>
        <pc:sldMkLst>
          <pc:docMk/>
          <pc:sldMk cId="4159411753" sldId="277"/>
        </pc:sldMkLst>
        <pc:spChg chg="mod">
          <ac:chgData name="김 홍규" userId="6d16d8e1c579a2a2" providerId="LiveId" clId="{0DC2FCEA-6712-4939-81DE-85E5A6C2807D}" dt="2022-03-04T11:41:12.817" v="10" actId="20577"/>
          <ac:spMkLst>
            <pc:docMk/>
            <pc:sldMk cId="4159411753" sldId="277"/>
            <ac:spMk id="70" creationId="{00000000-0000-0000-0000-000000000000}"/>
          </ac:spMkLst>
        </pc:spChg>
      </pc:sldChg>
    </pc:docChg>
  </pc:docChgLst>
  <pc:docChgLst>
    <pc:chgData name="김 홍규" userId="6d16d8e1c579a2a2" providerId="LiveId" clId="{7C46C370-2C74-4D43-8393-BA74F4FD5EEB}"/>
    <pc:docChg chg="modSld">
      <pc:chgData name="김 홍규" userId="6d16d8e1c579a2a2" providerId="LiveId" clId="{7C46C370-2C74-4D43-8393-BA74F4FD5EEB}" dt="2022-02-16T11:04:51.097" v="1"/>
      <pc:docMkLst>
        <pc:docMk/>
      </pc:docMkLst>
      <pc:sldChg chg="modSp">
        <pc:chgData name="김 홍규" userId="6d16d8e1c579a2a2" providerId="LiveId" clId="{7C46C370-2C74-4D43-8393-BA74F4FD5EEB}" dt="2022-02-16T11:04:51.097" v="1"/>
        <pc:sldMkLst>
          <pc:docMk/>
          <pc:sldMk cId="1203297947" sldId="261"/>
        </pc:sldMkLst>
        <pc:spChg chg="mod">
          <ac:chgData name="김 홍규" userId="6d16d8e1c579a2a2" providerId="LiveId" clId="{7C46C370-2C74-4D43-8393-BA74F4FD5EEB}" dt="2022-02-16T11:04:51.097" v="1"/>
          <ac:spMkLst>
            <pc:docMk/>
            <pc:sldMk cId="1203297947" sldId="261"/>
            <ac:spMk id="71" creationId="{00000000-0000-0000-0000-000000000000}"/>
          </ac:spMkLst>
        </pc:spChg>
      </pc:sldChg>
    </pc:docChg>
  </pc:docChgLst>
  <pc:docChgLst>
    <pc:chgData name="김 홍규" userId="6d16d8e1c579a2a2" providerId="LiveId" clId="{83480C24-77EA-429A-87A8-83B42C1A216F}"/>
    <pc:docChg chg="custSel modSld">
      <pc:chgData name="김 홍규" userId="6d16d8e1c579a2a2" providerId="LiveId" clId="{83480C24-77EA-429A-87A8-83B42C1A216F}" dt="2022-04-29T07:50:36.566" v="3"/>
      <pc:docMkLst>
        <pc:docMk/>
      </pc:docMkLst>
      <pc:sldChg chg="addSp delSp mod">
        <pc:chgData name="김 홍규" userId="6d16d8e1c579a2a2" providerId="LiveId" clId="{83480C24-77EA-429A-87A8-83B42C1A216F}" dt="2022-04-29T07:50:36.566" v="3"/>
        <pc:sldMkLst>
          <pc:docMk/>
          <pc:sldMk cId="4132348319" sldId="275"/>
        </pc:sldMkLst>
        <pc:inkChg chg="add del">
          <ac:chgData name="김 홍규" userId="6d16d8e1c579a2a2" providerId="LiveId" clId="{83480C24-77EA-429A-87A8-83B42C1A216F}" dt="2022-04-29T07:19:58.409" v="2" actId="478"/>
          <ac:inkMkLst>
            <pc:docMk/>
            <pc:sldMk cId="4132348319" sldId="275"/>
            <ac:inkMk id="3" creationId="{C644F5C4-8FCA-6B9A-BAB0-F2A9B13D2757}"/>
          </ac:inkMkLst>
        </pc:inkChg>
        <pc:inkChg chg="add">
          <ac:chgData name="김 홍규" userId="6d16d8e1c579a2a2" providerId="LiveId" clId="{83480C24-77EA-429A-87A8-83B42C1A216F}" dt="2022-04-29T07:50:36.566" v="3"/>
          <ac:inkMkLst>
            <pc:docMk/>
            <pc:sldMk cId="4132348319" sldId="275"/>
            <ac:inkMk id="4" creationId="{ABF956C4-694C-04D2-E6B8-299CCDF8218E}"/>
          </ac:inkMkLst>
        </pc:inkChg>
        <pc:inkChg chg="del">
          <ac:chgData name="김 홍규" userId="6d16d8e1c579a2a2" providerId="LiveId" clId="{83480C24-77EA-429A-87A8-83B42C1A216F}" dt="2022-04-28T10:34:59.490" v="0" actId="478"/>
          <ac:inkMkLst>
            <pc:docMk/>
            <pc:sldMk cId="4132348319" sldId="275"/>
            <ac:inkMk id="5" creationId="{B8B47058-7A4C-4E9E-9E50-684CBEF05F9F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2-03-03T12:24:00.0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2346 12435 0,'18'-17'31,"52"17"-16,54 0 1,123 0 0,141 0-1,70-18 1,-17 18 0,18 0-1,-106 0 1,17 0-1,18 0 1,-18 0 0,19 0-1,-37 0 1,36 0 0,-88 0-1,35 0 1,-229 0-16,159 0 15,-1 0 1,1 0 15,-18 0-15,-124 0 0,142-35-1,17 35 1,-141 0-16,0 0 15,159 0 1,-194 0-16,-35 0 16,158 0-1,-158 0-15,-1 0 16,89 0 0,17 0-1,-35 0 1,0 0-1,1 0 1,16 0 0,1 0-1,88 0 1,-18 0 0,-105 0-16,105 0 15,-158 0 1,70 0-1,18 0-15,-71 0 16,-35 0 0,-18 0-1,53 0 1,-70 0 0,52 0-1,-34-18-15,34 18 16,1 0-1,-1 0-15,-17 0 16,18 0 0,-18-17-16,-36 17 15,36 0 1</inkml:trace>
  <inkml:trace contextRef="#ctx0" brushRef="#br0" timeOffset="2445.48">2117 13406 0,'35'0'63,"53"0"-47,194 0-1,71 0 1,88 0-1,-18 0 1,-17 0 0,-53 0-1,-71 0 1,-35 0 0,-18 0-1,18 0 1,36 0-1,16 0 1,37 0 0,-37 0-1,-34 0 1,0 0 0,-177 0-16,123 0 15,1 0 1,-124 0-1,-52 0 1,140 0 0,-105 0-16,-54 0 15,71-18 1,-52 18 0,17 0-1,70 0 1,89 0-1,52 0 1,19 0 0,-54 0-1,-18 0 1,-69 0 0,-19 0-1,36 0 1,0 0-1,17-35 1,0 35 0,-123-18-16,18 18 15,-36-18 1,-17 18 78,52 0-79,18-35 1,18 35 0,35-18-1,18 1 1,-18 17-1,-17 0 1,-71 0 0,-36-18-1,54 18 157,-53 0-156,-1 0 109</inkml:trace>
  <inkml:trace contextRef="#ctx0" brushRef="#br0" timeOffset="4174.96">3475 14199 0,'17'0'15,"72"18"17,-36 0-32,35-18 15,176 0 1,-87 35-16,-36-17 16,229-1-1,-193-17-15,-1 0 16,142 18-1,-177-18-15,0 0 16,70 0 0,54 0-1,-159 0-15,123 0 16,-17 35 0,-106-35-1,194 0 1,-124 0 15,-106 0-31,1 0 16,53 0-1,-89 0-15,18 0 16,35 0 0,-53 0-16,0 0 15,36 0 1,-53 0-16,-1 0 15,54 0 1,-36 0 15,18 0 1,-35 0-32,35 0 31,-36 0 16,1-18 15,17 18-46,0-35-1,1 35 1,17-17 0</inkml:trace>
  <inkml:trace contextRef="#ctx0" brushRef="#br0" timeOffset="7535.91">2293 15328 0,'18'0'15,"123"0"1,-53 0 0,335 0-1,-264 0 1,141 0-1,53 0-15,17 0 16,36 0 0,-36 0-1,89 0 17,-18 0-17,-18-17 1,-17 17-1,-71 0 1,-212 0 0,36 0-16,159 0 15,-160 0 1,372 0 0,-354 0-1,353 0 1,-388 0-1,0 0-15,124 0 16,-142 0-16,177 0 31,-211 0-31,87 0 32,-141 0-32,53 0 15,18 0 1,-35 0 15,246 17-15,-229-17-16,265 18 31,-247-18-31,0 0 16,53 0-1,-53 0-15,176 0 31,-194 0-31,18 0 16,123 0 0,-105 0-16,140 0 31,-246 0-31,35 0 31,53 17 32,-54-17-63,54 18 31,18-18-31,-54 0 16,1 0 30,-18 0 79,35 0-109,-53 0 31,-17 0-16,17 0 0,-17 18 298</inkml:trace>
  <inkml:trace contextRef="#ctx0" brushRef="#br0" timeOffset="10942.34">1887 12030 0,'0'0'0,"-17"53"16,17 0 0,-36 17-1,-16 18 1,34-17-16,-70 141 31,88-160-31,-71 107 31,54 18-31,-54 70 32,-35-36-17,53 107 1,36-54-1,17-105 1,0 17 0,0 36-1,17-106 1,1 35 0,70 0-1,-35 0 1,-35-35-1,35-18 1,-36-17 0,36 35-1,-35-36-15,52 124 32,-34-158-32,-19 16 15,36 19 16,-35-36-15,17-17 0,36 52-1,-1-17 1,-17 0 0,53 35-1,-89-88 1,54 18 31,-53-18-16,-1 0-15,1 18-1,17-1 1,-17 19-1,0-36 17,17 17 30,-18-17-31,1 0 63</inkml:trace>
  <inkml:trace contextRef="#ctx0" brushRef="#br0" timeOffset="11870.94">2522 16069 0,'0'18'79,"18"17"-64,53 35 1,-71-34-1,17-19 1,-17 1 15,18 53 1,-18-54-17,0 19 1,0-19-1,-35 18 1,-18-35-16,-18 18 31,-52 0-15,34-18 0,1 0-1,71 0 173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2-04-29T07:20:18.5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2769 5027 0,'0'0'0,"-35"0"15,17 18 1,1-1 0,-36 19-1,35-1 1,1 18-1,-19 17 1,1 19 0,17-1 15,-17 35-31,17-70 16,18 53-1,0-53 1,0 35 15,0-35-15,18 0-1,35-18 1,-53-17 0,35 17-1,-17-35 1,35 0-1,-18 0 1,0 0-16,1 0 16,-1-18-1,0 1 1,18-1 0,-18-35-1,1 36 1,-36-19-1,53-17 1,-18 1 0,0-1-1,18-18 1,-35 1 0,17 17 15,-17 0-16,17-18 1,-35 18 0,0 0-1,0-17 1,0-1 0,0 1-1,-35-19 1,17 54-16,-17-18 15,17 36 1,-17-1 31,0 18-16,-1 0-31,1 0 16,-18 0-1,18 0 1,-18 0 0,0 0-1,0 0 17,18 35-1,17 1 0,18-1-15,0-18-1,0 1 1,0 0 15,0 17 0,18-17 1,17-18-17</inkml:trace>
  <inkml:trace contextRef="#ctx0" brushRef="#br0" timeOffset="1551.84">4004 5080 0,'-35'0'47,"17"0"-47,-17 0 15,-36 18 1,1 35 0,17-1 15,0-16-15,18 52-1,-1 0 1,19-35-1,17 35 1,0-17 0,0-54-1,0 1-15,0 53 32,17-18-17,1-36-15,35 54 16,0-18-1,0 0 1,0-1 0,0 1-1,-36-53 48,1 0-48,35 0 1,0-35 0,53-18-1,-54 18 1,-16-18 0,17-18-1,-53 1 1,17-18-1,-17 0 1,0 70-16,0-53 16,0 18-1,-17-17 1,-1 35 0,-17-36-1,-1 0 1,-16 19-1,16-1 17,1 0-32,-18 0 15,18 18 1,17 35 140</inkml:trace>
  <inkml:trace contextRef="#ctx0" brushRef="#br0" timeOffset="2687.53">3210 5327 0,'0'0'0,"0"18"63,-17-1-32,-36 36-15,0 0-1,-35 18 1,52-36-1,1 0 1,17-17 15,18-1 16,36-17 47,34 36-63,36 34-31,-53-52 31,-18 0 1,-17-18 61,0 0 1,-18-18-78</inkml:trace>
  <inkml:trace contextRef="#ctx0" brushRef="#br0" timeOffset="3423.53">3069 5592 0,'53'0'110,"141"0"-95,-18 0 1,-17 0 15,-71 0-15,-35 0 0,-35 0-1,0 0 1,35 0-1,-36 0-15,36 0 32</inkml:trace>
  <inkml:trace contextRef="#ctx0" brushRef="#br0" timeOffset="4192.58">3898 5468 0,'0'0'0,"18"0"78,52 0-63,1 53 1,-53-35 15,-1-18 0,1 17-15,-18 1 15,0 0 1,0 17-17,-18-18-15,-17 19 16,0 17-1,-18 17 1,17-35 0,19 1-1,-18-19 1,17 19 0,0-36 124,1 0-109</inkml:trace>
  <inkml:trace contextRef="#ctx0" brushRef="#br0" timeOffset="8641.23">3933 6544 0,'0'0'0,"-35"0"31,18 0-16,-1 35 1,0 1-16,1 17 16,-19 35-1,1-35 17,0 52-17,17-52 1,18-35-1,-35 70 1,35-53 0,0 1-1,0-1-15,0-17 16,0 52 15,0-35-31,18 18 16,-1 0-1,18-17 17,-17-36-17,0 17 1,35 19 0,-36-19-16,1 1 15,0-18 1,17 0-1,18 0 1,53-18 0,-36 18 15,1-53-15,-54 36-1,-17-19 1,0-34-1,0 17 1,0-18 0,0 1-16,0-36 15,0 18 1,0 17 0,0-17 15,0 53-31,0-18 15,-53-71 17,53 107-32,-35-19 15,-18 1 1,18 35 15,17 0-31,-17 0 31,-53 0-15,0 18 0,-1-18-1,1 17 1,53-17 0,17 36 77,18-19-93,124-17 16</inkml:trace>
  <inkml:trace contextRef="#ctx0" brushRef="#br0" timeOffset="10273.36">7320 6350 0,'-18'0'0,"1"0"31,-18 0-15,17 0-16,-17 35 15,-18 18 1,0-18 15,18 18-15,-1 18-1,1-18 1,17 35 0,1 18-1,17-18 1,-18-53-16,0 54 15,18-19 1,-17-17 0,17 18-1,0-54 1,17 36 0,1-18-1,0 1 1,17-1-1,0-17 1,18 35 15,35-1-15,-52-52 0,-1 36-1,0-36 1,-17 0-1,17 0 1,0 0 0,1-36-1,-19 19 1,36-54-16,-17 18 16,-19 36-1,36-89 16,-35 53-15,17-35-16,-35 17 16,18-17-1,-18 17 1,0 54 0,0-71-1,-71-1 1,36 37-1,-53-37 1,70 72 15,-17-19-15,-18 19 0,17-1-1,1 0 1,18 18-1,-72-17 17,-16 17-17,69 0-15,1 0 16,0 0 0</inkml:trace>
  <inkml:trace contextRef="#ctx0" brushRef="#br0" timeOffset="11566.84">4233 6720 0,'-17'0'31,"-1"0"-31,0 0 16,-17 18 15,18 17-31,-1 36 16,-17-53 15,35 34-15,0-16-1,0 17 1,-18-53-1,18 53 95,0-36-110,53 1 15,35 35 1,0-36 0,-17 19-1,-18-19 1,-53 1 125,-36-18-126,1-18 1,18 1-1</inkml:trace>
  <inkml:trace contextRef="#ctx0" brushRef="#br0" timeOffset="12600.27">4092 7038 0,'0'-18'47,"53"1"-32,124-1 1,-36 0-16,405 18 31,-369 0-31,229 0 16,-89 0-1,-35 0 1,-88 0 15,-70 0-31,-54 0 16,-52 0 0,0 0-1,-1 0 16,36-17 1,-35 17-17,17 0 1,18-18 0,18 0-1,-19 18 1,-34 0-1,53 0 48,-36 0-63,0-17 16,0 17 93,-17 0 0,0 0-93</inkml:trace>
  <inkml:trace contextRef="#ctx0" brushRef="#br0" timeOffset="13487.3">6826 6650 0,'18'0'63,"52"18"-48,-17 17 1,0 0 0,35 18-1,-52-35 1,-1 17 15,-17-35-15,-18 18 78,17-18-63,-17 17-16,0 1-15,0 17 16,-17 18 15,-1-35-31,18-1 32,-35 19-32,35-19 15,-36 36 16,1-18 1</inkml:trace>
  <inkml:trace contextRef="#ctx0" brushRef="#br0" timeOffset="16839.87">5009 7938 0,'-17'0'109,"-1"0"-109,-17 0 16,-18 0 0,18 0-1,-36 52 17,36-16-17,35-19-15,-35 1 16,17 53-1,18-54 1,0 71 15,0-35-31,0 18 16,0-18 0,0 17-1,0 18 1,0-35-1,35 18 1,0-18 15,18 17-15,-17-34 0,-1-1-1,0-17 1,1-18-1,16 0 32,-16 0-47,-1 0 16,53-18 15,-53 0-31,54-17 16,-19-18-1,-17 36 1,-18-19 0,-17 1 15,-18 17-15,0-17-1,0-36 1,0 1-1,0-18 1,0-18 0,0 53-1,-53-35 1,36 53 0,-19 17-1,36 0 1,-17 1 15,17-1-31,-71 0 16,0-17-1,19 35 1,34 0 0,-53 0 15,71 35 47,0-17-62,0 17 15,0-17-16,36 35 1,17-36-16</inkml:trace>
  <inkml:trace contextRef="#ctx0" brushRef="#br0" timeOffset="18183.88">8378 8008 0,'-17'-18'47,"-1"18"-16,1 18-15,-36 35-1,0 18 1,0-36 0,35 18-1,-17 35 1,35-70-16,0 17 15,-35 35 17,35-17-32,0-35 15,0 35 1,0 0 0,17-18-1,36 71 1,-18-71 15,1 18-31,-1-35 31,-17-18-31,35 0 32,-36 0-17,1 0 16,-1-18-15,19-17 0,-1-36-1,18 18 1,-18-17 0,-35 34-16,0-34 15,0-1 1,0-17-1,0-35 1,0 17 0,-35 53-1,0 0 1,-54 0 0,37 36-1,34 17 1,-70 0 15,35 0-15,0 0-1,35 0 1,1 0 0,-19 0-1,-87 0 1,52 0-16</inkml:trace>
  <inkml:trace contextRef="#ctx0" brushRef="#br0" timeOffset="19263.9">5486 7938 0,'17'0'47,"-17"35"-16,0-18-15,-17 19-16,-54 34 16,1 18 15,17-35-31,53-17 31,0-1-15,-36 18-16,1 17 31,17-34-15,18-19 15,0 1 78,0 0-109,36 17 16,34-18 0,19 1 15,-72 0-31,1-1 15,-36-34 126,1-1-125,-1 0-1,-17 1-15,17-1 16</inkml:trace>
  <inkml:trace contextRef="#ctx0" brushRef="#br0" timeOffset="20111.41">5186 8378 0,'17'0'16,"19"0"0,34-35-1,107 0 1,70 17 0,88 1-1,18 17 1,-159 0-16,123 0 15,-52 0 1,-18 0 15,-106 0-31,-71 0 16,-17 0 15,-18 0-31,18 0 16,18 0-1,-36 0 1,36 0 0,35 0-1,-36 0 17,-17 0-17,-35 0 32,-1 0-31,1 0 77,0 0-93,35 0 32</inkml:trace>
  <inkml:trace contextRef="#ctx0" brushRef="#br0" timeOffset="20838.28">8026 7973 0,'35'0'63,"18"0"-32,35 35-16,0 18 1,-35 0 0,0 17-1,0-34 1,35 52 0,-70-70 46,-18 17-31,0-18-31,-18 36 16,1 0 0,-36 18-1,-18-1 1,18-34 15,0-1-15,36-17-16,-19-1 15,36 1 48,-17-18-48,-19 0 1</inkml:trace>
  <inkml:trace contextRef="#ctx0" brushRef="#br0" timeOffset="23982.3">6597 10301 0,'0'35'47,"0"-17"-31,-18-18-16,-158 18 31,17-1-15,0-17-1,18 0 1,88 0 0,0 0-1,36 0-15,-18 0 16,-1-35 0,-17 0-1,36 17 1,-54-52 15,36 34-31,0-17 31,-18-17-31,17 17 16,19 18 0,17-1-1,-35-70 1,35 36-1,0-18 1,0 0 0,0-18 15,0 35-15,17 1-1,1 52 16,-1 0 1,19 1-17,34-1 1,54 18 0,-18-35-1,-1 35 1,-34 0-1,-53 0 1,52 0 15,-35 0-31,18 0 16,-17 0 15,-19 0-15,19 35-1,34 36-15,1-18 32,-18 17-17,-18-17 1,-18-35 0,19 17-1,-36 18 1,0-36-16,0 36 15,0 0 1,0-17 0,0 16 15,0-34-31,0 53 31,-18-18-31,18-36 16,-18 19-1,18-19 17,-17 1-32,-1 17 15,18 0 17,-17 18 14,-1-53 95</inkml:trace>
  <inkml:trace contextRef="#ctx0" brushRef="#br0" timeOffset="31143.38">7726 11307 0,'0'0'0,"17"0"16,1 0 15,-18 35 0,18 18-31,-18 17 16,0-17-1,-53 71 1,-35-54 0,-1-34-1,-16-1 1,34-18 0,0-17-1,54 18 1,-36-18-1,18 0 32,17 0-31,-17 0 0,-1-35-1,1 0 1,18-18-1,-1 17 1,-17-70 0,17 54-1,-17-1-15,17-53 16,18 53 0,0-18-1,0 36 1,-53-36-1,53 54 1,0-36 0,0 0-1,0 18 1,0-1 15,0 19-31,0-18 31,18-1-15,35 19 0,0-1-1,70 0 1,-88 1 0,-17 17-1,0 0 16,17 0-15,18 0 0,0 0-1,-18 0 1,-17 35 0,35 18 15,-18-18-31,0 0 15,0 18 1,18 0 15,-53-17-31,0 16 32,0 1-17,18 0 1,-18-17-1,0-19 1,0 54 0,0-36-1,0 18 1,0-18-16,0 1 31,0-19-31,0 36 16,0 0 15,0 0-15,0-35 140</inkml:trace>
  <inkml:trace contextRef="#ctx0" brushRef="#br0" timeOffset="33367">10742 11836 0,'-18'0'47,"-34"0"-31,-37-18-1,54 18 1,-18-35 0,36 17-16,-36-17 15,17 0 1,19-1 0,-19 1 15,1 0-31,0-53 15,17-1 1,-17 36 0,0-52-1,35 52 1,-36-36 0,19 37-1,17-37 1,-18 19 15,18 17-15,0-18-1,0 18 1,0 36 0,0-18-1,18 17 1,35-35-1,17 35 1,18-52 0,54 70-1,-19 0 1,-17 0 0,-53 0-1,-36 0 32,19 0-31,17 17-1,17 19 17,-35-1-17,1 18 1,-1-18-1,-17-17 1,34 52 0,-34 1-1,0-1 1,-1 1 0,-17-36-16,18 53 15,-18-17 1,0-18-1,0 18 1,0-36 0,0 35-1,0-34 1,0 34 0,-18-17-1,-35 18 1,-52-1-1,16-34 1,-16-19 15,34-17-31,18 0 32,36 0 61,-1 0 32</inkml:trace>
  <inkml:trace contextRef="#ctx0" brushRef="#br0" timeOffset="34350.57">7655 10954 0,'0'17'63,"-17"36"-47,-36 18-1,-18-1 1,1-17-1,70-35 95,0 17-95,17 18 1,19 0 15,16 18-31,37-18 16,-36-53 15,-18 35 125,-35-53-140,0-17-16</inkml:trace>
  <inkml:trace contextRef="#ctx0" brushRef="#br0" timeOffset="35111.54">7655 11395 0,'0'-18'15,"18"0"1,141-34-1,105 16 1,89-17 0,-18 53-1,71 0 1,-106-17 0,-36 17-1,-70 0 1,-105 0-1,-37 0 1,-16 0 47,-1 0-48,18 0 1,-35 0 62,17 0-78,-18 0 16,19 0-1,-19 0 1,89 0-1,18 35 1,-18-17 0</inkml:trace>
  <inkml:trace contextRef="#ctx0" brushRef="#br0" timeOffset="35805.6">10513 10936 0,'0'0'0,"0"18"15,35 35 1,53 17 15,18 1-15,-53-18-1,-18-18 1,18-17 0,-35-1 30,-18 1-46,0 17 32,0-17-32,-53 17 15,-71 36 1,-122-1 0,140-52-1,35-1 1,53-17 62,1 0-62</inkml:trace>
  <inkml:trace contextRef="#ctx0" brushRef="#br0" timeOffset="39398.53">8290 12047 0,'-17'0'188,"-36"36"-188,0-1 15,-18 18 1,36 0 0,17-36 15,1 19-15,17-19-16,-18 19 15,0 52 1,18-18 15,-52 36-15,52 0-1,0-35 1,0 34 0,0-69-16,17 87 31,36 1-16,-35-107-15,17 89 16,-17-53 0,52 18-1,-52-54 1,35 18 0,-36-17 15,1-18 0,17 0-15,18 0-1,35-53 1,-70 18 0,35-18-1,-18 0 1,0 0 15,1 0-15,-19 0-1,1-35 1,17 0 0,-35 53-16,18-71 15,-18 35 1,0 1-1,0 17 1,0-18 15,0 18-15,-18 18 0,-17-18-1,17 0 1,-17 18-1,17 17 1,-34-17 0,-1 17-1,-36 1 1,19 17 15,35-36-15,-18 36 31,35 0-47,0 0 31,-17 0-31,35 36 141,0-19-141</inkml:trace>
  <inkml:trace contextRef="#ctx0" brushRef="#br0" timeOffset="41511.86">11748 12030 0,'0'0'0,"-18"0"15,-35 0 17,18 0-32,-36 17 31,-17 54-15,0-71-1,52 35 1,36 0-1,-52 54 1,-19 52 0,-17 0-1,70-18 1,-17-52-16,17-1 16,18 1 15,0-53-31,18 35 15,52 35 1,-17-18 0,-17 1-1,17-18 1,-36-18 0,36-17-1,18 35 1,-18-36-1,17-17 1,1 0 0,-1-35 15,-17-53-15,0 35-1,-18 18 1,-35-36-1,18 1 1,35-107 15,-53 107-31,0-72 16,0 1 0,0 35-1,0-17 1,-35 17-1,-1 36 1,1-1 0,-35 18-1,17 36 17,17-19-32,1 36 15,-36 0 16,36 0-15,0 0 0,0 0-1,-71 36 1,-53 16-16</inkml:trace>
  <inkml:trace contextRef="#ctx0" brushRef="#br0" timeOffset="42927.54">8731 12435 0,'0'0'0,"18"0"0,0 0 62,-1 0-46,-17 18 15,0 0-15,-17-18-1,17 17 1,-18 19 0,18-19 15,-35 1-31,17 17 15,18-17 17,0-1-32,0 1 47,0 17-32,0-17-15,0 0 16,-18-18 15,18 35-15,0-17-1,-17-18-15,17 35 94,0-18-47,17-17-31,36 36-1,53-1 1,18 0-1,-89-17 1,18-18 31,-89 0 94,19-35-141,-36-1 15,35 19 1</inkml:trace>
  <inkml:trace contextRef="#ctx0" brushRef="#br0" timeOffset="43717.57">8731 12753 0,'18'0'31,"0"0"-15,-1 0-16,71 0 31,142 0-31,140 0 31,53 0-15,1-35-1,-107 35 1,-70-18 0,-194 18-16,18-18 15,-54 18 79,19 0-78,69 0-1,89 0 1,-70-17 0,-106-1 30,-1 18 1,1 0 31,17 0-46</inkml:trace>
  <inkml:trace contextRef="#ctx0" brushRef="#br0" timeOffset="44333.91">11324 12365 0,'18'0'46,"-18"17"-46,70 19 16,1 34 0,-36-34-1,0-1 1,1-17 0,-1 17-1,-17 0 1,-1-17 46,1 17-62,-18-17 32,0 35-17,-53-18 1,-18 0-1,-34 36 1,16-54 0,54-17-16,0 18 15</inkml:trace>
  <inkml:trace contextRef="#ctx0" brushRef="#br0" timeOffset="48301.23">9596 14640 0,'-53'-17'78,"-53"-36"-62,18 17 0,52 36-16,1-35 15,-18-35 1,0 34 0,0 1-1,-35-71 1,35 36-1,0 17 1,0-35 0,36 17-1,-19-52 1,36 52 0,0-35-1,0 36 1,0 34-1,0-17 1,18 18 0,0 17 15,17-17-15,18 18-1,-35 17-15,52 0 16,-17 0-1,18 0 1,-54 0 0,36 0-1,18 17 1,-36 1 0,53 17-1,-35 0 1,-35 1 15,35 17 0,-53-18-31,17 18 16,19-18 15,-1 18-15,-35-35-1,0 35 1,0-18 0,0 35-1,0-17 1,0 18 0,0-36-1,0 0-15,-18-17 16,1 35-1,17-35 17,-18-1-1,0-17-31,18 36 47,0-19 78,-17-17-47,-19 0-47</inkml:trace>
  <inkml:trace contextRef="#ctx0" brushRef="#br0" timeOffset="49686.7">11289 14517 0,'0'17'47,"-35"-34"0,-89-54-31,36-35-1,35 36 1,-18-36-1,36-17 1,-18-1 0,53 18-1,0 0 1,0 18 0,0 18-1,18 17 16,17-18-31,0 18 32,18 18-17,18 0 1,35 17 0,-18 18-1,35 0 1,-17 0-1,0 0 1,-53 0-16,-18 18 16,-17 17-1,0-17 1,52 52 0,-17 18-1,0-35 1,-53-17-1,18-19 1,17 71 15,-35-70-31,18 106 32,-18-107-32,0 54 15,0-18 1,0 0 15,0 17-15,-18-35-16,-17 18 31,-54 0-15,72-17-16,-18-19 15,17-17 32,0 0 0,-35 0-16,18 0-31,-212-17 16</inkml:trace>
  <inkml:trace contextRef="#ctx0" brushRef="#br0" timeOffset="50830.28">9578 13547 0,'0'35'31,"0"-17"-31,0 17 15,-106 35 17,88-34-32,-34-19 15,52 36 48,0-17-32,0 16-31,0-34 31,0 0 1,0-1-17,0 19 1,0-19-16,17 19 15,89 16 17,-35-34-32,17 0 15,-53-1 1,-17-17 109,-18-17-78,-18-36-32,-35-18 1</inkml:trace>
  <inkml:trace contextRef="#ctx0" brushRef="#br0" timeOffset="51421.71">9454 13829 0,'18'0'15,"35"-18"17,-18 18-32,124 0 15,-18 0 1,335 0-1,-123 0 1,-71 0 0,-141 0-1,-70 0 48,-53 0-32,17 0-15,18 0-1,53 0 1,-18 0 0</inkml:trace>
  <inkml:trace contextRef="#ctx0" brushRef="#br0" timeOffset="52022.18">11342 13582 0,'17'0'47,"36"0"-47,53 53 16,-35 0-1,-1 17 17,-17-17-32,-35-17 31,0-19-16,-18 1 1,0 17 0,0 18-1,-71 88 17,-105-88-17,52-18-15,36 18 16,53-53 46</inkml:trace>
  <inkml:trace contextRef="#ctx0" brushRef="#br0" timeOffset="54638.61">10566 15064 0,'0'0'0,"-18"0"0,-17 0 16,-36 0-1,-17 0 1,35 35 0,-17 0-1,34 18 1,36 18-1,0-1 1,0 18 0,0-35-1,0 18 17,0-36-17,18 36 1,35-36-1,-36 0 1,-17-17 0,36 0-1,-1 17-15,-17-35 16,17 17 0,0 1-1,1 17 1,-19 1 15,1-19-31,17-17 47,0 0-47,1 0 16,52 0-1,-71 0 1,72 0 15,-72 0-31,19 0 16,-19 0 15,-17-17-15,0-19-1,0-17 1,0 1-1,0-19 1,0 53-16,0-105 16,-35 17-1,0 18 1,-1 35 0,-17-53-1,36 53 1,-36-17-1,-18-1 1,36 36 0,17 35 31,-17 0-32,18 0 1,-1 0-16,-35 0 31,0 0 0,35 0 63,1 0-47,17 53-47</inkml:trace>
  <inkml:trace contextRef="#ctx0" brushRef="#br0" timeOffset="68901.64">14517 3933 0,'-18'0'79,"-17"36"-48,17-1-16,18-17 1,0-1 0,-17 1-16,17 35 31,-18-18-15,18 18-1,0-35-15,0 35 31,0-36-31,0 36 16,71 53 0,17-35-1,18-1 1,-36-17 15,-70-35 32,0-1-48,0 1 1,-70 0 0,17-18 15,35 0-16,0 0 1,1 0 0,-1-18-1,0 0 1</inkml:trace>
  <inkml:trace contextRef="#ctx0" brushRef="#br0" timeOffset="69861.6">15293 4533 0,'0'0'0,"53"-17"16,-36-1-16,1-17 16,0 35-16,-1 0 31,1 0-15,-18-18 15,0 0 0,0 1-15,0-19-1,-35 36 48,-1 18-48,1 17 1,-18-17 15,18 17-15,17-17 0,1 17-1,-1-17 16,18-1-15,0 1 0,0 0-1,0-1-15,0 1 32,0 17-32,18 1 31,-18-19-16,35 18-15,-17-35 63,17 0-47,-17 0-16,34 0 15,-52-52 16,53 16-31,-17 1 32,17-36-17</inkml:trace>
  <inkml:trace contextRef="#ctx0" brushRef="#br0" timeOffset="70526.92">15769 3986 0,'0'36'78,"0"70"-62,0 88-1,-35-36 1,17-17-1,1 36 1,17-36 0,-18-53-1,18-35 79,-18-53-94,18-35 63,-17 17-63</inkml:trace>
  <inkml:trace contextRef="#ctx0" brushRef="#br0" timeOffset="77351.61">14517 5398 0,'0'17'94,"0"18"-94,0 36 16,0-18-1,17 0 1,-17-18-1,18-17 32,0-1 16,-1-17 15,1-53-62,0-17-1,35-18 1,-1-18-1,1 35 1,-35 36 0,-18 17-1,18 1 1,-18 70 78,0-36-79,0 36 1,0 0 0,0-18-1,17-17 16,1 17-15,-18 1 15,18-36 32,-18 17-32,17-17 47,-17-17-31,0-19-47,0-17 16,0 1-1,35 16 1,-35 1 31,18 17 15,0 18-46,-1 18 15,1-18-15,0 35-16,-1-35 47,-17 36 0,0-1-32,0-18 1,0 19-16,0-19 15,0 19 1,0 17 31,0-36-31,0 18 15,0-17-16,18-36 142</inkml:trace>
  <inkml:trace contextRef="#ctx0" brushRef="#br0" timeOffset="77774.98">15134 5380 0,'0'18'109,"0"70"-93,0-35 0</inkml:trace>
  <inkml:trace contextRef="#ctx0" brushRef="#br0" timeOffset="78100.39">15311 5997 0</inkml:trace>
  <inkml:trace contextRef="#ctx0" brushRef="#br0" timeOffset="79013.58">15434 5803 0,'0'18'16,"0"52"15,0-52-31,0 17 31,18-17 79,-18-53-95,0-18-15,17-35 16,1 70 0,0-17 15,-1 35-31,36 0 31,18 0-31,70 0 16,-71 0-1,-70 35 32,18 18-31,-18-18-1,0 18 1,-18 53 15,18-89-15,0 1 0,-17-18-1,-1-18 63</inkml:trace>
  <inkml:trace contextRef="#ctx0" brushRef="#br0" timeOffset="95414.93">16775 4180 0,'0'-17'15,"-36"17"17,19 0-17,-19 0 1,1 35 0,-18 36-1,36-1 16,17-35-15,0 18 0,0 18-1,-18-1 1,18-52-16,0 35 31,0-35-31,35 17 31,-17-17-31,-1-1 32,-17 1-32,71-18 31,-53 0-31,35 0 31,-36 0-31,19-35 16,-19-18-1,18-18 1,-17 1 0,-18 17-1,0 0 1,0 17 15,0 19-15,-18-18-1,-34-18-15,-1 35 16,-36 0 0,19 18-1,-18 0 1,52 0 15,19 0 16,17 18 0,17 0-47,19 17 16,-1-17-1</inkml:trace>
  <inkml:trace contextRef="#ctx0" brushRef="#br0" timeOffset="96253.71">17498 4516 0,'0'0'0,"0"-18"16,-18-17-16,18 17 15,0-17 1,0 17 15,0-17-15,18 35 15,-18-18-31,35 18 31,-17 0-15,-1 0 0,1 0-16,35 53 15,-35-53 1,-1 18 0,1-1 15,-1-17-16,19 0 1,-1 0 0,0 0-1,1 0 1,16 0 0,19 0-1,-18-35 1,-18 17 15,-35 1-31,0-18 47</inkml:trace>
  <inkml:trace contextRef="#ctx0" brushRef="#br0" timeOffset="97579.31">18450 4198 0,'0'0'0,"53"53"16,-18-18-1,-17 53 1,0-70 0,-1 17-1,1 36 16,-18-36-31,0 18 16,0-35 15,0 17-15,0 0 15,0-17-31,-71 0 16,19-18-1,34 0 17,0 0-32,-17-36 31,17 1-15,1 0-1,17-18 1,0 18-1,0-1 1,35 1 0,0-18-1,1 18 1,-19 35 0,1 0 15,-1 0-16,-17-18-15,18 18 32,-18-17-32,0-1 15,0-17 1,0 17 15,0 0-15,0 1-1,0-1 1,0-17 0,-18 17 93,1 18-93,-36 0-1,35 0-15,-35 0 32</inkml:trace>
  <inkml:trace contextRef="#ctx0" brushRef="#br0" timeOffset="180131.89">14411 5009 0,'35'0'62,"-17"0"-46,70 0-1,88 0 1,18 0 0,71-52-1,-53 52 1,-89-18 15,-35 18-31,-52-18 16,34 18-1,-17-17 17,-35 17-32,-1 0 15,1 0 16,0 0-15,-1 0-16,89 0 16,18 0-1,-107 0 1,1 0 156</inkml:trace>
  <inkml:trace contextRef="#ctx0" brushRef="#br0" timeOffset="201299.72">2381 3016 0,'0'0'0,"-17"0"16,-36 0 30,53 36-30,0 16 0,0-16-1,0-19 1,0 19 0,0-19-1,0 1 1,0 17-1,17 0 1,19 1 0,-19-1 46,-17-17-46,0 17 15,0-17-15,0 17-1,0-18 17,-35-17 46,17 0-63,-17 0 1,17 0 0,1 0-1,-1-17-15</inkml:trace>
  <inkml:trace contextRef="#ctx0" brushRef="#br0" timeOffset="202186.82">2593 3316 0,'0'0'0,"70"0"15,-34 0 1,52 0 0,-35 0-1,-18 0 32,-35-35 0,0 17-31,-35 18-1,-18-17 17,35 17-32,-17 0 31,0 0 0,17 0-31,-35 0 16,18 0-1,0 0 1,17 17 0,0-17-1,18 35 16,0-17-15,0 35 0,18 0-1,0-35 17,-18-1-32,0 1 15,17-1 1,1-17 31,17 0-16,0-17-15,18-18 15,0 17-31</inkml:trace>
  <inkml:trace contextRef="#ctx0" brushRef="#br0" timeOffset="202874.83">3087 2963 0,'0'18'47,"0"0"-32,0 70 1,0 0 0,0-17-1,0 17 1,0 18 0,0-36-1,0-52 1</inkml:trace>
  <inkml:trace contextRef="#ctx0" brushRef="#br0" timeOffset="-192752.07">14764 6632 0,'0'-17'16,"-18"17"-16,0 0 16,-17 0 15,18 0-31,-1 0 31,0 17-15,18 1-1,-17 0 1,17-1 0,0 1-1,0-1 1,0 1 15,17 0-15,19-18 31,16 70-16,-34-52-31,35 35 31,-35-53-31,-1 35 16,-17-17 46,0 17-30,-17-35-32,-72 0 15,72 0 1,-1 0-1,-17 0 17,17 0 46,1-35-16</inkml:trace>
  <inkml:trace contextRef="#ctx0" brushRef="#br0" timeOffset="-192164.49">14958 6438 0,'0'0'0,"17"0"47,19 0 0,-36 18 0,0-1-32,0 1 1</inkml:trace>
  <inkml:trace contextRef="#ctx0" brushRef="#br0" timeOffset="-191686.82">15099 6897 0,'18'35'15,"-18"0"1,0 1-1,17-19 1,-17 19 0,0-1-1,18-35 1,-18 17 0,17 1 15,1 0 0,-18-1-15</inkml:trace>
  <inkml:trace contextRef="#ctx0" brushRef="#br0" timeOffset="-190887.17">15540 6756 0,'18'0'63,"17"0"-32,0 0-31,0 0 16,1 0 15,-19 0-15,1 0-1,0 0 1,-1 0 62</inkml:trace>
  <inkml:trace contextRef="#ctx0" brushRef="#br0" timeOffset="-190413.38">15663 6950 0,'0'17'109,"18"-17"-93,17 0 15,-17 0 0,17 0-15,-17 0-1,-1 0 1</inkml:trace>
  <inkml:trace contextRef="#ctx0" brushRef="#br0" timeOffset="-189541.29">16245 6668 0,'0'0'0,"-17"0"0,-36-18 15,18 0 17,17 18-1,18 18-15,0 17-1,0-17 1,0 52-1,0-52 1,0 0 0,0 17 15,18-17 0,-1-1-15,1-17-1,-1 18-15,1-1 16,0 1 0,-1 0 15,-17 17-15,0 0 30,0-17-14,-17 0-1,-1-18 16,18-36-16</inkml:trace>
  <inkml:trace contextRef="#ctx0" brushRef="#br0" timeOffset="-188691.62">16351 6932 0,'36'0'15,"-19"0"16,1 0-15,17 0 0,-17 0-1,17 0 1,-17-18 0,-18 1 30,0-1-14,-18 18-17,-17 0 32,35-17-47,-18 17 47,-17 0-31,0 35-1,35-18 1,-36 1 15,36 0 16,0 35-16,18-36 1,0-17-17,-1 36 16,1-36 1,17 0-17,18 0 1,0-18 15,-35 18-15</inkml:trace>
  <inkml:trace contextRef="#ctx0" brushRef="#br0" timeOffset="-188029.83">16739 6491 0,'0'18'32,"0"52"-17,0 36 1,0 18 0,0-1-1,0 1 1,0-19-1,0-69 1,0-19 15,0-34 47,18-19-62</inkml:trace>
  <inkml:trace contextRef="#ctx0" brushRef="#br0" timeOffset="-187487.21">17022 6932 0,'0'-18'47,"17"18"-32,18-17 1,36-1-1,-18 18 1,17 0 0,-52 0-1,17 0 17,-17 0-1</inkml:trace>
  <inkml:trace contextRef="#ctx0" brushRef="#br0" timeOffset="-186989.83">17233 6703 0,'-17'17'15,"17"36"1,-18 0-1,18 53 1,0-18 0,0-35-1,0 35 1,18-70 31,-1-18 15,18 0-46</inkml:trace>
  <inkml:trace contextRef="#ctx0" brushRef="#br0" timeOffset="-186495.77">17851 6668 0,'0'35'16,"-18"35"-1,0 1 1,1-18-1,17 35 1,0 18 0,0-18-1,0-35 1,0-71 93</inkml:trace>
  <inkml:trace contextRef="#ctx0" brushRef="#br0" timeOffset="-179277.91">16457 7990 0,'0'-17'0,"-53"-36"31,18 35-15,-18 18-16,18 0 15,-18 0 48,17 18-63,19 17 15,-1-17 1,18-1 31,53 36-32,-53-35 1,53 17 0,53 36-1,-88-71 32,-18 53-16,0-36-15,-53 19 0,17-36 15,19 0-15,-1 0-1,18-53 1,35-18 15,1 36-31,-1 17 0</inkml:trace>
  <inkml:trace contextRef="#ctx0" brushRef="#br0" timeOffset="-178902.9">16828 7602 0,'0'0'0,"35"0"15,0 0 1,0 18 15,-35 0-15,0-1 15,0 19-31,0 16 16,0 37-1,0-54 1,0-17-16</inkml:trace>
  <inkml:trace contextRef="#ctx0" brushRef="#br0" timeOffset="-178616.22">16933 8079 0,'0'35'16,"0"0"0,0-17-16,0 35 15,0 0 1,0-36 0</inkml:trace>
  <inkml:trace contextRef="#ctx0" brushRef="#br0" timeOffset="-177750.39">17357 8184 0,'17'-17'32,"1"-18"-1,0 17-31,52 0 15,1 18 1,17 0 0,-53 0 15,-17 0-31,35 18 31,-36 0-31,1-1 16,35 36-1,-35-53 48,-1 0-47,18-35-1,36-36 1,0 18-1,17 36 17,-71 17-32,36 0 15</inkml:trace>
  <inkml:trace contextRef="#ctx0" brushRef="#br0" timeOffset="-176703.24">18785 7814 0,'0'0'0,"-35"0"16,17 0-1,18 35 17,0-17-32,0 17 15,0 1 1,18 52-1,70-18 1,-17 1 0,-53-54-1,17 19 1,-18-1 15,-17-17-15,0 17-1,-17 35 1,-18-34 15,17-36 1,-17 0-17,35-36 1,0-34-1,0 17 1,0-35 0,35 17-1,-17 18 1,17 0 0,-18 36-1,1-18 1,-18 17-1,0-53 1,0 36 0,0 17-1,0-17 1,0 0 0,-18 17-1,1 18 16,-18 0-15,17 0 15,-17 0-15,-1 18 0,19-1-1</inkml:trace>
  <inkml:trace contextRef="#ctx0" brushRef="#br0" timeOffset="-127200.58">16334 3651 0</inkml:trace>
  <inkml:trace contextRef="#ctx0" brushRef="#br0" timeOffset="-18274.79">16175 8731 0,'0'0'0,"0"36"31,0 34-15,0 36-1,0 0 1,0 17-1,0-35 1,0-52 0,0-1-1,0-53 63,0-17-62,17-35 0,1 17-1,53-53 1,-71 70 0,53 1 15,-36 35-16,19 0 1,34 0 0,-17 0-1,0 0 1,-53 35 0,18-17-1,-18 35 1,0 0-1,0 35 1,0-53 0,0-52 109,17-18-110,-17-1 1,18-17 0,35 0-1,-18 53 1,-17-17-1,-1 17 17,19 0-17,-1 70 1,-17-52 0,-18 17-1,0 18 1,0 0-1,0-18 1,0 1 0,0-19 15,17-17 63</inkml:trace>
  <inkml:trace contextRef="#ctx0" brushRef="#br0" timeOffset="-17873.77">17163 8819 0,'17'0'62,"-17"36"-31,0-19-15,0 19 0,0-1-1,0-17-15</inkml:trace>
  <inkml:trace contextRef="#ctx0" brushRef="#br0" timeOffset="-17619.57">17180 9208 0,'0'0'0,"0"17"16,0 54 0,0-54-1,0 1 48,0 0-32</inkml:trace>
  <inkml:trace contextRef="#ctx0" brushRef="#br0" timeOffset="-16788.43">17515 9066 0,'18'36'0,"-18"17"16,0 0-1,0-1 1,0-16-1,35 17 17,-17-53 30,-18-18 1,53-70-48,-35 53 1,34-18 0,19 17-1,0 19 1,-54 17-1,1 0 17,-1 0-17,-17 17 1,18 36 0,-18 18-1,18-1 1,-18-17-1,0-35 17</inkml:trace>
  <inkml:trace contextRef="#ctx0" brushRef="#br0" timeOffset="-12507.63">18433 9084 0,'17'-18'16,"1"18"46,17 0-46,18 0 0,-18 0-1,-17 0 1,0 0 15,-1 18-15,19 0-1</inkml:trace>
  <inkml:trace contextRef="#ctx0" brushRef="#br0" timeOffset="-12107">18344 9313 0,'36'0'31,"-19"0"-15,1 0-1,35 0 1,53 0-1,-18 0 1,0 36 0,-53-36-1</inkml:trace>
  <inkml:trace contextRef="#ctx0" brushRef="#br0" timeOffset="-11260.5">19473 9013 0,'-17'-35'15,"-1"35"1,-70 0 0,17 0-1,36 0 16,17 18-15,18 17 0,-35 18-1,35-35 1,0-1 0,0 1 15,0 17-16,18 1 1,35-19 0,-18-17-1,0 35 17,-17 1-1,-18-1-16,0 18 1,0-35 0,-18 34-1,-17-16 32,17-36-47,1 0 31</inkml:trace>
  <inkml:trace contextRef="#ctx0" brushRef="#br0" timeOffset="-10828.54">19756 9260 0,'0'0'0,"35"0"16,-18 0 0</inkml:trace>
  <inkml:trace contextRef="#ctx0" brushRef="#br0" timeOffset="-5771.06">13952 2946 0,'0'0'16,"-53"0"-16,1 35 16,-19 18-1,18 35 1,53-35-1,0-18-15,0 36 32,0-36-17,0-17 1,35 35 0,36-53-1,35 0 1,17 0-1,-17 0 1,-18-71 0,-88 18-1,0 36 32,18 34 63,17 124-95,-17-88 1,35 71-1,-36-36 1,1-53 0,0 0-1,-1-17 1,1-18 0,52 0-1,-52 0 1,17 0-1,1-35 1,-36-53 0</inkml:trace>
  <inkml:trace contextRef="#ctx0" brushRef="#br0" timeOffset="-5274.78">14693 3034 0,'35'0'0,"-17"53"15,17 53 1,-17 52 0,0-52-1,17-35 1,-35-1 0,18-105 93,34-124-93,-34 36-1,53 35 1,-18 35-1,-36 35 1,1 0 0</inkml:trace>
  <inkml:trace contextRef="#ctx0" brushRef="#br0" timeOffset="-4780.14">15187 3122 0,'0'0'15,"0"53"-15,35 88 16,-35-35 0,36-36-1,-36-52 1,17 0 31,1-18 0,17-53-32,0 18 1,36-36 0,53-35-1,34 18 1,-70 35-1,-52 53 1</inkml:trace>
  <inkml:trace contextRef="#ctx0" brushRef="#br0" timeOffset="-2195.46">19368 9049 0,'-71'70'62,"-53"19"-46,72 16-1,16-34 1,36-53 0,0-1 15,0 1 0,18-18 0,70 0-15,-53 0-16,89 0 31,-18 0-15,-71-53-1,-35-18 1,0-52 0,0 35-1,0 17 95,0 106-95,0 1 1,0 17 0,18 0-1,-1-18 1,1-18-1,-18 1 17,35-18-1,-17 0-15,-18-18 15</inkml:trace>
  <inkml:trace contextRef="#ctx0" brushRef="#br0" timeOffset="-1689.43">19720 8908 0,'0'0'0,"0"53"16,0 70 0,0 36-1,0-71 1,0-35-1,0-18 1,36 18 0,-36-35 15,17-54 63,36-16-79,-35-54 1,17 53 0,-17 35-1</inkml:trace>
  <inkml:trace contextRef="#ctx0" brushRef="#br0" timeOffset="-1052.19">19985 9119 0,'0'0'0,"0"89"15,0 16 1,0-52 0,17 53-1,1-53 1,17-53 93,-17-53-93,17-17 0,36-36-1,-36 70 1,18-16-1,-53 34 48,18 18-32,-1 0-15,19 0-1</inkml:trace>
  <inkml:trace contextRef="#ctx0" brushRef="#br0" timeOffset="-532.1">20443 8908 0,'18'0'16,"17"-18"0,71 18-1,-70 0-15,16-18 32,-34 18-1</inkml:trace>
  <inkml:trace contextRef="#ctx0" brushRef="#br0" timeOffset="475.86">20638 9013 0,'0'0'0,"-36"71"16,19 0-1,-1-36 1,18 35 0,0-52-1,0 17 1,0-17 0,0 17-1,0-17 1,0 35 187,0-18-156,18-17-16,-18-1-15,35 1 124,53-18-124,0 0 0,0 0 15</inkml:trace>
  <inkml:trace contextRef="#ctx0" brushRef="#br0" timeOffset="1924">21114 8837 0,'-18'18'328,"18"-1"-312,0 19 0,0-19 15,18 36-15,-1-35-1,36 52 1,-17-34-1,-1-19 1,-18 1 0,19 0-1,-36-1 17,17 19-1,-17-19-16,0 1 1,0-1 0,0 36-1,0-35 1,-53 0 0,-35-18-1,18 0 1,52 0 62,-17 0-62,35-18-1</inkml:trace>
  <inkml:trace contextRef="#ctx0" brushRef="#br0" timeOffset="2340.37">21396 8731 0,'18'0'47,"-1"0"-32,-17 18 48,0 17-48,0 18 1</inkml:trace>
  <inkml:trace contextRef="#ctx0" brushRef="#br0" timeOffset="2724.17">21502 9119 0,'0'0'0,"0"71"16,0-18-1,0-36 1,0 19 0,0-19 46,0 19-46,0-19-1</inkml:trace>
  <inkml:trace contextRef="#ctx0" brushRef="#br0" timeOffset="3500.77">21731 8749 0,'18'0'47,"17"0"-31,18 0-1,-35-18-15,52 18 31,-35 0 1,-17 18 15,-18 0-1,0 52-30,0-17 0,0 18-1,0 17 1,0 35 0,0-35-1,0 18 1,0-35-1,0-1 1,18-52 15,-18-36 94</inkml:trace>
  <inkml:trace contextRef="#ctx0" brushRef="#br0" timeOffset="3981.44">21696 9507 0,'0'0'0,"17"0"47,1 0-31,35 0 0,71 0-1,-19 0 1,-16 18 15,-72-18 94,-34 18-109</inkml:trace>
  <inkml:trace contextRef="#ctx0" brushRef="#br0" timeOffset="9573.21">16686 9754 0,'36'0'46,"-19"0"-30,19 0 0,52 0-1,-18 0 1,36 18 0,-53 0-1</inkml:trace>
  <inkml:trace contextRef="#ctx0" brushRef="#br0" timeOffset="10171.65">17057 9419 0,'0'0'0,"-18"0"15,-17 35 1,-18 1 0,18 34-1,17-34 1,18 69-1,-18-69 1,1-1 0,17 35-1,-18 1 1,18 0 0,0-1-1,0-52 1,0 35-1,18-36 1,-18 1 0,0 0 15,0 17-15,0 0-1</inkml:trace>
  <inkml:trace contextRef="#ctx0" brushRef="#br0" timeOffset="10675.94">17198 9878 0,'0'0'0,"-18"53"16,18 53 0,0-54-1,0-16 1,0-1 0,18-35 30,0 0-30,-18-18 0,52-70-1,-16 18 1,-36 17 0,0 0-1</inkml:trace>
  <inkml:trace contextRef="#ctx0" brushRef="#br0" timeOffset="11293.15">17604 9913 0,'17'35'31,"-17"89"-15,0 17 0,0-88-1,18 53 16,0-89-15,-1-34 47,1-19-48,52-52 1,-17 0-1,0 17 1,18 36 0,-54 35 46</inkml:trace>
  <inkml:trace contextRef="#ctx0" brushRef="#br0" timeOffset="11981.24">18856 9596 0,'0'0'0,"-18"0"16,-52 17 0,-36 36-1,35 53 1,-34 53-1,52-71 1,17-53 0,36 53-16,-17-35 31,17 0-15,0 53-1,0-18 1,0-35-1,0-35 1,0 17 0,17-17-1,1-18 32,17 0-31,1 0-1,34 0 1,1 35 0</inkml:trace>
  <inkml:trace contextRef="#ctx0" brushRef="#br0" timeOffset="13260.64">19350 10019 0,'-35'0'16,"-36"35"-1,0-17 1,1-1-1,35 36 32,35-17-31,17 34 0,1-35-1,70 54-15,18-36 16,-53 0 15,-53-36 0,0 1-15,0-1 0,-35 19-1,-1-36 32,36-36-16,0-34-15</inkml:trace>
  <inkml:trace contextRef="#ctx0" brushRef="#br0" timeOffset="13652.87">19650 9895 0,'0'0'0,"0"-17"16,17 17 0,1 0 15,-18 17-16,0 19 1,0-19 0,0 142-1,0-88 1,-18-54 0</inkml:trace>
  <inkml:trace contextRef="#ctx0" brushRef="#br0" timeOffset="13920.11">19650 10548 0,'0'0'0,"0"71"16,0-18-1,35-1 1</inkml:trace>
  <inkml:trace contextRef="#ctx0" brushRef="#br0" timeOffset="15093.32">20214 10425 0,'18'0'31,"-18"-36"-15,17-17-1,54-35 1,35 18 0,53 34-1,-54 36 1,-87 0-1,17 0 1,18 53 0,-17-17-1,-1 16 1,-18-34 0,-17 0-1,18-18 16,17 0-15,36 0 0,-36 0-1,-17 0 1,52-18 0,71-35-1,-88 53 1,18 0 15</inkml:trace>
  <inkml:trace contextRef="#ctx0" brushRef="#br0" timeOffset="17125.73">21696 9666 0,'17'18'62,"19"17"-46,-19-17 0,1 17-1,53 53 1,52 53-1,1-17 1,-19 17 0,-69-71-1,17-17 1,-18 36 0,-35-54-1,0 35 1,0 1-1,-35-53 1,17-18 47,0-18-32,18 0-31,0-70 15,0-106 17,0 123-32,0-52 31,0-18-15,53 17-1,0 19 1,0 34-1,-53 36 1,0 17 0,0 0-1,-35-34 1,-1-1 0,-16 0-1,34 53 1,-53 0-1,54 0 1,-89 17 0,18 19-1,-18 17 1,106-36 15,0 1-15,0-1-16,18-17 47,-18 18-32,0 0-15</inkml:trace>
  <inkml:trace contextRef="#ctx0" brushRef="#br0" timeOffset="17732.56">23548 9454 0,'18'0'15,"-1"18"1,18 35 0,1 18-1,34 70 1,-34-36 0,16 37-1,-52-19 1,0 18-1,0 0 1,-35 0 0,-35-35-16,-230 88 31,141-106-15,71-52-1,70-36 48</inkml:trace>
  <inkml:trace contextRef="#ctx0" brushRef="#br0" timeOffset="28148.64">18203 11289 0,'0'0'0,"-17"0"47,17 53-32,0 53 1,0-18 0,0 35-1,0-70-15,0 18 16,0-54 0,17 1-1,19-71 63,-1-17-62,18-54 0,17 36-1,36 17 1,-53 18-1,-18 36 1,-17 34 47,17 89-48,-35 0 1,0 18-1,0-71-15,0 17 32,0-35-1,18-52 0,-18-1-15,18-70-1,52 0 1,-35 35 0,1 35-1,17 0 17,-36 18-17,19 0 1,-19 0-1,-17 18 1,0 35 0,18 35-1,-18 18 1,35-35 0,-17-18 15,-18-71 47,35-88-62</inkml:trace>
  <inkml:trace contextRef="#ctx0" brushRef="#br0" timeOffset="28468.94">19350 11148 0,'0'0'0,"18"0"16,-1 0-16,1 35 31,-18-17 0,0-1-31,0 1 16,0 53-16,0-1 31,0-17-31</inkml:trace>
  <inkml:trace contextRef="#ctx0" brushRef="#br0" timeOffset="28754.11">19368 11659 0,'0'36'16,"0"-1"-1,0 35 1,0-52 0,17 35-1,-17-35 1,0-1-1,0 19 1,18-19 0</inkml:trace>
  <inkml:trace contextRef="#ctx0" brushRef="#br0" timeOffset="29435.27">19773 11518 0,'0'35'16,"0"36"0,0 17-1,0-17 1,18-18 15,-1-53-15,-17-18 31,18 0-47,35-52 31,0 17-15,35 0-1,71 0 1,-53 35-1,-36 18 17,-52 0-17,-18 36 1,0-19 0,0 72-1,0-72 1,0 1-1,0 17 1,0-17 0,18 17-1,-1-17 1,18-18 31,-17 0-47</inkml:trace>
  <inkml:trace contextRef="#ctx0" brushRef="#br0" timeOffset="30387">21537 11553 0,'0'0'0,"-53"0"0,-53 36 31,18 70-15,88-71-1,-18 35 1,18-52 0,0 0 15,0 17-15,53-35 15,-35 0-16,70 18 1,18-18 0,-18 0-1,-35-18 1,-53-35 0,0 35-1,0-34 1,-17 34-1,17 0 17,0 36 46,0 35-47,17 0-15,1 0-1,35 0 1,-36-18 0,19-18 15,-1-17 0,-17-17-31,17-1 31,0-17-15</inkml:trace>
  <inkml:trace contextRef="#ctx0" brushRef="#br0" timeOffset="30948.17">22119 11606 0,'18'36'16,"-18"-1"-1,0 53 1,0 0 0,0 18-1,0-35 1,0-54-1,17 36 1,-17-70 62,0-19-62,36-69 15,-1 52-31,-17-18 16,-1 36-1,19 0 1</inkml:trace>
  <inkml:trace contextRef="#ctx0" brushRef="#br0" timeOffset="31683.5">22613 11730 0,'0'35'32,"0"36"-17,0-1 1,0 1 0,0-18-1,0-36 1,0 1 78,0-36-63,0 1-16,18-54 1,17-17 0,-17 0-1,35 53 1,-1-1 0,-34 36 46,17 0-46,1 0-1,-19 0 1,1 0 0,0 0 15</inkml:trace>
  <inkml:trace contextRef="#ctx0" brushRef="#br0" timeOffset="32156">23036 11483 0,'18'0'47,"0"-18"-32,-1 18 1,1 0 15</inkml:trace>
  <inkml:trace contextRef="#ctx0" brushRef="#br0" timeOffset="33323.48">23054 11483 0,'0'35'15,"0"18"1,-18 35-1,1-52 1,17 52 0,0-35-1,0 0 1,0 35 0,0-18-1,0 19 1,0-54-1,17-35 48,1 0 93,17-18 79,1 18-220,87 0 1,-70 0-16,106 0 31,-53 0-15,-89 0 202</inkml:trace>
  <inkml:trace contextRef="#ctx0" brushRef="#br0" timeOffset="34075.55">23724 11430 0,'0'-18'47,"0"54"0,0 17-31,0 17-1,0 18 1,0-70-1,0 35-15</inkml:trace>
  <inkml:trace contextRef="#ctx0" brushRef="#br0" timeOffset="34333.37">23724 11994 0,'0'0'0,"0"71"15,18-53 110,0-36-125</inkml:trace>
  <inkml:trace contextRef="#ctx0" brushRef="#br0" timeOffset="34971.23">24007 11730 0,'0'0'0,"70"-35"16,-35 35-1,36-18 17,-53 18-17,-1 18 32,-17 17-31,0 0-1,0 18 1,0 0 0,0 18-1,0-1 1,-17 1-1,17-1 1,0-17 0,-18 0-1,18-18 1,-18-17 15,1-18 0</inkml:trace>
  <inkml:trace contextRef="#ctx0" brushRef="#br0" timeOffset="35340.35">24042 12330 0,'17'0'47,"19"0"-31,-1 0-1,18 0 1,-88 0 109</inkml:trace>
  <inkml:trace contextRef="#ctx0" brushRef="#br0" timeOffset="37577.9">18627 9772 0</inkml:trace>
  <inkml:trace contextRef="#ctx0" brushRef="#br0" timeOffset="37956.35">18450 10566 0,'18'0'109,"0"17"-93,-1 19-1,-17 17-15</inkml:trace>
  <inkml:trace contextRef="#ctx0" brushRef="#br0" timeOffset="44107.93">20708 11148 0,'-18'0'78,"18"17"-47,0 19-15,36 17 0,34 17-1,36 36 1,-35-71-1,-71-17 48,17 0-47,-17-1 62,0 1-16,0-1-46,0 1-1,0 17 1,-35 1 0,-36 17-1,-52 17 1,35 18 0,17-17-1,18-1 1,53-52 15,-17-18 47,17-18-31,0-17-31,17 0-16</inkml:trace>
  <inkml:trace contextRef="#ctx0" brushRef="#br0" timeOffset="45339.01">21449 12206 0,'18'0'62,"34"-18"-46,-16 18-1,17 0 1,0 0 0,123 0-1,106 0 1,-17 18 0,-1 17-1,-52-17 1,-36 17-1,-70-35 1,18 18 0,-1-18-1,-35 0 1,18 0 0,0 0-1,-18 0 1,89 0-1,70 0 1,-53 18 0,-89-18-1,-87 0 329</inkml:trace>
  <inkml:trace contextRef="#ctx0" brushRef="#br0" timeOffset="50731.73">19791 12735 0,'0'36'32,"0"-19"-17,0 71 1,0 1 0,0-54-1,0 35 16,0-17-15,0-35 0,35-18 77,0-106-77,36 18 0,-36 35-1,0 53 48,-35 35-48,0 71 1,0 35 0,0-53-1,0-35 1,18-53 46,0-88-46,35 18 0,0-1-1,17 36 1,-35 35 0,71 0-1,-18 0 1,-52 17-1,-1 19 1,-35-19 0,0 54-1,0-53 1,0 34 0,0-34 62</inkml:trace>
  <inkml:trace contextRef="#ctx0" brushRef="#br0" timeOffset="51082.34">20884 12682 0,'18'53'16,"0"-17"-1,-18-1 1,0 0 0,0-17-1,0 70 1,0-17-1</inkml:trace>
  <inkml:trace contextRef="#ctx0" brushRef="#br0" timeOffset="51355.15">20955 13176 0,'0'53'16,"18"-35"-1,-1 17 1,1-17 0,-18 17-1,18-17 16,17-18 1</inkml:trace>
  <inkml:trace contextRef="#ctx0" brushRef="#br0" timeOffset="52017.82">21361 13406 0,'0'0'15,"0"35"-15,0 53 16,0 18 0,0-89-1,0 1 17,17-18 14,-17-35-30,71-89 0,70 19 15,-70 87-31,70-35 31,-124 53-15,19 0-1,-19 18 1,-17 35 0,18-1-1,-18 1 1,0-35 0,0 17-1,0 1 1,0-19-1,-18 1 17,18 17-17</inkml:trace>
  <inkml:trace contextRef="#ctx0" brushRef="#br0" timeOffset="52526.63">21978 13247 0,'35'0'15,"36"0"1,-53-18-16,34-17 16,-34 35-1,0 0 32,17 0-16,-17 0-31,17 18 16</inkml:trace>
  <inkml:trace contextRef="#ctx0" brushRef="#br0" timeOffset="52909.02">22049 13494 0,'17'0'47,"19"0"-47,69 0 15,54 0 1,-106 0 47</inkml:trace>
  <inkml:trace contextRef="#ctx0" brushRef="#br0" timeOffset="53796.07">22772 13194 0,'0'0'0,"-35"0"47,-1 53-31,19 0-1,-1 0 1,18 0 0,0-18-1,0 0 32,0-17-16,18-1-15,35-17 0,-36 0-1,36-17 1,-35-19-1,-18 1 1,0 18 0,0-19-1,0 19 17,0-1-17,0 53 63,0-17-62,0 88 0,53 0-1,17-36 1,-35-17-1,54 0 17,-54-35-17,-17-18 1,35-18 15,-36-17-31</inkml:trace>
  <inkml:trace contextRef="#ctx0" brushRef="#br0" timeOffset="54347.85">23336 13335 0,'0'0'0,"0"71"15,0 34 1,0-52-1,18 0-15,-18 0 32,35 0-17,-17-71 63,-1-35-62,1-35 0,17 35-1,18 0 1,-17 1 0,-1 34-1,-18 18 16,19 0-15</inkml:trace>
  <inkml:trace contextRef="#ctx0" brushRef="#br0" timeOffset="55139.81">23671 13388 0,'18'53'16,"-18"17"-1,0-52 1,35 53 15,-17-89 125,-18 0-140,0 1 0,53-72-1,-53 72 1,35-36 0,-17 35-1,-1-17 1,1 17-1,0 1 1,17 17 0,18 0-1,-18 0 1,0 0 93</inkml:trace>
  <inkml:trace contextRef="#ctx0" brushRef="#br0" timeOffset="55531.16">24130 13053 0,'18'0'47,"-1"0"-32,1 0 1,-18-18-1</inkml:trace>
  <inkml:trace contextRef="#ctx0" brushRef="#br0" timeOffset="56275.83">24112 13070 0,'0'0'0,"0"18"16,0 35-1,0 0 1,-17-18 0,17-17-1,-18 70 1,18-35 0,-18-18-1,18 18 1,0 18-1,0-36 1,0 0 0,0 0 77,36-35-61,52 0-17,-18 0 1,19 18 0,-1-18-1,-70-18 63,-1 1-62,-17-36 0</inkml:trace>
  <inkml:trace contextRef="#ctx0" brushRef="#br0" timeOffset="56610.97">24642 12823 0,'0'18'16,"0"0"-1,0-1 1,0 1 0,0 0-1,0-1 1,0 36-1,0-17 1,0 16 0,0-16-16</inkml:trace>
  <inkml:trace contextRef="#ctx0" brushRef="#br0" timeOffset="56938.41">24571 13406 0,'0'0'0,"0"35"0,0 0 31,0 0-15,0 1-1,0 17 1,0-18 0,0-18 15,-18 1 0</inkml:trace>
  <inkml:trace contextRef="#ctx0" brushRef="#br0" timeOffset="57794.3">24853 13035 0,'0'-17'47,"18"-1"-31,-1 18 0,36 0-1,0 0 1,71 0-1,-18 0 1,-89 18 15,1-1-15,0 18 0,-18 1-1,0 17 1,-18 17 15,0 18-15,1 1-1,17-1 1,-18-35 0,18 17-1,-18-35 1,18-17 62,0 17-62,0-17-1,0 0 48</inkml:trace>
  <inkml:trace contextRef="#ctx0" brushRef="#br0" timeOffset="58259.04">25047 13741 0,'18'0'62,"17"0"-46,18 0 15,-35 0-15,-1 0 15,1 0 0,0 0-15,-1 0 31</inkml:trace>
  <inkml:trace contextRef="#ctx0" brushRef="#br0" timeOffset="66473.48">20285 14552 0,'0'18'47,"0"-1"-32,0 54 1,0 35 0,0-18-1,0 35 1,0-17 0,0-53-1,0 0 1,0-18-1</inkml:trace>
  <inkml:trace contextRef="#ctx0" brushRef="#br0" timeOffset="72842.31">4163 6032 0,'0'0'0,"17"0"15,36 0 1,-17 0 0,34-17-1,36-1 1,17-17-1,89 17 1,70 18 0,1 0-1,52 0 1,0 0 0,53 0-1,-35 0 1,-1 0-1,54 0 1,0 0 0,17 0-1,142 36 1,-371-1-16,158-35 16,-16 0-1,-37 35 16,54-17-15,0-18 0,35 17-1,-106 36 1,-52-35 0,-125 0-1,-52-1 1,-17-17 46,-19 0 110</inkml:trace>
  <inkml:trace contextRef="#ctx0" brushRef="#br0" timeOffset="73442.68">11536 5909 0,'0'-18'0,"35"18"31,0 0-15,-17 0 15,35 18-15,-18 53 0,-17-54-1,17 18 1,18 36-1,-18 0 1,-17-36 0,-18-17-1,0-1 32,0 54-31,0-36-1,-106 53 1,-53-17 0,36-18-1,35 0 1,70-53 15,-52 17-15,34-17-16</inkml:trace>
  <inkml:trace contextRef="#ctx0" brushRef="#br0" timeOffset="83622.21">19844 14552 0,'0'-18'63,"17"18"-48,19 0 1,34 18-1,18 53 1,-17-1 0,17 18-1,-53-52 1,1-1 0,-19-17-1,-17 17 1,18-18-1,-18 19 1,0-19 15,0 19-15,0-1 0,0 18-1,-35 17 1,-1 1-1,1-36 1,53-35 156,35 0-172,0 0 0,88 0 16,-18 0 15,-70 0-16,-18 0 157</inkml:trace>
  <inkml:trace contextRef="#ctx0" brushRef="#br0" timeOffset="91931.2">4075 6526 0,'17'-35'0,"-17"-18"16,53-17 15,-53 34-31,18 19 31,35-19-15,35-16-1,53-1 1,0 0 0,35-18-1,54 36 1,-1 0-1,36 17 1,-18 18 0,-89 0-1,-52 18 1,-88-18-16,70 70 31,-35-17-15,70 35-1,-17-17 1,-35-18-16,52 35 16,-34-18-1,-19-17 1,-52-35 0,17 0 46,-35-1 32</inkml:trace>
  <inkml:trace contextRef="#ctx0" brushRef="#br0" timeOffset="92491.77">6650 6068 0,'70'70'31,"-52"-34"-15,70 87 0,-17-17-1,-18-36 1,-36-17 0,-17-17-1,0-19 1,0 19-1,-17-19 1,-71-17 0,-89 0-1,107 0-15,-89 18 32,141-18-17,-17 0 32,-36 0-16</inkml:trace>
  <inkml:trace contextRef="#ctx0" brushRef="#br0" timeOffset="93451.54">4128 6121 0,'0'17'16,"0"1"-1,0 53 1,0-36 0,0 35 15,17-34-31,1-1 109,-1-17-93,36-18 62,-35 0-62,88 0-1,88 0 1,35 0-1,-52 0 1,-107 0 0</inkml:trace>
  <inkml:trace contextRef="#ctx0" brushRef="#br0" timeOffset="116294.37">19438 12647 0,'0'0'0,"-18"-35"32,1 35 14,17-18-46,-53 1 16,-71-36 15,-34 0-15,-36 0 0,35-18-1,35 18 1,36-35-1,-35 0 1,52 35 0,-35-53-1,18 18 1,-18 0 0,36 0-1,34-1 1,1 19-1,18 17 1,17-35 0,0-18-1,0 71 1,35-54 0,-35 72-16,70-54 15,1 36 1,35 0-1,70 17 1,18-35 0,-53 53 15,36 0-15,-1 0-1,-35 0 1,18 0-1,35 0 1,-53 0 0,0 0-1,-70 0 1,-36 0 31,0 35-32,53 71 1,-35-18 0,-35-52-16,17 17 15,-17 0 17,17-1-32,-17 19 15,0 0 16,-1-36-15,18 18 0,-35-18-1,0 0 1,0 1 0,0 17-1,0 17 1,0 1-1,-70 34 1,-107-16 0,54-19-1,-36-17 1,-35-18 0,36-17-1,16-18 1,89 0-16</inkml:trace>
  <inkml:trace contextRef="#ctx0" brushRef="#br0" timeOffset="134088.11">2716 7461 0,'0'0'0,"36"18"47,34-18-16,71 53-15,124-36 0,-1-17-1,19 0 1,-19 0-1,-17 0 1,0 0 0,35 0-1,-17 0 1,-71 0 0,-88 0-1,0 0 1,-89 0-16,36 0 31,71 0-15,-54 0-16,18 0 15,-17-17 1,-36 17 0,1 0 15,-1-18-31,53 1 15,71-19 1,35 36 0,18 0 15,-124 0-15</inkml:trace>
  <inkml:trace contextRef="#ctx0" brushRef="#br0" timeOffset="134521.27">6650 7302 0,'53'0'16,"88"0"-1,35 18 1,-17 53-1,-106-18 1,-53-18 0,0 18-1,-18-18-15,-105 53 16,-54-17 0,-17-54-1,89-17 1,52 0 31,35 0-16,18-17-15</inkml:trace>
  <inkml:trace contextRef="#ctx0" brushRef="#br0" timeOffset="135499.14">7197 6297 0,'0'0'0,"-89"0"0,1 0 31,-35 0-15,70 18 0,18 52-1,35 36 1,0 18-1,0-19 1,17 37 0,19-37-1,34-16 1,-17-1 0,18 18-1,-19-18-15,-16-35 16,52 35 15,-53-70-15,0-18-16,36 0 15,53 0 1,52 0 15,-88 0-15,18-53-16,-53-53 31,-18 0-15,-35-18-1,0 1 1,-17 35 0,-107-89-1,-35 19 1,36 69-1,35 19 1,-54 35 0,72 17-1,-18 18 1,52 0 0,19 18-1,17-1 1,0 1-16,-18 0 31,1-18-31,-19 35 31,-17 0-31</inkml:trace>
  <inkml:trace contextRef="#ctx0" brushRef="#br0" timeOffset="143753.18">7197 6297 0,'0'53'78,"17"-18"-62,1 18-1,17 0 17,-17-53 15,-1 0-1,19-18-30,-19-34 0,1 34-1,35-70 1,-35 52-16,52-34 31,-70 52-15</inkml:trace>
  <inkml:trace contextRef="#ctx0" brushRef="#br0" timeOffset="146033.78">14358 6174 0,'18'0'47,"35"0"-47,88 0 15,106 0 1,70 0 15,1 0-15,-1 0-16,-70 0 31,-141 0-15,-71 0 109</inkml:trace>
  <inkml:trace contextRef="#ctx0" brushRef="#br0" timeOffset="148105.69">19050 5662 0,'0'0'0,"-18"0"16,18 35 0,-53 106-1,36-35 1,17-18-1,-18-35 17,18-70 46,0-71-63,71-54 1,52 37 0,1 34-1,-89 53 17,-17 18-1,-18 36-16,0 105 1,-36-88-16,-34 88 16,34-88-1,36-71 79,0 0-78,18-52-16,53 52 31,35 1-15,-71 17 15,-18 0-16,-17 35 1,0 35 0,0-34-1,0-19 1,-17-17 46,-1 0-62,1-17 16,17-1 0</inkml:trace>
  <inkml:trace contextRef="#ctx0" brushRef="#br0" timeOffset="148408.7">19456 5503 0,'0'0'0,"17"0"15,-17 18 1,18 0 15,-18 35-15,0-36-1,0 1-15,0 52 32,-53-34-32</inkml:trace>
  <inkml:trace contextRef="#ctx0" brushRef="#br0" timeOffset="148656.75">19456 5856 0,'17'18'16,"1"-1"0,0 1-1,17 0 1,-35 35 15,0-1-15</inkml:trace>
  <inkml:trace contextRef="#ctx0" brushRef="#br0" timeOffset="149248.2">19650 5750 0,'0'0'0,"53"18"16,-53 52-16,17 36 31,-17-35-15,18-36 30,17-88 1,0-35-31,18 17 0,0 1-1,-35 35 1,0 35 31,-1 0-32,-17 17-15,18 36 16,-18 0 0,0-18-1,0-17 1,0 0 15,-35-18-15</inkml:trace>
  <inkml:trace contextRef="#ctx0" brushRef="#br0" timeOffset="149649.66">20302 5433 0,'0'0'0,"18"17"31,-18 1-15,0 17-1,0 18 1,0-35-16,-18 0 16</inkml:trace>
  <inkml:trace contextRef="#ctx0" brushRef="#br0" timeOffset="149920.37">20197 5874 0,'0'0'0,"0"53"0,35 17 15,-35-35 1,0-17 15,0 17 16</inkml:trace>
  <inkml:trace contextRef="#ctx0" brushRef="#br0" timeOffset="150816.21">20496 5874 0,'0'0'0,"-123"17"0,52-17 31,71 36-15,0-19 0,0 19-1,18-19 1,0-17 0,-1 0-1,1 0 1,0 0-1,17 0 1,53-35 0,0-53-1,-35 70-15,18-88 32,-71 71-32,17-36 15,-17 1 1,0-1-1,0 1 1,0 17 15,0 71 79,0 52-95,0 124 1,0-159 0,0 195-1,0-125 1,18-34-1,0-53 17,-1-18 15,-17-18-32,0-35 1</inkml:trace>
  <inkml:trace contextRef="#ctx0" brushRef="#br0" timeOffset="151191">21096 5838 0,'0'0'0,"35"0"16,1 0 15,-1 89-15,0-54-16,-17 18 15,-1 0 1,1-36 0</inkml:trace>
  <inkml:trace contextRef="#ctx0" brushRef="#br0" timeOffset="151848.55">21220 5803 0,'-18'0'32,"0"18"-17,1 88 17,-19-71-17,19 0 1,17 0 15,0-17 0,0 0-15,-18-1 0,0 19-1,18-19 16,-17 19 16</inkml:trace>
  <inkml:trace contextRef="#ctx0" brushRef="#br0" timeOffset="155697">7408 4022 0,'-35'0'31,"-18"0"-15,-53 53 0,-35 17-1,-18 36 1,124-35 0,0-36-1,35 53 1,-18-70-16,18 70 15,-53 0 1,53-17 0,0-19-1,0 19 1,0-18 0,18-35-1,35-1 16,17-17-15,36 0-16,18 0 31,-18 0-15,52-70 0,54-1-1,-124 36 1,18-53-1,-88 52 1,-1 1 0,-17-35-1,0-1 1,0 18-16,0-17 16,-35-1-1,0-17 1,-1 0-1,1 35 1,0 0 15,35 35 16,-18 18-31,1 0-1,-36 0 1,-18 18 0,54-18-1,-1 17 17,0 1 14</inkml:trace>
  <inkml:trace contextRef="#ctx0" brushRef="#br0" timeOffset="157417.19">3881 3704 0,'0'0'0,"-36"0"0,-34 0 31,17 18-15,18 35 0,-18 53-1,17 52 1,1-69-1,17 16 1,-17 1 0,17-18-1,18-17 1,0-53 0,36 34-1,-1-34-15,53 35 16,0-18-1,18 18 1,18 18 0,-18-36-1,-53-35 1,17 0 0,-17 0 15,18-35-16,-36-1 1,0-16 0,18-1-1,-18-53 1,-17-18 0,-18-17-1,0 0 1,-35-18-1,-18 71 1,35 53 0,0 35 15,1 18-15,17 17-1</inkml:trace>
  <inkml:trace contextRef="#ctx0" brushRef="#br0" timeOffset="161735.68">8273 3951 0,'0'0'0,"-18"53"31,-35 0-15,-35 18 0,35 17-1,18-18 1,35-34-1,0-19-15,0 107 16,0-54 0,0 18 15,35-35-15,0-17-1,-17-19-15,0 1 16,34-18 15,-16 0-15,17 17-1,-36-17 1,1 0 0,17 0-1,18 0 1,0 0-1,-35 0 1,52-35 0,-52 18-1,-1-54 1,-17 0 0,0-17-1,0 0 1,0-18-1,0 36 1,0-1 0,-17-17-1,-18 17 1,-1 18 15,-17-35-15,53 71-1,-35-1 48,17 18-47,1 18 15</inkml:trace>
  <inkml:trace contextRef="#ctx0" brushRef="#br0" timeOffset="165751.18">19473 4198 0,'-17'-18'16,"-19"18"0,1 0 15,35 18-15,0 0-1,0 17 1,0-17-1,0 17 1,18-17-16,35 34 31,35 1-31,-35-35 16,0 17 15,-36 1 0,-17-19-15,0 36 0,0 18-1,-53 17 1,18-71-16,0 1 31,35 0 0,-18-18-31,1 0 32,17-18-17</inkml:trace>
  <inkml:trace contextRef="#ctx0" brushRef="#br0" timeOffset="166537.39">19861 4568 0,'0'0'0,"18"0"15,88-17 1,53 17 0,17-18-1,-53-17 1,-52 17 0,-53 1-1,-18-19 1,-18 1-1,0 17 1,-35-17 0,1 35-1,-54-35 1,-18 17 0,-17 18-1,71 0 1,-1 0 15,53 18-15,1 52-1,-1-17 1,18 18 0,0-1-1,0-17 1,35 0-1,1-35 1,-19 17 0,19 0-1,-1-35 1,-18 18-16,36-18 16,18 18 15,-53-18-31,35 17 15,35-17 1,-53 0 0,0 0-1,1-70 1,-1-1 15</inkml:trace>
  <inkml:trace contextRef="#ctx0" brushRef="#br0" timeOffset="167183.74">20814 3845 0,'0'53'47,"0"106"-32,0 35 1,0 18 0,0-54-1,0-34 1,0-36 0,18-17-1,-18-54 1,17 1-1</inkml:trace>
  <inkml:trace contextRef="#ctx0" brushRef="#br0" timeOffset="168056.41">21202 4039 0,'18'-17'47,"-18"34"-16,0 19-15,0 17-1,0-1 1</inkml:trace>
  <inkml:trace contextRef="#ctx0" brushRef="#br0" timeOffset="168350.89">21220 4727 0,'0'0'0,"35"53"0,-18-35 16,-17-1 15,0 19 1</inkml:trace>
  <inkml:trace contextRef="#ctx0" brushRef="#br0" timeOffset="169256.33">21519 4639 0,'0'0'0,"-17"106"16,17-36 15,0-17-15,0-17-1,17-36 17,1 0-1,0 0-31,17-36 16,0-70-1,-17 36 1,17-18-1,-17-18 1,-18 18 0,17 0 15,-17 17-15,0 53-1,0 36 95,0 88-95,0 17 1,0-52-16,0 35 15,36 52 1,-19-69 0,1-1-1,17-71 1,-35-34 78,0-1-79,0-52 1</inkml:trace>
  <inkml:trace contextRef="#ctx0" brushRef="#br0" timeOffset="169664.01">22066 4674 0,'36'0'15,"-1"18"1,-18 0-16,1 17 16,35 18 15,0-18-31,-18-17 16,-17 17 15</inkml:trace>
  <inkml:trace contextRef="#ctx0" brushRef="#br0" timeOffset="170127.51">22366 4533 0,'0'0'0,"0"18"15,-53 105 1,-17-35-1,52 18 1,-17-17 0,17-54-1,0 18 17,1-53 46</inkml:trace>
  <inkml:trace contextRef="#ctx0" brushRef="#br0" timeOffset="182457.95">23989 8590 0,'18'0'62,"-18"88"-46,17 18-1,1-35 1,-1-18 0,1-18 15,35-123 78,35-36-93,-35 54-1,35-19 1,-35 37 0,-17 52-1,-19 0 32,-17 105-31,0-69-16,0 70 31,0-18-31,0-71 31,0-52 16,0-18-31,35-17-1,54 17 1,-19 53 15,-35 0-15,1 0 0,-19 35-1,19 36 1,-36-1-1,35 1 1,-35-18 0,0-18-1,-35-18 48,17-17-48</inkml:trace>
  <inkml:trace contextRef="#ctx0" brushRef="#br0" timeOffset="182785.38">25082 8361 0,'18'0'31,"17"0"-16,1 0 17,-36 17-32,0 36 15,0 0 1,0 53 0</inkml:trace>
  <inkml:trace contextRef="#ctx0" brushRef="#br0" timeOffset="183025.06">25171 8872 0,'0'0'0,"0"18"16,35 53-1,-17-36 1,-1-18-1,-34 19 48,-1-1-47</inkml:trace>
  <inkml:trace contextRef="#ctx0" brushRef="#br0" timeOffset="183736.2">25541 8714 0,'0'0'0,"0"88"16,0-18 0,0-17-1,35-53 95,1-17-95,-1-19 1,18 1-1,0 35 1,-18-35 0,0 35 46,-17 53-46,-18-18 15,0 18-15,18 17-1,-18-52 1,0 0 0,17-36 62</inkml:trace>
  <inkml:trace contextRef="#ctx0" brushRef="#br0" timeOffset="184575.84">26070 8431 0,'18'0'31,"0"36"-15,-18 52 0,0-35 15,0 17-16,0-52-15</inkml:trace>
  <inkml:trace contextRef="#ctx0" brushRef="#br0" timeOffset="184815.04">26123 8943 0,'0'0'0,"18"35"15,-1 0 17,-17-17-32</inkml:trace>
  <inkml:trace contextRef="#ctx0" brushRef="#br0" timeOffset="185695.91">26529 8855 0,'0'0'0,"-71"0"15,1 35 1,52 0 0,18 1 31,18-54 15,-1-17-62,36-18 16,0-35-1,18-1 17,-36 1-17,18 18 1,-35-19-1,-1 19 1,-17 17 0,0 0-1,0 35 32,0 1-47,-17 87 78,17 177-62,0 0 0,0-70-1,0-72 16,0-87-15,0 17 31,35-52-16,-35-54-15,0 36-1</inkml:trace>
  <inkml:trace contextRef="#ctx0" brushRef="#br0" timeOffset="186023.58">26864 8784 0,'18'0'15,"-1"0"-15,36 35 16,18 18 0,17 18 15,0-18-16,-70-53 64</inkml:trace>
  <inkml:trace contextRef="#ctx0" brushRef="#br0" timeOffset="186471.2">27199 8714 0,'-35'0'16,"0"70"0,-18 18-1,-18 18 1,36-35-1,0-1 1,-1-17 0,19-35-1,-1 0-15,18-1 32</inkml:trace>
  <inkml:trace contextRef="#ctx0" brushRef="#br0" timeOffset="186880.18">27675 8802 0,'36'0'16,"34"0"-1,71 0 1,-35 0 0,-35 0-1,-54 0 48,1 0-48</inkml:trace>
  <inkml:trace contextRef="#ctx0" brushRef="#br0" timeOffset="187206.2">27852 9102 0,'17'0'78,"54"0"-46,-36 0-32,53 0 15,-35 0 16</inkml:trace>
  <inkml:trace contextRef="#ctx0" brushRef="#br0" timeOffset="187848.28">28399 8837 0,'0'0'0,"-18"0"15,0 0-15,18 35 78,0 36-62,18-18 0,53 17-1,-19-34 1,19-1 0,-71 0 62,-35-17-78,-53 17 15,70 0 32,0-35-31,18-35 15,0 18-31</inkml:trace>
  <inkml:trace contextRef="#ctx0" brushRef="#br0" timeOffset="188256.92">29016 8467 0,'0'0'0,"18"-18"16,-1 18-16,1 18 15,-18-1 17,0 19-17,0 16-15,0-16 31,0 17-15,0-36-16,0 19 31,0-1-31</inkml:trace>
  <inkml:trace contextRef="#ctx0" brushRef="#br0" timeOffset="188575.14">28998 9260 0,'0'0'0,"-17"18"0,17 17 31,0-17 94,0 0-110,-18-1-15</inkml:trace>
  <inkml:trace contextRef="#ctx0" brushRef="#br0" timeOffset="193878.45">25559 11359 0,'-53'0'31,"-53"36"-15,18-1 0,-18 71-1,53-71 1,18-17-16,17 52 16,0-34 15,18-1-31,0-17 47,18-1-47,17-17 15,18 0 17,36 0-32,34-88 15,-17 35 1,-36 18 15,-52-18 0,-18 70 16,0 1-47,0 159 31,0-89-15,0-35-16,0 0 31,0-36-31,18 1 16,17-18 0,53 0-1,-53 0 1,18 0-1,-17 0 1,-19 0 15</inkml:trace>
  <inkml:trace contextRef="#ctx0" brushRef="#br0" timeOffset="194391.17">26035 11571 0,'0'0'0,"0"71"0,53 35 15,-53-36 1,18 36 15,34-53-15,-34-36 78,17-87-79,54-71 1,-37 35-1,-16 35 1,17 36 15,-53 17-15</inkml:trace>
  <inkml:trace contextRef="#ctx0" brushRef="#br0" timeOffset="195303.14">26635 11501 0,'17'0'16,"-17"35"0,0 71-1,0-36 1,0-34 0,36 16-16,-19 19 31,-17-53-16,18 17-15,0-17 32,-18-36 46,17-106-63,18 36 1,71-18 0,0 36 15,-71 35-15,-17 35 15</inkml:trace>
  <inkml:trace contextRef="#ctx0" brushRef="#br0" timeOffset="195696.16">27129 11271 0,'0'0'0,"35"0"15,71 0 16,88 0-15,-53 0 0,-35 0-1,-89 0 1,-17 18 31</inkml:trace>
  <inkml:trace contextRef="#ctx0" brushRef="#br0" timeOffset="196383.07">27217 11395 0,'0'0'0,"0"70"0,-18 36 16,1 0 15,17-35-16,0 17 1,0-35 0,-18-18-1,18 0 1,0-17 15,0 35 0,0-36-31,0 36 32,18-35 61,17-18-77,35-18 0,19 18 15,-54 0-15</inkml:trace>
  <inkml:trace contextRef="#ctx0" brushRef="#br0" timeOffset="197830.56">27746 11642 0,'0'0'0,"-18"0"16,1 35-1,17 71 1,-36 0 0,36-71-1,0 18 16,0-88 63,71-71-78,-18 35-1,-18 54 64,-35 34-79,0 89 15,0-18 1,0 0-1,0-52 1,18-54 47,-18-70-32,17 17-16,19 1 1,17-1 15,-36 71 32,-17 35-63,0 54 15,0-72 1,0 1-16,0 17 31</inkml:trace>
  <inkml:trace contextRef="#ctx0" brushRef="#br0" timeOffset="198135.01">28205 11606 0,'0'0'0,"0"36"47,0-19-31,0 36-1</inkml:trace>
  <inkml:trace contextRef="#ctx0" brushRef="#br0" timeOffset="198407">28222 11977 0,'0'0'0,"0"17"0,0 36 32,18 0-17,-18 0 1,0-35-1,0 17 64</inkml:trace>
  <inkml:trace contextRef="#ctx0" brushRef="#br0" timeOffset="199206.92">28381 11924 0,'0'0'0,"0"53"16,0 35 0,0-17-1,0-36 1,0-70 62,0-18-62,0-18-1,18 18 1,-18 0-1,35 18 1,-17 35 0,-1-18-1,54 18 1,35 0 15,-36 0-15,-35 36-1,-17-1 1,-18-17 0,18 17-1,-18 0 1,0 0 0,0-17-1,0 17 16</inkml:trace>
  <inkml:trace contextRef="#ctx0" brushRef="#br0" timeOffset="200943.54">28892 11359 0,'0'-17'15,"18"17"1,53 0 0,-18 0-1,-36 0 79,-17 35-78,0 71-1,0-18 1,0-35-16,0 35 31,18-35-31,-18 53 16,0 17-1,0-17 1,0-18 0,0-17 124</inkml:trace>
  <inkml:trace contextRef="#ctx0" brushRef="#br0" timeOffset="201320.5">28910 12365 0,'18'0'62,"17"0"-46,-17 0-16,35 0 16,-36 0 77</inkml:trace>
  <inkml:trace contextRef="#ctx0" brushRef="#br0" timeOffset="202606.33">29810 11236 0,'17'35'47,"36"-17"-47,71 123 16,-18-70-1,-54-1 1,-16-52 15,-19-1 63,-34 1-16,-1 35-62,-17 0-1,-18 17 1,18-52-16,-106 70 16,35-52-1,53-1 16,53-18 32,-18 1-47,1 0 15,17-1 16</inkml:trace>
  <inkml:trace contextRef="#ctx0" brushRef="#br0" timeOffset="203504.41">30568 11748 0,'0'-18'15,"-53"53"1,-35 36 0,0-1-1,70-17 1,1-35 0,17 35 15,0-36-31,35 1 62,18-18-30,-18-18-32,-35-17 15,18-35 1,-18-1-1,0 36 1,35 123 93,-17-35-93,35 70 0,17-52-1,-35-1 1,-17-70-16,-18 18 16,53 0 15,-35-36-16,-18-53 1,0 54 0,17-18-1</inkml:trace>
  <inkml:trace contextRef="#ctx0" brushRef="#br0" timeOffset="204007">30886 11889 0,'0'53'31,"0"17"-15,0 1-16,0-1 15,0 36 1,35-53 0,-17 0 46,-18-88-15,0-36-31,35-52-1,0 34 16,-17 36-15,-1 36 0</inkml:trace>
  <inkml:trace contextRef="#ctx0" brushRef="#br0" timeOffset="204644.96">31344 11994 0,'0'71'16,"0"17"-1,0 53 1,0-35 0,0-88-1,0 17 17,0-88 30,0-17-46,0 17-1,18-18 1,17 18 0,0 18-1,1 17 1,-1 18 15</inkml:trace>
  <inkml:trace contextRef="#ctx0" brushRef="#br0" timeOffset="205694.76">31679 11571 0,'0'18'94,"18"-1"-79</inkml:trace>
  <inkml:trace contextRef="#ctx0" brushRef="#br0" timeOffset="206630.08">31803 12083 0,'18'0'16,"-18"17"77,0 71-77,0-35-16,0 18 16,0 35-1,0-36 1,0-34-1,0-19 1,0 1 31,0 0-31</inkml:trace>
  <inkml:trace contextRef="#ctx0" brushRef="#br0" timeOffset="207181.61">31256 11642 0,'35'0'32,"-17"17"-17,0-17 1,-1 0-16,1 0 31,0 0 16,-1 0-47,1 0 16,17 0-1</inkml:trace>
  <inkml:trace contextRef="#ctx0" brushRef="#br0" timeOffset="207880.08">31362 11800 0,'0'0'0,"0"36"0,0 34 15,0 36 1,0 0-1,0 35 1,0-18 0,0-17-1,0-17 1,0-37 0,0-16 15,18-36 63,-1 0-79,36 0 1,53 53-1,-53-36 1,-35 1-16,34-18 63,-52-18-17,0 1-14,18-1-32,17-35 15</inkml:trace>
  <inkml:trace contextRef="#ctx0" brushRef="#br0" timeOffset="208662.79">32120 11959 0,'0'-17'31,"53"-1"-15,-17 18-1,-1 0 1,0 0 15,-35 35-15,0 0 0,0 18 15,0-35-31,0 0 15,0 52 1,-35 36 0,17-18-1,1 53 17,17-105-32,0 34 15,0-52 1,0-1 15,0 1-15,-18 0 15</inkml:trace>
  <inkml:trace contextRef="#ctx0" brushRef="#br0" timeOffset="208974.92">32138 12682 0,'18'0'63,"-1"0"-63,54 0 31</inkml:trace>
  <inkml:trace contextRef="#ctx0" brushRef="#br0" timeOffset="213694.73">27464 13088 0,'0'0'0,"0"53"78,0 70-62,0-34-1,0-54 1,17 0 15,1-17 16,0-53-16,35-107-15,70 1 15,-17 36-31,17 34 32,1 53-17,-89 18 1,-35 18-1,0 105 1,0 1 0,0-54-16,0 36 15,0-18 17,18-52-32,-1-36 62,1 0-62,53-18 16,34 0-1,19 18 1,-71 0 15,-36 18-31,1 17 16,0 18-1,-18 18 1,0-18 15,0-18-15</inkml:trace>
  <inkml:trace contextRef="#ctx0" brushRef="#br0" timeOffset="214038.92">28751 12929 0,'0'18'31,"18"35"-15,-18 17-1,0 36 1,0-18 0,-35 18-1</inkml:trace>
  <inkml:trace contextRef="#ctx0" brushRef="#br0" timeOffset="214246.69">28804 13617 0,'0'0'0,"0"18"16,18 35-16,0 0 31,-18-36-31,0 36 31</inkml:trace>
  <inkml:trace contextRef="#ctx0" brushRef="#br0" timeOffset="-214742.06">29175 13511 0,'0'0'0,"0"36"0,0 122 16,0-52-1,0-18 1,17-70 0,1-71 46,0 0-62,35-123 16,17 88-1,1 52 1,-1 19 15,-34 17-15,-19 0 0,-17 53-1,0 0 1,0 17-1,0-35-15,0-17 32</inkml:trace>
  <inkml:trace contextRef="#ctx0" brushRef="#br0" timeOffset="-214376.87">29827 13088 0,'0'0'0,"0"35"32,0 18-17,0-17-15,0 34 16,0 36-1,0-53 1,0 0 0,0-18-1</inkml:trace>
  <inkml:trace contextRef="#ctx0" brushRef="#br0" timeOffset="-214177.07">29827 13794 0,'0'0'0,"0"53"0,0 17 16,0-17-1,0-18 17</inkml:trace>
  <inkml:trace contextRef="#ctx0" brushRef="#br0" timeOffset="-213824.87">30092 13723 0,'0'0'0,"-71"35"0,71 71 16,0-71-1,0 18 17,53 0-32,-35-53 15,52 0 1,19 0-1,17-53 1,-18-88 0,-88 35 15,53-141-15,-18 53-1,-17 53-15</inkml:trace>
  <inkml:trace contextRef="#ctx0" brushRef="#br0" timeOffset="-213594.4">30568 13088 0,'0'0'0,"0"88"0,0 89 16,18-54-1,-1 1 1,-17-72-1,36 19 17,-19-53-32,-17 17 15</inkml:trace>
  <inkml:trace contextRef="#ctx0" brushRef="#br0" timeOffset="-213250.04">30868 13688 0,'0'0'0,"18"0"16,35 0 0,35 88-1,-18-35 1,-17 0 0,-35-18-1,0-17 48,-1-18-48</inkml:trace>
  <inkml:trace contextRef="#ctx0" brushRef="#br0" timeOffset="-212911.28">31168 13652 0,'0'0'0,"-35"36"0,-36 105 16,-17-35-1,17 0 1,54-71 0,-1-35 62,89-35-47</inkml:trace>
  <inkml:trace contextRef="#ctx0" brushRef="#br0" timeOffset="-212558.73">31627 13864 0,'17'0'0,"1"0"15,-1 0 1,1 0 15,17 0-31,-17 0 16,17 18 31,-35-1-32,0 1 1,-17 17-16</inkml:trace>
  <inkml:trace contextRef="#ctx0" brushRef="#br0" timeOffset="-212255.98">31644 14146 0,'0'18'16,"0"0"-16,35-36 47,1-17-16,17 17-31,35-17 16,-18 35-1,-34 0 32</inkml:trace>
  <inkml:trace contextRef="#ctx0" brushRef="#br0" timeOffset="-211609.86">32350 13670 0,'0'0'0,"17"0"62,-17 35-46,0 1-16,0 17 15,0 0 1,0 17 15,0-17-15,0 35 0,0-17-1,0-36 1,18-35-1</inkml:trace>
  <inkml:trace contextRef="#ctx0" brushRef="#br0" timeOffset="-210961.85">32367 13353 0,'0'0'0,"0"35"109,0 53-93</inkml:trace>
  <inkml:trace contextRef="#ctx0" brushRef="#br0" timeOffset="-208168.94">19932 12859 0,'0'0'0,"18"0"0,-1 0 31,54 53-15,52 35-1,-35-18 1,106 54 0,1-54 15,-19 19-31,-35-72 31,-18-17-15,19 0-1,-72 0-15</inkml:trace>
  <inkml:trace contextRef="#ctx0" brushRef="#br0" timeOffset="-207753.28">21872 13018 0,'0'0'0,"-194"105"0,-17 19 16,-54 35 15,-17-54-31,88 19 16,123-89 15,89-17 32,123-54-48</inkml:trace>
  <inkml:trace contextRef="#ctx0" brushRef="#br0" timeOffset="-205834.65">30639 14640 0,'0'0'0,"-194"-88"16,0 53-1,-53 17 1,35 1 0,-35 17-1,-35-18 1,-53-53 15,-71-34-31,-70 16 31,17-17-15,265 36-16,-194-54 31,318 36-15,70 71-1,0-36-15,0-36 16,17-52 0,36-17-1,-18 17 1,18 35 0,36 0-1,-19 35 1,1 18-1,-1 18 1,-17-18 0,71 53-1,52-17 1,89-19 0,70 36 15,-53-17-16,-53 17 1,36 0 0,-1 0-1,1 0 1,-89 0 0,-123 17-1,-35 1-15,17 17 16,0 0-1,1 1 1,87 17 0,18 35-1,-52-53 1,-37-17 15,-52 17 0,0-17-31,18 88 32,0-54-32,17 54 15,0 53 17,18-18-17,-53-35 1,0-53-1,0 35 1,0-53-16,-141 106 31,-53 18-15,159-106-16,-124 53 16,-70-53-1,17-53 1,0 0-1,-17 0 1,-18 0 0,71-18-1,52-35 1,36 53 0,53-17-1,0 17 1,-36 0 15,18 0-31,0 0 16,-17 35 15,-1 18-15,36 0-1</inkml:trace>
  <inkml:trace contextRef="#ctx0" brushRef="#br0" timeOffset="-200385.87">15840 15275 0,'-53'-53'15,"0"53"1,-88 0 0,106 0-1,-1 18 16,36 17 1,0-17-32,53 70 15,71 53 17,-19-70-32,1-1 31,-53-34-31,-35-19 78,-18 1-62,-18 17 30,18-52-14,0-54-32</inkml:trace>
  <inkml:trace contextRef="#ctx0" brushRef="#br0" timeOffset="-199672.15">16210 15416 0,'0'0'0,"18"0"16,-1 0-1,36 18 1,-17 70 0,34 36-1,-52-89-15,35 71 16,-18-53 15,0-71 16,-35 0-47,18-52 16,0-36-1,17-17 1,-35 34 0,17 36-1,19 18 16,-36 53 16,17 105-31,1-52-16,53 105 31,-36-123-15,-17-35 62,34-89-62,1-17-1,-35 53 1,0 35-1</inkml:trace>
  <inkml:trace contextRef="#ctx0" brushRef="#br0" timeOffset="-198913.47">17233 15681 0,'0'0'0,"-17"0"0,-36 18 31,53-1-31,0 19 16,0-19 0,17-17 77,19 0-93,-1-35 16,0-18 15,-35 35-31,0 1 31,0 34 48,0 36-64,0 35 1,0-52-1,18-1 1,-18 0 0,35 1 15,0-36 16,-17 0-47,35-18 15</inkml:trace>
  <inkml:trace contextRef="#ctx0" brushRef="#br0" timeOffset="-198170.28">17639 15734 0,'0'0'0,"0"18"0,0 34 16,0 54 0,0 35-1,0 0 1,18-35-1,-18-35 1,35-18 0,-35-106 62,0-71-63,53-70 17,-18 0-17,36 89 1,-19 16 0,19 72-1,-18 17-15,53 0 16,-71 0-1,18 17 1,-35 19 15,-18-19-31,0 19 16,-18-1 0,-35 18-1,35-18 1,-87 0 15,87-35-15,0 0-1,1 0 1</inkml:trace>
  <inkml:trace contextRef="#ctx0" brushRef="#br0" timeOffset="-197273.28">19032 15311 0,'0'0'0,"-53"0"16,-17 0 0,-1 70-1,-17 36 1,35-53-1,-17 53 1,34-36 0,19-17-1,17-18 1,0 18 0,0-17-1,0 17 16,0-18-31,0-18 32,0 1-32,17 0 62,19-18-46,-1 0 15,-17 0-15,-1 0 62,1 0-63,-1 0 1</inkml:trace>
  <inkml:trace contextRef="#ctx0" brushRef="#br0" timeOffset="-195505.68">19491 15840 0,'-53'0'16,"-35"0"0,17 0-1,1 35 1,70 18 0,0 0 15,0 17-31,0 1 15,0-53 32,35-54-15,18 36-17,88-53 1,-70 0-1,-18-17 1,-53 88 78,0 17-79,0 35 1,0 1 0,35-36-1,18 18 1,-18-18 31,-35-52-16,18-71-15,-18 35-1</inkml:trace>
  <inkml:trace contextRef="#ctx0" brushRef="#br0" timeOffset="-195019.5">19844 15840 0,'0'0'16,"17"88"-16,-17 0 16,0 18-1,18-18 1,-18-70 62,18-18-31,-1-36-32,36-69 1,0-1 0,18 18-1,-1 35 1,-52 53-16,0 0 78</inkml:trace>
  <inkml:trace contextRef="#ctx0" brushRef="#br0" timeOffset="-194298.44">20355 15840 0,'0'35'31,"0"18"0,0 0-31,-17 17 16,17-34 15,17-1 47,19-35-15,-36-35-63,35-54 15,53-16 1,-17 34 0,-1 53-1,1-34 1,-18 52-1</inkml:trace>
  <inkml:trace contextRef="#ctx0" brushRef="#br0" timeOffset="-193906.25">20920 15593 0,'17'0'31,"36"0"-31,159 0 16,-18 0-1,-159 0 79</inkml:trace>
  <inkml:trace contextRef="#ctx0" brushRef="#br0" timeOffset="-193194.81">21184 15681 0,'0'0'0,"-17"35"0,-19 36 15,-17 35 1,18-18 0,35-35-1,0 17 1,0-34 0,0 34 15,0-17-16,0-35 1,18-18 109,-1 0-125,89 0 16,18 0-1,-71 0 1,-36 0 0</inkml:trace>
  <inkml:trace contextRef="#ctx0" brushRef="#br0" timeOffset="-190769.94">21731 15804 0,'0'0'0,"-35"0"16,-36 0 0,54 0-1,17 18 17,0 0-32,0 70 15,0-35 16,0-18-31,0 0 16,0 18 0,53 0-1,35 35 1,-35-35 0,-18-35 30,-35 0-30,-35 35 0,35-36 15,-18-17 16,18-35 0</inkml:trace>
  <inkml:trace contextRef="#ctx0" brushRef="#br0" timeOffset="-190146.05">22084 16298 0,'0'0'0,"18"0"15,17-17-15,106-19 16,53 19 0,-124-19 15,-34 19-31,-36-18 15,-36-1 17,1-17-32,-18 36 31,-53-19-15,36 36-1,-1 0 1,54 0-1,17 18 1,-18 53 0,-35 17-1,-17 88 1,34-105 0,19-18-1,17-18 16,17-35 1,19 0-17,-19 0-15,19 0 32,16-18-32,-16-17 31,17 0-16,-18 0 1,0 17 0</inkml:trace>
  <inkml:trace contextRef="#ctx0" brushRef="#br0" timeOffset="-189465.99">22789 15699 0,'0'35'31,"0"0"-31,-35 106 15,18 0 17,-19 36-17,36-71-15,0-36 16,0-35 0,0-17 30,18-36 17,0 1-47,-1-36-16</inkml:trace>
  <inkml:trace contextRef="#ctx0" brushRef="#br0" timeOffset="-189145.27">22966 15981 0,'17'-18'31,"1"18"-31,-18 53 16,0 18-1,0 34 16,0-34-15,0-36 0</inkml:trace>
  <inkml:trace contextRef="#ctx0" brushRef="#br0" timeOffset="-188913.81">22948 16334 0,'-17'0'0,"17"17"31,0 19-15,0-19 15,0 18-15,0 1 15,17-19-16</inkml:trace>
  <inkml:trace contextRef="#ctx0" brushRef="#br0" timeOffset="-188217.49">23230 16210 0,'0'0'0,"0"35"15,0 18-15,0 18 16,0 17-1,0-35 17,18-53-1,0-18-31,-1-17 16,36-88-1,-35 17 16,35-35-15,-53-18 0,0 35-1,0 36 1,0-18 0,0 124 46,0 17-62,17 89 16,19 52-1,17-17 17,0-18-32,-18-70 15,35 34 16,-70-87-31,18 0 16,17-1 0,1-17 31</inkml:trace>
  <inkml:trace contextRef="#ctx0" brushRef="#br0" timeOffset="-187947.27">23777 16387 0,'35'0'16,"18"0"-1,53 105 1,-53-52-1,0-35 1,-18-18 15</inkml:trace>
  <inkml:trace contextRef="#ctx0" brushRef="#br0" timeOffset="-187617.98">24112 16281 0,'0'0'0,"-17"70"16,-1-52-16,-17 105 15,17-52 1,1-18 15,17-36-31,0-34 63,0-36-63,0-18 15</inkml:trace>
  <inkml:trace contextRef="#ctx0" brushRef="#br0" timeOffset="-187067.63">24342 15910 0,'0'0'0,"17"0"0,1-35 16,17 0 0,18 17-1,-18 0 1,-17 18 15,0 0-31,-18 36 16,17 52 15,-17-53-31,0 71 31,0 0-15,0-18-16,0 18 16,0-53 15,0 35-16,0-35 1,0 0 0,0-36 15</inkml:trace>
  <inkml:trace contextRef="#ctx0" brushRef="#br0" timeOffset="-186786.05">24500 16633 0,'0'-17'78,"36"-1"-46,-19 18-17,36 0 1,18 0-1,17 35 1</inkml:trace>
  <inkml:trace contextRef="#ctx0" brushRef="#br0" timeOffset="-186402.83">25224 16616 0,'17'17'46,"-17"19"-30,0 87 0,-35-52-1,35 17 1,-53-17 0,0-71 15,35 0 0</inkml:trace>
  <inkml:trace contextRef="#ctx0" brushRef="#br0" timeOffset="-183753.69">25806 15857 0,'0'0'0,"0"18"62,0 17-46,0 1-1,17 16 1,-17 1-16,0 88 31,0-52-15,0-54-1,18-53 95,-18-35-95,0-17 1,0-1 0,71 1-1,-36-1 1,35 71 0,-52 0 15,0 18-16,-18 70 17,0 35-17,0 19 1,0-89 0,0 17-1,0-35 1,0-52 31,0-36-32,35-18 1,0 18 0,0 18-1,18 17 1,-17 18 31,17 18-32,-53 17 17,0-17-17,0 17 1,0 36-1,0-54 1,17 36 0,-17-35-1,0 17 1,18-35-16,-1 18 62,-17-36 32,0-17 16,0 17-79,-17 1 0,-1-19-15,-17-16-1</inkml:trace>
  <inkml:trace contextRef="#ctx0" brushRef="#br0" timeOffset="-183017.23">26158 16051 0,'0'0'0,"-17"0"0,-54 0 15,-17 0 1,-35 0 15,17 71-15,35 35-1,36-18 1,0 35 0,35-70-1,17-35 16,1-18 1,53 18-17,-1-18 1,18 0 0,-70-36-1,0-17 1,-18 18-1,0-18 1,17 89 78,18 52-94,18 35 31,0-35-15,0-17-1,-18-36 1,-17-35 0,0 0-1,-18-35 1,0-36-1,0 1 1,0-1 0</inkml:trace>
  <inkml:trace contextRef="#ctx0" brushRef="#br0" timeOffset="-182578.54">26194 16245 0,'0'36'31,"0"17"-15,0 35-1,0 53 1,0-71-1,0-34 1,17-89 62,1-106-62,17 89-1,1 17 1,-19 35 15,1 18-15,35 18 0,-18-1-1</inkml:trace>
  <inkml:trace contextRef="#ctx0" brushRef="#br0" timeOffset="-182081.45">26635 16422 0,'0'53'16,"0"35"0,0 0-1,0-35 1,0 0-1,17-35 79,-17-54-94,36-70 31,-1-35-15,0 71 0,0 35 46</inkml:trace>
  <inkml:trace contextRef="#ctx0" brushRef="#br0" timeOffset="-180267.67">26723 15822 0,'0'0'0,"18"0"0,-1-18 16,18 18-1,18-17 1,18-1 0,-53 18 30</inkml:trace>
  <inkml:trace contextRef="#ctx0" brushRef="#br0" timeOffset="-179738.23">26723 15928 0,'0'0'0,"0"53"0,-71 70 15,71 1 1,0-1-1,0-17 1,0-53 0,0-18-1,0 1 1,0-19 15,18-17 0,17 0-15,1 0 0,-1-17 15,53-1-31,-35 18 31,18 0-15,-54 0 15,1-35 16</inkml:trace>
  <inkml:trace contextRef="#ctx0" brushRef="#br0" timeOffset="-178840.3">27040 16104 0,'0'53'31,"0"53"1,0 0-17,0-36-15,0-17 16,0-17-1,0-72 64,0-17-79,0-35 15,53 0 16,-35 88 32,-18 35-63,0 71 16,0-18 15,18-70-16,-18 0 1,17-36 31,1-35-31,17-17-1,-17 70 16,-1 0 1,1 17-32,0 18 15,17 18 1,-17-17 0,-18-1-1,0-17 32,17-36 16,-17 0-63</inkml:trace>
  <inkml:trace contextRef="#ctx0" brushRef="#br0" timeOffset="-178555.03">27517 16034 0,'0'17'31,"0"1"-15,0 35 0,0 53-1,17-53 1</inkml:trace>
  <inkml:trace contextRef="#ctx0" brushRef="#br0" timeOffset="-178297.91">27552 16475 0,'0'0'0,"18"70"15,-18-52 1,0 17-16,0 18 16,0 18-1,17-18 63</inkml:trace>
  <inkml:trace contextRef="#ctx0" brushRef="#br0" timeOffset="-177563.92">27746 16457 0,'0'0'0,"0"88"15,0-35 1,0 18-1,0-18 1,0-71 78,18 0-94,-1-87 15,71 34 1,-52 36 0,-19 17 15,1 18-15,17 0-1,53 0 1,-17 18-1,17-18 1,-52 17 0,-36 1-16,0 0 15,0 17 1,0 18 0,0-18-1,0 0 16</inkml:trace>
  <inkml:trace contextRef="#ctx0" brushRef="#br0" timeOffset="-176669.92">28557 16140 0,'0'17'47,"0"18"-15,0-17-17,0 17 16</inkml:trace>
  <inkml:trace contextRef="#ctx0" brushRef="#br0" timeOffset="-176346.07">28522 16581 0,'0'0'0,"0"52"0,0 37 31,0-72-15,0 1 109</inkml:trace>
  <inkml:trace contextRef="#ctx0" brushRef="#br0" timeOffset="-175809.78">29087 16686 0,'0'0'0,"-159"0"16,0 53 0,88 0-1,71-17 32,36-36 16,-19 0-48,36-18-15,0-53 16,0 18-1,-18-35 1,-35 18 0,18-1-1,-18-35 17,35-53-17,1 54 1,17 69-16</inkml:trace>
  <inkml:trace contextRef="#ctx0" brushRef="#br0" timeOffset="-175427.09">29104 15963 0,'0'18'16,"0"123"-1,0 53 1,0-35 0,53-53-1,-53-71 1,18 0 15,-1-17 0,1-18 79,17 0-110</inkml:trace>
  <inkml:trace contextRef="#ctx0" brushRef="#br0" timeOffset="-175114.58">29263 16475 0,'53'0'31,"0"0"-31,17 35 16,-17-17 62,-35-18-62,0-18-1</inkml:trace>
  <inkml:trace contextRef="#ctx0" brushRef="#br0" timeOffset="-174748.36">29563 16298 0,'0'0'16,"-53"89"-16,0-1 15,-18 53 1,54-71 15,-1-34-15,18-19 15,0 1 0</inkml:trace>
  <inkml:trace contextRef="#ctx0" brushRef="#br0" timeOffset="-174122.1">30251 15981 0,'0'0'0,"88"0"94,-88 35-79,0 0-15,0 18 16,0 53 0,0 18-1,0-1 1,0 1-1,0-19 1,0-16 0,0-54-1,0-17 110</inkml:trace>
  <inkml:trace contextRef="#ctx0" brushRef="#br0" timeOffset="-173817.5">30110 16951 0,'0'0'15,"17"0"32,36 0-16,0-18-15,0 18 0,70 0-1,71 0 1</inkml:trace>
  <inkml:trace contextRef="#ctx0" brushRef="#br0" timeOffset="-173345.72">31468 15558 0,'0'0'0,"35"0"0,141 158 31,-34-17-15,-19 36 0,-88-71-1,1 52 1,-36 54 0,-71-18-1,-70 124 1,0-160-16,-53 54 15,17-53 1,1-89 0,-18-52-1,-18-18 1,159 0 0</inkml:trace>
  <inkml:trace contextRef="#ctx0" brushRef="#br0" timeOffset="97311.02">23213 3881 0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7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02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48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41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15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511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92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14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80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4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21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C1DB5-458E-4C2C-80B5-BE12DBBC4332}" type="datetimeFigureOut">
              <a:rPr lang="ko-KR" altLang="en-US" smtClean="0"/>
              <a:t>2022-04-29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81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igocheatsheet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u/s!AqKiecXh2BZti7c9nd8SXLlysFg92Q?e=p3Xdcj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namu.wiki/w/%EC%A0%95%EB%A0%AC%20%EC%95%8C%EA%B3%A0%EB%A6%AC%EC%A6%98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36" name="그룹 35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11" name="그룹 1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" name="직사각형 3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" name="직사각형 4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6" name="직사각형 5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4" name="그룹 33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12" name="그룹 11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13" name="직사각형 12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14" name="직사각형 13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15" name="직사각형 14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2" name="그룹 21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0" name="직사각형 1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21" name="직사각형 2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4" name="직사각형 2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25" name="직사각형 2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7" name="직사각형 2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28" name="직사각형 2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0" name="꺾인 연결선 29"/>
              <p:cNvCxnSpPr>
                <a:stCxn id="6" idx="3"/>
                <a:endCxn id="14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꺾인 연결선 31"/>
              <p:cNvCxnSpPr>
                <a:stCxn id="14" idx="2"/>
                <a:endCxn id="24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7" name="직사각형 36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8800" dirty="0"/>
              <a:t>정렬 알고리즘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30613"/>
            <a:ext cx="9144000" cy="1655762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자료구조와 알고리즘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550" y="5657671"/>
            <a:ext cx="2965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Ver. 2.1</a:t>
            </a:r>
            <a:br>
              <a:rPr lang="en-US" altLang="ko-KR" dirty="0"/>
            </a:br>
            <a:r>
              <a:rPr lang="en-US" altLang="ko-KR" dirty="0"/>
              <a:t>Last Update: 2021/09</a:t>
            </a:r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101100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도서관 책장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FD48C8-2F88-4838-9CCD-F75A16DF6365}"/>
              </a:ext>
            </a:extLst>
          </p:cNvPr>
          <p:cNvSpPr/>
          <p:nvPr/>
        </p:nvSpPr>
        <p:spPr>
          <a:xfrm>
            <a:off x="1898516" y="2450718"/>
            <a:ext cx="2170146" cy="21392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전문도서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ACF83E9-7653-4C1D-8438-B9347B1DEDC7}"/>
              </a:ext>
            </a:extLst>
          </p:cNvPr>
          <p:cNvSpPr/>
          <p:nvPr/>
        </p:nvSpPr>
        <p:spPr>
          <a:xfrm>
            <a:off x="1898516" y="4651639"/>
            <a:ext cx="2170146" cy="1064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정기간행물실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54CCB8D-95F4-4CCA-BE8C-7E9B56B0C1B7}"/>
              </a:ext>
            </a:extLst>
          </p:cNvPr>
          <p:cNvSpPr/>
          <p:nvPr/>
        </p:nvSpPr>
        <p:spPr>
          <a:xfrm>
            <a:off x="1898515" y="5766808"/>
            <a:ext cx="2170146" cy="7178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어린이실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54EBD50-6627-46A8-B985-A5E66E53BDFE}"/>
              </a:ext>
            </a:extLst>
          </p:cNvPr>
          <p:cNvSpPr/>
          <p:nvPr/>
        </p:nvSpPr>
        <p:spPr>
          <a:xfrm>
            <a:off x="4218679" y="2450717"/>
            <a:ext cx="2170146" cy="484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과학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2FF56A0-0374-4568-B697-D15419BB8D28}"/>
              </a:ext>
            </a:extLst>
          </p:cNvPr>
          <p:cNvSpPr/>
          <p:nvPr/>
        </p:nvSpPr>
        <p:spPr>
          <a:xfrm>
            <a:off x="4223209" y="2996605"/>
            <a:ext cx="2170146" cy="484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소설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4222D5B-5236-489E-A1B6-6BDD5E4EA9DB}"/>
              </a:ext>
            </a:extLst>
          </p:cNvPr>
          <p:cNvSpPr/>
          <p:nvPr/>
        </p:nvSpPr>
        <p:spPr>
          <a:xfrm>
            <a:off x="4218679" y="3576693"/>
            <a:ext cx="2170146" cy="484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역사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C9DA01D-843E-4F88-BF7A-777CE84686AC}"/>
              </a:ext>
            </a:extLst>
          </p:cNvPr>
          <p:cNvSpPr/>
          <p:nvPr/>
        </p:nvSpPr>
        <p:spPr>
          <a:xfrm>
            <a:off x="6538842" y="2438636"/>
            <a:ext cx="533077" cy="484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F5E95AE-FBFA-4704-A0C2-5837D232B86D}"/>
              </a:ext>
            </a:extLst>
          </p:cNvPr>
          <p:cNvSpPr/>
          <p:nvPr/>
        </p:nvSpPr>
        <p:spPr>
          <a:xfrm>
            <a:off x="7163172" y="2437080"/>
            <a:ext cx="533077" cy="484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B7AF28-FAC7-4BB1-BD29-08F5E09E03D1}"/>
              </a:ext>
            </a:extLst>
          </p:cNvPr>
          <p:cNvSpPr txBox="1"/>
          <p:nvPr/>
        </p:nvSpPr>
        <p:spPr>
          <a:xfrm>
            <a:off x="7823107" y="2437080"/>
            <a:ext cx="101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………..</a:t>
            </a:r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589C888-4CF4-4779-B2EE-A09F62F1897D}"/>
              </a:ext>
            </a:extLst>
          </p:cNvPr>
          <p:cNvSpPr/>
          <p:nvPr/>
        </p:nvSpPr>
        <p:spPr>
          <a:xfrm>
            <a:off x="6538842" y="2999121"/>
            <a:ext cx="533077" cy="484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591121-20DD-47D4-9028-FDA84584A029}"/>
              </a:ext>
            </a:extLst>
          </p:cNvPr>
          <p:cNvSpPr/>
          <p:nvPr/>
        </p:nvSpPr>
        <p:spPr>
          <a:xfrm>
            <a:off x="7163172" y="2997565"/>
            <a:ext cx="533077" cy="484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CFC951-4D66-4F82-AA14-F2C93395E028}"/>
              </a:ext>
            </a:extLst>
          </p:cNvPr>
          <p:cNvSpPr txBox="1"/>
          <p:nvPr/>
        </p:nvSpPr>
        <p:spPr>
          <a:xfrm>
            <a:off x="7823107" y="2997565"/>
            <a:ext cx="101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………..</a:t>
            </a:r>
            <a:endParaRPr lang="ko-KR" altLang="en-US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4798CF0-1705-4FB9-AFC6-5788DD5FF61A}"/>
              </a:ext>
            </a:extLst>
          </p:cNvPr>
          <p:cNvSpPr/>
          <p:nvPr/>
        </p:nvSpPr>
        <p:spPr>
          <a:xfrm>
            <a:off x="6538842" y="3572694"/>
            <a:ext cx="533077" cy="484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DF0263E-B28B-48FB-AA1B-4673ACDDE02B}"/>
              </a:ext>
            </a:extLst>
          </p:cNvPr>
          <p:cNvSpPr/>
          <p:nvPr/>
        </p:nvSpPr>
        <p:spPr>
          <a:xfrm>
            <a:off x="7163172" y="3571138"/>
            <a:ext cx="533077" cy="484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454CA5-83D1-4460-8D6B-83B133EB8C19}"/>
              </a:ext>
            </a:extLst>
          </p:cNvPr>
          <p:cNvSpPr txBox="1"/>
          <p:nvPr/>
        </p:nvSpPr>
        <p:spPr>
          <a:xfrm>
            <a:off x="7823107" y="3571138"/>
            <a:ext cx="101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………..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A22D34-91AE-4C91-9F9D-9414A1C263B7}"/>
              </a:ext>
            </a:extLst>
          </p:cNvPr>
          <p:cNvSpPr/>
          <p:nvPr/>
        </p:nvSpPr>
        <p:spPr>
          <a:xfrm>
            <a:off x="4218679" y="4105751"/>
            <a:ext cx="2170146" cy="484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자주찾는책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5D3402-D657-4C30-80E3-FE5A012B0176}"/>
              </a:ext>
            </a:extLst>
          </p:cNvPr>
          <p:cNvSpPr txBox="1"/>
          <p:nvPr/>
        </p:nvSpPr>
        <p:spPr>
          <a:xfrm>
            <a:off x="6467912" y="4187381"/>
            <a:ext cx="296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빌려간 수 로 정렬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157311D-312E-4F32-81A3-7D3D9CE3B5F1}"/>
              </a:ext>
            </a:extLst>
          </p:cNvPr>
          <p:cNvSpPr/>
          <p:nvPr/>
        </p:nvSpPr>
        <p:spPr>
          <a:xfrm>
            <a:off x="6538842" y="1953133"/>
            <a:ext cx="2186518" cy="3384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정렬</a:t>
            </a:r>
            <a:r>
              <a:rPr lang="en-US" altLang="ko-KR" sz="1000" dirty="0"/>
              <a:t>(</a:t>
            </a:r>
            <a:r>
              <a:rPr lang="ko-KR" altLang="en-US" sz="1000" dirty="0"/>
              <a:t>오름차순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76EAD21C-7EF8-453B-9441-D80204C23D5B}"/>
              </a:ext>
            </a:extLst>
          </p:cNvPr>
          <p:cNvSpPr/>
          <p:nvPr/>
        </p:nvSpPr>
        <p:spPr>
          <a:xfrm>
            <a:off x="1375000" y="2446744"/>
            <a:ext cx="368968" cy="40339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분류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812097A-A04D-471A-80F6-153BA6C80D34}"/>
              </a:ext>
            </a:extLst>
          </p:cNvPr>
          <p:cNvSpPr txBox="1"/>
          <p:nvPr/>
        </p:nvSpPr>
        <p:spPr>
          <a:xfrm>
            <a:off x="476182" y="4270831"/>
            <a:ext cx="114977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/>
              <a:t>도서관의 책은 누구나 찾을 </a:t>
            </a:r>
            <a:r>
              <a:rPr lang="ko-KR" altLang="en-US" sz="5400" dirty="0" err="1"/>
              <a:t>수있는</a:t>
            </a:r>
            <a:r>
              <a:rPr lang="ko-KR" altLang="en-US" sz="5400" dirty="0"/>
              <a:t> 규칙으로 </a:t>
            </a:r>
            <a:r>
              <a:rPr lang="ko-KR" altLang="en-US" sz="5400" dirty="0" err="1"/>
              <a:t>구성되어있다</a:t>
            </a:r>
            <a:r>
              <a:rPr lang="en-US" altLang="ko-KR" sz="5400" dirty="0"/>
              <a:t>!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400313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정렬 알고리즘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825624"/>
            <a:ext cx="10777151" cy="4168775"/>
          </a:xfrm>
        </p:spPr>
        <p:txBody>
          <a:bodyPr>
            <a:normAutofit/>
          </a:bodyPr>
          <a:lstStyle/>
          <a:p>
            <a:r>
              <a:rPr lang="ko-KR" altLang="en-US" dirty="0"/>
              <a:t>만약</a:t>
            </a:r>
            <a:r>
              <a:rPr lang="en-US" altLang="ko-KR" dirty="0"/>
              <a:t>,</a:t>
            </a:r>
            <a:r>
              <a:rPr lang="ko-KR" altLang="en-US" dirty="0"/>
              <a:t> 우리가 만약 도서관에 책들이 어떠한 </a:t>
            </a:r>
            <a:r>
              <a:rPr lang="ko-KR" altLang="en-US" dirty="0" err="1"/>
              <a:t>규칙없이</a:t>
            </a:r>
            <a:r>
              <a:rPr lang="ko-KR" altLang="en-US" dirty="0"/>
              <a:t> 나열되어있다면 찾을 수 있을까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데이터도 마찬가지다</a:t>
            </a:r>
            <a:r>
              <a:rPr lang="en-US" altLang="ko-KR" dirty="0"/>
              <a:t>. </a:t>
            </a:r>
            <a:r>
              <a:rPr lang="ko-KR" altLang="en-US" dirty="0"/>
              <a:t>정렬이 되어있지 않다면 찾는데 걸리는 시간은 누구도 예측하기 어렵다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그러므로</a:t>
            </a:r>
            <a:r>
              <a:rPr lang="en-US" altLang="ko-KR" dirty="0"/>
              <a:t>, </a:t>
            </a:r>
            <a:r>
              <a:rPr lang="ko-KR" altLang="en-US" dirty="0"/>
              <a:t>데이터가 정렬이 되어있어야만</a:t>
            </a:r>
            <a:r>
              <a:rPr lang="en-US" altLang="ko-KR" dirty="0"/>
              <a:t>, </a:t>
            </a:r>
            <a:r>
              <a:rPr lang="ko-KR" altLang="en-US" dirty="0"/>
              <a:t>찾는데 효율도 좋아진다고 말 할 수 있다</a:t>
            </a:r>
            <a:r>
              <a:rPr lang="en-US" altLang="ko-KR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182" y="4270831"/>
            <a:ext cx="114977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/>
              <a:t>삽입 삭제보다</a:t>
            </a:r>
            <a:r>
              <a:rPr lang="en-US" altLang="ko-KR" sz="5400" dirty="0"/>
              <a:t>, </a:t>
            </a:r>
            <a:r>
              <a:rPr lang="ko-KR" altLang="en-US" sz="5400" dirty="0"/>
              <a:t>정렬하고 쉽게</a:t>
            </a:r>
            <a:endParaRPr lang="en-US" altLang="ko-KR" sz="5400" dirty="0"/>
          </a:p>
          <a:p>
            <a:r>
              <a:rPr lang="ko-KR" altLang="en-US" sz="5400" dirty="0"/>
              <a:t>찾는 것이 주된 일이라는 것</a:t>
            </a:r>
            <a:r>
              <a:rPr lang="en-US" altLang="ko-KR" sz="5400" dirty="0"/>
              <a:t>!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85369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점근식</a:t>
            </a:r>
            <a:r>
              <a:rPr lang="ko-KR" altLang="en-US" dirty="0"/>
              <a:t> 표기법</a:t>
            </a:r>
            <a:r>
              <a:rPr lang="en-US" altLang="ko-KR" dirty="0"/>
              <a:t>(Big-O)</a:t>
            </a:r>
            <a:endParaRPr lang="ko-KR" altLang="en-US" dirty="0"/>
          </a:p>
        </p:txBody>
      </p:sp>
      <p:sp>
        <p:nvSpPr>
          <p:cNvPr id="52" name="내용 개체 틀 2"/>
          <p:cNvSpPr>
            <a:spLocks noGrp="1"/>
          </p:cNvSpPr>
          <p:nvPr>
            <p:ph idx="1"/>
          </p:nvPr>
        </p:nvSpPr>
        <p:spPr>
          <a:xfrm>
            <a:off x="838199" y="1825624"/>
            <a:ext cx="10777151" cy="4168775"/>
          </a:xfrm>
        </p:spPr>
        <p:txBody>
          <a:bodyPr>
            <a:normAutofit/>
          </a:bodyPr>
          <a:lstStyle/>
          <a:p>
            <a:r>
              <a:rPr lang="ko-KR" altLang="en-US" dirty="0"/>
              <a:t>정렬을 하는데 결국 속도가 가장 중요하다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속도를 판별할 때는 데이터의 구성</a:t>
            </a:r>
            <a:r>
              <a:rPr lang="en-US" altLang="ko-KR" dirty="0"/>
              <a:t>, </a:t>
            </a:r>
            <a:r>
              <a:rPr lang="ko-KR" altLang="en-US" dirty="0"/>
              <a:t>데이터의 양에 따라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얼마나 달라지는지 판단하는 기준이 됨</a:t>
            </a:r>
            <a:r>
              <a:rPr lang="en-US" altLang="ko-KR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04" y="3131414"/>
            <a:ext cx="5086569" cy="3588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128" y="3236921"/>
            <a:ext cx="4162924" cy="33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>
            <a:hlinkClick r:id="rId4"/>
          </p:cNvPr>
          <p:cNvSpPr/>
          <p:nvPr/>
        </p:nvSpPr>
        <p:spPr>
          <a:xfrm>
            <a:off x="8705850" y="206008"/>
            <a:ext cx="3237331" cy="35242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그림</a:t>
            </a:r>
            <a:r>
              <a:rPr lang="en-US" altLang="ko-KR" dirty="0"/>
              <a:t>: Big-O-CheatSheet.com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32924" y="3830210"/>
            <a:ext cx="772976" cy="271968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6885124" y="3830211"/>
            <a:ext cx="696776" cy="271968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06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숫자 카드 정렬하기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617881" y="2275705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직사각형 51"/>
          <p:cNvSpPr/>
          <p:nvPr/>
        </p:nvSpPr>
        <p:spPr>
          <a:xfrm>
            <a:off x="1288307" y="3073863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3" name="직사각형 52"/>
          <p:cNvSpPr/>
          <p:nvPr/>
        </p:nvSpPr>
        <p:spPr>
          <a:xfrm>
            <a:off x="1926168" y="3073864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4" name="직사각형 53"/>
          <p:cNvSpPr/>
          <p:nvPr/>
        </p:nvSpPr>
        <p:spPr>
          <a:xfrm>
            <a:off x="643685" y="3073864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5" name="직사각형 54"/>
          <p:cNvSpPr/>
          <p:nvPr/>
        </p:nvSpPr>
        <p:spPr>
          <a:xfrm>
            <a:off x="1594522" y="3939031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6" name="직사각형 55"/>
          <p:cNvSpPr/>
          <p:nvPr/>
        </p:nvSpPr>
        <p:spPr>
          <a:xfrm>
            <a:off x="2254134" y="3950842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57" name="직사각형 56"/>
          <p:cNvSpPr/>
          <p:nvPr/>
        </p:nvSpPr>
        <p:spPr>
          <a:xfrm>
            <a:off x="2254134" y="2275704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8" name="직사각형 57"/>
          <p:cNvSpPr/>
          <p:nvPr/>
        </p:nvSpPr>
        <p:spPr>
          <a:xfrm>
            <a:off x="930149" y="2275705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59" name="직사각형 58"/>
          <p:cNvSpPr/>
          <p:nvPr/>
        </p:nvSpPr>
        <p:spPr>
          <a:xfrm>
            <a:off x="882582" y="3939032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6" name="오른쪽 화살표 5"/>
          <p:cNvSpPr/>
          <p:nvPr/>
        </p:nvSpPr>
        <p:spPr>
          <a:xfrm>
            <a:off x="3466067" y="3419308"/>
            <a:ext cx="1746658" cy="8651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5924087" y="2885543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1" name="직사각형 60"/>
          <p:cNvSpPr/>
          <p:nvPr/>
        </p:nvSpPr>
        <p:spPr>
          <a:xfrm>
            <a:off x="6583054" y="2885542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2" name="직사각형 61"/>
          <p:cNvSpPr/>
          <p:nvPr/>
        </p:nvSpPr>
        <p:spPr>
          <a:xfrm>
            <a:off x="7223093" y="2885543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3" name="직사각형 62"/>
          <p:cNvSpPr/>
          <p:nvPr/>
        </p:nvSpPr>
        <p:spPr>
          <a:xfrm>
            <a:off x="7857848" y="2885541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4" name="직사각형 63"/>
          <p:cNvSpPr/>
          <p:nvPr/>
        </p:nvSpPr>
        <p:spPr>
          <a:xfrm>
            <a:off x="8512123" y="2885543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5" name="직사각형 64"/>
          <p:cNvSpPr/>
          <p:nvPr/>
        </p:nvSpPr>
        <p:spPr>
          <a:xfrm>
            <a:off x="6569436" y="3747048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6" name="직사각형 65"/>
          <p:cNvSpPr/>
          <p:nvPr/>
        </p:nvSpPr>
        <p:spPr>
          <a:xfrm>
            <a:off x="7212223" y="3747043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7" name="직사각형 66"/>
          <p:cNvSpPr/>
          <p:nvPr/>
        </p:nvSpPr>
        <p:spPr>
          <a:xfrm>
            <a:off x="7857848" y="3747044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8" name="직사각형 67"/>
          <p:cNvSpPr/>
          <p:nvPr/>
        </p:nvSpPr>
        <p:spPr>
          <a:xfrm>
            <a:off x="8507089" y="3747045"/>
            <a:ext cx="47779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74283" y="4375091"/>
            <a:ext cx="3692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숫자 카드를 정렬한다면 어떻게 </a:t>
            </a:r>
            <a:br>
              <a:rPr lang="en-US" altLang="ko-KR" dirty="0"/>
            </a:br>
            <a:r>
              <a:rPr lang="ko-KR" altLang="en-US" dirty="0"/>
              <a:t>순서대로 정렬을 할 것 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415198" y="5127426"/>
            <a:ext cx="11497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어떻게 할지 </a:t>
            </a:r>
            <a:r>
              <a:rPr lang="en-US" altLang="ko-KR" sz="4800" dirty="0"/>
              <a:t> </a:t>
            </a:r>
            <a:r>
              <a:rPr lang="ko-KR" altLang="en-US" sz="4800" dirty="0"/>
              <a:t>방법 생각 해보기</a:t>
            </a:r>
            <a:r>
              <a:rPr lang="en-US" altLang="ko-KR" sz="4800" dirty="0"/>
              <a:t>!</a:t>
            </a:r>
          </a:p>
        </p:txBody>
      </p:sp>
      <p:grpSp>
        <p:nvGrpSpPr>
          <p:cNvPr id="70" name="그룹 69"/>
          <p:cNvGrpSpPr/>
          <p:nvPr/>
        </p:nvGrpSpPr>
        <p:grpSpPr>
          <a:xfrm>
            <a:off x="9830368" y="4882524"/>
            <a:ext cx="1214694" cy="1320800"/>
            <a:chOff x="9182373" y="4961467"/>
            <a:chExt cx="1214694" cy="1320800"/>
          </a:xfrm>
        </p:grpSpPr>
        <p:sp>
          <p:nvSpPr>
            <p:cNvPr id="71" name="아래쪽 화살표 70">
              <a:hlinkClick r:id="rId2"/>
            </p:cNvPr>
            <p:cNvSpPr/>
            <p:nvPr/>
          </p:nvSpPr>
          <p:spPr>
            <a:xfrm>
              <a:off x="9182373" y="4961467"/>
              <a:ext cx="1214694" cy="1016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9182373" y="6087533"/>
              <a:ext cx="1214694" cy="194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3" name="타원형 설명선 72"/>
          <p:cNvSpPr/>
          <p:nvPr/>
        </p:nvSpPr>
        <p:spPr>
          <a:xfrm>
            <a:off x="10437715" y="4311022"/>
            <a:ext cx="1524000" cy="770467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예제 </a:t>
            </a:r>
            <a:br>
              <a:rPr lang="en-US" altLang="ko-KR" sz="1600" dirty="0"/>
            </a:br>
            <a:r>
              <a:rPr lang="ko-KR" altLang="en-US" sz="1600" dirty="0"/>
              <a:t>다운로드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3685" y="6106271"/>
            <a:ext cx="596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*</a:t>
            </a:r>
            <a:r>
              <a:rPr lang="ko-KR" altLang="en-US" dirty="0">
                <a:solidFill>
                  <a:srgbClr val="FF0000"/>
                </a:solidFill>
              </a:rPr>
              <a:t>심화문제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정렬이 완료되면 어떤 정렬인지 찾아보기</a:t>
            </a:r>
            <a:r>
              <a:rPr lang="en-US" altLang="ko-KR" dirty="0">
                <a:solidFill>
                  <a:srgbClr val="FF0000"/>
                </a:solidFill>
              </a:rPr>
              <a:t>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3827" y="1427862"/>
            <a:ext cx="804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배열의 값은 탁자 위에 뒤집어 일렬로 놓여진 카드와 같다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329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숫자 카드 정렬하기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825624"/>
            <a:ext cx="10777151" cy="1082333"/>
          </a:xfrm>
        </p:spPr>
        <p:txBody>
          <a:bodyPr>
            <a:normAutofit/>
          </a:bodyPr>
          <a:lstStyle/>
          <a:p>
            <a:r>
              <a:rPr lang="ko-KR" altLang="en-US" dirty="0"/>
              <a:t>제일 첫 장의 카드를 보고 나머지 카드 중에 가장 작은 숫자를 찾아 위치를 바꿔보기</a:t>
            </a:r>
            <a:r>
              <a:rPr lang="en-US" altLang="ko-KR" dirty="0"/>
              <a:t>.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5448233" y="2850075"/>
            <a:ext cx="5748921" cy="825845"/>
            <a:chOff x="5448233" y="2850075"/>
            <a:chExt cx="5748921" cy="825845"/>
          </a:xfrm>
        </p:grpSpPr>
        <p:sp>
          <p:nvSpPr>
            <p:cNvPr id="61" name="직사각형 60"/>
            <p:cNvSpPr/>
            <p:nvPr/>
          </p:nvSpPr>
          <p:spPr>
            <a:xfrm>
              <a:off x="6183532" y="2934515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8107234" y="2924214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8745095" y="2924215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7462612" y="2924215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10059748" y="2934515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10719360" y="2946326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6819785" y="2934514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5495800" y="2934515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9347808" y="2934516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9</a:t>
              </a:r>
              <a:endParaRPr lang="ko-KR" altLang="en-US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448233" y="2850075"/>
              <a:ext cx="583745" cy="815546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6130556" y="2860374"/>
              <a:ext cx="583745" cy="815546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8" name="왼쪽/오른쪽 화살표 7"/>
            <p:cNvSpPr/>
            <p:nvPr/>
          </p:nvSpPr>
          <p:spPr>
            <a:xfrm>
              <a:off x="5763372" y="3093091"/>
              <a:ext cx="658965" cy="370703"/>
            </a:xfrm>
            <a:prstGeom prst="left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5501208" y="3850430"/>
            <a:ext cx="5695946" cy="815546"/>
            <a:chOff x="5501208" y="3850430"/>
            <a:chExt cx="5695946" cy="815546"/>
          </a:xfrm>
        </p:grpSpPr>
        <p:sp>
          <p:nvSpPr>
            <p:cNvPr id="52" name="직사각형 51"/>
            <p:cNvSpPr/>
            <p:nvPr/>
          </p:nvSpPr>
          <p:spPr>
            <a:xfrm>
              <a:off x="5501208" y="3902458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8107234" y="3902459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8745095" y="3902460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7462612" y="3902460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10059748" y="3912760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0719360" y="3924571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6819785" y="3912759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6183440" y="3902460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9347808" y="3912761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9</a:t>
              </a:r>
              <a:endParaRPr lang="ko-KR" altLang="en-US" dirty="0"/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6130556" y="3850430"/>
              <a:ext cx="583745" cy="815546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8036413" y="3850430"/>
              <a:ext cx="583745" cy="815546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73" name="왼쪽/오른쪽 화살표 72"/>
            <p:cNvSpPr/>
            <p:nvPr/>
          </p:nvSpPr>
          <p:spPr>
            <a:xfrm>
              <a:off x="6369496" y="4050738"/>
              <a:ext cx="1976635" cy="370703"/>
            </a:xfrm>
            <a:prstGeom prst="left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5498021" y="5869907"/>
            <a:ext cx="5699133" cy="667274"/>
            <a:chOff x="5498021" y="5869907"/>
            <a:chExt cx="5699133" cy="667274"/>
          </a:xfrm>
        </p:grpSpPr>
        <p:sp>
          <p:nvSpPr>
            <p:cNvPr id="74" name="직사각형 73"/>
            <p:cNvSpPr/>
            <p:nvPr/>
          </p:nvSpPr>
          <p:spPr>
            <a:xfrm>
              <a:off x="5498021" y="5869914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6183440" y="5869912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6819785" y="5869916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7459425" y="5869916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8107234" y="5869911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8745095" y="5869910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9347808" y="5869908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10059748" y="5869907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10719360" y="5869909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9</a:t>
              </a:r>
              <a:endParaRPr lang="ko-KR" altLang="en-US" dirty="0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5448232" y="4665976"/>
            <a:ext cx="5869455" cy="36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…</a:t>
            </a:r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5498024" y="4999388"/>
            <a:ext cx="5752105" cy="825845"/>
            <a:chOff x="5498024" y="4999388"/>
            <a:chExt cx="5752105" cy="825845"/>
          </a:xfrm>
        </p:grpSpPr>
        <p:sp>
          <p:nvSpPr>
            <p:cNvPr id="86" name="직사각형 85"/>
            <p:cNvSpPr/>
            <p:nvPr/>
          </p:nvSpPr>
          <p:spPr>
            <a:xfrm>
              <a:off x="5498024" y="5090999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6183443" y="5090997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6819788" y="5091001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7459428" y="5091001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8107237" y="5090996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8745098" y="5090995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9347811" y="5090993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0719360" y="5090992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0065912" y="5090994"/>
              <a:ext cx="477794" cy="6672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9</a:t>
              </a:r>
              <a:endParaRPr lang="ko-KR" altLang="en-US" dirty="0"/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9984061" y="4999388"/>
              <a:ext cx="583745" cy="815546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10666384" y="5009687"/>
              <a:ext cx="583745" cy="815546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97" name="왼쪽/오른쪽 화살표 96"/>
            <p:cNvSpPr/>
            <p:nvPr/>
          </p:nvSpPr>
          <p:spPr>
            <a:xfrm>
              <a:off x="10299200" y="5242404"/>
              <a:ext cx="658965" cy="370703"/>
            </a:xfrm>
            <a:prstGeom prst="left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700020" y="3253945"/>
            <a:ext cx="46339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## </a:t>
            </a:r>
            <a:r>
              <a:rPr lang="ko-KR" altLang="en-US" sz="2800" b="1" dirty="0"/>
              <a:t>과정정리</a:t>
            </a:r>
            <a:endParaRPr lang="en-US" altLang="ko-KR" sz="2800" b="1" dirty="0"/>
          </a:p>
          <a:p>
            <a:endParaRPr lang="en-US" altLang="ko-KR" sz="2400" b="1" dirty="0"/>
          </a:p>
          <a:p>
            <a:pPr marL="342900" indent="-342900">
              <a:buAutoNum type="arabicPeriod"/>
            </a:pPr>
            <a:r>
              <a:rPr lang="ko-KR" altLang="en-US" sz="2400" dirty="0"/>
              <a:t>카드를 처음 카드를 집는다</a:t>
            </a:r>
            <a:r>
              <a:rPr lang="en-US" altLang="ko-KR" sz="2400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sz="2400" dirty="0"/>
              <a:t>남은 카드 중 가장 작은 </a:t>
            </a:r>
            <a:br>
              <a:rPr lang="en-US" altLang="ko-KR" sz="2400" dirty="0"/>
            </a:br>
            <a:r>
              <a:rPr lang="ko-KR" altLang="en-US" sz="2400" dirty="0"/>
              <a:t>카드를 찾는다</a:t>
            </a:r>
            <a:r>
              <a:rPr lang="en-US" altLang="ko-KR" sz="2400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의 카드를 위치를 교환한다</a:t>
            </a:r>
            <a:r>
              <a:rPr lang="en-US" altLang="ko-KR" sz="2400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sz="2400" dirty="0"/>
              <a:t>더 이상 바꿀 카드가 </a:t>
            </a:r>
            <a:br>
              <a:rPr lang="en-US" altLang="ko-KR" sz="2400" dirty="0"/>
            </a:br>
            <a:r>
              <a:rPr lang="ko-KR" altLang="en-US" sz="2400" dirty="0"/>
              <a:t>없을 때까지 반복한다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625382" y="6289472"/>
            <a:ext cx="9561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*</a:t>
            </a:r>
            <a:r>
              <a:rPr lang="ko-KR" altLang="en-US" dirty="0">
                <a:solidFill>
                  <a:srgbClr val="FF0000"/>
                </a:solidFill>
              </a:rPr>
              <a:t>컴퓨터에서 원하는 값을 바로 </a:t>
            </a:r>
            <a:r>
              <a:rPr lang="ko-KR" altLang="en-US" dirty="0" err="1">
                <a:solidFill>
                  <a:srgbClr val="FF0000"/>
                </a:solidFill>
              </a:rPr>
              <a:t>찾을수있을까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-&gt;</a:t>
            </a:r>
            <a:r>
              <a:rPr lang="ko-KR" altLang="en-US" dirty="0">
                <a:solidFill>
                  <a:srgbClr val="FF0000"/>
                </a:solidFill>
              </a:rPr>
              <a:t>컴퓨터는 한번에 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개 이상 비교가 불가능하다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BABC8AD4-DC1E-4AF0-B83B-A50227432F67}"/>
                  </a:ext>
                </a:extLst>
              </p14:cNvPr>
              <p14:cNvContentPartPr/>
              <p14:nvPr/>
            </p14:nvContentPartPr>
            <p14:xfrm>
              <a:off x="482760" y="4330800"/>
              <a:ext cx="4508640" cy="16005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BABC8AD4-DC1E-4AF0-B83B-A50227432F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3400" y="4321440"/>
                <a:ext cx="4527360" cy="161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854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손 코딩으로 알고리즘 만들기</a:t>
            </a:r>
          </a:p>
        </p:txBody>
      </p:sp>
      <p:sp>
        <p:nvSpPr>
          <p:cNvPr id="70" name="내용 개체 틀 2"/>
          <p:cNvSpPr>
            <a:spLocks noGrp="1"/>
          </p:cNvSpPr>
          <p:nvPr>
            <p:ph idx="1"/>
          </p:nvPr>
        </p:nvSpPr>
        <p:spPr>
          <a:xfrm>
            <a:off x="831612" y="1774501"/>
            <a:ext cx="4207933" cy="46598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dirty="0"/>
              <a:t>8, 1, 7, 4, 2, 3, 9, 5, 6</a:t>
            </a:r>
          </a:p>
          <a:p>
            <a:pPr marL="0" indent="0">
              <a:buNone/>
            </a:pPr>
            <a:r>
              <a:rPr lang="en-US" altLang="ko-KR" dirty="0"/>
              <a:t>1, 8, 7, 4, 2, 3, 9, 5, 6</a:t>
            </a:r>
          </a:p>
          <a:p>
            <a:pPr marL="0" indent="0">
              <a:buNone/>
            </a:pPr>
            <a:r>
              <a:rPr lang="en-US" altLang="ko-KR" dirty="0"/>
              <a:t>1, 2, 7, 4, 8, 3, 9, 5, 6</a:t>
            </a:r>
          </a:p>
          <a:p>
            <a:pPr marL="0" indent="0">
              <a:buNone/>
            </a:pPr>
            <a:r>
              <a:rPr lang="en-US" altLang="ko-KR" dirty="0"/>
              <a:t>1, 2, 3, 4, 8, 7, 9, 5, 6</a:t>
            </a:r>
          </a:p>
          <a:p>
            <a:pPr marL="0" indent="0">
              <a:buNone/>
            </a:pPr>
            <a:r>
              <a:rPr lang="en-US" altLang="ko-KR" dirty="0"/>
              <a:t>1, 2, 3, 4, 8, 7, 9, 5, 6</a:t>
            </a:r>
          </a:p>
          <a:p>
            <a:pPr marL="0" indent="0">
              <a:buNone/>
            </a:pPr>
            <a:r>
              <a:rPr lang="en-US" altLang="ko-KR" dirty="0"/>
              <a:t>1, 2, 3, 4, 5, 7, 9, 8, 6</a:t>
            </a:r>
          </a:p>
          <a:p>
            <a:pPr marL="0" indent="0">
              <a:buNone/>
            </a:pPr>
            <a:r>
              <a:rPr lang="en-US" altLang="ko-KR" dirty="0"/>
              <a:t>1, 2, 3, 4, 5, 6, 9, 8, 7</a:t>
            </a:r>
          </a:p>
          <a:p>
            <a:pPr marL="0" indent="0">
              <a:buNone/>
            </a:pPr>
            <a:r>
              <a:rPr lang="en-US" altLang="ko-KR" dirty="0"/>
              <a:t>1, 2, 3, 4, 5, 6, 7, 8, 9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787251-0136-44D5-A090-34F6BC79C8CE}"/>
              </a:ext>
            </a:extLst>
          </p:cNvPr>
          <p:cNvSpPr txBox="1"/>
          <p:nvPr/>
        </p:nvSpPr>
        <p:spPr>
          <a:xfrm>
            <a:off x="20206" y="1308606"/>
            <a:ext cx="6161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2800" dirty="0">
                <a:solidFill>
                  <a:srgbClr val="00B050"/>
                </a:solidFill>
              </a:rPr>
              <a:t>IDX  0, 1, 2, 3, 4, 5, 6, 7, 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ABF956C4-694C-04D2-E6B8-299CCDF8218E}"/>
                  </a:ext>
                </a:extLst>
              </p14:cNvPr>
              <p14:cNvContentPartPr/>
              <p14:nvPr/>
            </p14:nvContentPartPr>
            <p14:xfrm>
              <a:off x="806400" y="1060560"/>
              <a:ext cx="10852560" cy="528984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ABF956C4-694C-04D2-E6B8-299CCDF821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7040" y="1051200"/>
                <a:ext cx="10871280" cy="530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234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정렬 알고리즘의 종류</a:t>
            </a:r>
          </a:p>
        </p:txBody>
      </p:sp>
      <p:pic>
        <p:nvPicPr>
          <p:cNvPr id="1026" name="Picture 2" descr="íì¼:YYgMAiA.pn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415" y="795779"/>
            <a:ext cx="971748" cy="971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302508" y="794866"/>
            <a:ext cx="23540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나무위키</a:t>
            </a:r>
            <a:endParaRPr lang="en-US" altLang="ko-KR" sz="2800" dirty="0"/>
          </a:p>
          <a:p>
            <a:r>
              <a:rPr lang="en-US" altLang="ko-KR" dirty="0"/>
              <a:t>-</a:t>
            </a:r>
            <a:r>
              <a:rPr lang="ko-KR" altLang="en-US" dirty="0"/>
              <a:t>정렬알고리즘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2973134"/>
            <a:ext cx="114977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/>
              <a:t>동영상을 보고 따라하며 </a:t>
            </a:r>
            <a:r>
              <a:rPr lang="en-US" altLang="ko-KR" sz="5400" dirty="0"/>
              <a:t>,</a:t>
            </a:r>
          </a:p>
          <a:p>
            <a:r>
              <a:rPr lang="ko-KR" altLang="en-US" sz="5400" dirty="0"/>
              <a:t>직접 알고리즘을 </a:t>
            </a:r>
            <a:r>
              <a:rPr lang="ko-KR" altLang="en-US" sz="5400" dirty="0" err="1"/>
              <a:t>작성해보기</a:t>
            </a:r>
            <a:r>
              <a:rPr lang="en-US" altLang="ko-KR" sz="5400" dirty="0"/>
              <a:t>!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30622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및 문제</a:t>
            </a:r>
          </a:p>
        </p:txBody>
      </p:sp>
      <p:sp>
        <p:nvSpPr>
          <p:cNvPr id="70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59843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 err="1"/>
              <a:t>점근식</a:t>
            </a:r>
            <a:r>
              <a:rPr lang="ko-KR" altLang="en-US" dirty="0"/>
              <a:t> 표기법</a:t>
            </a:r>
            <a:r>
              <a:rPr lang="en-US" altLang="ko-KR"/>
              <a:t>(Big-O</a:t>
            </a:r>
            <a:r>
              <a:rPr lang="en-US" altLang="ko-KR" dirty="0"/>
              <a:t>)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무엇이며 왜 사용하는가</a:t>
            </a:r>
            <a:r>
              <a:rPr lang="en-US" altLang="ko-KR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정렬은 왜 필요하고 중요한가</a:t>
            </a:r>
            <a:r>
              <a:rPr lang="en-US" altLang="ko-KR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알고리즘을 만들기위해서 어떤 과정을 거쳐야하는가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5941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8800" dirty="0" err="1"/>
              <a:t>QnA</a:t>
            </a:r>
            <a:endParaRPr lang="ko-KR" altLang="en-US" sz="8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ko-KR" altLang="en-US" sz="7200" dirty="0"/>
              <a:t>감사합니다</a:t>
            </a:r>
            <a:r>
              <a:rPr lang="en-US" altLang="ko-KR" sz="7200" dirty="0"/>
              <a:t>!</a:t>
            </a:r>
            <a:endParaRPr lang="ko-KR" altLang="en-US" sz="7200" dirty="0"/>
          </a:p>
        </p:txBody>
      </p:sp>
    </p:spTree>
    <p:extLst>
      <p:ext uri="{BB962C8B-B14F-4D97-AF65-F5344CB8AC3E}">
        <p14:creationId xmlns:p14="http://schemas.microsoft.com/office/powerpoint/2010/main" val="1549072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2514</TotalTime>
  <Words>694</Words>
  <Application>Microsoft Office PowerPoint</Application>
  <PresentationFormat>와이드스크린</PresentationFormat>
  <Paragraphs>266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정렬 알고리즘</vt:lpstr>
      <vt:lpstr>도서관 책장</vt:lpstr>
      <vt:lpstr>정렬 알고리즘</vt:lpstr>
      <vt:lpstr>점근식 표기법(Big-O)</vt:lpstr>
      <vt:lpstr>숫자 카드 정렬하기</vt:lpstr>
      <vt:lpstr>숫자 카드 정렬하기</vt:lpstr>
      <vt:lpstr>손 코딩으로 알고리즘 만들기</vt:lpstr>
      <vt:lpstr>정렬 알고리즘의 종류</vt:lpstr>
      <vt:lpstr>실습 및 문제</vt:lpstr>
      <vt:lpstr>QnA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</dc:title>
  <dc:creator>khg</dc:creator>
  <cp:lastModifiedBy>김 홍규</cp:lastModifiedBy>
  <cp:revision>97</cp:revision>
  <dcterms:created xsi:type="dcterms:W3CDTF">2017-05-19T03:02:09Z</dcterms:created>
  <dcterms:modified xsi:type="dcterms:W3CDTF">2022-04-29T07:50:36Z</dcterms:modified>
</cp:coreProperties>
</file>