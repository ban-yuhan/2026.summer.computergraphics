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8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96" r:id="rId14"/>
    <p:sldId id="267" r:id="rId15"/>
    <p:sldId id="289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90" r:id="rId29"/>
    <p:sldId id="280" r:id="rId30"/>
    <p:sldId id="292" r:id="rId31"/>
    <p:sldId id="291" r:id="rId32"/>
    <p:sldId id="281" r:id="rId33"/>
    <p:sldId id="282" r:id="rId34"/>
    <p:sldId id="283" r:id="rId35"/>
    <p:sldId id="293" r:id="rId36"/>
    <p:sldId id="284" r:id="rId37"/>
    <p:sldId id="288" r:id="rId38"/>
    <p:sldId id="294" r:id="rId39"/>
    <p:sldId id="295" r:id="rId40"/>
    <p:sldId id="287" r:id="rId4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7B5B27-5538-44D2-8A34-E00A40722B53}" v="2" dt="2023-11-26T00:21:04.933"/>
    <p1510:client id="{BDB68F43-E639-4AC6-8C04-AB431FFA1586}" v="64" dt="2022-05-03T07:16:30.228"/>
    <p1510:client id="{ECE708B5-5A5B-4980-96C0-D313DCF35D9E}" v="4" dt="2024-01-05T07:19:01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2" autoAdjust="0"/>
    <p:restoredTop sz="94660"/>
  </p:normalViewPr>
  <p:slideViewPr>
    <p:cSldViewPr snapToGrid="0">
      <p:cViewPr varScale="1">
        <p:scale>
          <a:sx n="55" d="100"/>
          <a:sy n="55" d="100"/>
        </p:scale>
        <p:origin x="90" y="5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Windows Live" clId="Web-{ECE708B5-5A5B-4980-96C0-D313DCF35D9E}"/>
    <pc:docChg chg="sldOrd">
      <pc:chgData name="김 홍규" userId="6d16d8e1c579a2a2" providerId="Windows Live" clId="Web-{ECE708B5-5A5B-4980-96C0-D313DCF35D9E}" dt="2024-01-05T07:19:01.985" v="3"/>
      <pc:docMkLst>
        <pc:docMk/>
      </pc:docMkLst>
      <pc:sldChg chg="ord">
        <pc:chgData name="김 홍규" userId="6d16d8e1c579a2a2" providerId="Windows Live" clId="Web-{ECE708B5-5A5B-4980-96C0-D313DCF35D9E}" dt="2024-01-05T07:19:01.985" v="3"/>
        <pc:sldMkLst>
          <pc:docMk/>
          <pc:sldMk cId="2416589336" sldId="289"/>
        </pc:sldMkLst>
      </pc:sldChg>
      <pc:sldChg chg="ord">
        <pc:chgData name="김 홍규" userId="6d16d8e1c579a2a2" providerId="Windows Live" clId="Web-{ECE708B5-5A5B-4980-96C0-D313DCF35D9E}" dt="2024-01-05T07:18:58.375" v="2"/>
        <pc:sldMkLst>
          <pc:docMk/>
          <pc:sldMk cId="1436478050" sldId="296"/>
        </pc:sldMkLst>
      </pc:sldChg>
    </pc:docChg>
  </pc:docChgLst>
  <pc:docChgLst>
    <pc:chgData name="김 홍규" userId="6d16d8e1c579a2a2" providerId="LiveId" clId="{BDB68F43-E639-4AC6-8C04-AB431FFA1586}"/>
    <pc:docChg chg="undo custSel addSld delSld modSld sldOrd">
      <pc:chgData name="김 홍규" userId="6d16d8e1c579a2a2" providerId="LiveId" clId="{BDB68F43-E639-4AC6-8C04-AB431FFA1586}" dt="2022-05-03T08:12:50.528" v="1245" actId="20577"/>
      <pc:docMkLst>
        <pc:docMk/>
      </pc:docMkLst>
      <pc:sldChg chg="addSp modSp mod">
        <pc:chgData name="김 홍규" userId="6d16d8e1c579a2a2" providerId="LiveId" clId="{BDB68F43-E639-4AC6-8C04-AB431FFA1586}" dt="2022-05-02T08:29:48.587" v="21" actId="20577"/>
        <pc:sldMkLst>
          <pc:docMk/>
          <pc:sldMk cId="0" sldId="256"/>
        </pc:sldMkLst>
        <pc:spChg chg="add mod">
          <ac:chgData name="김 홍규" userId="6d16d8e1c579a2a2" providerId="LiveId" clId="{BDB68F43-E639-4AC6-8C04-AB431FFA1586}" dt="2022-05-02T08:29:48.587" v="21" actId="20577"/>
          <ac:spMkLst>
            <pc:docMk/>
            <pc:sldMk cId="0" sldId="256"/>
            <ac:spMk id="4" creationId="{E9490D9E-6ADE-5AFA-2F50-81B75F0E91D8}"/>
          </ac:spMkLst>
        </pc:spChg>
      </pc:sldChg>
      <pc:sldChg chg="modSp mod">
        <pc:chgData name="김 홍규" userId="6d16d8e1c579a2a2" providerId="LiveId" clId="{BDB68F43-E639-4AC6-8C04-AB431FFA1586}" dt="2022-05-02T11:10:35.725" v="1091" actId="14100"/>
        <pc:sldMkLst>
          <pc:docMk/>
          <pc:sldMk cId="0" sldId="257"/>
        </pc:sldMkLst>
        <pc:cxnChg chg="mod">
          <ac:chgData name="김 홍규" userId="6d16d8e1c579a2a2" providerId="LiveId" clId="{BDB68F43-E639-4AC6-8C04-AB431FFA1586}" dt="2022-05-02T11:10:35.725" v="1091" actId="14100"/>
          <ac:cxnSpMkLst>
            <pc:docMk/>
            <pc:sldMk cId="0" sldId="257"/>
            <ac:cxnSpMk id="82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10:21.941" v="1090" actId="14100"/>
        <pc:sldMkLst>
          <pc:docMk/>
          <pc:sldMk cId="0" sldId="259"/>
        </pc:sldMkLst>
        <pc:cxnChg chg="mod">
          <ac:chgData name="김 홍규" userId="6d16d8e1c579a2a2" providerId="LiveId" clId="{BDB68F43-E639-4AC6-8C04-AB431FFA1586}" dt="2022-05-02T11:10:21.941" v="1090" actId="14100"/>
          <ac:cxnSpMkLst>
            <pc:docMk/>
            <pc:sldMk cId="0" sldId="259"/>
            <ac:cxnSpMk id="219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9:59.456" v="1089" actId="14100"/>
        <pc:sldMkLst>
          <pc:docMk/>
          <pc:sldMk cId="0" sldId="260"/>
        </pc:sldMkLst>
        <pc:cxnChg chg="mod">
          <ac:chgData name="김 홍규" userId="6d16d8e1c579a2a2" providerId="LiveId" clId="{BDB68F43-E639-4AC6-8C04-AB431FFA1586}" dt="2022-05-02T11:08:40.489" v="1080" actId="14100"/>
          <ac:cxnSpMkLst>
            <pc:docMk/>
            <pc:sldMk cId="0" sldId="260"/>
            <ac:cxnSpMk id="287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9:59.456" v="1089" actId="14100"/>
          <ac:cxnSpMkLst>
            <pc:docMk/>
            <pc:sldMk cId="0" sldId="260"/>
            <ac:cxnSpMk id="291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9:27.082" v="1088" actId="14100"/>
        <pc:sldMkLst>
          <pc:docMk/>
          <pc:sldMk cId="0" sldId="263"/>
        </pc:sldMkLst>
        <pc:cxnChg chg="mod">
          <ac:chgData name="김 홍규" userId="6d16d8e1c579a2a2" providerId="LiveId" clId="{BDB68F43-E639-4AC6-8C04-AB431FFA1586}" dt="2022-05-02T11:09:20.959" v="1085" actId="14100"/>
          <ac:cxnSpMkLst>
            <pc:docMk/>
            <pc:sldMk cId="0" sldId="263"/>
            <ac:cxnSpMk id="458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9:25.239" v="1087" actId="14100"/>
          <ac:cxnSpMkLst>
            <pc:docMk/>
            <pc:sldMk cId="0" sldId="263"/>
            <ac:cxnSpMk id="46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9:22.967" v="1086" actId="14100"/>
          <ac:cxnSpMkLst>
            <pc:docMk/>
            <pc:sldMk cId="0" sldId="263"/>
            <ac:cxnSpMk id="466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9:27.082" v="1088" actId="14100"/>
          <ac:cxnSpMkLst>
            <pc:docMk/>
            <pc:sldMk cId="0" sldId="263"/>
            <ac:cxnSpMk id="468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9:10.759" v="1084" actId="14100"/>
        <pc:sldMkLst>
          <pc:docMk/>
          <pc:sldMk cId="0" sldId="264"/>
        </pc:sldMkLst>
        <pc:cxnChg chg="mod">
          <ac:chgData name="김 홍규" userId="6d16d8e1c579a2a2" providerId="LiveId" clId="{BDB68F43-E639-4AC6-8C04-AB431FFA1586}" dt="2022-05-02T11:08:57.642" v="1082" actId="14100"/>
          <ac:cxnSpMkLst>
            <pc:docMk/>
            <pc:sldMk cId="0" sldId="264"/>
            <ac:cxnSpMk id="50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8:59.774" v="1083" actId="14100"/>
          <ac:cxnSpMkLst>
            <pc:docMk/>
            <pc:sldMk cId="0" sldId="264"/>
            <ac:cxnSpMk id="50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8:52.736" v="1081" actId="14100"/>
          <ac:cxnSpMkLst>
            <pc:docMk/>
            <pc:sldMk cId="0" sldId="264"/>
            <ac:cxnSpMk id="51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9:10.759" v="1084" actId="14100"/>
          <ac:cxnSpMkLst>
            <pc:docMk/>
            <pc:sldMk cId="0" sldId="264"/>
            <ac:cxnSpMk id="512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8:22.688" v="1079" actId="14100"/>
        <pc:sldMkLst>
          <pc:docMk/>
          <pc:sldMk cId="0" sldId="265"/>
        </pc:sldMkLst>
        <pc:cxnChg chg="mod">
          <ac:chgData name="김 홍규" userId="6d16d8e1c579a2a2" providerId="LiveId" clId="{BDB68F43-E639-4AC6-8C04-AB431FFA1586}" dt="2022-05-02T11:08:20.304" v="1078" actId="14100"/>
          <ac:cxnSpMkLst>
            <pc:docMk/>
            <pc:sldMk cId="0" sldId="265"/>
            <ac:cxnSpMk id="558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8:13.609" v="1075" actId="14100"/>
          <ac:cxnSpMkLst>
            <pc:docMk/>
            <pc:sldMk cId="0" sldId="265"/>
            <ac:cxnSpMk id="56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8:22.688" v="1079" actId="14100"/>
          <ac:cxnSpMkLst>
            <pc:docMk/>
            <pc:sldMk cId="0" sldId="265"/>
            <ac:cxnSpMk id="566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8:15.616" v="1076" actId="14100"/>
          <ac:cxnSpMkLst>
            <pc:docMk/>
            <pc:sldMk cId="0" sldId="265"/>
            <ac:cxnSpMk id="568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8:18.289" v="1077" actId="14100"/>
          <ac:cxnSpMkLst>
            <pc:docMk/>
            <pc:sldMk cId="0" sldId="265"/>
            <ac:cxnSpMk id="586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8:08.436" v="1074" actId="14100"/>
        <pc:sldMkLst>
          <pc:docMk/>
          <pc:sldMk cId="0" sldId="266"/>
        </pc:sldMkLst>
        <pc:cxnChg chg="mod">
          <ac:chgData name="김 홍규" userId="6d16d8e1c579a2a2" providerId="LiveId" clId="{BDB68F43-E639-4AC6-8C04-AB431FFA1586}" dt="2022-05-02T11:07:59.256" v="1069" actId="14100"/>
          <ac:cxnSpMkLst>
            <pc:docMk/>
            <pc:sldMk cId="0" sldId="266"/>
            <ac:cxnSpMk id="62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8:06.113" v="1073" actId="14100"/>
          <ac:cxnSpMkLst>
            <pc:docMk/>
            <pc:sldMk cId="0" sldId="266"/>
            <ac:cxnSpMk id="62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57.377" v="1068" actId="14100"/>
          <ac:cxnSpMkLst>
            <pc:docMk/>
            <pc:sldMk cId="0" sldId="266"/>
            <ac:cxnSpMk id="63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8:08.436" v="1074" actId="14100"/>
          <ac:cxnSpMkLst>
            <pc:docMk/>
            <pc:sldMk cId="0" sldId="266"/>
            <ac:cxnSpMk id="63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8:01.169" v="1070" actId="14100"/>
          <ac:cxnSpMkLst>
            <pc:docMk/>
            <pc:sldMk cId="0" sldId="266"/>
            <ac:cxnSpMk id="64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8:04.296" v="1072" actId="14100"/>
          <ac:cxnSpMkLst>
            <pc:docMk/>
            <pc:sldMk cId="0" sldId="266"/>
            <ac:cxnSpMk id="655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3T08:12:50.528" v="1245" actId="20577"/>
        <pc:sldMkLst>
          <pc:docMk/>
          <pc:sldMk cId="0" sldId="267"/>
        </pc:sldMkLst>
        <pc:spChg chg="mod">
          <ac:chgData name="김 홍규" userId="6d16d8e1c579a2a2" providerId="LiveId" clId="{BDB68F43-E639-4AC6-8C04-AB431FFA1586}" dt="2022-05-03T08:12:50.528" v="1245" actId="20577"/>
          <ac:spMkLst>
            <pc:docMk/>
            <pc:sldMk cId="0" sldId="267"/>
            <ac:spMk id="664" creationId="{00000000-0000-0000-0000-000000000000}"/>
          </ac:spMkLst>
        </pc:spChg>
        <pc:cxnChg chg="mod">
          <ac:chgData name="김 홍규" userId="6d16d8e1c579a2a2" providerId="LiveId" clId="{BDB68F43-E639-4AC6-8C04-AB431FFA1586}" dt="2022-05-02T11:07:36.698" v="1061" actId="14100"/>
          <ac:cxnSpMkLst>
            <pc:docMk/>
            <pc:sldMk cId="0" sldId="267"/>
            <ac:cxnSpMk id="69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43.465" v="1063" actId="14100"/>
          <ac:cxnSpMkLst>
            <pc:docMk/>
            <pc:sldMk cId="0" sldId="267"/>
            <ac:cxnSpMk id="69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34.730" v="1060" actId="14100"/>
          <ac:cxnSpMkLst>
            <pc:docMk/>
            <pc:sldMk cId="0" sldId="267"/>
            <ac:cxnSpMk id="70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45.852" v="1064" actId="14100"/>
          <ac:cxnSpMkLst>
            <pc:docMk/>
            <pc:sldMk cId="0" sldId="267"/>
            <ac:cxnSpMk id="70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39.577" v="1062" actId="14100"/>
          <ac:cxnSpMkLst>
            <pc:docMk/>
            <pc:sldMk cId="0" sldId="267"/>
            <ac:cxnSpMk id="71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48.647" v="1065" actId="14100"/>
          <ac:cxnSpMkLst>
            <pc:docMk/>
            <pc:sldMk cId="0" sldId="267"/>
            <ac:cxnSpMk id="72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51.249" v="1066" actId="14100"/>
          <ac:cxnSpMkLst>
            <pc:docMk/>
            <pc:sldMk cId="0" sldId="267"/>
            <ac:cxnSpMk id="731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7:10.746" v="1054" actId="14100"/>
        <pc:sldMkLst>
          <pc:docMk/>
          <pc:sldMk cId="0" sldId="268"/>
        </pc:sldMkLst>
        <pc:spChg chg="mod">
          <ac:chgData name="김 홍규" userId="6d16d8e1c579a2a2" providerId="LiveId" clId="{BDB68F43-E639-4AC6-8C04-AB431FFA1586}" dt="2022-05-02T09:32:53.311" v="32" actId="20577"/>
          <ac:spMkLst>
            <pc:docMk/>
            <pc:sldMk cId="0" sldId="268"/>
            <ac:spMk id="741" creationId="{00000000-0000-0000-0000-000000000000}"/>
          </ac:spMkLst>
        </pc:spChg>
        <pc:grpChg chg="mod">
          <ac:chgData name="김 홍규" userId="6d16d8e1c579a2a2" providerId="LiveId" clId="{BDB68F43-E639-4AC6-8C04-AB431FFA1586}" dt="2022-05-02T11:07:07.948" v="1053" actId="1076"/>
          <ac:grpSpMkLst>
            <pc:docMk/>
            <pc:sldMk cId="0" sldId="268"/>
            <ac:grpSpMk id="745" creationId="{00000000-0000-0000-0000-000000000000}"/>
          </ac:grpSpMkLst>
        </pc:grpChg>
        <pc:cxnChg chg="mod">
          <ac:chgData name="김 홍규" userId="6d16d8e1c579a2a2" providerId="LiveId" clId="{BDB68F43-E639-4AC6-8C04-AB431FFA1586}" dt="2022-05-02T11:07:10.746" v="1054" actId="14100"/>
          <ac:cxnSpMkLst>
            <pc:docMk/>
            <pc:sldMk cId="0" sldId="268"/>
            <ac:cxnSpMk id="76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6:54.426" v="1047" actId="14100"/>
          <ac:cxnSpMkLst>
            <pc:docMk/>
            <pc:sldMk cId="0" sldId="268"/>
            <ac:cxnSpMk id="776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07.948" v="1053" actId="1076"/>
          <ac:cxnSpMkLst>
            <pc:docMk/>
            <pc:sldMk cId="0" sldId="268"/>
            <ac:cxnSpMk id="777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07.948" v="1053" actId="1076"/>
          <ac:cxnSpMkLst>
            <pc:docMk/>
            <pc:sldMk cId="0" sldId="268"/>
            <ac:cxnSpMk id="778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6:57.066" v="1048" actId="14100"/>
          <ac:cxnSpMkLst>
            <pc:docMk/>
            <pc:sldMk cId="0" sldId="268"/>
            <ac:cxnSpMk id="77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07.948" v="1053" actId="1076"/>
          <ac:cxnSpMkLst>
            <pc:docMk/>
            <pc:sldMk cId="0" sldId="268"/>
            <ac:cxnSpMk id="79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07.948" v="1053" actId="1076"/>
          <ac:cxnSpMkLst>
            <pc:docMk/>
            <pc:sldMk cId="0" sldId="268"/>
            <ac:cxnSpMk id="791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07.948" v="1053" actId="1076"/>
          <ac:cxnSpMkLst>
            <pc:docMk/>
            <pc:sldMk cId="0" sldId="268"/>
            <ac:cxnSpMk id="796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6:59.459" v="1049" actId="14100"/>
          <ac:cxnSpMkLst>
            <pc:docMk/>
            <pc:sldMk cId="0" sldId="268"/>
            <ac:cxnSpMk id="80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02.218" v="1050" actId="14100"/>
          <ac:cxnSpMkLst>
            <pc:docMk/>
            <pc:sldMk cId="0" sldId="268"/>
            <ac:cxnSpMk id="808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6:42.747" v="1046" actId="14100"/>
        <pc:sldMkLst>
          <pc:docMk/>
          <pc:sldMk cId="0" sldId="269"/>
        </pc:sldMkLst>
        <pc:cxnChg chg="mod">
          <ac:chgData name="김 홍규" userId="6d16d8e1c579a2a2" providerId="LiveId" clId="{BDB68F43-E639-4AC6-8C04-AB431FFA1586}" dt="2022-05-02T11:06:33.450" v="1042" actId="14100"/>
          <ac:cxnSpMkLst>
            <pc:docMk/>
            <pc:sldMk cId="0" sldId="269"/>
            <ac:cxnSpMk id="846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6:35.674" v="1043" actId="14100"/>
          <ac:cxnSpMkLst>
            <pc:docMk/>
            <pc:sldMk cId="0" sldId="269"/>
            <ac:cxnSpMk id="85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6:31.619" v="1041" actId="14100"/>
          <ac:cxnSpMkLst>
            <pc:docMk/>
            <pc:sldMk cId="0" sldId="269"/>
            <ac:cxnSpMk id="854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6:37.538" v="1044" actId="14100"/>
          <ac:cxnSpMkLst>
            <pc:docMk/>
            <pc:sldMk cId="0" sldId="269"/>
            <ac:cxnSpMk id="856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6:42.747" v="1046" actId="14100"/>
          <ac:cxnSpMkLst>
            <pc:docMk/>
            <pc:sldMk cId="0" sldId="269"/>
            <ac:cxnSpMk id="87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6:39.205" v="1045" actId="14100"/>
          <ac:cxnSpMkLst>
            <pc:docMk/>
            <pc:sldMk cId="0" sldId="269"/>
            <ac:cxnSpMk id="876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6:27.083" v="1040" actId="14100"/>
        <pc:sldMkLst>
          <pc:docMk/>
          <pc:sldMk cId="0" sldId="270"/>
        </pc:sldMkLst>
        <pc:cxnChg chg="mod">
          <ac:chgData name="김 홍규" userId="6d16d8e1c579a2a2" providerId="LiveId" clId="{BDB68F43-E639-4AC6-8C04-AB431FFA1586}" dt="2022-05-02T11:06:25.227" v="1039" actId="14100"/>
          <ac:cxnSpMkLst>
            <pc:docMk/>
            <pc:sldMk cId="0" sldId="270"/>
            <ac:cxnSpMk id="918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6:17.659" v="1036" actId="14100"/>
          <ac:cxnSpMkLst>
            <pc:docMk/>
            <pc:sldMk cId="0" sldId="270"/>
            <ac:cxnSpMk id="92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6:22.659" v="1038" actId="14100"/>
          <ac:cxnSpMkLst>
            <pc:docMk/>
            <pc:sldMk cId="0" sldId="270"/>
            <ac:cxnSpMk id="926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6:19.715" v="1037" actId="14100"/>
          <ac:cxnSpMkLst>
            <pc:docMk/>
            <pc:sldMk cId="0" sldId="270"/>
            <ac:cxnSpMk id="928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6:27.083" v="1040" actId="14100"/>
          <ac:cxnSpMkLst>
            <pc:docMk/>
            <pc:sldMk cId="0" sldId="270"/>
            <ac:cxnSpMk id="945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16:25.061" v="1095" actId="14100"/>
        <pc:sldMkLst>
          <pc:docMk/>
          <pc:sldMk cId="0" sldId="271"/>
        </pc:sldMkLst>
        <pc:cxnChg chg="mod">
          <ac:chgData name="김 홍규" userId="6d16d8e1c579a2a2" providerId="LiveId" clId="{BDB68F43-E639-4AC6-8C04-AB431FFA1586}" dt="2022-05-02T11:05:55.652" v="1033" actId="14100"/>
          <ac:cxnSpMkLst>
            <pc:docMk/>
            <pc:sldMk cId="0" sldId="271"/>
            <ac:cxnSpMk id="98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5:57.715" v="1034" actId="14100"/>
          <ac:cxnSpMkLst>
            <pc:docMk/>
            <pc:sldMk cId="0" sldId="271"/>
            <ac:cxnSpMk id="99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5:53.762" v="1032" actId="14100"/>
          <ac:cxnSpMkLst>
            <pc:docMk/>
            <pc:sldMk cId="0" sldId="271"/>
            <ac:cxnSpMk id="991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5:59.732" v="1035" actId="14100"/>
          <ac:cxnSpMkLst>
            <pc:docMk/>
            <pc:sldMk cId="0" sldId="271"/>
            <ac:cxnSpMk id="99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16:22.797" v="1094" actId="14100"/>
          <ac:cxnSpMkLst>
            <pc:docMk/>
            <pc:sldMk cId="0" sldId="271"/>
            <ac:cxnSpMk id="101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16:25.061" v="1095" actId="14100"/>
          <ac:cxnSpMkLst>
            <pc:docMk/>
            <pc:sldMk cId="0" sldId="271"/>
            <ac:cxnSpMk id="1017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5:47.452" v="1031" actId="14100"/>
        <pc:sldMkLst>
          <pc:docMk/>
          <pc:sldMk cId="0" sldId="272"/>
        </pc:sldMkLst>
        <pc:cxnChg chg="mod">
          <ac:chgData name="김 홍규" userId="6d16d8e1c579a2a2" providerId="LiveId" clId="{BDB68F43-E639-4AC6-8C04-AB431FFA1586}" dt="2022-05-02T11:05:41.477" v="1030" actId="14100"/>
          <ac:cxnSpMkLst>
            <pc:docMk/>
            <pc:sldMk cId="0" sldId="272"/>
            <ac:cxnSpMk id="1051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5:35.268" v="1027" actId="14100"/>
          <ac:cxnSpMkLst>
            <pc:docMk/>
            <pc:sldMk cId="0" sldId="272"/>
            <ac:cxnSpMk id="1058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5:39.548" v="1029" actId="14100"/>
          <ac:cxnSpMkLst>
            <pc:docMk/>
            <pc:sldMk cId="0" sldId="272"/>
            <ac:cxnSpMk id="105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5:33.468" v="1026" actId="14100"/>
          <ac:cxnSpMkLst>
            <pc:docMk/>
            <pc:sldMk cId="0" sldId="272"/>
            <ac:cxnSpMk id="1061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5:47.452" v="1031" actId="14100"/>
          <ac:cxnSpMkLst>
            <pc:docMk/>
            <pc:sldMk cId="0" sldId="272"/>
            <ac:cxnSpMk id="1078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5:31.484" v="1025" actId="14100"/>
          <ac:cxnSpMkLst>
            <pc:docMk/>
            <pc:sldMk cId="0" sldId="272"/>
            <ac:cxnSpMk id="1085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5:12.325" v="1024" actId="14100"/>
        <pc:sldMkLst>
          <pc:docMk/>
          <pc:sldMk cId="0" sldId="273"/>
        </pc:sldMkLst>
        <pc:spChg chg="mod">
          <ac:chgData name="김 홍규" userId="6d16d8e1c579a2a2" providerId="LiveId" clId="{BDB68F43-E639-4AC6-8C04-AB431FFA1586}" dt="2022-05-02T09:38:35.327" v="62" actId="20577"/>
          <ac:spMkLst>
            <pc:docMk/>
            <pc:sldMk cId="0" sldId="273"/>
            <ac:spMk id="1152" creationId="{00000000-0000-0000-0000-000000000000}"/>
          </ac:spMkLst>
        </pc:spChg>
        <pc:spChg chg="mod">
          <ac:chgData name="김 홍규" userId="6d16d8e1c579a2a2" providerId="LiveId" clId="{BDB68F43-E639-4AC6-8C04-AB431FFA1586}" dt="2022-05-02T09:37:17.918" v="42" actId="20577"/>
          <ac:spMkLst>
            <pc:docMk/>
            <pc:sldMk cId="0" sldId="273"/>
            <ac:spMk id="1155" creationId="{00000000-0000-0000-0000-000000000000}"/>
          </ac:spMkLst>
        </pc:spChg>
        <pc:spChg chg="mod">
          <ac:chgData name="김 홍규" userId="6d16d8e1c579a2a2" providerId="LiveId" clId="{BDB68F43-E639-4AC6-8C04-AB431FFA1586}" dt="2022-05-02T09:38:33.052" v="61" actId="20577"/>
          <ac:spMkLst>
            <pc:docMk/>
            <pc:sldMk cId="0" sldId="273"/>
            <ac:spMk id="1158" creationId="{00000000-0000-0000-0000-000000000000}"/>
          </ac:spMkLst>
        </pc:spChg>
        <pc:cxnChg chg="mod">
          <ac:chgData name="김 홍규" userId="6d16d8e1c579a2a2" providerId="LiveId" clId="{BDB68F43-E639-4AC6-8C04-AB431FFA1586}" dt="2022-05-02T11:05:09.741" v="1023" actId="14100"/>
          <ac:cxnSpMkLst>
            <pc:docMk/>
            <pc:sldMk cId="0" sldId="273"/>
            <ac:cxnSpMk id="112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4:58.517" v="1019" actId="14100"/>
          <ac:cxnSpMkLst>
            <pc:docMk/>
            <pc:sldMk cId="0" sldId="273"/>
            <ac:cxnSpMk id="113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5:07.589" v="1022" actId="14100"/>
          <ac:cxnSpMkLst>
            <pc:docMk/>
            <pc:sldMk cId="0" sldId="273"/>
            <ac:cxnSpMk id="1131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5:00.428" v="1020" actId="14100"/>
          <ac:cxnSpMkLst>
            <pc:docMk/>
            <pc:sldMk cId="0" sldId="273"/>
            <ac:cxnSpMk id="113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5:12.325" v="1024" actId="14100"/>
          <ac:cxnSpMkLst>
            <pc:docMk/>
            <pc:sldMk cId="0" sldId="273"/>
            <ac:cxnSpMk id="115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5:02.701" v="1021" actId="14100"/>
          <ac:cxnSpMkLst>
            <pc:docMk/>
            <pc:sldMk cId="0" sldId="273"/>
            <ac:cxnSpMk id="1156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09:37:26.494" v="43" actId="14100"/>
          <ac:cxnSpMkLst>
            <pc:docMk/>
            <pc:sldMk cId="0" sldId="273"/>
            <ac:cxnSpMk id="1157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09:37:41.790" v="45" actId="14100"/>
          <ac:cxnSpMkLst>
            <pc:docMk/>
            <pc:sldMk cId="0" sldId="273"/>
            <ac:cxnSpMk id="1162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4:50.933" v="1018" actId="14100"/>
        <pc:sldMkLst>
          <pc:docMk/>
          <pc:sldMk cId="0" sldId="274"/>
        </pc:sldMkLst>
        <pc:spChg chg="mod">
          <ac:chgData name="김 홍규" userId="6d16d8e1c579a2a2" providerId="LiveId" clId="{BDB68F43-E639-4AC6-8C04-AB431FFA1586}" dt="2022-05-02T09:38:40.063" v="63" actId="20577"/>
          <ac:spMkLst>
            <pc:docMk/>
            <pc:sldMk cId="0" sldId="274"/>
            <ac:spMk id="1225" creationId="{00000000-0000-0000-0000-000000000000}"/>
          </ac:spMkLst>
        </pc:spChg>
        <pc:spChg chg="mod">
          <ac:chgData name="김 홍규" userId="6d16d8e1c579a2a2" providerId="LiveId" clId="{BDB68F43-E639-4AC6-8C04-AB431FFA1586}" dt="2022-05-02T09:37:51.071" v="47" actId="20577"/>
          <ac:spMkLst>
            <pc:docMk/>
            <pc:sldMk cId="0" sldId="274"/>
            <ac:spMk id="1228" creationId="{00000000-0000-0000-0000-000000000000}"/>
          </ac:spMkLst>
        </pc:spChg>
        <pc:cxnChg chg="mod">
          <ac:chgData name="김 홍규" userId="6d16d8e1c579a2a2" providerId="LiveId" clId="{BDB68F43-E639-4AC6-8C04-AB431FFA1586}" dt="2022-05-02T11:04:46.222" v="1016" actId="14100"/>
          <ac:cxnSpMkLst>
            <pc:docMk/>
            <pc:sldMk cId="0" sldId="274"/>
            <ac:cxnSpMk id="1196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4:48.693" v="1017" actId="14100"/>
          <ac:cxnSpMkLst>
            <pc:docMk/>
            <pc:sldMk cId="0" sldId="274"/>
            <ac:cxnSpMk id="120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4:44.192" v="1015" actId="14100"/>
          <ac:cxnSpMkLst>
            <pc:docMk/>
            <pc:sldMk cId="0" sldId="274"/>
            <ac:cxnSpMk id="1204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4:50.933" v="1018" actId="14100"/>
          <ac:cxnSpMkLst>
            <pc:docMk/>
            <pc:sldMk cId="0" sldId="274"/>
            <ac:cxnSpMk id="1206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09:37:55.373" v="48" actId="14100"/>
          <ac:cxnSpMkLst>
            <pc:docMk/>
            <pc:sldMk cId="0" sldId="274"/>
            <ac:cxnSpMk id="123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09:38:15.238" v="50" actId="14100"/>
          <ac:cxnSpMkLst>
            <pc:docMk/>
            <pc:sldMk cId="0" sldId="274"/>
            <ac:cxnSpMk id="1235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4:30.646" v="1014" actId="14100"/>
        <pc:sldMkLst>
          <pc:docMk/>
          <pc:sldMk cId="0" sldId="275"/>
        </pc:sldMkLst>
        <pc:cxnChg chg="mod">
          <ac:chgData name="김 홍규" userId="6d16d8e1c579a2a2" providerId="LiveId" clId="{BDB68F43-E639-4AC6-8C04-AB431FFA1586}" dt="2022-05-02T11:04:16.159" v="1009" actId="14100"/>
          <ac:cxnSpMkLst>
            <pc:docMk/>
            <pc:sldMk cId="0" sldId="275"/>
            <ac:cxnSpMk id="126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4:10.614" v="1006" actId="14100"/>
          <ac:cxnSpMkLst>
            <pc:docMk/>
            <pc:sldMk cId="0" sldId="275"/>
            <ac:cxnSpMk id="1276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4:14.230" v="1008" actId="14100"/>
          <ac:cxnSpMkLst>
            <pc:docMk/>
            <pc:sldMk cId="0" sldId="275"/>
            <ac:cxnSpMk id="1277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4:12.262" v="1007" actId="14100"/>
          <ac:cxnSpMkLst>
            <pc:docMk/>
            <pc:sldMk cId="0" sldId="275"/>
            <ac:cxnSpMk id="127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4:18.327" v="1010" actId="14100"/>
          <ac:cxnSpMkLst>
            <pc:docMk/>
            <pc:sldMk cId="0" sldId="275"/>
            <ac:cxnSpMk id="1296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4:30.646" v="1014" actId="14100"/>
          <ac:cxnSpMkLst>
            <pc:docMk/>
            <pc:sldMk cId="0" sldId="275"/>
            <ac:cxnSpMk id="130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4:26.151" v="1012" actId="14100"/>
          <ac:cxnSpMkLst>
            <pc:docMk/>
            <pc:sldMk cId="0" sldId="275"/>
            <ac:cxnSpMk id="1308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3:43.455" v="1005" actId="14100"/>
        <pc:sldMkLst>
          <pc:docMk/>
          <pc:sldMk cId="0" sldId="276"/>
        </pc:sldMkLst>
        <pc:cxnChg chg="mod">
          <ac:chgData name="김 홍규" userId="6d16d8e1c579a2a2" providerId="LiveId" clId="{BDB68F43-E639-4AC6-8C04-AB431FFA1586}" dt="2022-05-02T11:03:41.366" v="1004" actId="14100"/>
          <ac:cxnSpMkLst>
            <pc:docMk/>
            <pc:sldMk cId="0" sldId="276"/>
            <ac:cxnSpMk id="134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3:30.925" v="1000" actId="14100"/>
          <ac:cxnSpMkLst>
            <pc:docMk/>
            <pc:sldMk cId="0" sldId="276"/>
            <ac:cxnSpMk id="134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3:39.560" v="1003" actId="14100"/>
          <ac:cxnSpMkLst>
            <pc:docMk/>
            <pc:sldMk cId="0" sldId="276"/>
            <ac:cxnSpMk id="135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3:37.111" v="1002" actId="14100"/>
          <ac:cxnSpMkLst>
            <pc:docMk/>
            <pc:sldMk cId="0" sldId="276"/>
            <ac:cxnSpMk id="135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3:43.455" v="1005" actId="14100"/>
          <ac:cxnSpMkLst>
            <pc:docMk/>
            <pc:sldMk cId="0" sldId="276"/>
            <ac:cxnSpMk id="136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3:33.195" v="1001" actId="14100"/>
          <ac:cxnSpMkLst>
            <pc:docMk/>
            <pc:sldMk cId="0" sldId="276"/>
            <ac:cxnSpMk id="1375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16:41.173" v="1097" actId="14100"/>
        <pc:sldMkLst>
          <pc:docMk/>
          <pc:sldMk cId="0" sldId="277"/>
        </pc:sldMkLst>
        <pc:cxnChg chg="mod">
          <ac:chgData name="김 홍규" userId="6d16d8e1c579a2a2" providerId="LiveId" clId="{BDB68F43-E639-4AC6-8C04-AB431FFA1586}" dt="2022-05-02T11:03:21.247" v="997" actId="14100"/>
          <ac:cxnSpMkLst>
            <pc:docMk/>
            <pc:sldMk cId="0" sldId="277"/>
            <ac:cxnSpMk id="1411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3:23.623" v="998" actId="14100"/>
          <ac:cxnSpMkLst>
            <pc:docMk/>
            <pc:sldMk cId="0" sldId="277"/>
            <ac:cxnSpMk id="1418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3:19.468" v="996" actId="14100"/>
          <ac:cxnSpMkLst>
            <pc:docMk/>
            <pc:sldMk cId="0" sldId="277"/>
            <ac:cxnSpMk id="141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3:25.943" v="999" actId="14100"/>
          <ac:cxnSpMkLst>
            <pc:docMk/>
            <pc:sldMk cId="0" sldId="277"/>
            <ac:cxnSpMk id="1421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16:38.013" v="1096" actId="14100"/>
          <ac:cxnSpMkLst>
            <pc:docMk/>
            <pc:sldMk cId="0" sldId="277"/>
            <ac:cxnSpMk id="144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16:41.173" v="1097" actId="14100"/>
          <ac:cxnSpMkLst>
            <pc:docMk/>
            <pc:sldMk cId="0" sldId="277"/>
            <ac:cxnSpMk id="1450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3:05.705" v="995" actId="14100"/>
        <pc:sldMkLst>
          <pc:docMk/>
          <pc:sldMk cId="0" sldId="278"/>
        </pc:sldMkLst>
        <pc:cxnChg chg="mod">
          <ac:chgData name="김 홍규" userId="6d16d8e1c579a2a2" providerId="LiveId" clId="{BDB68F43-E639-4AC6-8C04-AB431FFA1586}" dt="2022-05-02T11:02:48.512" v="993" actId="14100"/>
          <ac:cxnSpMkLst>
            <pc:docMk/>
            <pc:sldMk cId="0" sldId="278"/>
            <ac:cxnSpMk id="148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3:05.705" v="995" actId="14100"/>
          <ac:cxnSpMkLst>
            <pc:docMk/>
            <pc:sldMk cId="0" sldId="278"/>
            <ac:cxnSpMk id="149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2:46.241" v="992" actId="14100"/>
          <ac:cxnSpMkLst>
            <pc:docMk/>
            <pc:sldMk cId="0" sldId="278"/>
            <ac:cxnSpMk id="149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3:03.488" v="994" actId="14100"/>
          <ac:cxnSpMkLst>
            <pc:docMk/>
            <pc:sldMk cId="0" sldId="278"/>
            <ac:cxnSpMk id="149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2:10.449" v="991" actId="14100"/>
          <ac:cxnSpMkLst>
            <pc:docMk/>
            <pc:sldMk cId="0" sldId="278"/>
            <ac:cxnSpMk id="151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2:05.921" v="990" actId="14100"/>
          <ac:cxnSpMkLst>
            <pc:docMk/>
            <pc:sldMk cId="0" sldId="278"/>
            <ac:cxnSpMk id="1519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1:01:58.993" v="989" actId="14100"/>
        <pc:sldMkLst>
          <pc:docMk/>
          <pc:sldMk cId="0" sldId="279"/>
        </pc:sldMkLst>
        <pc:cxnChg chg="mod">
          <ac:chgData name="김 홍규" userId="6d16d8e1c579a2a2" providerId="LiveId" clId="{BDB68F43-E639-4AC6-8C04-AB431FFA1586}" dt="2022-05-02T11:01:56.874" v="988" actId="14100"/>
          <ac:cxnSpMkLst>
            <pc:docMk/>
            <pc:sldMk cId="0" sldId="279"/>
            <ac:cxnSpMk id="1554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1:46.993" v="985" actId="14100"/>
          <ac:cxnSpMkLst>
            <pc:docMk/>
            <pc:sldMk cId="0" sldId="279"/>
            <ac:cxnSpMk id="1561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1:54.725" v="987" actId="14100"/>
          <ac:cxnSpMkLst>
            <pc:docMk/>
            <pc:sldMk cId="0" sldId="279"/>
            <ac:cxnSpMk id="156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1:49.120" v="986" actId="14100"/>
          <ac:cxnSpMkLst>
            <pc:docMk/>
            <pc:sldMk cId="0" sldId="279"/>
            <ac:cxnSpMk id="1564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1:58.993" v="989" actId="14100"/>
          <ac:cxnSpMkLst>
            <pc:docMk/>
            <pc:sldMk cId="0" sldId="279"/>
            <ac:cxnSpMk id="1581" creationId="{00000000-0000-0000-0000-000000000000}"/>
          </ac:cxnSpMkLst>
        </pc:cxnChg>
      </pc:sldChg>
      <pc:sldChg chg="delSp modSp mod">
        <pc:chgData name="김 홍규" userId="6d16d8e1c579a2a2" providerId="LiveId" clId="{BDB68F43-E639-4AC6-8C04-AB431FFA1586}" dt="2022-05-02T11:01:11.576" v="980" actId="14100"/>
        <pc:sldMkLst>
          <pc:docMk/>
          <pc:sldMk cId="0" sldId="280"/>
        </pc:sldMkLst>
        <pc:spChg chg="mod">
          <ac:chgData name="김 홍규" userId="6d16d8e1c579a2a2" providerId="LiveId" clId="{BDB68F43-E639-4AC6-8C04-AB431FFA1586}" dt="2022-05-02T09:41:43" v="75" actId="20577"/>
          <ac:spMkLst>
            <pc:docMk/>
            <pc:sldMk cId="0" sldId="280"/>
            <ac:spMk id="1589" creationId="{00000000-0000-0000-0000-000000000000}"/>
          </ac:spMkLst>
        </pc:spChg>
        <pc:spChg chg="del">
          <ac:chgData name="김 홍규" userId="6d16d8e1c579a2a2" providerId="LiveId" clId="{BDB68F43-E639-4AC6-8C04-AB431FFA1586}" dt="2022-05-02T09:41:56.282" v="81" actId="478"/>
          <ac:spMkLst>
            <pc:docMk/>
            <pc:sldMk cId="0" sldId="280"/>
            <ac:spMk id="1641" creationId="{00000000-0000-0000-0000-000000000000}"/>
          </ac:spMkLst>
        </pc:spChg>
        <pc:grpChg chg="del">
          <ac:chgData name="김 홍규" userId="6d16d8e1c579a2a2" providerId="LiveId" clId="{BDB68F43-E639-4AC6-8C04-AB431FFA1586}" dt="2022-05-02T09:41:54.431" v="79" actId="478"/>
          <ac:grpSpMkLst>
            <pc:docMk/>
            <pc:sldMk cId="0" sldId="280"/>
            <ac:grpSpMk id="1648" creationId="{00000000-0000-0000-0000-000000000000}"/>
          </ac:grpSpMkLst>
        </pc:grpChg>
        <pc:cxnChg chg="mod">
          <ac:chgData name="김 홍규" userId="6d16d8e1c579a2a2" providerId="LiveId" clId="{BDB68F43-E639-4AC6-8C04-AB431FFA1586}" dt="2022-05-02T11:01:06.059" v="978" actId="14100"/>
          <ac:cxnSpMkLst>
            <pc:docMk/>
            <pc:sldMk cId="0" sldId="280"/>
            <ac:cxnSpMk id="1617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1:11.576" v="980" actId="14100"/>
          <ac:cxnSpMkLst>
            <pc:docMk/>
            <pc:sldMk cId="0" sldId="280"/>
            <ac:cxnSpMk id="1624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0:46.919" v="975" actId="14100"/>
          <ac:cxnSpMkLst>
            <pc:docMk/>
            <pc:sldMk cId="0" sldId="280"/>
            <ac:cxnSpMk id="162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1:08.977" v="979" actId="14100"/>
          <ac:cxnSpMkLst>
            <pc:docMk/>
            <pc:sldMk cId="0" sldId="280"/>
            <ac:cxnSpMk id="1627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1:02.994" v="977" actId="14100"/>
          <ac:cxnSpMkLst>
            <pc:docMk/>
            <pc:sldMk cId="0" sldId="280"/>
            <ac:cxnSpMk id="1645" creationId="{00000000-0000-0000-0000-000000000000}"/>
          </ac:cxnSpMkLst>
        </pc:cxnChg>
        <pc:cxnChg chg="del mod">
          <ac:chgData name="김 홍규" userId="6d16d8e1c579a2a2" providerId="LiveId" clId="{BDB68F43-E639-4AC6-8C04-AB431FFA1586}" dt="2022-05-02T09:41:55.151" v="80" actId="478"/>
          <ac:cxnSpMkLst>
            <pc:docMk/>
            <pc:sldMk cId="0" sldId="280"/>
            <ac:cxnSpMk id="1652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0:59:48.860" v="966" actId="14100"/>
        <pc:sldMkLst>
          <pc:docMk/>
          <pc:sldMk cId="0" sldId="281"/>
        </pc:sldMkLst>
        <pc:cxnChg chg="mod">
          <ac:chgData name="김 홍규" userId="6d16d8e1c579a2a2" providerId="LiveId" clId="{BDB68F43-E639-4AC6-8C04-AB431FFA1586}" dt="2022-05-02T10:59:30.085" v="960" actId="14100"/>
          <ac:cxnSpMkLst>
            <pc:docMk/>
            <pc:sldMk cId="0" sldId="281"/>
            <ac:cxnSpMk id="168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9:32.541" v="961" actId="14100"/>
          <ac:cxnSpMkLst>
            <pc:docMk/>
            <pc:sldMk cId="0" sldId="281"/>
            <ac:cxnSpMk id="169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9:28.159" v="959" actId="14100"/>
          <ac:cxnSpMkLst>
            <pc:docMk/>
            <pc:sldMk cId="0" sldId="281"/>
            <ac:cxnSpMk id="169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9:34.548" v="962" actId="14100"/>
          <ac:cxnSpMkLst>
            <pc:docMk/>
            <pc:sldMk cId="0" sldId="281"/>
            <ac:cxnSpMk id="169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9:42.653" v="963" actId="14100"/>
          <ac:cxnSpMkLst>
            <pc:docMk/>
            <pc:sldMk cId="0" sldId="281"/>
            <ac:cxnSpMk id="171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9:48.860" v="966" actId="14100"/>
          <ac:cxnSpMkLst>
            <pc:docMk/>
            <pc:sldMk cId="0" sldId="281"/>
            <ac:cxnSpMk id="1720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0:59:17.542" v="958" actId="166"/>
        <pc:sldMkLst>
          <pc:docMk/>
          <pc:sldMk cId="0" sldId="282"/>
        </pc:sldMkLst>
        <pc:cxnChg chg="mod">
          <ac:chgData name="김 홍규" userId="6d16d8e1c579a2a2" providerId="LiveId" clId="{BDB68F43-E639-4AC6-8C04-AB431FFA1586}" dt="2022-05-02T10:59:08.327" v="956" actId="14100"/>
          <ac:cxnSpMkLst>
            <pc:docMk/>
            <pc:sldMk cId="0" sldId="282"/>
            <ac:cxnSpMk id="175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9:01.078" v="953" actId="14100"/>
          <ac:cxnSpMkLst>
            <pc:docMk/>
            <pc:sldMk cId="0" sldId="282"/>
            <ac:cxnSpMk id="176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9:05.349" v="955" actId="14100"/>
          <ac:cxnSpMkLst>
            <pc:docMk/>
            <pc:sldMk cId="0" sldId="282"/>
            <ac:cxnSpMk id="1761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9:03.228" v="954" actId="14100"/>
          <ac:cxnSpMkLst>
            <pc:docMk/>
            <pc:sldMk cId="0" sldId="282"/>
            <ac:cxnSpMk id="1763" creationId="{00000000-0000-0000-0000-000000000000}"/>
          </ac:cxnSpMkLst>
        </pc:cxnChg>
        <pc:cxnChg chg="mod ord">
          <ac:chgData name="김 홍규" userId="6d16d8e1c579a2a2" providerId="LiveId" clId="{BDB68F43-E639-4AC6-8C04-AB431FFA1586}" dt="2022-05-02T10:59:17.542" v="958" actId="166"/>
          <ac:cxnSpMkLst>
            <pc:docMk/>
            <pc:sldMk cId="0" sldId="282"/>
            <ac:cxnSpMk id="1781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10:58:56.933" v="952" actId="14100"/>
        <pc:sldMkLst>
          <pc:docMk/>
          <pc:sldMk cId="0" sldId="283"/>
        </pc:sldMkLst>
        <pc:cxnChg chg="mod">
          <ac:chgData name="김 홍규" userId="6d16d8e1c579a2a2" providerId="LiveId" clId="{BDB68F43-E639-4AC6-8C04-AB431FFA1586}" dt="2022-05-02T10:58:51.021" v="949" actId="14100"/>
          <ac:cxnSpMkLst>
            <pc:docMk/>
            <pc:sldMk cId="0" sldId="283"/>
            <ac:cxnSpMk id="181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8:55.182" v="951" actId="14100"/>
          <ac:cxnSpMkLst>
            <pc:docMk/>
            <pc:sldMk cId="0" sldId="283"/>
            <ac:cxnSpMk id="182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8:53.300" v="950" actId="14100"/>
          <ac:cxnSpMkLst>
            <pc:docMk/>
            <pc:sldMk cId="0" sldId="283"/>
            <ac:cxnSpMk id="182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8:56.933" v="952" actId="14100"/>
          <ac:cxnSpMkLst>
            <pc:docMk/>
            <pc:sldMk cId="0" sldId="283"/>
            <ac:cxnSpMk id="1825" creationId="{00000000-0000-0000-0000-000000000000}"/>
          </ac:cxnSpMkLst>
        </pc:cxnChg>
      </pc:sldChg>
      <pc:sldChg chg="modSp mod">
        <pc:chgData name="김 홍규" userId="6d16d8e1c579a2a2" providerId="LiveId" clId="{BDB68F43-E639-4AC6-8C04-AB431FFA1586}" dt="2022-05-02T09:44:43.580" v="100" actId="20577"/>
        <pc:sldMkLst>
          <pc:docMk/>
          <pc:sldMk cId="0" sldId="284"/>
        </pc:sldMkLst>
        <pc:spChg chg="mod">
          <ac:chgData name="김 홍규" userId="6d16d8e1c579a2a2" providerId="LiveId" clId="{BDB68F43-E639-4AC6-8C04-AB431FFA1586}" dt="2022-05-02T09:44:43.580" v="100" actId="20577"/>
          <ac:spMkLst>
            <pc:docMk/>
            <pc:sldMk cId="0" sldId="284"/>
            <ac:spMk id="1844" creationId="{00000000-0000-0000-0000-000000000000}"/>
          </ac:spMkLst>
        </pc:spChg>
        <pc:grpChg chg="mod">
          <ac:chgData name="김 홍규" userId="6d16d8e1c579a2a2" providerId="LiveId" clId="{BDB68F43-E639-4AC6-8C04-AB431FFA1586}" dt="2022-05-02T08:34:18.518" v="27" actId="1076"/>
          <ac:grpSpMkLst>
            <pc:docMk/>
            <pc:sldMk cId="0" sldId="284"/>
            <ac:grpSpMk id="1860" creationId="{00000000-0000-0000-0000-000000000000}"/>
          </ac:grpSpMkLst>
        </pc:grpChg>
        <pc:grpChg chg="mod">
          <ac:chgData name="김 홍규" userId="6d16d8e1c579a2a2" providerId="LiveId" clId="{BDB68F43-E639-4AC6-8C04-AB431FFA1586}" dt="2022-05-02T08:34:09.374" v="24" actId="1076"/>
          <ac:grpSpMkLst>
            <pc:docMk/>
            <pc:sldMk cId="0" sldId="284"/>
            <ac:grpSpMk id="1873" creationId="{00000000-0000-0000-0000-000000000000}"/>
          </ac:grpSpMkLst>
        </pc:grpChg>
        <pc:cxnChg chg="mod">
          <ac:chgData name="김 홍규" userId="6d16d8e1c579a2a2" providerId="LiveId" clId="{BDB68F43-E639-4AC6-8C04-AB431FFA1586}" dt="2022-05-02T08:34:05.638" v="22" actId="14100"/>
          <ac:cxnSpMkLst>
            <pc:docMk/>
            <pc:sldMk cId="0" sldId="284"/>
            <ac:cxnSpMk id="187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08:34:18.518" v="27" actId="1076"/>
          <ac:cxnSpMkLst>
            <pc:docMk/>
            <pc:sldMk cId="0" sldId="284"/>
            <ac:cxnSpMk id="187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08:34:09.374" v="24" actId="1076"/>
          <ac:cxnSpMkLst>
            <pc:docMk/>
            <pc:sldMk cId="0" sldId="284"/>
            <ac:cxnSpMk id="188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08:34:14.125" v="25" actId="14100"/>
          <ac:cxnSpMkLst>
            <pc:docMk/>
            <pc:sldMk cId="0" sldId="284"/>
            <ac:cxnSpMk id="1882" creationId="{00000000-0000-0000-0000-000000000000}"/>
          </ac:cxnSpMkLst>
        </pc:cxnChg>
      </pc:sldChg>
      <pc:sldChg chg="modSp del mod">
        <pc:chgData name="김 홍규" userId="6d16d8e1c579a2a2" providerId="LiveId" clId="{BDB68F43-E639-4AC6-8C04-AB431FFA1586}" dt="2022-05-02T10:01:17.543" v="936" actId="47"/>
        <pc:sldMkLst>
          <pc:docMk/>
          <pc:sldMk cId="3242691284" sldId="286"/>
        </pc:sldMkLst>
        <pc:spChg chg="mod">
          <ac:chgData name="김 홍규" userId="6d16d8e1c579a2a2" providerId="LiveId" clId="{BDB68F43-E639-4AC6-8C04-AB431FFA1586}" dt="2022-05-02T09:48:58.822" v="178"/>
          <ac:spMkLst>
            <pc:docMk/>
            <pc:sldMk cId="3242691284" sldId="286"/>
            <ac:spMk id="2" creationId="{34241F8D-EBE9-4E28-90B4-B592DFA69A40}"/>
          </ac:spMkLst>
        </pc:spChg>
        <pc:spChg chg="mod">
          <ac:chgData name="김 홍규" userId="6d16d8e1c579a2a2" providerId="LiveId" clId="{BDB68F43-E639-4AC6-8C04-AB431FFA1586}" dt="2022-05-02T10:01:09.838" v="935"/>
          <ac:spMkLst>
            <pc:docMk/>
            <pc:sldMk cId="3242691284" sldId="286"/>
            <ac:spMk id="3" creationId="{95E4F3FE-732D-4A45-B487-F98FA00373E3}"/>
          </ac:spMkLst>
        </pc:spChg>
      </pc:sldChg>
      <pc:sldChg chg="modSp mod">
        <pc:chgData name="김 홍규" userId="6d16d8e1c579a2a2" providerId="LiveId" clId="{BDB68F43-E639-4AC6-8C04-AB431FFA1586}" dt="2022-04-25T09:02:59.939" v="9"/>
        <pc:sldMkLst>
          <pc:docMk/>
          <pc:sldMk cId="975083843" sldId="288"/>
        </pc:sldMkLst>
        <pc:spChg chg="mod">
          <ac:chgData name="김 홍규" userId="6d16d8e1c579a2a2" providerId="LiveId" clId="{BDB68F43-E639-4AC6-8C04-AB431FFA1586}" dt="2022-04-25T09:02:59.939" v="9"/>
          <ac:spMkLst>
            <pc:docMk/>
            <pc:sldMk cId="975083843" sldId="288"/>
            <ac:spMk id="41" creationId="{3D6806FD-822C-4BDE-BC14-163AAAE436DB}"/>
          </ac:spMkLst>
        </pc:spChg>
      </pc:sldChg>
      <pc:sldChg chg="addSp delSp modSp add mod">
        <pc:chgData name="김 홍규" userId="6d16d8e1c579a2a2" providerId="LiveId" clId="{BDB68F43-E639-4AC6-8C04-AB431FFA1586}" dt="2022-05-02T11:07:27.682" v="1059" actId="14100"/>
        <pc:sldMkLst>
          <pc:docMk/>
          <pc:sldMk cId="2416589336" sldId="289"/>
        </pc:sldMkLst>
        <pc:spChg chg="mod">
          <ac:chgData name="김 홍규" userId="6d16d8e1c579a2a2" providerId="LiveId" clId="{BDB68F43-E639-4AC6-8C04-AB431FFA1586}" dt="2022-05-02T09:32:49.654" v="30" actId="20577"/>
          <ac:spMkLst>
            <pc:docMk/>
            <pc:sldMk cId="2416589336" sldId="289"/>
            <ac:spMk id="664" creationId="{00000000-0000-0000-0000-000000000000}"/>
          </ac:spMkLst>
        </pc:spChg>
        <pc:spChg chg="mod">
          <ac:chgData name="김 홍규" userId="6d16d8e1c579a2a2" providerId="LiveId" clId="{BDB68F43-E639-4AC6-8C04-AB431FFA1586}" dt="2022-05-02T09:33:37.746" v="39" actId="207"/>
          <ac:spMkLst>
            <pc:docMk/>
            <pc:sldMk cId="2416589336" sldId="289"/>
            <ac:spMk id="729" creationId="{00000000-0000-0000-0000-000000000000}"/>
          </ac:spMkLst>
        </pc:spChg>
        <pc:spChg chg="del mod">
          <ac:chgData name="김 홍규" userId="6d16d8e1c579a2a2" providerId="LiveId" clId="{BDB68F43-E639-4AC6-8C04-AB431FFA1586}" dt="2022-05-02T09:33:46.992" v="40" actId="478"/>
          <ac:spMkLst>
            <pc:docMk/>
            <pc:sldMk cId="2416589336" sldId="289"/>
            <ac:spMk id="732" creationId="{00000000-0000-0000-0000-000000000000}"/>
          </ac:spMkLst>
        </pc:spChg>
        <pc:grpChg chg="add del">
          <ac:chgData name="김 홍규" userId="6d16d8e1c579a2a2" providerId="LiveId" clId="{BDB68F43-E639-4AC6-8C04-AB431FFA1586}" dt="2022-05-02T09:33:05.198" v="37" actId="478"/>
          <ac:grpSpMkLst>
            <pc:docMk/>
            <pc:sldMk cId="2416589336" sldId="289"/>
            <ac:grpSpMk id="728" creationId="{00000000-0000-0000-0000-000000000000}"/>
          </ac:grpSpMkLst>
        </pc:grpChg>
        <pc:cxnChg chg="mod">
          <ac:chgData name="김 홍규" userId="6d16d8e1c579a2a2" providerId="LiveId" clId="{BDB68F43-E639-4AC6-8C04-AB431FFA1586}" dt="2022-05-02T11:07:25.058" v="1058" actId="14100"/>
          <ac:cxnSpMkLst>
            <pc:docMk/>
            <pc:sldMk cId="2416589336" sldId="289"/>
            <ac:cxnSpMk id="69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16.387" v="1055" actId="14100"/>
          <ac:cxnSpMkLst>
            <pc:docMk/>
            <pc:sldMk cId="2416589336" sldId="289"/>
            <ac:cxnSpMk id="699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22.882" v="1057" actId="14100"/>
          <ac:cxnSpMkLst>
            <pc:docMk/>
            <pc:sldMk cId="2416589336" sldId="289"/>
            <ac:cxnSpMk id="700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20.001" v="1056" actId="14100"/>
          <ac:cxnSpMkLst>
            <pc:docMk/>
            <pc:sldMk cId="2416589336" sldId="289"/>
            <ac:cxnSpMk id="70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7:27.682" v="1059" actId="14100"/>
          <ac:cxnSpMkLst>
            <pc:docMk/>
            <pc:sldMk cId="2416589336" sldId="289"/>
            <ac:cxnSpMk id="719" creationId="{00000000-0000-0000-0000-000000000000}"/>
          </ac:cxnSpMkLst>
        </pc:cxnChg>
        <pc:cxnChg chg="add del mod">
          <ac:chgData name="김 홍규" userId="6d16d8e1c579a2a2" providerId="LiveId" clId="{BDB68F43-E639-4AC6-8C04-AB431FFA1586}" dt="2022-05-02T09:33:05.198" v="37" actId="478"/>
          <ac:cxnSpMkLst>
            <pc:docMk/>
            <pc:sldMk cId="2416589336" sldId="289"/>
            <ac:cxnSpMk id="731" creationId="{00000000-0000-0000-0000-000000000000}"/>
          </ac:cxnSpMkLst>
        </pc:cxnChg>
      </pc:sldChg>
      <pc:sldChg chg="delSp modSp add mod">
        <pc:chgData name="김 홍규" userId="6d16d8e1c579a2a2" providerId="LiveId" clId="{BDB68F43-E639-4AC6-8C04-AB431FFA1586}" dt="2022-05-02T11:01:41.169" v="984" actId="14100"/>
        <pc:sldMkLst>
          <pc:docMk/>
          <pc:sldMk cId="550534176" sldId="290"/>
        </pc:sldMkLst>
        <pc:spChg chg="del">
          <ac:chgData name="김 홍규" userId="6d16d8e1c579a2a2" providerId="LiveId" clId="{BDB68F43-E639-4AC6-8C04-AB431FFA1586}" dt="2022-05-02T09:41:26.050" v="71" actId="478"/>
          <ac:spMkLst>
            <pc:docMk/>
            <pc:sldMk cId="550534176" sldId="290"/>
            <ac:spMk id="62" creationId="{87255241-3C58-4DA1-A1CD-5489402940DD}"/>
          </ac:spMkLst>
        </pc:spChg>
        <pc:spChg chg="mod">
          <ac:chgData name="김 홍규" userId="6d16d8e1c579a2a2" providerId="LiveId" clId="{BDB68F43-E639-4AC6-8C04-AB431FFA1586}" dt="2022-05-02T09:41:15.338" v="66" actId="20577"/>
          <ac:spMkLst>
            <pc:docMk/>
            <pc:sldMk cId="550534176" sldId="290"/>
            <ac:spMk id="1526" creationId="{00000000-0000-0000-0000-000000000000}"/>
          </ac:spMkLst>
        </pc:spChg>
        <pc:spChg chg="del">
          <ac:chgData name="김 홍규" userId="6d16d8e1c579a2a2" providerId="LiveId" clId="{BDB68F43-E639-4AC6-8C04-AB431FFA1586}" dt="2022-05-02T09:41:20.938" v="70" actId="478"/>
          <ac:spMkLst>
            <pc:docMk/>
            <pc:sldMk cId="550534176" sldId="290"/>
            <ac:spMk id="1577" creationId="{00000000-0000-0000-0000-000000000000}"/>
          </ac:spMkLst>
        </pc:spChg>
        <pc:spChg chg="del mod">
          <ac:chgData name="김 홍규" userId="6d16d8e1c579a2a2" providerId="LiveId" clId="{BDB68F43-E639-4AC6-8C04-AB431FFA1586}" dt="2022-05-02T09:41:28.419" v="73" actId="478"/>
          <ac:spMkLst>
            <pc:docMk/>
            <pc:sldMk cId="550534176" sldId="290"/>
            <ac:spMk id="1584" creationId="{00000000-0000-0000-0000-000000000000}"/>
          </ac:spMkLst>
        </pc:spChg>
        <pc:grpChg chg="del">
          <ac:chgData name="김 홍규" userId="6d16d8e1c579a2a2" providerId="LiveId" clId="{BDB68F43-E639-4AC6-8C04-AB431FFA1586}" dt="2022-05-02T09:41:17.929" v="67" actId="478"/>
          <ac:grpSpMkLst>
            <pc:docMk/>
            <pc:sldMk cId="550534176" sldId="290"/>
            <ac:grpSpMk id="1578" creationId="{00000000-0000-0000-0000-000000000000}"/>
          </ac:grpSpMkLst>
        </pc:grpChg>
        <pc:cxnChg chg="mod">
          <ac:chgData name="김 홍규" userId="6d16d8e1c579a2a2" providerId="LiveId" clId="{BDB68F43-E639-4AC6-8C04-AB431FFA1586}" dt="2022-05-02T11:01:34.426" v="982" actId="14100"/>
          <ac:cxnSpMkLst>
            <pc:docMk/>
            <pc:sldMk cId="550534176" sldId="290"/>
            <ac:cxnSpMk id="1554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1:39.248" v="983" actId="14100"/>
          <ac:cxnSpMkLst>
            <pc:docMk/>
            <pc:sldMk cId="550534176" sldId="290"/>
            <ac:cxnSpMk id="1561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1:32.298" v="981" actId="14100"/>
          <ac:cxnSpMkLst>
            <pc:docMk/>
            <pc:sldMk cId="550534176" sldId="290"/>
            <ac:cxnSpMk id="156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1:41.169" v="984" actId="14100"/>
          <ac:cxnSpMkLst>
            <pc:docMk/>
            <pc:sldMk cId="550534176" sldId="290"/>
            <ac:cxnSpMk id="1564" creationId="{00000000-0000-0000-0000-000000000000}"/>
          </ac:cxnSpMkLst>
        </pc:cxnChg>
        <pc:cxnChg chg="del mod">
          <ac:chgData name="김 홍규" userId="6d16d8e1c579a2a2" providerId="LiveId" clId="{BDB68F43-E639-4AC6-8C04-AB431FFA1586}" dt="2022-05-02T09:41:18.601" v="68" actId="478"/>
          <ac:cxnSpMkLst>
            <pc:docMk/>
            <pc:sldMk cId="550534176" sldId="290"/>
            <ac:cxnSpMk id="1581" creationId="{00000000-0000-0000-0000-000000000000}"/>
          </ac:cxnSpMkLst>
        </pc:cxnChg>
        <pc:cxnChg chg="del mod">
          <ac:chgData name="김 홍규" userId="6d16d8e1c579a2a2" providerId="LiveId" clId="{BDB68F43-E639-4AC6-8C04-AB431FFA1586}" dt="2022-05-02T09:41:19.392" v="69" actId="478"/>
          <ac:cxnSpMkLst>
            <pc:docMk/>
            <pc:sldMk cId="550534176" sldId="290"/>
            <ac:cxnSpMk id="1582" creationId="{00000000-0000-0000-0000-000000000000}"/>
          </ac:cxnSpMkLst>
        </pc:cxnChg>
      </pc:sldChg>
      <pc:sldChg chg="modSp add mod">
        <pc:chgData name="김 홍규" userId="6d16d8e1c579a2a2" providerId="LiveId" clId="{BDB68F43-E639-4AC6-8C04-AB431FFA1586}" dt="2022-05-02T11:16:59.523" v="1100" actId="14100"/>
        <pc:sldMkLst>
          <pc:docMk/>
          <pc:sldMk cId="3027514014" sldId="291"/>
        </pc:sldMkLst>
        <pc:spChg chg="mod">
          <ac:chgData name="김 홍규" userId="6d16d8e1c579a2a2" providerId="LiveId" clId="{BDB68F43-E639-4AC6-8C04-AB431FFA1586}" dt="2022-05-02T09:43:20.071" v="96" actId="20577"/>
          <ac:spMkLst>
            <pc:docMk/>
            <pc:sldMk cId="3027514014" sldId="291"/>
            <ac:spMk id="1589" creationId="{00000000-0000-0000-0000-000000000000}"/>
          </ac:spMkLst>
        </pc:spChg>
        <pc:spChg chg="mod">
          <ac:chgData name="김 홍규" userId="6d16d8e1c579a2a2" providerId="LiveId" clId="{BDB68F43-E639-4AC6-8C04-AB431FFA1586}" dt="2022-05-02T11:00:31.675" v="971" actId="1076"/>
          <ac:spMkLst>
            <pc:docMk/>
            <pc:sldMk cId="3027514014" sldId="291"/>
            <ac:spMk id="1640" creationId="{00000000-0000-0000-0000-000000000000}"/>
          </ac:spMkLst>
        </pc:spChg>
        <pc:cxnChg chg="mod">
          <ac:chgData name="김 홍규" userId="6d16d8e1c579a2a2" providerId="LiveId" clId="{BDB68F43-E639-4AC6-8C04-AB431FFA1586}" dt="2022-05-02T11:00:29.355" v="970" actId="14100"/>
          <ac:cxnSpMkLst>
            <pc:docMk/>
            <pc:sldMk cId="3027514014" sldId="291"/>
            <ac:cxnSpMk id="1617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0:02.228" v="967" actId="14100"/>
          <ac:cxnSpMkLst>
            <pc:docMk/>
            <pc:sldMk cId="3027514014" sldId="291"/>
            <ac:cxnSpMk id="1624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0:27.506" v="969" actId="14100"/>
          <ac:cxnSpMkLst>
            <pc:docMk/>
            <pc:sldMk cId="3027514014" sldId="291"/>
            <ac:cxnSpMk id="162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0:04.060" v="968" actId="14100"/>
          <ac:cxnSpMkLst>
            <pc:docMk/>
            <pc:sldMk cId="3027514014" sldId="291"/>
            <ac:cxnSpMk id="1627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16:59.523" v="1100" actId="14100"/>
          <ac:cxnSpMkLst>
            <pc:docMk/>
            <pc:sldMk cId="3027514014" sldId="291"/>
            <ac:cxnSpMk id="164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00:40.124" v="974" actId="14100"/>
          <ac:cxnSpMkLst>
            <pc:docMk/>
            <pc:sldMk cId="3027514014" sldId="291"/>
            <ac:cxnSpMk id="1652" creationId="{00000000-0000-0000-0000-000000000000}"/>
          </ac:cxnSpMkLst>
        </pc:cxnChg>
      </pc:sldChg>
      <pc:sldChg chg="modSp add mod ord">
        <pc:chgData name="김 홍규" userId="6d16d8e1c579a2a2" providerId="LiveId" clId="{BDB68F43-E639-4AC6-8C04-AB431FFA1586}" dt="2022-05-02T11:16:53.981" v="1099" actId="14100"/>
        <pc:sldMkLst>
          <pc:docMk/>
          <pc:sldMk cId="1069200968" sldId="292"/>
        </pc:sldMkLst>
        <pc:spChg chg="mod">
          <ac:chgData name="김 홍규" userId="6d16d8e1c579a2a2" providerId="LiveId" clId="{BDB68F43-E639-4AC6-8C04-AB431FFA1586}" dt="2022-05-02T09:42:56.439" v="91" actId="20577"/>
          <ac:spMkLst>
            <pc:docMk/>
            <pc:sldMk cId="1069200968" sldId="292"/>
            <ac:spMk id="1641" creationId="{00000000-0000-0000-0000-000000000000}"/>
          </ac:spMkLst>
        </pc:spChg>
        <pc:spChg chg="mod">
          <ac:chgData name="김 홍규" userId="6d16d8e1c579a2a2" providerId="LiveId" clId="{BDB68F43-E639-4AC6-8C04-AB431FFA1586}" dt="2022-05-02T09:43:06.459" v="92" actId="207"/>
          <ac:spMkLst>
            <pc:docMk/>
            <pc:sldMk cId="1069200968" sldId="292"/>
            <ac:spMk id="1649" creationId="{00000000-0000-0000-0000-000000000000}"/>
          </ac:spMkLst>
        </pc:spChg>
        <pc:cxnChg chg="mod">
          <ac:chgData name="김 홍규" userId="6d16d8e1c579a2a2" providerId="LiveId" clId="{BDB68F43-E639-4AC6-8C04-AB431FFA1586}" dt="2022-05-02T11:16:51.608" v="1098" actId="14100"/>
          <ac:cxnSpMkLst>
            <pc:docMk/>
            <pc:sldMk cId="1069200968" sldId="292"/>
            <ac:cxnSpMk id="164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1:16:53.981" v="1099" actId="14100"/>
          <ac:cxnSpMkLst>
            <pc:docMk/>
            <pc:sldMk cId="1069200968" sldId="292"/>
            <ac:cxnSpMk id="1652" creationId="{00000000-0000-0000-0000-000000000000}"/>
          </ac:cxnSpMkLst>
        </pc:cxnChg>
      </pc:sldChg>
      <pc:sldChg chg="modSp add mod">
        <pc:chgData name="김 홍규" userId="6d16d8e1c579a2a2" providerId="LiveId" clId="{BDB68F43-E639-4AC6-8C04-AB431FFA1586}" dt="2022-05-02T10:58:44.918" v="948" actId="14100"/>
        <pc:sldMkLst>
          <pc:docMk/>
          <pc:sldMk cId="1466583507" sldId="293"/>
        </pc:sldMkLst>
        <pc:spChg chg="mod">
          <ac:chgData name="김 홍규" userId="6d16d8e1c579a2a2" providerId="LiveId" clId="{BDB68F43-E639-4AC6-8C04-AB431FFA1586}" dt="2022-05-02T09:44:52.030" v="101" actId="207"/>
          <ac:spMkLst>
            <pc:docMk/>
            <pc:sldMk cId="1466583507" sldId="293"/>
            <ac:spMk id="1833" creationId="{00000000-0000-0000-0000-000000000000}"/>
          </ac:spMkLst>
        </pc:spChg>
        <pc:spChg chg="mod">
          <ac:chgData name="김 홍규" userId="6d16d8e1c579a2a2" providerId="LiveId" clId="{BDB68F43-E639-4AC6-8C04-AB431FFA1586}" dt="2022-05-02T09:45:03.660" v="144" actId="20577"/>
          <ac:spMkLst>
            <pc:docMk/>
            <pc:sldMk cId="1466583507" sldId="293"/>
            <ac:spMk id="1839" creationId="{00000000-0000-0000-0000-000000000000}"/>
          </ac:spMkLst>
        </pc:spChg>
        <pc:cxnChg chg="mod">
          <ac:chgData name="김 홍규" userId="6d16d8e1c579a2a2" providerId="LiveId" clId="{BDB68F43-E639-4AC6-8C04-AB431FFA1586}" dt="2022-05-02T10:58:44.918" v="948" actId="14100"/>
          <ac:cxnSpMkLst>
            <pc:docMk/>
            <pc:sldMk cId="1466583507" sldId="293"/>
            <ac:cxnSpMk id="1815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8:40.565" v="946" actId="14100"/>
          <ac:cxnSpMkLst>
            <pc:docMk/>
            <pc:sldMk cId="1466583507" sldId="293"/>
            <ac:cxnSpMk id="1822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8:42.790" v="947" actId="14100"/>
          <ac:cxnSpMkLst>
            <pc:docMk/>
            <pc:sldMk cId="1466583507" sldId="293"/>
            <ac:cxnSpMk id="1823" creationId="{00000000-0000-0000-0000-000000000000}"/>
          </ac:cxnSpMkLst>
        </pc:cxnChg>
        <pc:cxnChg chg="mod">
          <ac:chgData name="김 홍규" userId="6d16d8e1c579a2a2" providerId="LiveId" clId="{BDB68F43-E639-4AC6-8C04-AB431FFA1586}" dt="2022-05-02T10:58:38.438" v="945" actId="14100"/>
          <ac:cxnSpMkLst>
            <pc:docMk/>
            <pc:sldMk cId="1466583507" sldId="293"/>
            <ac:cxnSpMk id="1825" creationId="{00000000-0000-0000-0000-000000000000}"/>
          </ac:cxnSpMkLst>
        </pc:cxnChg>
      </pc:sldChg>
      <pc:sldChg chg="modSp add mod">
        <pc:chgData name="김 홍규" userId="6d16d8e1c579a2a2" providerId="LiveId" clId="{BDB68F43-E639-4AC6-8C04-AB431FFA1586}" dt="2022-05-03T07:16:35.932" v="1235" actId="20577"/>
        <pc:sldMkLst>
          <pc:docMk/>
          <pc:sldMk cId="791964707" sldId="294"/>
        </pc:sldMkLst>
        <pc:spChg chg="mod">
          <ac:chgData name="김 홍규" userId="6d16d8e1c579a2a2" providerId="LiveId" clId="{BDB68F43-E639-4AC6-8C04-AB431FFA1586}" dt="2022-05-03T07:16:35.932" v="1235" actId="20577"/>
          <ac:spMkLst>
            <pc:docMk/>
            <pc:sldMk cId="791964707" sldId="294"/>
            <ac:spMk id="3" creationId="{95E4F3FE-732D-4A45-B487-F98FA00373E3}"/>
          </ac:spMkLst>
        </pc:spChg>
      </pc:sldChg>
      <pc:sldChg chg="modSp add mod">
        <pc:chgData name="김 홍규" userId="6d16d8e1c579a2a2" providerId="LiveId" clId="{BDB68F43-E639-4AC6-8C04-AB431FFA1586}" dt="2022-05-02T10:01:41.765" v="944" actId="20577"/>
        <pc:sldMkLst>
          <pc:docMk/>
          <pc:sldMk cId="3030020019" sldId="295"/>
        </pc:sldMkLst>
        <pc:spChg chg="mod">
          <ac:chgData name="김 홍규" userId="6d16d8e1c579a2a2" providerId="LiveId" clId="{BDB68F43-E639-4AC6-8C04-AB431FFA1586}" dt="2022-05-02T09:54:37.954" v="629"/>
          <ac:spMkLst>
            <pc:docMk/>
            <pc:sldMk cId="3030020019" sldId="295"/>
            <ac:spMk id="2" creationId="{34241F8D-EBE9-4E28-90B4-B592DFA69A40}"/>
          </ac:spMkLst>
        </pc:spChg>
        <pc:spChg chg="mod">
          <ac:chgData name="김 홍규" userId="6d16d8e1c579a2a2" providerId="LiveId" clId="{BDB68F43-E639-4AC6-8C04-AB431FFA1586}" dt="2022-05-02T10:01:41.765" v="944" actId="20577"/>
          <ac:spMkLst>
            <pc:docMk/>
            <pc:sldMk cId="3030020019" sldId="295"/>
            <ac:spMk id="3" creationId="{95E4F3FE-732D-4A45-B487-F98FA00373E3}"/>
          </ac:spMkLst>
        </pc:spChg>
      </pc:sldChg>
      <pc:sldChg chg="modSp add mod ord">
        <pc:chgData name="김 홍규" userId="6d16d8e1c579a2a2" providerId="LiveId" clId="{BDB68F43-E639-4AC6-8C04-AB431FFA1586}" dt="2022-05-03T08:12:30.685" v="1243"/>
        <pc:sldMkLst>
          <pc:docMk/>
          <pc:sldMk cId="1436478050" sldId="296"/>
        </pc:sldMkLst>
        <pc:spChg chg="mod">
          <ac:chgData name="김 홍규" userId="6d16d8e1c579a2a2" providerId="LiveId" clId="{BDB68F43-E639-4AC6-8C04-AB431FFA1586}" dt="2022-05-03T08:09:56.334" v="1238" actId="20577"/>
          <ac:spMkLst>
            <pc:docMk/>
            <pc:sldMk cId="1436478050" sldId="296"/>
            <ac:spMk id="664" creationId="{00000000-0000-0000-0000-000000000000}"/>
          </ac:spMkLst>
        </pc:spChg>
        <pc:spChg chg="mod">
          <ac:chgData name="김 홍규" userId="6d16d8e1c579a2a2" providerId="LiveId" clId="{BDB68F43-E639-4AC6-8C04-AB431FFA1586}" dt="2022-05-03T08:10:18.179" v="1241" actId="207"/>
          <ac:spMkLst>
            <pc:docMk/>
            <pc:sldMk cId="1436478050" sldId="296"/>
            <ac:spMk id="729" creationId="{00000000-0000-0000-0000-000000000000}"/>
          </ac:spMkLst>
        </pc:spChg>
      </pc:sldChg>
      <pc:sldChg chg="new del">
        <pc:chgData name="김 홍규" userId="6d16d8e1c579a2a2" providerId="LiveId" clId="{BDB68F43-E639-4AC6-8C04-AB431FFA1586}" dt="2022-05-02T11:10:56.327" v="1093" actId="47"/>
        <pc:sldMkLst>
          <pc:docMk/>
          <pc:sldMk cId="1737220200" sldId="296"/>
        </pc:sldMkLst>
      </pc:sldChg>
    </pc:docChg>
  </pc:docChgLst>
  <pc:docChgLst>
    <pc:chgData name="김 홍규" userId="6d16d8e1c579a2a2" providerId="LiveId" clId="{9381EAF7-C011-4660-98EF-702021640403}"/>
    <pc:docChg chg="undo custSel addSld modSld">
      <pc:chgData name="김 홍규" userId="6d16d8e1c579a2a2" providerId="LiveId" clId="{9381EAF7-C011-4660-98EF-702021640403}" dt="2022-02-17T05:15:33.754" v="1617" actId="20577"/>
      <pc:docMkLst>
        <pc:docMk/>
      </pc:docMkLst>
      <pc:sldChg chg="modSp mod">
        <pc:chgData name="김 홍규" userId="6d16d8e1c579a2a2" providerId="LiveId" clId="{9381EAF7-C011-4660-98EF-702021640403}" dt="2022-02-17T03:33:04.555" v="12"/>
        <pc:sldMkLst>
          <pc:docMk/>
          <pc:sldMk cId="0" sldId="256"/>
        </pc:sldMkLst>
        <pc:spChg chg="mod">
          <ac:chgData name="김 홍규" userId="6d16d8e1c579a2a2" providerId="LiveId" clId="{9381EAF7-C011-4660-98EF-702021640403}" dt="2022-02-17T03:33:04.555" v="12"/>
          <ac:spMkLst>
            <pc:docMk/>
            <pc:sldMk cId="0" sldId="256"/>
            <ac:spMk id="54" creationId="{00000000-0000-0000-0000-000000000000}"/>
          </ac:spMkLst>
        </pc:spChg>
      </pc:sldChg>
      <pc:sldChg chg="addSp modSp modNotes">
        <pc:chgData name="김 홍규" userId="6d16d8e1c579a2a2" providerId="LiveId" clId="{9381EAF7-C011-4660-98EF-702021640403}" dt="2022-02-17T03:28:30.884" v="0"/>
        <pc:sldMkLst>
          <pc:docMk/>
          <pc:sldMk cId="0" sldId="273"/>
        </pc:sldMkLst>
        <pc:spChg chg="add mod">
          <ac:chgData name="김 홍규" userId="6d16d8e1c579a2a2" providerId="LiveId" clId="{9381EAF7-C011-4660-98EF-702021640403}" dt="2022-02-17T03:28:30.884" v="0"/>
          <ac:spMkLst>
            <pc:docMk/>
            <pc:sldMk cId="0" sldId="273"/>
            <ac:spMk id="71" creationId="{2330E81F-1354-4EC8-8541-57026101D991}"/>
          </ac:spMkLst>
        </pc:spChg>
        <pc:spChg chg="add mod">
          <ac:chgData name="김 홍규" userId="6d16d8e1c579a2a2" providerId="LiveId" clId="{9381EAF7-C011-4660-98EF-702021640403}" dt="2022-02-17T03:28:30.884" v="0"/>
          <ac:spMkLst>
            <pc:docMk/>
            <pc:sldMk cId="0" sldId="273"/>
            <ac:spMk id="72" creationId="{860F6CB7-9935-46F6-8F64-2201D74E2974}"/>
          </ac:spMkLst>
        </pc:spChg>
        <pc:spChg chg="add mod">
          <ac:chgData name="김 홍규" userId="6d16d8e1c579a2a2" providerId="LiveId" clId="{9381EAF7-C011-4660-98EF-702021640403}" dt="2022-02-17T03:28:30.884" v="0"/>
          <ac:spMkLst>
            <pc:docMk/>
            <pc:sldMk cId="0" sldId="273"/>
            <ac:spMk id="73" creationId="{F3D45483-B5F1-4D37-8B99-E1B94E5BACDE}"/>
          </ac:spMkLst>
        </pc:spChg>
        <pc:spChg chg="add mod">
          <ac:chgData name="김 홍규" userId="6d16d8e1c579a2a2" providerId="LiveId" clId="{9381EAF7-C011-4660-98EF-702021640403}" dt="2022-02-17T03:28:30.884" v="0"/>
          <ac:spMkLst>
            <pc:docMk/>
            <pc:sldMk cId="0" sldId="273"/>
            <ac:spMk id="74" creationId="{15B5AF6B-8D6A-440B-B6D9-F2395D9A2D6B}"/>
          </ac:spMkLst>
        </pc:spChg>
      </pc:sldChg>
      <pc:sldChg chg="addSp modSp modNotes">
        <pc:chgData name="김 홍규" userId="6d16d8e1c579a2a2" providerId="LiveId" clId="{9381EAF7-C011-4660-98EF-702021640403}" dt="2022-02-17T04:52:57.421" v="234"/>
        <pc:sldMkLst>
          <pc:docMk/>
          <pc:sldMk cId="0" sldId="274"/>
        </pc:sldMkLst>
        <pc:spChg chg="add mod">
          <ac:chgData name="김 홍규" userId="6d16d8e1c579a2a2" providerId="LiveId" clId="{9381EAF7-C011-4660-98EF-702021640403}" dt="2022-02-17T04:52:57.421" v="234"/>
          <ac:spMkLst>
            <pc:docMk/>
            <pc:sldMk cId="0" sldId="274"/>
            <ac:spMk id="71" creationId="{987BCFD8-FB1D-4D89-8D2A-7D2E1A047A88}"/>
          </ac:spMkLst>
        </pc:spChg>
        <pc:spChg chg="add mod">
          <ac:chgData name="김 홍규" userId="6d16d8e1c579a2a2" providerId="LiveId" clId="{9381EAF7-C011-4660-98EF-702021640403}" dt="2022-02-17T04:52:57.421" v="234"/>
          <ac:spMkLst>
            <pc:docMk/>
            <pc:sldMk cId="0" sldId="274"/>
            <ac:spMk id="72" creationId="{6EE1D6D5-D08C-40EA-B0C3-6AE4A405D5E2}"/>
          </ac:spMkLst>
        </pc:spChg>
        <pc:spChg chg="add mod">
          <ac:chgData name="김 홍규" userId="6d16d8e1c579a2a2" providerId="LiveId" clId="{9381EAF7-C011-4660-98EF-702021640403}" dt="2022-02-17T04:52:57.421" v="234"/>
          <ac:spMkLst>
            <pc:docMk/>
            <pc:sldMk cId="0" sldId="274"/>
            <ac:spMk id="73" creationId="{F0498691-737E-412C-A052-F0D9585DE90F}"/>
          </ac:spMkLst>
        </pc:spChg>
        <pc:spChg chg="add mod">
          <ac:chgData name="김 홍규" userId="6d16d8e1c579a2a2" providerId="LiveId" clId="{9381EAF7-C011-4660-98EF-702021640403}" dt="2022-02-17T04:52:57.421" v="234"/>
          <ac:spMkLst>
            <pc:docMk/>
            <pc:sldMk cId="0" sldId="274"/>
            <ac:spMk id="74" creationId="{7ABA6BF0-3AA6-4999-9894-D6CDD62F058B}"/>
          </ac:spMkLst>
        </pc:spChg>
      </pc:sldChg>
      <pc:sldChg chg="addSp modSp modNotes">
        <pc:chgData name="김 홍규" userId="6d16d8e1c579a2a2" providerId="LiveId" clId="{9381EAF7-C011-4660-98EF-702021640403}" dt="2022-02-17T04:53:01.038" v="235"/>
        <pc:sldMkLst>
          <pc:docMk/>
          <pc:sldMk cId="0" sldId="275"/>
        </pc:sldMkLst>
        <pc:spChg chg="add mod">
          <ac:chgData name="김 홍규" userId="6d16d8e1c579a2a2" providerId="LiveId" clId="{9381EAF7-C011-4660-98EF-702021640403}" dt="2022-02-17T04:53:01.038" v="235"/>
          <ac:spMkLst>
            <pc:docMk/>
            <pc:sldMk cId="0" sldId="275"/>
            <ac:spMk id="71" creationId="{BBC991FC-EBD7-4C0C-BB53-3F8B3CF6B8FB}"/>
          </ac:spMkLst>
        </pc:spChg>
        <pc:spChg chg="add mod">
          <ac:chgData name="김 홍규" userId="6d16d8e1c579a2a2" providerId="LiveId" clId="{9381EAF7-C011-4660-98EF-702021640403}" dt="2022-02-17T04:53:01.038" v="235"/>
          <ac:spMkLst>
            <pc:docMk/>
            <pc:sldMk cId="0" sldId="275"/>
            <ac:spMk id="72" creationId="{563E89FB-0485-4B99-B8AC-151F31FC32ED}"/>
          </ac:spMkLst>
        </pc:spChg>
        <pc:spChg chg="add mod">
          <ac:chgData name="김 홍규" userId="6d16d8e1c579a2a2" providerId="LiveId" clId="{9381EAF7-C011-4660-98EF-702021640403}" dt="2022-02-17T04:53:01.038" v="235"/>
          <ac:spMkLst>
            <pc:docMk/>
            <pc:sldMk cId="0" sldId="275"/>
            <ac:spMk id="73" creationId="{53145DB3-E9DC-46B2-8F06-9537CF7018E9}"/>
          </ac:spMkLst>
        </pc:spChg>
        <pc:spChg chg="add mod">
          <ac:chgData name="김 홍규" userId="6d16d8e1c579a2a2" providerId="LiveId" clId="{9381EAF7-C011-4660-98EF-702021640403}" dt="2022-02-17T04:53:01.038" v="235"/>
          <ac:spMkLst>
            <pc:docMk/>
            <pc:sldMk cId="0" sldId="275"/>
            <ac:spMk id="74" creationId="{0E3ED3A0-75EB-43CC-8791-7D3F35A8F3D1}"/>
          </ac:spMkLst>
        </pc:spChg>
      </pc:sldChg>
      <pc:sldChg chg="addSp delSp modSp mod modNotes">
        <pc:chgData name="김 홍규" userId="6d16d8e1c579a2a2" providerId="LiveId" clId="{9381EAF7-C011-4660-98EF-702021640403}" dt="2022-02-17T04:53:08.649" v="238" actId="478"/>
        <pc:sldMkLst>
          <pc:docMk/>
          <pc:sldMk cId="0" sldId="276"/>
        </pc:sldMkLst>
        <pc:spChg chg="add mod">
          <ac:chgData name="김 홍규" userId="6d16d8e1c579a2a2" providerId="LiveId" clId="{9381EAF7-C011-4660-98EF-702021640403}" dt="2022-02-17T04:53:04.678" v="236"/>
          <ac:spMkLst>
            <pc:docMk/>
            <pc:sldMk cId="0" sldId="276"/>
            <ac:spMk id="67" creationId="{2F66FCDB-A391-45CB-B8C6-8188D3E89891}"/>
          </ac:spMkLst>
        </pc:spChg>
        <pc:spChg chg="add mod">
          <ac:chgData name="김 홍규" userId="6d16d8e1c579a2a2" providerId="LiveId" clId="{9381EAF7-C011-4660-98EF-702021640403}" dt="2022-02-17T04:53:04.678" v="236"/>
          <ac:spMkLst>
            <pc:docMk/>
            <pc:sldMk cId="0" sldId="276"/>
            <ac:spMk id="68" creationId="{02FCCEBB-F6E5-4336-8037-4A2BA3109512}"/>
          </ac:spMkLst>
        </pc:spChg>
        <pc:spChg chg="add mod">
          <ac:chgData name="김 홍규" userId="6d16d8e1c579a2a2" providerId="LiveId" clId="{9381EAF7-C011-4660-98EF-702021640403}" dt="2022-02-17T04:53:04.678" v="236"/>
          <ac:spMkLst>
            <pc:docMk/>
            <pc:sldMk cId="0" sldId="276"/>
            <ac:spMk id="69" creationId="{069111FB-DB2D-422D-9B2C-28F02D762B1A}"/>
          </ac:spMkLst>
        </pc:spChg>
        <pc:spChg chg="add del mod">
          <ac:chgData name="김 홍규" userId="6d16d8e1c579a2a2" providerId="LiveId" clId="{9381EAF7-C011-4660-98EF-702021640403}" dt="2022-02-17T04:53:08.649" v="238" actId="478"/>
          <ac:spMkLst>
            <pc:docMk/>
            <pc:sldMk cId="0" sldId="276"/>
            <ac:spMk id="70" creationId="{811DC95E-5282-4815-8DA1-69DAFD9C694F}"/>
          </ac:spMkLst>
        </pc:spChg>
        <pc:spChg chg="mod">
          <ac:chgData name="김 홍규" userId="6d16d8e1c579a2a2" providerId="LiveId" clId="{9381EAF7-C011-4660-98EF-702021640403}" dt="2022-02-17T04:53:05.798" v="237" actId="1076"/>
          <ac:spMkLst>
            <pc:docMk/>
            <pc:sldMk cId="0" sldId="276"/>
            <ac:spMk id="1378" creationId="{00000000-0000-0000-0000-000000000000}"/>
          </ac:spMkLst>
        </pc:spChg>
      </pc:sldChg>
      <pc:sldChg chg="addSp modSp modNotes">
        <pc:chgData name="김 홍규" userId="6d16d8e1c579a2a2" providerId="LiveId" clId="{9381EAF7-C011-4660-98EF-702021640403}" dt="2022-02-17T04:53:11.321" v="239"/>
        <pc:sldMkLst>
          <pc:docMk/>
          <pc:sldMk cId="0" sldId="277"/>
        </pc:sldMkLst>
        <pc:spChg chg="add mod">
          <ac:chgData name="김 홍규" userId="6d16d8e1c579a2a2" providerId="LiveId" clId="{9381EAF7-C011-4660-98EF-702021640403}" dt="2022-02-17T04:53:11.321" v="239"/>
          <ac:spMkLst>
            <pc:docMk/>
            <pc:sldMk cId="0" sldId="277"/>
            <ac:spMk id="72" creationId="{93337BC6-37B6-42AA-B4BB-79FDC806F610}"/>
          </ac:spMkLst>
        </pc:spChg>
        <pc:spChg chg="add mod">
          <ac:chgData name="김 홍규" userId="6d16d8e1c579a2a2" providerId="LiveId" clId="{9381EAF7-C011-4660-98EF-702021640403}" dt="2022-02-17T04:53:11.321" v="239"/>
          <ac:spMkLst>
            <pc:docMk/>
            <pc:sldMk cId="0" sldId="277"/>
            <ac:spMk id="73" creationId="{57D65414-0672-4961-A10F-82A34ACCCD6A}"/>
          </ac:spMkLst>
        </pc:spChg>
        <pc:spChg chg="add mod">
          <ac:chgData name="김 홍규" userId="6d16d8e1c579a2a2" providerId="LiveId" clId="{9381EAF7-C011-4660-98EF-702021640403}" dt="2022-02-17T04:53:11.321" v="239"/>
          <ac:spMkLst>
            <pc:docMk/>
            <pc:sldMk cId="0" sldId="277"/>
            <ac:spMk id="74" creationId="{A857FF9C-3761-477B-82B3-A655E51BF08C}"/>
          </ac:spMkLst>
        </pc:spChg>
        <pc:spChg chg="add mod">
          <ac:chgData name="김 홍규" userId="6d16d8e1c579a2a2" providerId="LiveId" clId="{9381EAF7-C011-4660-98EF-702021640403}" dt="2022-02-17T04:53:11.321" v="239"/>
          <ac:spMkLst>
            <pc:docMk/>
            <pc:sldMk cId="0" sldId="277"/>
            <ac:spMk id="75" creationId="{EF8D150D-6D50-471E-BA3D-72DDDB8741CB}"/>
          </ac:spMkLst>
        </pc:spChg>
      </pc:sldChg>
      <pc:sldChg chg="addSp delSp modSp mod modNotes">
        <pc:chgData name="김 홍규" userId="6d16d8e1c579a2a2" providerId="LiveId" clId="{9381EAF7-C011-4660-98EF-702021640403}" dt="2022-02-17T04:53:16.910" v="241" actId="478"/>
        <pc:sldMkLst>
          <pc:docMk/>
          <pc:sldMk cId="0" sldId="278"/>
        </pc:sldMkLst>
        <pc:spChg chg="add mod">
          <ac:chgData name="김 홍규" userId="6d16d8e1c579a2a2" providerId="LiveId" clId="{9381EAF7-C011-4660-98EF-702021640403}" dt="2022-02-17T04:53:14.541" v="240"/>
          <ac:spMkLst>
            <pc:docMk/>
            <pc:sldMk cId="0" sldId="278"/>
            <ac:spMk id="67" creationId="{CA1AF0FB-F9E8-420D-859A-7297B59CF3A3}"/>
          </ac:spMkLst>
        </pc:spChg>
        <pc:spChg chg="add mod">
          <ac:chgData name="김 홍규" userId="6d16d8e1c579a2a2" providerId="LiveId" clId="{9381EAF7-C011-4660-98EF-702021640403}" dt="2022-02-17T04:53:14.541" v="240"/>
          <ac:spMkLst>
            <pc:docMk/>
            <pc:sldMk cId="0" sldId="278"/>
            <ac:spMk id="68" creationId="{016FAB42-6E37-4642-89ED-76418336AFB3}"/>
          </ac:spMkLst>
        </pc:spChg>
        <pc:spChg chg="add mod">
          <ac:chgData name="김 홍규" userId="6d16d8e1c579a2a2" providerId="LiveId" clId="{9381EAF7-C011-4660-98EF-702021640403}" dt="2022-02-17T04:53:14.541" v="240"/>
          <ac:spMkLst>
            <pc:docMk/>
            <pc:sldMk cId="0" sldId="278"/>
            <ac:spMk id="69" creationId="{0557980D-3CD0-41A8-B62C-0B90F25E6FAB}"/>
          </ac:spMkLst>
        </pc:spChg>
        <pc:spChg chg="add del mod">
          <ac:chgData name="김 홍규" userId="6d16d8e1c579a2a2" providerId="LiveId" clId="{9381EAF7-C011-4660-98EF-702021640403}" dt="2022-02-17T04:53:16.910" v="241" actId="478"/>
          <ac:spMkLst>
            <pc:docMk/>
            <pc:sldMk cId="0" sldId="278"/>
            <ac:spMk id="70" creationId="{BAEB39E2-463F-45EF-B667-4A1865BC7CA4}"/>
          </ac:spMkLst>
        </pc:spChg>
      </pc:sldChg>
      <pc:sldChg chg="addSp delSp modSp mod modNotes">
        <pc:chgData name="김 홍규" userId="6d16d8e1c579a2a2" providerId="LiveId" clId="{9381EAF7-C011-4660-98EF-702021640403}" dt="2022-02-17T04:53:24.305" v="244" actId="478"/>
        <pc:sldMkLst>
          <pc:docMk/>
          <pc:sldMk cId="0" sldId="279"/>
        </pc:sldMkLst>
        <pc:spChg chg="add mod">
          <ac:chgData name="김 홍규" userId="6d16d8e1c579a2a2" providerId="LiveId" clId="{9381EAF7-C011-4660-98EF-702021640403}" dt="2022-02-17T04:53:20.318" v="242"/>
          <ac:spMkLst>
            <pc:docMk/>
            <pc:sldMk cId="0" sldId="279"/>
            <ac:spMk id="61" creationId="{B2FF6DF3-2DF3-4C7F-A96E-93EBB770AECB}"/>
          </ac:spMkLst>
        </pc:spChg>
        <pc:spChg chg="add mod">
          <ac:chgData name="김 홍규" userId="6d16d8e1c579a2a2" providerId="LiveId" clId="{9381EAF7-C011-4660-98EF-702021640403}" dt="2022-02-17T04:53:20.318" v="242"/>
          <ac:spMkLst>
            <pc:docMk/>
            <pc:sldMk cId="0" sldId="279"/>
            <ac:spMk id="62" creationId="{87255241-3C58-4DA1-A1CD-5489402940DD}"/>
          </ac:spMkLst>
        </pc:spChg>
        <pc:spChg chg="add del mod">
          <ac:chgData name="김 홍규" userId="6d16d8e1c579a2a2" providerId="LiveId" clId="{9381EAF7-C011-4660-98EF-702021640403}" dt="2022-02-17T04:53:22.747" v="243" actId="478"/>
          <ac:spMkLst>
            <pc:docMk/>
            <pc:sldMk cId="0" sldId="279"/>
            <ac:spMk id="63" creationId="{90153772-7588-4A55-850D-404AE7E16670}"/>
          </ac:spMkLst>
        </pc:spChg>
        <pc:spChg chg="add del mod">
          <ac:chgData name="김 홍규" userId="6d16d8e1c579a2a2" providerId="LiveId" clId="{9381EAF7-C011-4660-98EF-702021640403}" dt="2022-02-17T04:53:24.305" v="244" actId="478"/>
          <ac:spMkLst>
            <pc:docMk/>
            <pc:sldMk cId="0" sldId="279"/>
            <ac:spMk id="64" creationId="{00C588E0-1CBF-4564-ADDB-F2B4B4C1EA4E}"/>
          </ac:spMkLst>
        </pc:spChg>
      </pc:sldChg>
      <pc:sldChg chg="addSp delSp modSp mod modNotes">
        <pc:chgData name="김 홍규" userId="6d16d8e1c579a2a2" providerId="LiveId" clId="{9381EAF7-C011-4660-98EF-702021640403}" dt="2022-02-17T04:53:32.026" v="246" actId="478"/>
        <pc:sldMkLst>
          <pc:docMk/>
          <pc:sldMk cId="0" sldId="280"/>
        </pc:sldMkLst>
        <pc:spChg chg="add mod">
          <ac:chgData name="김 홍규" userId="6d16d8e1c579a2a2" providerId="LiveId" clId="{9381EAF7-C011-4660-98EF-702021640403}" dt="2022-02-17T04:53:27.615" v="245"/>
          <ac:spMkLst>
            <pc:docMk/>
            <pc:sldMk cId="0" sldId="280"/>
            <ac:spMk id="66" creationId="{2549885C-93B7-43AC-AA59-4F0DEAB2983F}"/>
          </ac:spMkLst>
        </pc:spChg>
        <pc:spChg chg="add mod">
          <ac:chgData name="김 홍규" userId="6d16d8e1c579a2a2" providerId="LiveId" clId="{9381EAF7-C011-4660-98EF-702021640403}" dt="2022-02-17T04:53:27.615" v="245"/>
          <ac:spMkLst>
            <pc:docMk/>
            <pc:sldMk cId="0" sldId="280"/>
            <ac:spMk id="67" creationId="{BC126175-FD13-47F4-8145-8D07CA9460DE}"/>
          </ac:spMkLst>
        </pc:spChg>
        <pc:spChg chg="add mod">
          <ac:chgData name="김 홍규" userId="6d16d8e1c579a2a2" providerId="LiveId" clId="{9381EAF7-C011-4660-98EF-702021640403}" dt="2022-02-17T04:53:27.615" v="245"/>
          <ac:spMkLst>
            <pc:docMk/>
            <pc:sldMk cId="0" sldId="280"/>
            <ac:spMk id="68" creationId="{E0E9C7FD-8D33-40B1-BFE4-D54773EB28F1}"/>
          </ac:spMkLst>
        </pc:spChg>
        <pc:spChg chg="add del mod">
          <ac:chgData name="김 홍규" userId="6d16d8e1c579a2a2" providerId="LiveId" clId="{9381EAF7-C011-4660-98EF-702021640403}" dt="2022-02-17T04:53:32.026" v="246" actId="478"/>
          <ac:spMkLst>
            <pc:docMk/>
            <pc:sldMk cId="0" sldId="280"/>
            <ac:spMk id="69" creationId="{AA04D234-8B6B-4235-A0EC-6C75C9F2DF8E}"/>
          </ac:spMkLst>
        </pc:spChg>
      </pc:sldChg>
      <pc:sldChg chg="addSp delSp modSp mod modNotes">
        <pc:chgData name="김 홍규" userId="6d16d8e1c579a2a2" providerId="LiveId" clId="{9381EAF7-C011-4660-98EF-702021640403}" dt="2022-02-17T04:53:38.658" v="248" actId="478"/>
        <pc:sldMkLst>
          <pc:docMk/>
          <pc:sldMk cId="0" sldId="281"/>
        </pc:sldMkLst>
        <pc:spChg chg="add mod">
          <ac:chgData name="김 홍규" userId="6d16d8e1c579a2a2" providerId="LiveId" clId="{9381EAF7-C011-4660-98EF-702021640403}" dt="2022-02-17T04:53:35.166" v="247"/>
          <ac:spMkLst>
            <pc:docMk/>
            <pc:sldMk cId="0" sldId="281"/>
            <ac:spMk id="66" creationId="{27923B53-B6EB-4DF4-B5C5-B16FF707C12D}"/>
          </ac:spMkLst>
        </pc:spChg>
        <pc:spChg chg="add mod">
          <ac:chgData name="김 홍규" userId="6d16d8e1c579a2a2" providerId="LiveId" clId="{9381EAF7-C011-4660-98EF-702021640403}" dt="2022-02-17T04:53:35.166" v="247"/>
          <ac:spMkLst>
            <pc:docMk/>
            <pc:sldMk cId="0" sldId="281"/>
            <ac:spMk id="67" creationId="{2E0B3858-43B9-4FED-9276-F4F29E385E84}"/>
          </ac:spMkLst>
        </pc:spChg>
        <pc:spChg chg="add mod">
          <ac:chgData name="김 홍규" userId="6d16d8e1c579a2a2" providerId="LiveId" clId="{9381EAF7-C011-4660-98EF-702021640403}" dt="2022-02-17T04:53:35.166" v="247"/>
          <ac:spMkLst>
            <pc:docMk/>
            <pc:sldMk cId="0" sldId="281"/>
            <ac:spMk id="68" creationId="{3FFDB6E7-031F-4B47-B1F7-C76B06920753}"/>
          </ac:spMkLst>
        </pc:spChg>
        <pc:spChg chg="add del mod">
          <ac:chgData name="김 홍규" userId="6d16d8e1c579a2a2" providerId="LiveId" clId="{9381EAF7-C011-4660-98EF-702021640403}" dt="2022-02-17T04:53:38.658" v="248" actId="478"/>
          <ac:spMkLst>
            <pc:docMk/>
            <pc:sldMk cId="0" sldId="281"/>
            <ac:spMk id="69" creationId="{6DD177F2-F08C-48CA-9862-711A23BD8D2A}"/>
          </ac:spMkLst>
        </pc:spChg>
      </pc:sldChg>
      <pc:sldChg chg="modSp modNotes">
        <pc:chgData name="김 홍규" userId="6d16d8e1c579a2a2" providerId="LiveId" clId="{9381EAF7-C011-4660-98EF-702021640403}" dt="2022-02-17T05:03:35.138" v="646"/>
        <pc:sldMkLst>
          <pc:docMk/>
          <pc:sldMk cId="0" sldId="284"/>
        </pc:sldMkLst>
        <pc:spChg chg="mod">
          <ac:chgData name="김 홍규" userId="6d16d8e1c579a2a2" providerId="LiveId" clId="{9381EAF7-C011-4660-98EF-702021640403}" dt="2022-02-17T05:01:58.004" v="590"/>
          <ac:spMkLst>
            <pc:docMk/>
            <pc:sldMk cId="0" sldId="284"/>
            <ac:spMk id="1850" creationId="{00000000-0000-0000-0000-000000000000}"/>
          </ac:spMkLst>
        </pc:spChg>
        <pc:cxnChg chg="mod">
          <ac:chgData name="김 홍규" userId="6d16d8e1c579a2a2" providerId="LiveId" clId="{9381EAF7-C011-4660-98EF-702021640403}" dt="2022-02-17T05:03:35.138" v="646"/>
          <ac:cxnSpMkLst>
            <pc:docMk/>
            <pc:sldMk cId="0" sldId="284"/>
            <ac:cxnSpMk id="1880" creationId="{00000000-0000-0000-0000-000000000000}"/>
          </ac:cxnSpMkLst>
        </pc:cxnChg>
      </pc:sldChg>
      <pc:sldChg chg="addSp delSp modSp new mod">
        <pc:chgData name="김 홍규" userId="6d16d8e1c579a2a2" providerId="LiveId" clId="{9381EAF7-C011-4660-98EF-702021640403}" dt="2022-02-17T04:51:57.697" v="233" actId="20577"/>
        <pc:sldMkLst>
          <pc:docMk/>
          <pc:sldMk cId="1613330869" sldId="285"/>
        </pc:sldMkLst>
        <pc:spChg chg="del">
          <ac:chgData name="김 홍규" userId="6d16d8e1c579a2a2" providerId="LiveId" clId="{9381EAF7-C011-4660-98EF-702021640403}" dt="2022-02-17T03:33:14.893" v="14" actId="478"/>
          <ac:spMkLst>
            <pc:docMk/>
            <pc:sldMk cId="1613330869" sldId="285"/>
            <ac:spMk id="2" creationId="{EEC32929-99E6-4F38-8AB2-A72AED3C006D}"/>
          </ac:spMkLst>
        </pc:spChg>
        <pc:spChg chg="add del mod">
          <ac:chgData name="김 홍규" userId="6d16d8e1c579a2a2" providerId="LiveId" clId="{9381EAF7-C011-4660-98EF-702021640403}" dt="2022-02-17T03:34:54.755" v="18" actId="478"/>
          <ac:spMkLst>
            <pc:docMk/>
            <pc:sldMk cId="1613330869" sldId="285"/>
            <ac:spMk id="3" creationId="{2C20FCB3-8B6E-45B9-B94E-2ED86BF12905}"/>
          </ac:spMkLst>
        </pc:spChg>
        <pc:spChg chg="add del mod">
          <ac:chgData name="김 홍규" userId="6d16d8e1c579a2a2" providerId="LiveId" clId="{9381EAF7-C011-4660-98EF-702021640403}" dt="2022-02-17T03:34:54.755" v="18" actId="478"/>
          <ac:spMkLst>
            <pc:docMk/>
            <pc:sldMk cId="1613330869" sldId="285"/>
            <ac:spMk id="4" creationId="{12881C85-B9B7-4CA1-BCE3-06CE08D6D304}"/>
          </ac:spMkLst>
        </pc:spChg>
        <pc:spChg chg="add del mod">
          <ac:chgData name="김 홍규" userId="6d16d8e1c579a2a2" providerId="LiveId" clId="{9381EAF7-C011-4660-98EF-702021640403}" dt="2022-02-17T03:34:54.755" v="18" actId="478"/>
          <ac:spMkLst>
            <pc:docMk/>
            <pc:sldMk cId="1613330869" sldId="285"/>
            <ac:spMk id="5" creationId="{5D638FEA-D5D5-42E6-A401-53667A675F85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7" creationId="{7A48A430-1053-44EB-87A6-69071BCA5A57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8" creationId="{628ABC77-A02E-4652-AA46-3340C535FFF9}"/>
          </ac:spMkLst>
        </pc:spChg>
        <pc:spChg chg="mod">
          <ac:chgData name="김 홍규" userId="6d16d8e1c579a2a2" providerId="LiveId" clId="{9381EAF7-C011-4660-98EF-702021640403}" dt="2022-02-17T03:33:36.653" v="17" actId="14100"/>
          <ac:spMkLst>
            <pc:docMk/>
            <pc:sldMk cId="1613330869" sldId="285"/>
            <ac:spMk id="11" creationId="{28F487BE-D3BB-492A-A0C9-A32924F8FD5A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12" creationId="{AD81EFC5-EE50-4F53-A46C-56698CC3B65C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13" creationId="{6B2734C0-5EBE-4727-BFE7-CF13663137E5}"/>
          </ac:spMkLst>
        </pc:spChg>
        <pc:spChg chg="add del mod">
          <ac:chgData name="김 홍규" userId="6d16d8e1c579a2a2" providerId="LiveId" clId="{9381EAF7-C011-4660-98EF-702021640403}" dt="2022-02-17T03:34:54.755" v="18" actId="478"/>
          <ac:spMkLst>
            <pc:docMk/>
            <pc:sldMk cId="1613330869" sldId="285"/>
            <ac:spMk id="14" creationId="{F9C99787-44FC-48CA-B58B-017602EF77AD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17" creationId="{CAF3DB9F-6769-42BA-9691-4CF214674B84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23" creationId="{3F626D01-B9E8-4D47-BC9D-A6974FC8AB92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24" creationId="{28BDCB5C-92A8-4C70-BE36-010FBE42198C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26" creationId="{3D86AE0C-1605-4A93-916E-34912B62CBDF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27" creationId="{2D0A5A26-1C1C-4D2F-9036-1C452417D6A8}"/>
          </ac:spMkLst>
        </pc:spChg>
        <pc:spChg chg="add del mod">
          <ac:chgData name="김 홍규" userId="6d16d8e1c579a2a2" providerId="LiveId" clId="{9381EAF7-C011-4660-98EF-702021640403}" dt="2022-02-17T03:34:54.755" v="18" actId="478"/>
          <ac:spMkLst>
            <pc:docMk/>
            <pc:sldMk cId="1613330869" sldId="285"/>
            <ac:spMk id="28" creationId="{10B34302-B0CC-4506-BCE6-AEAFDF5ABB4A}"/>
          </ac:spMkLst>
        </pc:spChg>
        <pc:spChg chg="add del mod">
          <ac:chgData name="김 홍규" userId="6d16d8e1c579a2a2" providerId="LiveId" clId="{9381EAF7-C011-4660-98EF-702021640403}" dt="2022-02-17T03:34:54.755" v="18" actId="478"/>
          <ac:spMkLst>
            <pc:docMk/>
            <pc:sldMk cId="1613330869" sldId="285"/>
            <ac:spMk id="29" creationId="{B7C48E1A-AE0F-42A6-953F-B225C303251C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31" creationId="{A18D8CF6-1BAB-41D9-A104-016D0DD6987A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32" creationId="{F7BDD631-66B1-4E39-A2D6-0C0EC4DBD57E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34" creationId="{88839FA9-571A-41BC-9558-7E01180335D9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35" creationId="{CA8A72B0-B11B-4C14-BAC6-A16F819BD9F9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37" creationId="{834C2DBD-FD3B-4FE5-A2E3-8F4431FAA29F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38" creationId="{96B51870-5392-4738-A090-BC4BFC235B2A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40" creationId="{31305527-0D4E-4F5F-90C0-3AB6F43926B4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41" creationId="{87DBCC95-18C7-47AE-AA6E-301AAB1ACF21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43" creationId="{406E7D14-4E17-4847-B66F-9C814BBCF8B1}"/>
          </ac:spMkLst>
        </pc:spChg>
        <pc:spChg chg="mod">
          <ac:chgData name="김 홍규" userId="6d16d8e1c579a2a2" providerId="LiveId" clId="{9381EAF7-C011-4660-98EF-702021640403}" dt="2022-02-17T03:33:15.197" v="15"/>
          <ac:spMkLst>
            <pc:docMk/>
            <pc:sldMk cId="1613330869" sldId="285"/>
            <ac:spMk id="44" creationId="{3FB2EE9F-4877-42F7-8BFA-AF04467FA348}"/>
          </ac:spMkLst>
        </pc:spChg>
        <pc:spChg chg="add del mod">
          <ac:chgData name="김 홍규" userId="6d16d8e1c579a2a2" providerId="LiveId" clId="{9381EAF7-C011-4660-98EF-702021640403}" dt="2022-02-17T03:34:54.755" v="18" actId="478"/>
          <ac:spMkLst>
            <pc:docMk/>
            <pc:sldMk cId="1613330869" sldId="285"/>
            <ac:spMk id="45" creationId="{5709EFCF-C360-41E5-855C-C39E3772F66D}"/>
          </ac:spMkLst>
        </pc:spChg>
        <pc:spChg chg="add del mod">
          <ac:chgData name="김 홍규" userId="6d16d8e1c579a2a2" providerId="LiveId" clId="{9381EAF7-C011-4660-98EF-702021640403}" dt="2022-02-17T03:34:54.755" v="18" actId="478"/>
          <ac:spMkLst>
            <pc:docMk/>
            <pc:sldMk cId="1613330869" sldId="285"/>
            <ac:spMk id="46" creationId="{9DA0D2E8-B284-4090-89F9-D1F7B2040A0A}"/>
          </ac:spMkLst>
        </pc:spChg>
        <pc:spChg chg="add del mod">
          <ac:chgData name="김 홍규" userId="6d16d8e1c579a2a2" providerId="LiveId" clId="{9381EAF7-C011-4660-98EF-702021640403}" dt="2022-02-17T03:34:54.755" v="18" actId="478"/>
          <ac:spMkLst>
            <pc:docMk/>
            <pc:sldMk cId="1613330869" sldId="285"/>
            <ac:spMk id="47" creationId="{C755E837-CBD4-4476-893A-88CBEB847A6D}"/>
          </ac:spMkLst>
        </pc:spChg>
        <pc:spChg chg="add del mod">
          <ac:chgData name="김 홍규" userId="6d16d8e1c579a2a2" providerId="LiveId" clId="{9381EAF7-C011-4660-98EF-702021640403}" dt="2022-02-17T03:35:02.244" v="19" actId="478"/>
          <ac:spMkLst>
            <pc:docMk/>
            <pc:sldMk cId="1613330869" sldId="285"/>
            <ac:spMk id="49" creationId="{7D41424A-292E-4BB1-9D82-7BC63A3FF5E9}"/>
          </ac:spMkLst>
        </pc:spChg>
        <pc:spChg chg="add mod">
          <ac:chgData name="김 홍규" userId="6d16d8e1c579a2a2" providerId="LiveId" clId="{9381EAF7-C011-4660-98EF-702021640403}" dt="2022-02-17T03:35:03.435" v="20"/>
          <ac:spMkLst>
            <pc:docMk/>
            <pc:sldMk cId="1613330869" sldId="285"/>
            <ac:spMk id="50" creationId="{B145E9DC-C33E-4D26-849B-8C91F8DEBFA0}"/>
          </ac:spMkLst>
        </pc:spChg>
        <pc:spChg chg="mod">
          <ac:chgData name="김 홍규" userId="6d16d8e1c579a2a2" providerId="LiveId" clId="{9381EAF7-C011-4660-98EF-702021640403}" dt="2022-02-17T03:35:03.435" v="20"/>
          <ac:spMkLst>
            <pc:docMk/>
            <pc:sldMk cId="1613330869" sldId="285"/>
            <ac:spMk id="52" creationId="{3C8C09D6-F360-46BC-B041-E9292C0666C5}"/>
          </ac:spMkLst>
        </pc:spChg>
        <pc:spChg chg="mod">
          <ac:chgData name="김 홍규" userId="6d16d8e1c579a2a2" providerId="LiveId" clId="{9381EAF7-C011-4660-98EF-702021640403}" dt="2022-02-17T03:35:03.435" v="20"/>
          <ac:spMkLst>
            <pc:docMk/>
            <pc:sldMk cId="1613330869" sldId="285"/>
            <ac:spMk id="53" creationId="{9797BE64-4884-4199-B190-6ACD8A231384}"/>
          </ac:spMkLst>
        </pc:spChg>
        <pc:spChg chg="mod">
          <ac:chgData name="김 홍규" userId="6d16d8e1c579a2a2" providerId="LiveId" clId="{9381EAF7-C011-4660-98EF-702021640403}" dt="2022-02-17T04:50:52.153" v="172" actId="3064"/>
          <ac:spMkLst>
            <pc:docMk/>
            <pc:sldMk cId="1613330869" sldId="285"/>
            <ac:spMk id="56" creationId="{6C3C5B57-0293-4123-A3DE-E1B50CDB5557}"/>
          </ac:spMkLst>
        </pc:spChg>
        <pc:spChg chg="mod">
          <ac:chgData name="김 홍규" userId="6d16d8e1c579a2a2" providerId="LiveId" clId="{9381EAF7-C011-4660-98EF-702021640403}" dt="2022-02-17T03:35:03.435" v="20"/>
          <ac:spMkLst>
            <pc:docMk/>
            <pc:sldMk cId="1613330869" sldId="285"/>
            <ac:spMk id="57" creationId="{4FE35366-77CB-459B-B13B-F3D923A40533}"/>
          </ac:spMkLst>
        </pc:spChg>
        <pc:spChg chg="mod">
          <ac:chgData name="김 홍규" userId="6d16d8e1c579a2a2" providerId="LiveId" clId="{9381EAF7-C011-4660-98EF-702021640403}" dt="2022-02-17T03:35:03.435" v="20"/>
          <ac:spMkLst>
            <pc:docMk/>
            <pc:sldMk cId="1613330869" sldId="285"/>
            <ac:spMk id="58" creationId="{71F99AAC-10D1-4338-8BD2-3921A6A8C9DB}"/>
          </ac:spMkLst>
        </pc:spChg>
        <pc:spChg chg="mod">
          <ac:chgData name="김 홍규" userId="6d16d8e1c579a2a2" providerId="LiveId" clId="{9381EAF7-C011-4660-98EF-702021640403}" dt="2022-02-17T03:35:03.435" v="20"/>
          <ac:spMkLst>
            <pc:docMk/>
            <pc:sldMk cId="1613330869" sldId="285"/>
            <ac:spMk id="60" creationId="{253F958D-D317-468F-A567-CF90B359CCB1}"/>
          </ac:spMkLst>
        </pc:spChg>
        <pc:spChg chg="mod">
          <ac:chgData name="김 홍규" userId="6d16d8e1c579a2a2" providerId="LiveId" clId="{9381EAF7-C011-4660-98EF-702021640403}" dt="2022-02-17T03:35:03.435" v="20"/>
          <ac:spMkLst>
            <pc:docMk/>
            <pc:sldMk cId="1613330869" sldId="285"/>
            <ac:spMk id="61" creationId="{1437AE22-1426-4CFB-96E6-DC00267D5C38}"/>
          </ac:spMkLst>
        </pc:spChg>
        <pc:spChg chg="add mod">
          <ac:chgData name="김 홍규" userId="6d16d8e1c579a2a2" providerId="LiveId" clId="{9381EAF7-C011-4660-98EF-702021640403}" dt="2022-02-17T03:35:03.435" v="20"/>
          <ac:spMkLst>
            <pc:docMk/>
            <pc:sldMk cId="1613330869" sldId="285"/>
            <ac:spMk id="62" creationId="{BABF9613-14BD-4BE8-8D56-5484801A6CAF}"/>
          </ac:spMkLst>
        </pc:spChg>
        <pc:spChg chg="add mod">
          <ac:chgData name="김 홍규" userId="6d16d8e1c579a2a2" providerId="LiveId" clId="{9381EAF7-C011-4660-98EF-702021640403}" dt="2022-02-17T03:35:03.435" v="20"/>
          <ac:spMkLst>
            <pc:docMk/>
            <pc:sldMk cId="1613330869" sldId="285"/>
            <ac:spMk id="63" creationId="{8569C5AB-A6CD-49EF-8B03-B9D32BC139F3}"/>
          </ac:spMkLst>
        </pc:spChg>
        <pc:spChg chg="add mod">
          <ac:chgData name="김 홍규" userId="6d16d8e1c579a2a2" providerId="LiveId" clId="{9381EAF7-C011-4660-98EF-702021640403}" dt="2022-02-17T04:51:57.697" v="233" actId="20577"/>
          <ac:spMkLst>
            <pc:docMk/>
            <pc:sldMk cId="1613330869" sldId="285"/>
            <ac:spMk id="64" creationId="{5B9B0ECF-FFE9-4CA5-B865-15013F992E73}"/>
          </ac:spMkLst>
        </pc:spChg>
        <pc:spChg chg="add mod">
          <ac:chgData name="김 홍규" userId="6d16d8e1c579a2a2" providerId="LiveId" clId="{9381EAF7-C011-4660-98EF-702021640403}" dt="2022-02-17T03:35:03.435" v="20"/>
          <ac:spMkLst>
            <pc:docMk/>
            <pc:sldMk cId="1613330869" sldId="285"/>
            <ac:spMk id="65" creationId="{F85BA703-A61E-402E-B76D-904645E97E42}"/>
          </ac:spMkLst>
        </pc:spChg>
        <pc:spChg chg="mod">
          <ac:chgData name="김 홍규" userId="6d16d8e1c579a2a2" providerId="LiveId" clId="{9381EAF7-C011-4660-98EF-702021640403}" dt="2022-02-17T03:35:03.435" v="20"/>
          <ac:spMkLst>
            <pc:docMk/>
            <pc:sldMk cId="1613330869" sldId="285"/>
            <ac:spMk id="68" creationId="{20EE261F-8B02-4456-99A8-ACE8F53DE349}"/>
          </ac:spMkLst>
        </pc:spChg>
        <pc:spChg chg="add mod">
          <ac:chgData name="김 홍규" userId="6d16d8e1c579a2a2" providerId="LiveId" clId="{9381EAF7-C011-4660-98EF-702021640403}" dt="2022-02-17T04:51:04.010" v="176" actId="3064"/>
          <ac:spMkLst>
            <pc:docMk/>
            <pc:sldMk cId="1613330869" sldId="285"/>
            <ac:spMk id="70" creationId="{3C46A445-13E9-46AB-A39B-CB732708B2BA}"/>
          </ac:spMkLst>
        </pc:spChg>
        <pc:grpChg chg="add del mod">
          <ac:chgData name="김 홍규" userId="6d16d8e1c579a2a2" providerId="LiveId" clId="{9381EAF7-C011-4660-98EF-702021640403}" dt="2022-02-17T03:34:54.755" v="18" actId="478"/>
          <ac:grpSpMkLst>
            <pc:docMk/>
            <pc:sldMk cId="1613330869" sldId="285"/>
            <ac:grpSpMk id="6" creationId="{9171DD98-71AC-41E6-8D57-D2522D79FE52}"/>
          </ac:grpSpMkLst>
        </pc:grpChg>
        <pc:grpChg chg="add del mod">
          <ac:chgData name="김 홍규" userId="6d16d8e1c579a2a2" providerId="LiveId" clId="{9381EAF7-C011-4660-98EF-702021640403}" dt="2022-02-17T03:34:54.755" v="18" actId="478"/>
          <ac:grpSpMkLst>
            <pc:docMk/>
            <pc:sldMk cId="1613330869" sldId="285"/>
            <ac:grpSpMk id="9" creationId="{46720885-A6FE-4BE7-8255-F27C9696F509}"/>
          </ac:grpSpMkLst>
        </pc:grpChg>
        <pc:grpChg chg="mod">
          <ac:chgData name="김 홍규" userId="6d16d8e1c579a2a2" providerId="LiveId" clId="{9381EAF7-C011-4660-98EF-702021640403}" dt="2022-02-17T03:33:15.197" v="15"/>
          <ac:grpSpMkLst>
            <pc:docMk/>
            <pc:sldMk cId="1613330869" sldId="285"/>
            <ac:grpSpMk id="10" creationId="{A6BCDF07-419F-45A9-BA17-1E55C50FE7DF}"/>
          </ac:grpSpMkLst>
        </pc:grpChg>
        <pc:grpChg chg="add del mod">
          <ac:chgData name="김 홍규" userId="6d16d8e1c579a2a2" providerId="LiveId" clId="{9381EAF7-C011-4660-98EF-702021640403}" dt="2022-02-17T03:34:54.755" v="18" actId="478"/>
          <ac:grpSpMkLst>
            <pc:docMk/>
            <pc:sldMk cId="1613330869" sldId="285"/>
            <ac:grpSpMk id="15" creationId="{78A9554D-B762-4425-924F-5866D543A3AE}"/>
          </ac:grpSpMkLst>
        </pc:grpChg>
        <pc:grpChg chg="add del mod">
          <ac:chgData name="김 홍규" userId="6d16d8e1c579a2a2" providerId="LiveId" clId="{9381EAF7-C011-4660-98EF-702021640403}" dt="2022-02-17T03:34:54.755" v="18" actId="478"/>
          <ac:grpSpMkLst>
            <pc:docMk/>
            <pc:sldMk cId="1613330869" sldId="285"/>
            <ac:grpSpMk id="22" creationId="{A865CEAA-057E-41B6-8C1C-5EBC608FA49E}"/>
          </ac:grpSpMkLst>
        </pc:grpChg>
        <pc:grpChg chg="add del mod">
          <ac:chgData name="김 홍규" userId="6d16d8e1c579a2a2" providerId="LiveId" clId="{9381EAF7-C011-4660-98EF-702021640403}" dt="2022-02-17T03:34:54.755" v="18" actId="478"/>
          <ac:grpSpMkLst>
            <pc:docMk/>
            <pc:sldMk cId="1613330869" sldId="285"/>
            <ac:grpSpMk id="25" creationId="{B98AB284-6411-4FF4-8695-4890995C4A31}"/>
          </ac:grpSpMkLst>
        </pc:grpChg>
        <pc:grpChg chg="add del mod">
          <ac:chgData name="김 홍규" userId="6d16d8e1c579a2a2" providerId="LiveId" clId="{9381EAF7-C011-4660-98EF-702021640403}" dt="2022-02-17T03:34:54.755" v="18" actId="478"/>
          <ac:grpSpMkLst>
            <pc:docMk/>
            <pc:sldMk cId="1613330869" sldId="285"/>
            <ac:grpSpMk id="30" creationId="{7A2C1B65-AA03-4212-9F53-1A7C37244FEC}"/>
          </ac:grpSpMkLst>
        </pc:grpChg>
        <pc:grpChg chg="add del mod">
          <ac:chgData name="김 홍규" userId="6d16d8e1c579a2a2" providerId="LiveId" clId="{9381EAF7-C011-4660-98EF-702021640403}" dt="2022-02-17T03:34:54.755" v="18" actId="478"/>
          <ac:grpSpMkLst>
            <pc:docMk/>
            <pc:sldMk cId="1613330869" sldId="285"/>
            <ac:grpSpMk id="33" creationId="{943BE16C-50C6-43A1-8E9C-516A6B228969}"/>
          </ac:grpSpMkLst>
        </pc:grpChg>
        <pc:grpChg chg="add del mod">
          <ac:chgData name="김 홍규" userId="6d16d8e1c579a2a2" providerId="LiveId" clId="{9381EAF7-C011-4660-98EF-702021640403}" dt="2022-02-17T03:34:54.755" v="18" actId="478"/>
          <ac:grpSpMkLst>
            <pc:docMk/>
            <pc:sldMk cId="1613330869" sldId="285"/>
            <ac:grpSpMk id="36" creationId="{D449BC27-02A6-4E0B-8A88-B5E37D7E13C6}"/>
          </ac:grpSpMkLst>
        </pc:grpChg>
        <pc:grpChg chg="add del mod">
          <ac:chgData name="김 홍규" userId="6d16d8e1c579a2a2" providerId="LiveId" clId="{9381EAF7-C011-4660-98EF-702021640403}" dt="2022-02-17T03:34:54.755" v="18" actId="478"/>
          <ac:grpSpMkLst>
            <pc:docMk/>
            <pc:sldMk cId="1613330869" sldId="285"/>
            <ac:grpSpMk id="39" creationId="{5D4E2A2F-9192-4CB2-AB94-07A2792724EC}"/>
          </ac:grpSpMkLst>
        </pc:grpChg>
        <pc:grpChg chg="add del mod">
          <ac:chgData name="김 홍규" userId="6d16d8e1c579a2a2" providerId="LiveId" clId="{9381EAF7-C011-4660-98EF-702021640403}" dt="2022-02-17T03:34:54.755" v="18" actId="478"/>
          <ac:grpSpMkLst>
            <pc:docMk/>
            <pc:sldMk cId="1613330869" sldId="285"/>
            <ac:grpSpMk id="42" creationId="{3FFF293D-8F5E-40CA-9136-E48C351DF5B5}"/>
          </ac:grpSpMkLst>
        </pc:grpChg>
        <pc:grpChg chg="add mod">
          <ac:chgData name="김 홍규" userId="6d16d8e1c579a2a2" providerId="LiveId" clId="{9381EAF7-C011-4660-98EF-702021640403}" dt="2022-02-17T03:35:03.435" v="20"/>
          <ac:grpSpMkLst>
            <pc:docMk/>
            <pc:sldMk cId="1613330869" sldId="285"/>
            <ac:grpSpMk id="51" creationId="{E3D1AA76-6C16-4BEF-81BE-DB4EE291BC83}"/>
          </ac:grpSpMkLst>
        </pc:grpChg>
        <pc:grpChg chg="add mod">
          <ac:chgData name="김 홍규" userId="6d16d8e1c579a2a2" providerId="LiveId" clId="{9381EAF7-C011-4660-98EF-702021640403}" dt="2022-02-17T03:35:03.435" v="20"/>
          <ac:grpSpMkLst>
            <pc:docMk/>
            <pc:sldMk cId="1613330869" sldId="285"/>
            <ac:grpSpMk id="54" creationId="{77459DCE-D518-4432-891D-FDCC8105F2CC}"/>
          </ac:grpSpMkLst>
        </pc:grpChg>
        <pc:grpChg chg="mod">
          <ac:chgData name="김 홍규" userId="6d16d8e1c579a2a2" providerId="LiveId" clId="{9381EAF7-C011-4660-98EF-702021640403}" dt="2022-02-17T03:35:03.435" v="20"/>
          <ac:grpSpMkLst>
            <pc:docMk/>
            <pc:sldMk cId="1613330869" sldId="285"/>
            <ac:grpSpMk id="55" creationId="{9799F097-F15B-4470-8FFF-F9C6BB7CC768}"/>
          </ac:grpSpMkLst>
        </pc:grpChg>
        <pc:grpChg chg="add mod">
          <ac:chgData name="김 홍규" userId="6d16d8e1c579a2a2" providerId="LiveId" clId="{9381EAF7-C011-4660-98EF-702021640403}" dt="2022-02-17T03:35:03.435" v="20"/>
          <ac:grpSpMkLst>
            <pc:docMk/>
            <pc:sldMk cId="1613330869" sldId="285"/>
            <ac:grpSpMk id="59" creationId="{D175721B-69D4-4A02-9B0C-D9C7476C8CF3}"/>
          </ac:grpSpMkLst>
        </pc:grpChg>
        <pc:grpChg chg="add mod">
          <ac:chgData name="김 홍규" userId="6d16d8e1c579a2a2" providerId="LiveId" clId="{9381EAF7-C011-4660-98EF-702021640403}" dt="2022-02-17T03:35:03.435" v="20"/>
          <ac:grpSpMkLst>
            <pc:docMk/>
            <pc:sldMk cId="1613330869" sldId="285"/>
            <ac:grpSpMk id="66" creationId="{F2352C36-CAA3-44C3-8C3D-BE9C597EA81F}"/>
          </ac:grpSpMkLst>
        </pc:grpChg>
        <pc:cxnChg chg="mod">
          <ac:chgData name="김 홍규" userId="6d16d8e1c579a2a2" providerId="LiveId" clId="{9381EAF7-C011-4660-98EF-702021640403}" dt="2022-02-17T03:33:15.197" v="15"/>
          <ac:cxnSpMkLst>
            <pc:docMk/>
            <pc:sldMk cId="1613330869" sldId="285"/>
            <ac:cxnSpMk id="16" creationId="{1278385A-94D7-4854-B3DF-587C1DB9C71D}"/>
          </ac:cxnSpMkLst>
        </pc:cxnChg>
        <pc:cxnChg chg="add del mod">
          <ac:chgData name="김 홍규" userId="6d16d8e1c579a2a2" providerId="LiveId" clId="{9381EAF7-C011-4660-98EF-702021640403}" dt="2022-02-17T03:34:54.755" v="18" actId="478"/>
          <ac:cxnSpMkLst>
            <pc:docMk/>
            <pc:sldMk cId="1613330869" sldId="285"/>
            <ac:cxnSpMk id="18" creationId="{A86BAA88-20DF-494B-B1A2-470ADA8D5290}"/>
          </ac:cxnSpMkLst>
        </pc:cxnChg>
        <pc:cxnChg chg="add del mod">
          <ac:chgData name="김 홍규" userId="6d16d8e1c579a2a2" providerId="LiveId" clId="{9381EAF7-C011-4660-98EF-702021640403}" dt="2022-02-17T03:34:54.755" v="18" actId="478"/>
          <ac:cxnSpMkLst>
            <pc:docMk/>
            <pc:sldMk cId="1613330869" sldId="285"/>
            <ac:cxnSpMk id="19" creationId="{AE4FA5CA-E35B-418F-AFDD-6EB4A69D599A}"/>
          </ac:cxnSpMkLst>
        </pc:cxnChg>
        <pc:cxnChg chg="add del mod">
          <ac:chgData name="김 홍규" userId="6d16d8e1c579a2a2" providerId="LiveId" clId="{9381EAF7-C011-4660-98EF-702021640403}" dt="2022-02-17T03:34:54.755" v="18" actId="478"/>
          <ac:cxnSpMkLst>
            <pc:docMk/>
            <pc:sldMk cId="1613330869" sldId="285"/>
            <ac:cxnSpMk id="20" creationId="{D5CB13CE-B019-471A-9B2B-9A4504E90E91}"/>
          </ac:cxnSpMkLst>
        </pc:cxnChg>
        <pc:cxnChg chg="add del mod">
          <ac:chgData name="김 홍규" userId="6d16d8e1c579a2a2" providerId="LiveId" clId="{9381EAF7-C011-4660-98EF-702021640403}" dt="2022-02-17T03:34:54.755" v="18" actId="478"/>
          <ac:cxnSpMkLst>
            <pc:docMk/>
            <pc:sldMk cId="1613330869" sldId="285"/>
            <ac:cxnSpMk id="21" creationId="{A655DC2D-AB98-4F1F-8AA9-E97394EB0276}"/>
          </ac:cxnSpMkLst>
        </pc:cxnChg>
        <pc:cxnChg chg="mod">
          <ac:chgData name="김 홍규" userId="6d16d8e1c579a2a2" providerId="LiveId" clId="{9381EAF7-C011-4660-98EF-702021640403}" dt="2022-02-17T03:35:03.435" v="20"/>
          <ac:cxnSpMkLst>
            <pc:docMk/>
            <pc:sldMk cId="1613330869" sldId="285"/>
            <ac:cxnSpMk id="67" creationId="{05F9CC9F-B393-495E-9358-80F71CF5C136}"/>
          </ac:cxnSpMkLst>
        </pc:cxnChg>
        <pc:cxnChg chg="add mod">
          <ac:chgData name="김 홍규" userId="6d16d8e1c579a2a2" providerId="LiveId" clId="{9381EAF7-C011-4660-98EF-702021640403}" dt="2022-02-17T03:35:03.435" v="20"/>
          <ac:cxnSpMkLst>
            <pc:docMk/>
            <pc:sldMk cId="1613330869" sldId="285"/>
            <ac:cxnSpMk id="69" creationId="{19BD732D-76E2-44D3-9A43-A285150DB8E7}"/>
          </ac:cxnSpMkLst>
        </pc:cxnChg>
      </pc:sldChg>
      <pc:sldChg chg="modSp new mod">
        <pc:chgData name="김 홍규" userId="6d16d8e1c579a2a2" providerId="LiveId" clId="{9381EAF7-C011-4660-98EF-702021640403}" dt="2022-02-17T04:58:22.888" v="536" actId="20577"/>
        <pc:sldMkLst>
          <pc:docMk/>
          <pc:sldMk cId="3242691284" sldId="286"/>
        </pc:sldMkLst>
        <pc:spChg chg="mod">
          <ac:chgData name="김 홍규" userId="6d16d8e1c579a2a2" providerId="LiveId" clId="{9381EAF7-C011-4660-98EF-702021640403}" dt="2022-02-17T04:54:27.174" v="263"/>
          <ac:spMkLst>
            <pc:docMk/>
            <pc:sldMk cId="3242691284" sldId="286"/>
            <ac:spMk id="2" creationId="{34241F8D-EBE9-4E28-90B4-B592DFA69A40}"/>
          </ac:spMkLst>
        </pc:spChg>
        <pc:spChg chg="mod">
          <ac:chgData name="김 홍규" userId="6d16d8e1c579a2a2" providerId="LiveId" clId="{9381EAF7-C011-4660-98EF-702021640403}" dt="2022-02-17T04:58:22.888" v="536" actId="20577"/>
          <ac:spMkLst>
            <pc:docMk/>
            <pc:sldMk cId="3242691284" sldId="286"/>
            <ac:spMk id="3" creationId="{95E4F3FE-732D-4A45-B487-F98FA00373E3}"/>
          </ac:spMkLst>
        </pc:spChg>
      </pc:sldChg>
      <pc:sldChg chg="addSp delSp modSp new mod">
        <pc:chgData name="김 홍규" userId="6d16d8e1c579a2a2" providerId="LiveId" clId="{9381EAF7-C011-4660-98EF-702021640403}" dt="2022-02-17T04:58:59.424" v="543" actId="14100"/>
        <pc:sldMkLst>
          <pc:docMk/>
          <pc:sldMk cId="97101621" sldId="287"/>
        </pc:sldMkLst>
        <pc:spChg chg="del">
          <ac:chgData name="김 홍규" userId="6d16d8e1c579a2a2" providerId="LiveId" clId="{9381EAF7-C011-4660-98EF-702021640403}" dt="2022-02-17T04:58:48.607" v="538" actId="478"/>
          <ac:spMkLst>
            <pc:docMk/>
            <pc:sldMk cId="97101621" sldId="287"/>
            <ac:spMk id="2" creationId="{ABA61BFB-AD59-4480-A059-252736E224AE}"/>
          </ac:spMkLst>
        </pc:spChg>
        <pc:spChg chg="del">
          <ac:chgData name="김 홍규" userId="6d16d8e1c579a2a2" providerId="LiveId" clId="{9381EAF7-C011-4660-98EF-702021640403}" dt="2022-02-17T04:58:48.607" v="538" actId="478"/>
          <ac:spMkLst>
            <pc:docMk/>
            <pc:sldMk cId="97101621" sldId="287"/>
            <ac:spMk id="3" creationId="{EABEE76A-6C4B-4226-8082-E194A32B0C4F}"/>
          </ac:spMkLst>
        </pc:spChg>
        <pc:spChg chg="add mod">
          <ac:chgData name="김 홍규" userId="6d16d8e1c579a2a2" providerId="LiveId" clId="{9381EAF7-C011-4660-98EF-702021640403}" dt="2022-02-17T04:58:49.782" v="539"/>
          <ac:spMkLst>
            <pc:docMk/>
            <pc:sldMk cId="97101621" sldId="287"/>
            <ac:spMk id="4" creationId="{F5B89444-A02A-4E68-A443-767F80F6EE7D}"/>
          </ac:spMkLst>
        </pc:spChg>
        <pc:spChg chg="add mod">
          <ac:chgData name="김 홍규" userId="6d16d8e1c579a2a2" providerId="LiveId" clId="{9381EAF7-C011-4660-98EF-702021640403}" dt="2022-02-17T04:58:59.424" v="543" actId="14100"/>
          <ac:spMkLst>
            <pc:docMk/>
            <pc:sldMk cId="97101621" sldId="287"/>
            <ac:spMk id="5" creationId="{D23B92FB-EA16-4728-B43A-E4A1641579FD}"/>
          </ac:spMkLst>
        </pc:spChg>
      </pc:sldChg>
      <pc:sldChg chg="addSp delSp modSp new mod">
        <pc:chgData name="김 홍규" userId="6d16d8e1c579a2a2" providerId="LiveId" clId="{9381EAF7-C011-4660-98EF-702021640403}" dt="2022-02-17T05:15:33.754" v="1617" actId="20577"/>
        <pc:sldMkLst>
          <pc:docMk/>
          <pc:sldMk cId="975083843" sldId="288"/>
        </pc:sldMkLst>
        <pc:spChg chg="mod">
          <ac:chgData name="김 홍규" userId="6d16d8e1c579a2a2" providerId="LiveId" clId="{9381EAF7-C011-4660-98EF-702021640403}" dt="2022-02-17T05:06:37.368" v="692" actId="20577"/>
          <ac:spMkLst>
            <pc:docMk/>
            <pc:sldMk cId="975083843" sldId="288"/>
            <ac:spMk id="2" creationId="{D7CA6153-F60E-4D3F-86F5-12C3D38BC679}"/>
          </ac:spMkLst>
        </pc:spChg>
        <pc:spChg chg="del">
          <ac:chgData name="김 홍규" userId="6d16d8e1c579a2a2" providerId="LiveId" clId="{9381EAF7-C011-4660-98EF-702021640403}" dt="2022-02-17T05:00:21.499" v="587" actId="478"/>
          <ac:spMkLst>
            <pc:docMk/>
            <pc:sldMk cId="975083843" sldId="288"/>
            <ac:spMk id="3" creationId="{C4C43085-D9B4-4EA6-B246-A2EB13F42769}"/>
          </ac:spMkLst>
        </pc:spChg>
        <pc:spChg chg="add del mod">
          <ac:chgData name="김 홍규" userId="6d16d8e1c579a2a2" providerId="LiveId" clId="{9381EAF7-C011-4660-98EF-702021640403}" dt="2022-02-17T05:02:00.986" v="591" actId="478"/>
          <ac:spMkLst>
            <pc:docMk/>
            <pc:sldMk cId="975083843" sldId="288"/>
            <ac:spMk id="4" creationId="{EE19416F-1415-411F-BC8A-EDEA89178AF9}"/>
          </ac:spMkLst>
        </pc:spChg>
        <pc:spChg chg="add mod">
          <ac:chgData name="김 홍규" userId="6d16d8e1c579a2a2" providerId="LiveId" clId="{9381EAF7-C011-4660-98EF-702021640403}" dt="2022-02-17T05:06:51.598" v="694" actId="1076"/>
          <ac:spMkLst>
            <pc:docMk/>
            <pc:sldMk cId="975083843" sldId="288"/>
            <ac:spMk id="5" creationId="{45755B47-DD59-40B9-BF7F-325F64750EE6}"/>
          </ac:spMkLst>
        </pc:spChg>
        <pc:spChg chg="add del">
          <ac:chgData name="김 홍규" userId="6d16d8e1c579a2a2" providerId="LiveId" clId="{9381EAF7-C011-4660-98EF-702021640403}" dt="2022-02-17T05:02:12.912" v="596" actId="478"/>
          <ac:spMkLst>
            <pc:docMk/>
            <pc:sldMk cId="975083843" sldId="288"/>
            <ac:spMk id="6" creationId="{826141E8-1DB7-4CCC-A8DD-68759FEB0AFA}"/>
          </ac:spMkLst>
        </pc:spChg>
        <pc:spChg chg="add mod">
          <ac:chgData name="김 홍규" userId="6d16d8e1c579a2a2" providerId="LiveId" clId="{9381EAF7-C011-4660-98EF-702021640403}" dt="2022-02-17T05:06:51.598" v="694" actId="1076"/>
          <ac:spMkLst>
            <pc:docMk/>
            <pc:sldMk cId="975083843" sldId="288"/>
            <ac:spMk id="7" creationId="{2285E650-1AEE-4636-A268-664DC4439FB5}"/>
          </ac:spMkLst>
        </pc:spChg>
        <pc:spChg chg="add del mod">
          <ac:chgData name="김 홍규" userId="6d16d8e1c579a2a2" providerId="LiveId" clId="{9381EAF7-C011-4660-98EF-702021640403}" dt="2022-02-17T05:03:12.576" v="640" actId="478"/>
          <ac:spMkLst>
            <pc:docMk/>
            <pc:sldMk cId="975083843" sldId="288"/>
            <ac:spMk id="8" creationId="{C82F273F-3110-48E4-B95A-5065C0882988}"/>
          </ac:spMkLst>
        </pc:spChg>
        <pc:spChg chg="add mod">
          <ac:chgData name="김 홍규" userId="6d16d8e1c579a2a2" providerId="LiveId" clId="{9381EAF7-C011-4660-98EF-702021640403}" dt="2022-02-17T05:06:51.598" v="694" actId="1076"/>
          <ac:spMkLst>
            <pc:docMk/>
            <pc:sldMk cId="975083843" sldId="288"/>
            <ac:spMk id="9" creationId="{E2ECA9CC-DDC5-4056-8522-85777F497D60}"/>
          </ac:spMkLst>
        </pc:spChg>
        <pc:spChg chg="add mod">
          <ac:chgData name="김 홍규" userId="6d16d8e1c579a2a2" providerId="LiveId" clId="{9381EAF7-C011-4660-98EF-702021640403}" dt="2022-02-17T05:06:51.598" v="694" actId="1076"/>
          <ac:spMkLst>
            <pc:docMk/>
            <pc:sldMk cId="975083843" sldId="288"/>
            <ac:spMk id="10" creationId="{2FED5BF7-2D77-4F71-8437-BC6A473B5072}"/>
          </ac:spMkLst>
        </pc:spChg>
        <pc:spChg chg="add mod">
          <ac:chgData name="김 홍규" userId="6d16d8e1c579a2a2" providerId="LiveId" clId="{9381EAF7-C011-4660-98EF-702021640403}" dt="2022-02-17T05:06:51.598" v="694" actId="1076"/>
          <ac:spMkLst>
            <pc:docMk/>
            <pc:sldMk cId="975083843" sldId="288"/>
            <ac:spMk id="11" creationId="{D0A21462-8B95-4FD5-A78F-DB2ADBE738CB}"/>
          </ac:spMkLst>
        </pc:spChg>
        <pc:spChg chg="add del mod">
          <ac:chgData name="김 홍규" userId="6d16d8e1c579a2a2" providerId="LiveId" clId="{9381EAF7-C011-4660-98EF-702021640403}" dt="2022-02-17T05:03:22.169" v="643" actId="478"/>
          <ac:spMkLst>
            <pc:docMk/>
            <pc:sldMk cId="975083843" sldId="288"/>
            <ac:spMk id="12" creationId="{4F2DDF1F-D0B1-44F0-8903-C74734BD2DEF}"/>
          </ac:spMkLst>
        </pc:spChg>
        <pc:spChg chg="add del mod">
          <ac:chgData name="김 홍규" userId="6d16d8e1c579a2a2" providerId="LiveId" clId="{9381EAF7-C011-4660-98EF-702021640403}" dt="2022-02-17T05:03:23.090" v="644" actId="478"/>
          <ac:spMkLst>
            <pc:docMk/>
            <pc:sldMk cId="975083843" sldId="288"/>
            <ac:spMk id="13" creationId="{E253B973-D215-4E6C-8E23-7D2AC4EF67F8}"/>
          </ac:spMkLst>
        </pc:spChg>
        <pc:spChg chg="mod topLvl">
          <ac:chgData name="김 홍규" userId="6d16d8e1c579a2a2" providerId="LiveId" clId="{9381EAF7-C011-4660-98EF-702021640403}" dt="2022-02-17T05:06:51.598" v="694" actId="1076"/>
          <ac:spMkLst>
            <pc:docMk/>
            <pc:sldMk cId="975083843" sldId="288"/>
            <ac:spMk id="30" creationId="{AA0442FC-D166-4F93-A3A1-A55CCEE3A1B5}"/>
          </ac:spMkLst>
        </pc:spChg>
        <pc:spChg chg="del mod topLvl">
          <ac:chgData name="김 홍규" userId="6d16d8e1c579a2a2" providerId="LiveId" clId="{9381EAF7-C011-4660-98EF-702021640403}" dt="2022-02-17T05:05:54.354" v="673" actId="478"/>
          <ac:spMkLst>
            <pc:docMk/>
            <pc:sldMk cId="975083843" sldId="288"/>
            <ac:spMk id="31" creationId="{253A8661-2D5A-4961-BD5F-728CCAB2BD12}"/>
          </ac:spMkLst>
        </pc:spChg>
        <pc:spChg chg="add del mod">
          <ac:chgData name="김 홍규" userId="6d16d8e1c579a2a2" providerId="LiveId" clId="{9381EAF7-C011-4660-98EF-702021640403}" dt="2022-02-17T05:15:13.946" v="1613" actId="478"/>
          <ac:spMkLst>
            <pc:docMk/>
            <pc:sldMk cId="975083843" sldId="288"/>
            <ac:spMk id="36" creationId="{8247EA07-C396-42AB-919D-2739398E8356}"/>
          </ac:spMkLst>
        </pc:spChg>
        <pc:spChg chg="add mod">
          <ac:chgData name="김 홍규" userId="6d16d8e1c579a2a2" providerId="LiveId" clId="{9381EAF7-C011-4660-98EF-702021640403}" dt="2022-02-17T05:11:17.014" v="874" actId="1076"/>
          <ac:spMkLst>
            <pc:docMk/>
            <pc:sldMk cId="975083843" sldId="288"/>
            <ac:spMk id="37" creationId="{5427D9F8-55C1-4314-A860-3C534734410B}"/>
          </ac:spMkLst>
        </pc:spChg>
        <pc:spChg chg="add mod">
          <ac:chgData name="김 홍규" userId="6d16d8e1c579a2a2" providerId="LiveId" clId="{9381EAF7-C011-4660-98EF-702021640403}" dt="2022-02-17T05:11:17.014" v="874" actId="1076"/>
          <ac:spMkLst>
            <pc:docMk/>
            <pc:sldMk cId="975083843" sldId="288"/>
            <ac:spMk id="38" creationId="{0180E4A1-4450-4C17-8CF6-D961CBCF1186}"/>
          </ac:spMkLst>
        </pc:spChg>
        <pc:spChg chg="add mod">
          <ac:chgData name="김 홍규" userId="6d16d8e1c579a2a2" providerId="LiveId" clId="{9381EAF7-C011-4660-98EF-702021640403}" dt="2022-02-17T05:11:17.014" v="874" actId="1076"/>
          <ac:spMkLst>
            <pc:docMk/>
            <pc:sldMk cId="975083843" sldId="288"/>
            <ac:spMk id="39" creationId="{9EFBC91D-5E5A-4059-8BA6-3BF9ECE38659}"/>
          </ac:spMkLst>
        </pc:spChg>
        <pc:spChg chg="add del mod">
          <ac:chgData name="김 홍규" userId="6d16d8e1c579a2a2" providerId="LiveId" clId="{9381EAF7-C011-4660-98EF-702021640403}" dt="2022-02-17T05:08:24.152" v="749" actId="478"/>
          <ac:spMkLst>
            <pc:docMk/>
            <pc:sldMk cId="975083843" sldId="288"/>
            <ac:spMk id="40" creationId="{EDF7ACA2-B2B9-4F8C-9C01-9FA43CF39B23}"/>
          </ac:spMkLst>
        </pc:spChg>
        <pc:spChg chg="add mod">
          <ac:chgData name="김 홍규" userId="6d16d8e1c579a2a2" providerId="LiveId" clId="{9381EAF7-C011-4660-98EF-702021640403}" dt="2022-02-17T05:11:17.014" v="874" actId="1076"/>
          <ac:spMkLst>
            <pc:docMk/>
            <pc:sldMk cId="975083843" sldId="288"/>
            <ac:spMk id="41" creationId="{3D6806FD-822C-4BDE-BC14-163AAAE436DB}"/>
          </ac:spMkLst>
        </pc:spChg>
        <pc:spChg chg="add mod">
          <ac:chgData name="김 홍규" userId="6d16d8e1c579a2a2" providerId="LiveId" clId="{9381EAF7-C011-4660-98EF-702021640403}" dt="2022-02-17T05:11:17.014" v="874" actId="1076"/>
          <ac:spMkLst>
            <pc:docMk/>
            <pc:sldMk cId="975083843" sldId="288"/>
            <ac:spMk id="45" creationId="{B097FDE8-5F4C-4BFF-A173-837F1D69CC8F}"/>
          </ac:spMkLst>
        </pc:spChg>
        <pc:spChg chg="add mod">
          <ac:chgData name="김 홍규" userId="6d16d8e1c579a2a2" providerId="LiveId" clId="{9381EAF7-C011-4660-98EF-702021640403}" dt="2022-02-17T05:14:06.791" v="1595" actId="20577"/>
          <ac:spMkLst>
            <pc:docMk/>
            <pc:sldMk cId="975083843" sldId="288"/>
            <ac:spMk id="47" creationId="{B9CB4EAA-AE37-42FA-9AA1-DC1311A6D8F0}"/>
          </ac:spMkLst>
        </pc:spChg>
        <pc:spChg chg="add mod">
          <ac:chgData name="김 홍규" userId="6d16d8e1c579a2a2" providerId="LiveId" clId="{9381EAF7-C011-4660-98EF-702021640403}" dt="2022-02-17T05:14:18.793" v="1598" actId="20577"/>
          <ac:spMkLst>
            <pc:docMk/>
            <pc:sldMk cId="975083843" sldId="288"/>
            <ac:spMk id="48" creationId="{C73C575D-9925-470C-85EB-84245D4CD0A7}"/>
          </ac:spMkLst>
        </pc:spChg>
        <pc:spChg chg="add mod">
          <ac:chgData name="김 홍규" userId="6d16d8e1c579a2a2" providerId="LiveId" clId="{9381EAF7-C011-4660-98EF-702021640403}" dt="2022-02-17T05:15:33.754" v="1617" actId="20577"/>
          <ac:spMkLst>
            <pc:docMk/>
            <pc:sldMk cId="975083843" sldId="288"/>
            <ac:spMk id="49" creationId="{1130979F-5ACE-4306-BAE8-D8F7B4BDEA68}"/>
          </ac:spMkLst>
        </pc:spChg>
        <pc:grpChg chg="add del mod">
          <ac:chgData name="김 홍규" userId="6d16d8e1c579a2a2" providerId="LiveId" clId="{9381EAF7-C011-4660-98EF-702021640403}" dt="2022-02-17T05:05:54.354" v="673" actId="478"/>
          <ac:grpSpMkLst>
            <pc:docMk/>
            <pc:sldMk cId="975083843" sldId="288"/>
            <ac:grpSpMk id="29" creationId="{82BE162B-7197-406B-8E41-6EECF454DD9F}"/>
          </ac:grpSpMkLst>
        </pc:grpChg>
        <pc:cxnChg chg="add del mod">
          <ac:chgData name="김 홍규" userId="6d16d8e1c579a2a2" providerId="LiveId" clId="{9381EAF7-C011-4660-98EF-702021640403}" dt="2022-02-17T05:03:38.336" v="647" actId="478"/>
          <ac:cxnSpMkLst>
            <pc:docMk/>
            <pc:sldMk cId="975083843" sldId="288"/>
            <ac:cxnSpMk id="15" creationId="{2510FA37-BA06-47E7-9665-415C69603057}"/>
          </ac:cxnSpMkLst>
        </pc:cxnChg>
        <pc:cxnChg chg="add mod">
          <ac:chgData name="김 홍규" userId="6d16d8e1c579a2a2" providerId="LiveId" clId="{9381EAF7-C011-4660-98EF-702021640403}" dt="2022-02-17T05:06:51.598" v="694" actId="1076"/>
          <ac:cxnSpMkLst>
            <pc:docMk/>
            <pc:sldMk cId="975083843" sldId="288"/>
            <ac:cxnSpMk id="17" creationId="{2848BD23-D425-4427-AF38-3E62E1C4CD28}"/>
          </ac:cxnSpMkLst>
        </pc:cxnChg>
        <pc:cxnChg chg="add mod">
          <ac:chgData name="김 홍규" userId="6d16d8e1c579a2a2" providerId="LiveId" clId="{9381EAF7-C011-4660-98EF-702021640403}" dt="2022-02-17T05:06:51.598" v="694" actId="1076"/>
          <ac:cxnSpMkLst>
            <pc:docMk/>
            <pc:sldMk cId="975083843" sldId="288"/>
            <ac:cxnSpMk id="18" creationId="{8285E098-1E4D-4CA5-BCC6-BD274FB88E71}"/>
          </ac:cxnSpMkLst>
        </pc:cxnChg>
        <pc:cxnChg chg="add mod">
          <ac:chgData name="김 홍규" userId="6d16d8e1c579a2a2" providerId="LiveId" clId="{9381EAF7-C011-4660-98EF-702021640403}" dt="2022-02-17T05:06:51.598" v="694" actId="1076"/>
          <ac:cxnSpMkLst>
            <pc:docMk/>
            <pc:sldMk cId="975083843" sldId="288"/>
            <ac:cxnSpMk id="21" creationId="{AD7BB1F9-C252-4A18-9356-DDF07EE5AB9A}"/>
          </ac:cxnSpMkLst>
        </pc:cxnChg>
        <pc:cxnChg chg="add mod">
          <ac:chgData name="김 홍규" userId="6d16d8e1c579a2a2" providerId="LiveId" clId="{9381EAF7-C011-4660-98EF-702021640403}" dt="2022-02-17T05:06:51.598" v="694" actId="1076"/>
          <ac:cxnSpMkLst>
            <pc:docMk/>
            <pc:sldMk cId="975083843" sldId="288"/>
            <ac:cxnSpMk id="24" creationId="{EE25BCC2-8EFC-4D4E-8B2D-E14F8A1846FE}"/>
          </ac:cxnSpMkLst>
        </pc:cxnChg>
        <pc:cxnChg chg="add mod">
          <ac:chgData name="김 홍규" userId="6d16d8e1c579a2a2" providerId="LiveId" clId="{9381EAF7-C011-4660-98EF-702021640403}" dt="2022-02-17T05:06:51.598" v="694" actId="1076"/>
          <ac:cxnSpMkLst>
            <pc:docMk/>
            <pc:sldMk cId="975083843" sldId="288"/>
            <ac:cxnSpMk id="32" creationId="{9EEABC82-346A-4DE4-8B29-0BCD60C5E4BB}"/>
          </ac:cxnSpMkLst>
        </pc:cxnChg>
        <pc:cxnChg chg="add mod">
          <ac:chgData name="김 홍규" userId="6d16d8e1c579a2a2" providerId="LiveId" clId="{9381EAF7-C011-4660-98EF-702021640403}" dt="2022-02-17T05:11:17.014" v="874" actId="1076"/>
          <ac:cxnSpMkLst>
            <pc:docMk/>
            <pc:sldMk cId="975083843" sldId="288"/>
            <ac:cxnSpMk id="42" creationId="{4F83F158-9C94-4210-972F-1283ED976D92}"/>
          </ac:cxnSpMkLst>
        </pc:cxnChg>
        <pc:cxnChg chg="add del mod">
          <ac:chgData name="김 홍규" userId="6d16d8e1c579a2a2" providerId="LiveId" clId="{9381EAF7-C011-4660-98EF-702021640403}" dt="2022-02-17T05:10:41.887" v="846" actId="478"/>
          <ac:cxnSpMkLst>
            <pc:docMk/>
            <pc:sldMk cId="975083843" sldId="288"/>
            <ac:cxnSpMk id="46" creationId="{87E351FA-99AB-4C61-ABE0-1E04E229D5AC}"/>
          </ac:cxnSpMkLst>
        </pc:cxnChg>
      </pc:sldChg>
    </pc:docChg>
  </pc:docChgLst>
  <pc:docChgLst>
    <pc:chgData name="김 홍규" userId="6d16d8e1c579a2a2" providerId="Windows Live" clId="Web-{727B5B27-5538-44D2-8A34-E00A40722B53}"/>
    <pc:docChg chg="modSld">
      <pc:chgData name="김 홍규" userId="6d16d8e1c579a2a2" providerId="Windows Live" clId="Web-{727B5B27-5538-44D2-8A34-E00A40722B53}" dt="2023-11-26T00:21:04.933" v="1" actId="1076"/>
      <pc:docMkLst>
        <pc:docMk/>
      </pc:docMkLst>
      <pc:sldChg chg="modSp">
        <pc:chgData name="김 홍규" userId="6d16d8e1c579a2a2" providerId="Windows Live" clId="Web-{727B5B27-5538-44D2-8A34-E00A40722B53}" dt="2023-11-26T00:21:04.933" v="1" actId="1076"/>
        <pc:sldMkLst>
          <pc:docMk/>
          <pc:sldMk cId="0" sldId="266"/>
        </pc:sldMkLst>
        <pc:cxnChg chg="mod">
          <ac:chgData name="김 홍규" userId="6d16d8e1c579a2a2" providerId="Windows Live" clId="Web-{727B5B27-5538-44D2-8A34-E00A40722B53}" dt="2023-11-26T00:21:04.933" v="1" actId="1076"/>
          <ac:cxnSpMkLst>
            <pc:docMk/>
            <pc:sldMk cId="0" sldId="266"/>
            <ac:cxnSpMk id="655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1238de3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1238de3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1238de337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f1238de337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f1238de337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f1238de337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f1238de337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f1238de337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f2f441fae5_3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f2f441fae5_3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f1238de337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f1238de337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f1238de337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f1238de337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f2f441fae5_3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f2f441fae5_3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f1238de337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f1238de337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f1238de337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f1238de337_0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f2f441fae5_3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f2f441fae5_3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4258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f2f441fae5_3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f2f441fae5_3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f2f441fae5_3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f2f441fae5_3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614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f2f441fae5_3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f2f441fae5_3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f2f441fae5_3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f2f441fae5_3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f2f441fae5_3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f2f441fae5_3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f2f441fae5_3_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f2f441fae5_3_6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f2f441fae5_3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f2f441fae5_3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f2f441fae5_3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f2f441fae5_3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f2f441fae5_3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f2f441fae5_3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f1238de337_0_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f1238de337_0_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f1238de337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f1238de337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f1238de337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f1238de337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f1238de337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f1238de337_0_7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f1238de337_0_1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f1238de337_0_1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f1238de337_0_1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f1238de337_0_1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0170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f1238de337_0_9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f1238de337_0_9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f1238de337_0_9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f1238de337_0_9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2358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f1238de337_0_9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f1238de337_0_9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10693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gf1238de337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5" name="Google Shape;1655;gf1238de337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f1238de337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f1238de337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f1238de337_0_1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gf1238de337_0_1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f1238de337_0_1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gf1238de337_0_1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19196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f1238de337_0_1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f1238de337_0_1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이진트리</a:t>
            </a:r>
            <a:r>
              <a:rPr lang="en-US" altLang="ko" dirty="0"/>
              <a:t> </a:t>
            </a:r>
            <a:r>
              <a:rPr lang="ko-KR" altLang="en-US" dirty="0"/>
              <a:t>그리기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자료구조 그리기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490D9E-6ADE-5AFA-2F50-81B75F0E91D8}"/>
              </a:ext>
            </a:extLst>
          </p:cNvPr>
          <p:cNvSpPr txBox="1"/>
          <p:nvPr/>
        </p:nvSpPr>
        <p:spPr>
          <a:xfrm>
            <a:off x="6178550" y="4097004"/>
            <a:ext cx="29654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Ver. 1.00</a:t>
            </a:r>
            <a:br>
              <a:rPr lang="en-US" altLang="ko-KR" dirty="0"/>
            </a:br>
            <a:r>
              <a:rPr lang="en-US" altLang="ko-KR" dirty="0"/>
              <a:t>LastUpdate:2022.05.02</a:t>
            </a:r>
          </a:p>
          <a:p>
            <a:pPr algn="r"/>
            <a:r>
              <a:rPr lang="en-US" altLang="ko-KR" dirty="0"/>
              <a:t>downkhg@gmail.com</a:t>
            </a:r>
          </a:p>
          <a:p>
            <a:pPr algn="r"/>
            <a:r>
              <a:rPr lang="ko-KR" altLang="en-US" dirty="0"/>
              <a:t>김홍규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09;p15">
            <a:extLst>
              <a:ext uri="{FF2B5EF4-FFF2-40B4-BE49-F238E27FC236}">
                <a16:creationId xmlns:a16="http://schemas.microsoft.com/office/drawing/2014/main" id="{B145E9DC-C33E-4D26-849B-8C91F8DEBF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프로그램에서 사용되는 그림 설명</a:t>
            </a:r>
            <a:endParaRPr/>
          </a:p>
        </p:txBody>
      </p:sp>
      <p:grpSp>
        <p:nvGrpSpPr>
          <p:cNvPr id="51" name="Google Shape;110;p15">
            <a:extLst>
              <a:ext uri="{FF2B5EF4-FFF2-40B4-BE49-F238E27FC236}">
                <a16:creationId xmlns:a16="http://schemas.microsoft.com/office/drawing/2014/main" id="{E3D1AA76-6C16-4BEF-81BE-DB4EE291BC83}"/>
              </a:ext>
            </a:extLst>
          </p:cNvPr>
          <p:cNvGrpSpPr/>
          <p:nvPr/>
        </p:nvGrpSpPr>
        <p:grpSpPr>
          <a:xfrm>
            <a:off x="517150" y="2190750"/>
            <a:ext cx="803700" cy="559200"/>
            <a:chOff x="725125" y="742575"/>
            <a:chExt cx="803700" cy="559200"/>
          </a:xfrm>
        </p:grpSpPr>
        <p:sp>
          <p:nvSpPr>
            <p:cNvPr id="52" name="Google Shape;111;p15">
              <a:extLst>
                <a:ext uri="{FF2B5EF4-FFF2-40B4-BE49-F238E27FC236}">
                  <a16:creationId xmlns:a16="http://schemas.microsoft.com/office/drawing/2014/main" id="{3C8C09D6-F360-46BC-B041-E9292C0666C5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지역변수</a:t>
              </a:r>
              <a:endParaRPr sz="1200"/>
            </a:p>
          </p:txBody>
        </p:sp>
        <p:sp>
          <p:nvSpPr>
            <p:cNvPr id="53" name="Google Shape;112;p15">
              <a:extLst>
                <a:ext uri="{FF2B5EF4-FFF2-40B4-BE49-F238E27FC236}">
                  <a16:creationId xmlns:a16="http://schemas.microsoft.com/office/drawing/2014/main" id="{9797BE64-4884-4199-B190-6ACD8A231384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value</a:t>
              </a:r>
              <a:endParaRPr/>
            </a:p>
          </p:txBody>
        </p:sp>
      </p:grpSp>
      <p:grpSp>
        <p:nvGrpSpPr>
          <p:cNvPr id="54" name="Google Shape;113;p15">
            <a:extLst>
              <a:ext uri="{FF2B5EF4-FFF2-40B4-BE49-F238E27FC236}">
                <a16:creationId xmlns:a16="http://schemas.microsoft.com/office/drawing/2014/main" id="{77459DCE-D518-4432-891D-FDCC8105F2CC}"/>
              </a:ext>
            </a:extLst>
          </p:cNvPr>
          <p:cNvGrpSpPr/>
          <p:nvPr/>
        </p:nvGrpSpPr>
        <p:grpSpPr>
          <a:xfrm>
            <a:off x="517150" y="2943225"/>
            <a:ext cx="803700" cy="838800"/>
            <a:chOff x="6538675" y="262075"/>
            <a:chExt cx="803700" cy="838800"/>
          </a:xfrm>
        </p:grpSpPr>
        <p:grpSp>
          <p:nvGrpSpPr>
            <p:cNvPr id="55" name="Google Shape;114;p15">
              <a:extLst>
                <a:ext uri="{FF2B5EF4-FFF2-40B4-BE49-F238E27FC236}">
                  <a16:creationId xmlns:a16="http://schemas.microsoft.com/office/drawing/2014/main" id="{9799F097-F15B-4470-8FFF-F9C6BB7CC768}"/>
                </a:ext>
              </a:extLst>
            </p:cNvPr>
            <p:cNvGrpSpPr/>
            <p:nvPr/>
          </p:nvGrpSpPr>
          <p:grpSpPr>
            <a:xfrm>
              <a:off x="6538675" y="262075"/>
              <a:ext cx="803700" cy="559200"/>
              <a:chOff x="725125" y="742575"/>
              <a:chExt cx="803700" cy="559200"/>
            </a:xfrm>
          </p:grpSpPr>
          <p:sp>
            <p:nvSpPr>
              <p:cNvPr id="57" name="Google Shape;115;p15">
                <a:extLst>
                  <a:ext uri="{FF2B5EF4-FFF2-40B4-BE49-F238E27FC236}">
                    <a16:creationId xmlns:a16="http://schemas.microsoft.com/office/drawing/2014/main" id="{4FE35366-77CB-459B-B13B-F3D923A40533}"/>
                  </a:ext>
                </a:extLst>
              </p:cNvPr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동적할당</a:t>
                </a:r>
                <a:endParaRPr sz="1200"/>
              </a:p>
            </p:txBody>
          </p:sp>
          <p:sp>
            <p:nvSpPr>
              <p:cNvPr id="58" name="Google Shape;116;p15">
                <a:extLst>
                  <a:ext uri="{FF2B5EF4-FFF2-40B4-BE49-F238E27FC236}">
                    <a16:creationId xmlns:a16="http://schemas.microsoft.com/office/drawing/2014/main" id="{71F99AAC-10D1-4338-8BD2-3921A6A8C9DB}"/>
                  </a:ext>
                </a:extLst>
              </p:cNvPr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data</a:t>
                </a:r>
                <a:endParaRPr/>
              </a:p>
            </p:txBody>
          </p:sp>
        </p:grpSp>
        <p:sp>
          <p:nvSpPr>
            <p:cNvPr id="56" name="Google Shape;117;p15">
              <a:extLst>
                <a:ext uri="{FF2B5EF4-FFF2-40B4-BE49-F238E27FC236}">
                  <a16:creationId xmlns:a16="http://schemas.microsoft.com/office/drawing/2014/main" id="{6C3C5B57-0293-4123-A3DE-E1B50CDB5557}"/>
                </a:ext>
              </a:extLst>
            </p:cNvPr>
            <p:cNvSpPr/>
            <p:nvPr/>
          </p:nvSpPr>
          <p:spPr>
            <a:xfrm>
              <a:off x="6538675" y="821275"/>
              <a:ext cx="387409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4000" tIns="54000" rIns="54000" bIns="540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 dirty="0"/>
                <a:t>p</a:t>
              </a:r>
              <a:r>
                <a:rPr lang="en-US" altLang="ko" sz="800" dirty="0"/>
                <a:t>Left</a:t>
              </a:r>
              <a:endParaRPr sz="800" dirty="0"/>
            </a:p>
          </p:txBody>
        </p:sp>
      </p:grpSp>
      <p:grpSp>
        <p:nvGrpSpPr>
          <p:cNvPr id="59" name="Google Shape;118;p15">
            <a:extLst>
              <a:ext uri="{FF2B5EF4-FFF2-40B4-BE49-F238E27FC236}">
                <a16:creationId xmlns:a16="http://schemas.microsoft.com/office/drawing/2014/main" id="{D175721B-69D4-4A02-9B0C-D9C7476C8CF3}"/>
              </a:ext>
            </a:extLst>
          </p:cNvPr>
          <p:cNvGrpSpPr/>
          <p:nvPr/>
        </p:nvGrpSpPr>
        <p:grpSpPr>
          <a:xfrm>
            <a:off x="517150" y="1390650"/>
            <a:ext cx="803700" cy="559200"/>
            <a:chOff x="725125" y="742575"/>
            <a:chExt cx="803700" cy="559200"/>
          </a:xfrm>
        </p:grpSpPr>
        <p:sp>
          <p:nvSpPr>
            <p:cNvPr id="60" name="Google Shape;119;p15">
              <a:extLst>
                <a:ext uri="{FF2B5EF4-FFF2-40B4-BE49-F238E27FC236}">
                  <a16:creationId xmlns:a16="http://schemas.microsoft.com/office/drawing/2014/main" id="{253F958D-D317-468F-A567-CF90B359CCB1}"/>
                </a:ext>
              </a:extLst>
            </p:cNvPr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/>
                <a:t>매개변수</a:t>
              </a:r>
              <a:endParaRPr sz="1200"/>
            </a:p>
          </p:txBody>
        </p:sp>
        <p:sp>
          <p:nvSpPr>
            <p:cNvPr id="61" name="Google Shape;120;p15">
              <a:extLst>
                <a:ext uri="{FF2B5EF4-FFF2-40B4-BE49-F238E27FC236}">
                  <a16:creationId xmlns:a16="http://schemas.microsoft.com/office/drawing/2014/main" id="{1437AE22-1426-4CFB-96E6-DC00267D5C38}"/>
                </a:ext>
              </a:extLst>
            </p:cNvPr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value</a:t>
              </a:r>
              <a:endParaRPr/>
            </a:p>
          </p:txBody>
        </p:sp>
      </p:grpSp>
      <p:sp>
        <p:nvSpPr>
          <p:cNvPr id="62" name="Google Shape;121;p15">
            <a:extLst>
              <a:ext uri="{FF2B5EF4-FFF2-40B4-BE49-F238E27FC236}">
                <a16:creationId xmlns:a16="http://schemas.microsoft.com/office/drawing/2014/main" id="{BABF9613-14BD-4BE8-8D56-5484801A6CAF}"/>
              </a:ext>
            </a:extLst>
          </p:cNvPr>
          <p:cNvSpPr txBox="1"/>
          <p:nvPr/>
        </p:nvSpPr>
        <p:spPr>
          <a:xfrm>
            <a:off x="1390650" y="1362450"/>
            <a:ext cx="480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매개변수</a:t>
            </a:r>
            <a:br>
              <a:rPr lang="ko"/>
            </a:br>
            <a:r>
              <a:rPr lang="ko"/>
              <a:t>함수안에 다른함수의 값을 전달하는 용도로 사용됨</a:t>
            </a:r>
            <a:endParaRPr/>
          </a:p>
        </p:txBody>
      </p:sp>
      <p:sp>
        <p:nvSpPr>
          <p:cNvPr id="63" name="Google Shape;122;p15">
            <a:extLst>
              <a:ext uri="{FF2B5EF4-FFF2-40B4-BE49-F238E27FC236}">
                <a16:creationId xmlns:a16="http://schemas.microsoft.com/office/drawing/2014/main" id="{8569C5AB-A6CD-49EF-8B03-B9D32BC139F3}"/>
              </a:ext>
            </a:extLst>
          </p:cNvPr>
          <p:cNvSpPr txBox="1"/>
          <p:nvPr/>
        </p:nvSpPr>
        <p:spPr>
          <a:xfrm>
            <a:off x="1419225" y="2162550"/>
            <a:ext cx="480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지역변수</a:t>
            </a:r>
            <a:br>
              <a:rPr lang="ko"/>
            </a:br>
            <a:r>
              <a:rPr lang="ko"/>
              <a:t>함수안에서 동적할당된 메모리에 접근하는 용도로 사용</a:t>
            </a:r>
            <a:endParaRPr/>
          </a:p>
        </p:txBody>
      </p:sp>
      <p:sp>
        <p:nvSpPr>
          <p:cNvPr id="64" name="Google Shape;123;p15">
            <a:extLst>
              <a:ext uri="{FF2B5EF4-FFF2-40B4-BE49-F238E27FC236}">
                <a16:creationId xmlns:a16="http://schemas.microsoft.com/office/drawing/2014/main" id="{5B9B0ECF-FFE9-4CA5-B865-15013F992E73}"/>
              </a:ext>
            </a:extLst>
          </p:cNvPr>
          <p:cNvSpPr txBox="1"/>
          <p:nvPr/>
        </p:nvSpPr>
        <p:spPr>
          <a:xfrm>
            <a:off x="1419225" y="2962650"/>
            <a:ext cx="6035578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 dirty="0"/>
              <a:t>구조체 동적할당</a:t>
            </a:r>
            <a:br>
              <a:rPr lang="ko" dirty="0"/>
            </a:br>
            <a:r>
              <a:rPr lang="ko" dirty="0"/>
              <a:t>노드는 다음노드를 가르켜야하므로, 일반 변수로는 나타낼수 없다.</a:t>
            </a:r>
            <a:endParaRPr lang="en-US" altLang="ko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트리구조를 감안하여 그림을 그리기 쉽게 한 줄에 두변수를 표기한다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dirty="0"/>
          </a:p>
        </p:txBody>
      </p:sp>
      <p:sp>
        <p:nvSpPr>
          <p:cNvPr id="65" name="Google Shape;124;p15">
            <a:extLst>
              <a:ext uri="{FF2B5EF4-FFF2-40B4-BE49-F238E27FC236}">
                <a16:creationId xmlns:a16="http://schemas.microsoft.com/office/drawing/2014/main" id="{F85BA703-A61E-402E-B76D-904645E97E42}"/>
              </a:ext>
            </a:extLst>
          </p:cNvPr>
          <p:cNvSpPr txBox="1"/>
          <p:nvPr/>
        </p:nvSpPr>
        <p:spPr>
          <a:xfrm>
            <a:off x="1053849" y="4436650"/>
            <a:ext cx="88140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참조: 해당메모리를 가르키고 접근할수있다. 동적할당된 노드를 동적할당된것을 참조한다. </a:t>
            </a:r>
            <a:endParaRPr/>
          </a:p>
        </p:txBody>
      </p:sp>
      <p:grpSp>
        <p:nvGrpSpPr>
          <p:cNvPr id="66" name="Google Shape;125;p15">
            <a:extLst>
              <a:ext uri="{FF2B5EF4-FFF2-40B4-BE49-F238E27FC236}">
                <a16:creationId xmlns:a16="http://schemas.microsoft.com/office/drawing/2014/main" id="{F2352C36-CAA3-44C3-8C3D-BE9C597EA81F}"/>
              </a:ext>
            </a:extLst>
          </p:cNvPr>
          <p:cNvGrpSpPr/>
          <p:nvPr/>
        </p:nvGrpSpPr>
        <p:grpSpPr>
          <a:xfrm>
            <a:off x="517575" y="3957325"/>
            <a:ext cx="8007276" cy="203400"/>
            <a:chOff x="4942250" y="1149375"/>
            <a:chExt cx="8007276" cy="203400"/>
          </a:xfrm>
        </p:grpSpPr>
        <p:cxnSp>
          <p:nvCxnSpPr>
            <p:cNvPr id="67" name="Google Shape;126;p15">
              <a:extLst>
                <a:ext uri="{FF2B5EF4-FFF2-40B4-BE49-F238E27FC236}">
                  <a16:creationId xmlns:a16="http://schemas.microsoft.com/office/drawing/2014/main" id="{05F9CC9F-B393-495E-9358-80F71CF5C136}"/>
                </a:ext>
              </a:extLst>
            </p:cNvPr>
            <p:cNvCxnSpPr/>
            <p:nvPr/>
          </p:nvCxnSpPr>
          <p:spPr>
            <a:xfrm>
              <a:off x="4942250" y="1327275"/>
              <a:ext cx="5421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68" name="Google Shape;127;p15">
              <a:extLst>
                <a:ext uri="{FF2B5EF4-FFF2-40B4-BE49-F238E27FC236}">
                  <a16:creationId xmlns:a16="http://schemas.microsoft.com/office/drawing/2014/main" id="{20EE261F-8B02-4456-99A8-ACE8F53DE349}"/>
                </a:ext>
              </a:extLst>
            </p:cNvPr>
            <p:cNvSpPr txBox="1"/>
            <p:nvPr/>
          </p:nvSpPr>
          <p:spPr>
            <a:xfrm>
              <a:off x="5484326" y="1149375"/>
              <a:ext cx="7465200" cy="2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복사: 다른 포인터가 참조값을 매개변수로  넘기거나, 변수의 값을 복사하는데 사용된다.</a:t>
              </a:r>
              <a:endParaRPr/>
            </a:p>
          </p:txBody>
        </p:sp>
      </p:grpSp>
      <p:cxnSp>
        <p:nvCxnSpPr>
          <p:cNvPr id="69" name="Google Shape;128;p15">
            <a:extLst>
              <a:ext uri="{FF2B5EF4-FFF2-40B4-BE49-F238E27FC236}">
                <a16:creationId xmlns:a16="http://schemas.microsoft.com/office/drawing/2014/main" id="{19BD732D-76E2-44D3-9A43-A285150DB8E7}"/>
              </a:ext>
            </a:extLst>
          </p:cNvPr>
          <p:cNvCxnSpPr/>
          <p:nvPr/>
        </p:nvCxnSpPr>
        <p:spPr>
          <a:xfrm>
            <a:off x="517575" y="4620713"/>
            <a:ext cx="542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" name="Google Shape;117;p15">
            <a:extLst>
              <a:ext uri="{FF2B5EF4-FFF2-40B4-BE49-F238E27FC236}">
                <a16:creationId xmlns:a16="http://schemas.microsoft.com/office/drawing/2014/main" id="{3C46A445-13E9-46AB-A39B-CB732708B2BA}"/>
              </a:ext>
            </a:extLst>
          </p:cNvPr>
          <p:cNvSpPr/>
          <p:nvPr/>
        </p:nvSpPr>
        <p:spPr>
          <a:xfrm>
            <a:off x="900119" y="3501125"/>
            <a:ext cx="420731" cy="279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/>
              <a:t>p</a:t>
            </a:r>
            <a:r>
              <a:rPr lang="en-US" altLang="ko" sz="800" dirty="0"/>
              <a:t>Right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1613330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#생성 </a:t>
            </a:r>
            <a:endParaRPr/>
          </a:p>
        </p:txBody>
      </p:sp>
      <p:grpSp>
        <p:nvGrpSpPr>
          <p:cNvPr id="61" name="Google Shape;61;p14"/>
          <p:cNvGrpSpPr/>
          <p:nvPr/>
        </p:nvGrpSpPr>
        <p:grpSpPr>
          <a:xfrm>
            <a:off x="758825" y="1526950"/>
            <a:ext cx="803700" cy="559200"/>
            <a:chOff x="725125" y="742575"/>
            <a:chExt cx="803700" cy="559200"/>
          </a:xfrm>
        </p:grpSpPr>
        <p:sp>
          <p:nvSpPr>
            <p:cNvPr id="62" name="Google Shape;62;p1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758825" y="2595375"/>
            <a:ext cx="803700" cy="559200"/>
            <a:chOff x="725125" y="742575"/>
            <a:chExt cx="803700" cy="559200"/>
          </a:xfrm>
        </p:grpSpPr>
        <p:sp>
          <p:nvSpPr>
            <p:cNvPr id="65" name="Google Shape;65;p1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pParent</a:t>
              </a:r>
              <a:endParaRPr sz="1300"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sp>
        <p:nvSpPr>
          <p:cNvPr id="67" name="Google Shape;67;p14"/>
          <p:cNvSpPr txBox="1"/>
          <p:nvPr/>
        </p:nvSpPr>
        <p:spPr>
          <a:xfrm>
            <a:off x="1821063" y="2571750"/>
            <a:ext cx="160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CreateNode(10)</a:t>
            </a:r>
            <a:endParaRPr/>
          </a:p>
        </p:txBody>
      </p:sp>
      <p:grpSp>
        <p:nvGrpSpPr>
          <p:cNvPr id="68" name="Google Shape;68;p14"/>
          <p:cNvGrpSpPr/>
          <p:nvPr/>
        </p:nvGrpSpPr>
        <p:grpSpPr>
          <a:xfrm>
            <a:off x="3680400" y="2595375"/>
            <a:ext cx="803700" cy="559200"/>
            <a:chOff x="725125" y="742575"/>
            <a:chExt cx="803700" cy="559200"/>
          </a:xfrm>
        </p:grpSpPr>
        <p:sp>
          <p:nvSpPr>
            <p:cNvPr id="69" name="Google Shape;69;p1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data</a:t>
              </a:r>
              <a:endParaRPr sz="1300"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10</a:t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2435225" y="3468950"/>
            <a:ext cx="803700" cy="559200"/>
            <a:chOff x="725125" y="742575"/>
            <a:chExt cx="803700" cy="559200"/>
          </a:xfrm>
        </p:grpSpPr>
        <p:sp>
          <p:nvSpPr>
            <p:cNvPr id="72" name="Google Shape;72;p1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pTemp</a:t>
              </a:r>
              <a:endParaRPr sz="1300"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3713925" y="3468950"/>
            <a:ext cx="803700" cy="838800"/>
            <a:chOff x="3470825" y="943425"/>
            <a:chExt cx="803700" cy="838800"/>
          </a:xfrm>
        </p:grpSpPr>
        <p:grpSp>
          <p:nvGrpSpPr>
            <p:cNvPr id="75" name="Google Shape;75;p1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76" name="Google Shape;76;p1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78" name="Google Shape;78;p1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80" name="Google Shape;80;p14"/>
          <p:cNvCxnSpPr>
            <a:stCxn id="70" idx="2"/>
            <a:endCxn id="77" idx="0"/>
          </p:cNvCxnSpPr>
          <p:nvPr/>
        </p:nvCxnSpPr>
        <p:spPr>
          <a:xfrm>
            <a:off x="4082250" y="3154575"/>
            <a:ext cx="33600" cy="59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1" name="Google Shape;81;p14"/>
          <p:cNvCxnSpPr>
            <a:stCxn id="73" idx="3"/>
            <a:endCxn id="76" idx="1"/>
          </p:cNvCxnSpPr>
          <p:nvPr/>
        </p:nvCxnSpPr>
        <p:spPr>
          <a:xfrm rot="10800000" flipH="1">
            <a:off x="3238925" y="3608750"/>
            <a:ext cx="4749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14"/>
          <p:cNvCxnSpPr>
            <a:cxnSpLocks/>
            <a:stCxn id="73" idx="2"/>
            <a:endCxn id="66" idx="0"/>
          </p:cNvCxnSpPr>
          <p:nvPr/>
        </p:nvCxnSpPr>
        <p:spPr>
          <a:xfrm flipH="1" flipV="1">
            <a:off x="1160675" y="2874975"/>
            <a:ext cx="1676400" cy="11531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14"/>
          <p:cNvCxnSpPr>
            <a:stCxn id="66" idx="3"/>
            <a:endCxn id="76" idx="1"/>
          </p:cNvCxnSpPr>
          <p:nvPr/>
        </p:nvCxnSpPr>
        <p:spPr>
          <a:xfrm>
            <a:off x="1562525" y="3014775"/>
            <a:ext cx="2151300" cy="59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" name="Google Shape;84;p14"/>
          <p:cNvSpPr txBox="1"/>
          <p:nvPr/>
        </p:nvSpPr>
        <p:spPr>
          <a:xfrm>
            <a:off x="201925" y="1485550"/>
            <a:ext cx="47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58</a:t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201925" y="2571750"/>
            <a:ext cx="47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#생성완료 </a:t>
            </a:r>
            <a:endParaRPr/>
          </a:p>
        </p:txBody>
      </p:sp>
      <p:grpSp>
        <p:nvGrpSpPr>
          <p:cNvPr id="91" name="Google Shape;91;p15"/>
          <p:cNvGrpSpPr/>
          <p:nvPr/>
        </p:nvGrpSpPr>
        <p:grpSpPr>
          <a:xfrm>
            <a:off x="758825" y="1526950"/>
            <a:ext cx="803700" cy="559200"/>
            <a:chOff x="725125" y="742575"/>
            <a:chExt cx="803700" cy="559200"/>
          </a:xfrm>
        </p:grpSpPr>
        <p:sp>
          <p:nvSpPr>
            <p:cNvPr id="92" name="Google Shape;92;p1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758825" y="2595375"/>
            <a:ext cx="803700" cy="559200"/>
            <a:chOff x="725125" y="742575"/>
            <a:chExt cx="803700" cy="559200"/>
          </a:xfrm>
        </p:grpSpPr>
        <p:sp>
          <p:nvSpPr>
            <p:cNvPr id="95" name="Google Shape;95;p1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pParent</a:t>
              </a:r>
              <a:endParaRPr sz="1300"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97" name="Google Shape;97;p15"/>
          <p:cNvGrpSpPr/>
          <p:nvPr/>
        </p:nvGrpSpPr>
        <p:grpSpPr>
          <a:xfrm>
            <a:off x="2271650" y="2595375"/>
            <a:ext cx="803700" cy="838800"/>
            <a:chOff x="3470825" y="943425"/>
            <a:chExt cx="803700" cy="838800"/>
          </a:xfrm>
        </p:grpSpPr>
        <p:grpSp>
          <p:nvGrpSpPr>
            <p:cNvPr id="98" name="Google Shape;98;p1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99" name="Google Shape;99;p1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01" name="Google Shape;101;p1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03" name="Google Shape;103;p15"/>
          <p:cNvCxnSpPr>
            <a:stCxn id="96" idx="3"/>
            <a:endCxn id="99" idx="1"/>
          </p:cNvCxnSpPr>
          <p:nvPr/>
        </p:nvCxnSpPr>
        <p:spPr>
          <a:xfrm rot="10800000" flipH="1">
            <a:off x="1562525" y="2735175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04" name="Google Shape;104;p15"/>
          <p:cNvGrpSpPr/>
          <p:nvPr/>
        </p:nvGrpSpPr>
        <p:grpSpPr>
          <a:xfrm>
            <a:off x="3690738" y="2595375"/>
            <a:ext cx="803700" cy="559200"/>
            <a:chOff x="725125" y="742575"/>
            <a:chExt cx="803700" cy="559200"/>
          </a:xfrm>
        </p:grpSpPr>
        <p:sp>
          <p:nvSpPr>
            <p:cNvPr id="105" name="Google Shape;105;p1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pLeft</a:t>
              </a:r>
              <a:endParaRPr sz="1300"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107" name="Google Shape;107;p15"/>
          <p:cNvGrpSpPr/>
          <p:nvPr/>
        </p:nvGrpSpPr>
        <p:grpSpPr>
          <a:xfrm>
            <a:off x="5203563" y="2595375"/>
            <a:ext cx="803700" cy="838800"/>
            <a:chOff x="3470825" y="943425"/>
            <a:chExt cx="803700" cy="838800"/>
          </a:xfrm>
        </p:grpSpPr>
        <p:grpSp>
          <p:nvGrpSpPr>
            <p:cNvPr id="108" name="Google Shape;108;p1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09" name="Google Shape;109;p1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11" name="Google Shape;111;p1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13" name="Google Shape;113;p15"/>
          <p:cNvCxnSpPr>
            <a:stCxn id="106" idx="3"/>
            <a:endCxn id="109" idx="1"/>
          </p:cNvCxnSpPr>
          <p:nvPr/>
        </p:nvCxnSpPr>
        <p:spPr>
          <a:xfrm rot="10800000" flipH="1">
            <a:off x="4494438" y="2735175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14" name="Google Shape;114;p15"/>
          <p:cNvGrpSpPr/>
          <p:nvPr/>
        </p:nvGrpSpPr>
        <p:grpSpPr>
          <a:xfrm>
            <a:off x="6515774" y="2595375"/>
            <a:ext cx="803700" cy="559200"/>
            <a:chOff x="725125" y="742575"/>
            <a:chExt cx="803700" cy="559200"/>
          </a:xfrm>
        </p:grpSpPr>
        <p:sp>
          <p:nvSpPr>
            <p:cNvPr id="115" name="Google Shape;115;p1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pRight</a:t>
              </a:r>
              <a:endParaRPr sz="1300"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8028599" y="2595375"/>
            <a:ext cx="803700" cy="838800"/>
            <a:chOff x="3470825" y="943425"/>
            <a:chExt cx="803700" cy="838800"/>
          </a:xfrm>
        </p:grpSpPr>
        <p:grpSp>
          <p:nvGrpSpPr>
            <p:cNvPr id="118" name="Google Shape;118;p1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19" name="Google Shape;119;p1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21" name="Google Shape;121;p1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23" name="Google Shape;123;p15"/>
          <p:cNvCxnSpPr>
            <a:stCxn id="116" idx="3"/>
            <a:endCxn id="119" idx="1"/>
          </p:cNvCxnSpPr>
          <p:nvPr/>
        </p:nvCxnSpPr>
        <p:spPr>
          <a:xfrm rot="10800000" flipH="1">
            <a:off x="7319474" y="2735175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24" name="Google Shape;124;p15"/>
          <p:cNvGrpSpPr/>
          <p:nvPr/>
        </p:nvGrpSpPr>
        <p:grpSpPr>
          <a:xfrm>
            <a:off x="758863" y="3742925"/>
            <a:ext cx="803700" cy="559200"/>
            <a:chOff x="725125" y="742575"/>
            <a:chExt cx="803700" cy="559200"/>
          </a:xfrm>
        </p:grpSpPr>
        <p:sp>
          <p:nvSpPr>
            <p:cNvPr id="125" name="Google Shape;125;p1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pD</a:t>
              </a:r>
              <a:endParaRPr sz="1300"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grpSp>
        <p:nvGrpSpPr>
          <p:cNvPr id="127" name="Google Shape;127;p15"/>
          <p:cNvGrpSpPr/>
          <p:nvPr/>
        </p:nvGrpSpPr>
        <p:grpSpPr>
          <a:xfrm>
            <a:off x="2271688" y="3742925"/>
            <a:ext cx="803700" cy="838800"/>
            <a:chOff x="3470825" y="943425"/>
            <a:chExt cx="803700" cy="838800"/>
          </a:xfrm>
        </p:grpSpPr>
        <p:grpSp>
          <p:nvGrpSpPr>
            <p:cNvPr id="128" name="Google Shape;128;p1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29" name="Google Shape;129;p1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31" name="Google Shape;131;p1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33" name="Google Shape;133;p15"/>
          <p:cNvCxnSpPr>
            <a:stCxn id="126" idx="3"/>
            <a:endCxn id="129" idx="1"/>
          </p:cNvCxnSpPr>
          <p:nvPr/>
        </p:nvCxnSpPr>
        <p:spPr>
          <a:xfrm rot="10800000" flipH="1">
            <a:off x="1562563" y="3882725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34" name="Google Shape;134;p15"/>
          <p:cNvGrpSpPr/>
          <p:nvPr/>
        </p:nvGrpSpPr>
        <p:grpSpPr>
          <a:xfrm>
            <a:off x="3690775" y="3823200"/>
            <a:ext cx="803700" cy="559200"/>
            <a:chOff x="725125" y="742575"/>
            <a:chExt cx="803700" cy="559200"/>
          </a:xfrm>
        </p:grpSpPr>
        <p:sp>
          <p:nvSpPr>
            <p:cNvPr id="135" name="Google Shape;135;p1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pE</a:t>
              </a:r>
              <a:endParaRPr sz="1300"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137" name="Google Shape;137;p15"/>
          <p:cNvGrpSpPr/>
          <p:nvPr/>
        </p:nvGrpSpPr>
        <p:grpSpPr>
          <a:xfrm>
            <a:off x="5203600" y="3823200"/>
            <a:ext cx="803700" cy="838800"/>
            <a:chOff x="3470825" y="943425"/>
            <a:chExt cx="803700" cy="838800"/>
          </a:xfrm>
        </p:grpSpPr>
        <p:grpSp>
          <p:nvGrpSpPr>
            <p:cNvPr id="138" name="Google Shape;138;p1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39" name="Google Shape;139;p1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41" name="Google Shape;141;p1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43" name="Google Shape;143;p15"/>
          <p:cNvCxnSpPr>
            <a:stCxn id="136" idx="3"/>
            <a:endCxn id="139" idx="1"/>
          </p:cNvCxnSpPr>
          <p:nvPr/>
        </p:nvCxnSpPr>
        <p:spPr>
          <a:xfrm rot="10800000" flipH="1">
            <a:off x="4494475" y="396300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4" name="Google Shape;144;p15"/>
          <p:cNvSpPr txBox="1"/>
          <p:nvPr/>
        </p:nvSpPr>
        <p:spPr>
          <a:xfrm>
            <a:off x="5192175" y="1399000"/>
            <a:ext cx="3187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CreateNode</a:t>
            </a:r>
            <a:r>
              <a:rPr lang="ko"/>
              <a:t>를 이용하여,</a:t>
            </a:r>
            <a:br>
              <a:rPr lang="ko"/>
            </a:br>
            <a:r>
              <a:rPr lang="ko"/>
              <a:t>트리에 사용할 노드를 생성한다.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73075" y="2581675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60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3137800" y="2581675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61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069800" y="257175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62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73075" y="3647200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63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3137838" y="3742925"/>
            <a:ext cx="49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#이진트리연결 (왼쪽)</a:t>
            </a:r>
            <a:endParaRPr/>
          </a:p>
        </p:txBody>
      </p:sp>
      <p:grpSp>
        <p:nvGrpSpPr>
          <p:cNvPr id="155" name="Google Shape;155;p16"/>
          <p:cNvGrpSpPr/>
          <p:nvPr/>
        </p:nvGrpSpPr>
        <p:grpSpPr>
          <a:xfrm>
            <a:off x="210775" y="1267325"/>
            <a:ext cx="803700" cy="559200"/>
            <a:chOff x="725125" y="742575"/>
            <a:chExt cx="803700" cy="559200"/>
          </a:xfrm>
        </p:grpSpPr>
        <p:sp>
          <p:nvSpPr>
            <p:cNvPr id="156" name="Google Shape;156;p1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grpSp>
        <p:nvGrpSpPr>
          <p:cNvPr id="158" name="Google Shape;158;p16"/>
          <p:cNvGrpSpPr/>
          <p:nvPr/>
        </p:nvGrpSpPr>
        <p:grpSpPr>
          <a:xfrm>
            <a:off x="1306875" y="1398300"/>
            <a:ext cx="803700" cy="559200"/>
            <a:chOff x="725125" y="742575"/>
            <a:chExt cx="803700" cy="559200"/>
          </a:xfrm>
        </p:grpSpPr>
        <p:sp>
          <p:nvSpPr>
            <p:cNvPr id="159" name="Google Shape;159;p1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pParent</a:t>
              </a:r>
              <a:endParaRPr sz="1300"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61" name="Google Shape;161;p16"/>
          <p:cNvGrpSpPr/>
          <p:nvPr/>
        </p:nvGrpSpPr>
        <p:grpSpPr>
          <a:xfrm>
            <a:off x="2819700" y="1398300"/>
            <a:ext cx="803700" cy="838800"/>
            <a:chOff x="3470825" y="943425"/>
            <a:chExt cx="803700" cy="838800"/>
          </a:xfrm>
        </p:grpSpPr>
        <p:grpSp>
          <p:nvGrpSpPr>
            <p:cNvPr id="162" name="Google Shape;162;p1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3" name="Google Shape;163;p1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64" name="Google Shape;164;p1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65" name="Google Shape;165;p1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67" name="Google Shape;167;p16"/>
          <p:cNvCxnSpPr>
            <a:stCxn id="160" idx="3"/>
            <a:endCxn id="163" idx="1"/>
          </p:cNvCxnSpPr>
          <p:nvPr/>
        </p:nvCxnSpPr>
        <p:spPr>
          <a:xfrm rot="10800000" flipH="1">
            <a:off x="2110575" y="153810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68" name="Google Shape;168;p16"/>
          <p:cNvGrpSpPr/>
          <p:nvPr/>
        </p:nvGrpSpPr>
        <p:grpSpPr>
          <a:xfrm>
            <a:off x="4238788" y="1398300"/>
            <a:ext cx="803700" cy="559200"/>
            <a:chOff x="725125" y="742575"/>
            <a:chExt cx="803700" cy="559200"/>
          </a:xfrm>
        </p:grpSpPr>
        <p:sp>
          <p:nvSpPr>
            <p:cNvPr id="169" name="Google Shape;169;p1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pLeft</a:t>
              </a:r>
              <a:endParaRPr sz="1300"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171" name="Google Shape;171;p16"/>
          <p:cNvGrpSpPr/>
          <p:nvPr/>
        </p:nvGrpSpPr>
        <p:grpSpPr>
          <a:xfrm>
            <a:off x="5751613" y="1398300"/>
            <a:ext cx="803700" cy="838800"/>
            <a:chOff x="3470825" y="943425"/>
            <a:chExt cx="803700" cy="838800"/>
          </a:xfrm>
        </p:grpSpPr>
        <p:grpSp>
          <p:nvGrpSpPr>
            <p:cNvPr id="172" name="Google Shape;172;p1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73" name="Google Shape;173;p1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74" name="Google Shape;174;p1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75" name="Google Shape;175;p1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77" name="Google Shape;177;p16"/>
          <p:cNvCxnSpPr>
            <a:stCxn id="170" idx="3"/>
            <a:endCxn id="173" idx="1"/>
          </p:cNvCxnSpPr>
          <p:nvPr/>
        </p:nvCxnSpPr>
        <p:spPr>
          <a:xfrm rot="10800000" flipH="1">
            <a:off x="5042488" y="153810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8" name="Google Shape;178;p16"/>
          <p:cNvGrpSpPr/>
          <p:nvPr/>
        </p:nvGrpSpPr>
        <p:grpSpPr>
          <a:xfrm>
            <a:off x="6939938" y="1398300"/>
            <a:ext cx="803700" cy="559200"/>
            <a:chOff x="725125" y="742575"/>
            <a:chExt cx="803700" cy="559200"/>
          </a:xfrm>
        </p:grpSpPr>
        <p:sp>
          <p:nvSpPr>
            <p:cNvPr id="179" name="Google Shape;179;p1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pRight</a:t>
              </a:r>
              <a:endParaRPr sz="1300"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grpSp>
        <p:nvGrpSpPr>
          <p:cNvPr id="181" name="Google Shape;181;p16"/>
          <p:cNvGrpSpPr/>
          <p:nvPr/>
        </p:nvGrpSpPr>
        <p:grpSpPr>
          <a:xfrm>
            <a:off x="8452763" y="1398300"/>
            <a:ext cx="803700" cy="838800"/>
            <a:chOff x="3470825" y="943425"/>
            <a:chExt cx="803700" cy="838800"/>
          </a:xfrm>
        </p:grpSpPr>
        <p:grpSp>
          <p:nvGrpSpPr>
            <p:cNvPr id="182" name="Google Shape;182;p1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83" name="Google Shape;183;p1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84" name="Google Shape;184;p1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85" name="Google Shape;185;p1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87" name="Google Shape;187;p16"/>
          <p:cNvCxnSpPr>
            <a:stCxn id="180" idx="3"/>
            <a:endCxn id="183" idx="1"/>
          </p:cNvCxnSpPr>
          <p:nvPr/>
        </p:nvCxnSpPr>
        <p:spPr>
          <a:xfrm rot="10800000" flipH="1">
            <a:off x="7743638" y="153810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8" name="Google Shape;188;p16"/>
          <p:cNvGrpSpPr/>
          <p:nvPr/>
        </p:nvGrpSpPr>
        <p:grpSpPr>
          <a:xfrm>
            <a:off x="1306913" y="2545850"/>
            <a:ext cx="803700" cy="559200"/>
            <a:chOff x="725125" y="742575"/>
            <a:chExt cx="803700" cy="559200"/>
          </a:xfrm>
        </p:grpSpPr>
        <p:sp>
          <p:nvSpPr>
            <p:cNvPr id="189" name="Google Shape;189;p1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pD</a:t>
              </a:r>
              <a:endParaRPr sz="1300"/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grpSp>
        <p:nvGrpSpPr>
          <p:cNvPr id="191" name="Google Shape;191;p16"/>
          <p:cNvGrpSpPr/>
          <p:nvPr/>
        </p:nvGrpSpPr>
        <p:grpSpPr>
          <a:xfrm>
            <a:off x="2819738" y="2545850"/>
            <a:ext cx="803700" cy="838800"/>
            <a:chOff x="3470825" y="943425"/>
            <a:chExt cx="803700" cy="838800"/>
          </a:xfrm>
        </p:grpSpPr>
        <p:grpSp>
          <p:nvGrpSpPr>
            <p:cNvPr id="192" name="Google Shape;192;p1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93" name="Google Shape;193;p1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94" name="Google Shape;194;p1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95" name="Google Shape;195;p1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97" name="Google Shape;197;p16"/>
          <p:cNvCxnSpPr>
            <a:stCxn id="190" idx="3"/>
            <a:endCxn id="193" idx="1"/>
          </p:cNvCxnSpPr>
          <p:nvPr/>
        </p:nvCxnSpPr>
        <p:spPr>
          <a:xfrm rot="10800000" flipH="1">
            <a:off x="2110613" y="268565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98" name="Google Shape;198;p16"/>
          <p:cNvGrpSpPr/>
          <p:nvPr/>
        </p:nvGrpSpPr>
        <p:grpSpPr>
          <a:xfrm>
            <a:off x="4238825" y="2626125"/>
            <a:ext cx="803700" cy="559200"/>
            <a:chOff x="725125" y="742575"/>
            <a:chExt cx="803700" cy="559200"/>
          </a:xfrm>
        </p:grpSpPr>
        <p:sp>
          <p:nvSpPr>
            <p:cNvPr id="199" name="Google Shape;199;p1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pE</a:t>
              </a:r>
              <a:endParaRPr sz="1300"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201" name="Google Shape;201;p16"/>
          <p:cNvGrpSpPr/>
          <p:nvPr/>
        </p:nvGrpSpPr>
        <p:grpSpPr>
          <a:xfrm>
            <a:off x="5751650" y="2626125"/>
            <a:ext cx="803700" cy="838800"/>
            <a:chOff x="3470825" y="943425"/>
            <a:chExt cx="803700" cy="838800"/>
          </a:xfrm>
        </p:grpSpPr>
        <p:grpSp>
          <p:nvGrpSpPr>
            <p:cNvPr id="202" name="Google Shape;202;p1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203" name="Google Shape;203;p1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04" name="Google Shape;204;p1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05" name="Google Shape;205;p1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207" name="Google Shape;207;p16"/>
          <p:cNvCxnSpPr>
            <a:stCxn id="200" idx="3"/>
            <a:endCxn id="203" idx="1"/>
          </p:cNvCxnSpPr>
          <p:nvPr/>
        </p:nvCxnSpPr>
        <p:spPr>
          <a:xfrm rot="10800000" flipH="1">
            <a:off x="5042525" y="2765925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8" name="Google Shape;208;p16"/>
          <p:cNvSpPr txBox="1"/>
          <p:nvPr/>
        </p:nvSpPr>
        <p:spPr>
          <a:xfrm>
            <a:off x="311700" y="3693400"/>
            <a:ext cx="331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66 MakeLeft(pParent, pLeft)</a:t>
            </a:r>
            <a:endParaRPr/>
          </a:p>
        </p:txBody>
      </p:sp>
      <p:grpSp>
        <p:nvGrpSpPr>
          <p:cNvPr id="209" name="Google Shape;209;p16"/>
          <p:cNvGrpSpPr/>
          <p:nvPr/>
        </p:nvGrpSpPr>
        <p:grpSpPr>
          <a:xfrm>
            <a:off x="2988113" y="3837650"/>
            <a:ext cx="803700" cy="559200"/>
            <a:chOff x="725125" y="742575"/>
            <a:chExt cx="803700" cy="559200"/>
          </a:xfrm>
        </p:grpSpPr>
        <p:sp>
          <p:nvSpPr>
            <p:cNvPr id="210" name="Google Shape;210;p1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pParant</a:t>
              </a:r>
              <a:endParaRPr sz="1300"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12" name="Google Shape;212;p16"/>
          <p:cNvGrpSpPr/>
          <p:nvPr/>
        </p:nvGrpSpPr>
        <p:grpSpPr>
          <a:xfrm>
            <a:off x="4238788" y="3853950"/>
            <a:ext cx="803700" cy="559200"/>
            <a:chOff x="725125" y="742575"/>
            <a:chExt cx="803700" cy="559200"/>
          </a:xfrm>
        </p:grpSpPr>
        <p:sp>
          <p:nvSpPr>
            <p:cNvPr id="213" name="Google Shape;213;p1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pChild</a:t>
              </a:r>
              <a:endParaRPr sz="1300"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215" name="Google Shape;215;p16"/>
          <p:cNvCxnSpPr>
            <a:stCxn id="160" idx="2"/>
            <a:endCxn id="211" idx="0"/>
          </p:cNvCxnSpPr>
          <p:nvPr/>
        </p:nvCxnSpPr>
        <p:spPr>
          <a:xfrm>
            <a:off x="1708725" y="1957500"/>
            <a:ext cx="1681200" cy="215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16"/>
          <p:cNvCxnSpPr>
            <a:stCxn id="170" idx="2"/>
            <a:endCxn id="214" idx="0"/>
          </p:cNvCxnSpPr>
          <p:nvPr/>
        </p:nvCxnSpPr>
        <p:spPr>
          <a:xfrm>
            <a:off x="4640638" y="1957500"/>
            <a:ext cx="0" cy="21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16"/>
          <p:cNvCxnSpPr>
            <a:stCxn id="211" idx="3"/>
            <a:endCxn id="163" idx="1"/>
          </p:cNvCxnSpPr>
          <p:nvPr/>
        </p:nvCxnSpPr>
        <p:spPr>
          <a:xfrm rot="10800000">
            <a:off x="2819813" y="1538150"/>
            <a:ext cx="972000" cy="271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218;p16"/>
          <p:cNvCxnSpPr>
            <a:stCxn id="214" idx="3"/>
            <a:endCxn id="173" idx="1"/>
          </p:cNvCxnSpPr>
          <p:nvPr/>
        </p:nvCxnSpPr>
        <p:spPr>
          <a:xfrm rot="10800000" flipH="1">
            <a:off x="5042488" y="1538250"/>
            <a:ext cx="709200" cy="273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6"/>
          <p:cNvCxnSpPr>
            <a:cxnSpLocks/>
            <a:stCxn id="214" idx="2"/>
            <a:endCxn id="165" idx="0"/>
          </p:cNvCxnSpPr>
          <p:nvPr/>
        </p:nvCxnSpPr>
        <p:spPr>
          <a:xfrm flipH="1" flipV="1">
            <a:off x="3027000" y="1957500"/>
            <a:ext cx="1613638" cy="24556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6"/>
          <p:cNvCxnSpPr>
            <a:stCxn id="166" idx="1"/>
            <a:endCxn id="173" idx="1"/>
          </p:cNvCxnSpPr>
          <p:nvPr/>
        </p:nvCxnSpPr>
        <p:spPr>
          <a:xfrm rot="10800000" flipH="1">
            <a:off x="3226750" y="1538100"/>
            <a:ext cx="25248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1" name="Google Shape;221;p16"/>
          <p:cNvSpPr txBox="1"/>
          <p:nvPr/>
        </p:nvSpPr>
        <p:spPr>
          <a:xfrm>
            <a:off x="3345275" y="2155475"/>
            <a:ext cx="38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#이진트리연결 (오른쪽)</a:t>
            </a:r>
            <a:endParaRPr/>
          </a:p>
        </p:txBody>
      </p:sp>
      <p:grpSp>
        <p:nvGrpSpPr>
          <p:cNvPr id="227" name="Google Shape;227;p17"/>
          <p:cNvGrpSpPr/>
          <p:nvPr/>
        </p:nvGrpSpPr>
        <p:grpSpPr>
          <a:xfrm>
            <a:off x="210775" y="1267325"/>
            <a:ext cx="803700" cy="559200"/>
            <a:chOff x="725125" y="742575"/>
            <a:chExt cx="803700" cy="559200"/>
          </a:xfrm>
        </p:grpSpPr>
        <p:sp>
          <p:nvSpPr>
            <p:cNvPr id="228" name="Google Shape;228;p1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grpSp>
        <p:nvGrpSpPr>
          <p:cNvPr id="230" name="Google Shape;230;p17"/>
          <p:cNvGrpSpPr/>
          <p:nvPr/>
        </p:nvGrpSpPr>
        <p:grpSpPr>
          <a:xfrm>
            <a:off x="1306875" y="1398300"/>
            <a:ext cx="803700" cy="559200"/>
            <a:chOff x="725125" y="742575"/>
            <a:chExt cx="803700" cy="559200"/>
          </a:xfrm>
        </p:grpSpPr>
        <p:sp>
          <p:nvSpPr>
            <p:cNvPr id="231" name="Google Shape;231;p1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pParent</a:t>
              </a:r>
              <a:endParaRPr sz="1300"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33" name="Google Shape;233;p17"/>
          <p:cNvGrpSpPr/>
          <p:nvPr/>
        </p:nvGrpSpPr>
        <p:grpSpPr>
          <a:xfrm>
            <a:off x="2819700" y="1398300"/>
            <a:ext cx="803700" cy="838800"/>
            <a:chOff x="3470825" y="943425"/>
            <a:chExt cx="803700" cy="838800"/>
          </a:xfrm>
        </p:grpSpPr>
        <p:grpSp>
          <p:nvGrpSpPr>
            <p:cNvPr id="234" name="Google Shape;234;p1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235" name="Google Shape;235;p1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236" name="Google Shape;236;p1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237" name="Google Shape;237;p1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cxnSp>
        <p:nvCxnSpPr>
          <p:cNvPr id="239" name="Google Shape;239;p17"/>
          <p:cNvCxnSpPr>
            <a:stCxn id="232" idx="3"/>
            <a:endCxn id="235" idx="1"/>
          </p:cNvCxnSpPr>
          <p:nvPr/>
        </p:nvCxnSpPr>
        <p:spPr>
          <a:xfrm rot="10800000" flipH="1">
            <a:off x="2110575" y="153810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0" name="Google Shape;240;p17"/>
          <p:cNvGrpSpPr/>
          <p:nvPr/>
        </p:nvGrpSpPr>
        <p:grpSpPr>
          <a:xfrm>
            <a:off x="4238788" y="1398300"/>
            <a:ext cx="803700" cy="559200"/>
            <a:chOff x="725125" y="742575"/>
            <a:chExt cx="803700" cy="559200"/>
          </a:xfrm>
        </p:grpSpPr>
        <p:sp>
          <p:nvSpPr>
            <p:cNvPr id="241" name="Google Shape;241;p1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pLeft</a:t>
              </a:r>
              <a:endParaRPr sz="1300"/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grpSp>
        <p:nvGrpSpPr>
          <p:cNvPr id="243" name="Google Shape;243;p17"/>
          <p:cNvGrpSpPr/>
          <p:nvPr/>
        </p:nvGrpSpPr>
        <p:grpSpPr>
          <a:xfrm>
            <a:off x="5751613" y="1398300"/>
            <a:ext cx="803700" cy="838800"/>
            <a:chOff x="3470825" y="943425"/>
            <a:chExt cx="803700" cy="838800"/>
          </a:xfrm>
        </p:grpSpPr>
        <p:grpSp>
          <p:nvGrpSpPr>
            <p:cNvPr id="244" name="Google Shape;244;p1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245" name="Google Shape;245;p1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246" name="Google Shape;246;p1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247" name="Google Shape;247;p1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249" name="Google Shape;249;p17"/>
          <p:cNvCxnSpPr>
            <a:stCxn id="242" idx="3"/>
            <a:endCxn id="245" idx="1"/>
          </p:cNvCxnSpPr>
          <p:nvPr/>
        </p:nvCxnSpPr>
        <p:spPr>
          <a:xfrm rot="10800000" flipH="1">
            <a:off x="5042488" y="153810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50" name="Google Shape;250;p17"/>
          <p:cNvGrpSpPr/>
          <p:nvPr/>
        </p:nvGrpSpPr>
        <p:grpSpPr>
          <a:xfrm>
            <a:off x="6939938" y="1398300"/>
            <a:ext cx="803700" cy="559200"/>
            <a:chOff x="725125" y="742575"/>
            <a:chExt cx="803700" cy="559200"/>
          </a:xfrm>
        </p:grpSpPr>
        <p:sp>
          <p:nvSpPr>
            <p:cNvPr id="251" name="Google Shape;251;p1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pRight</a:t>
              </a:r>
              <a:endParaRPr sz="1300"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8452763" y="1398300"/>
            <a:ext cx="803700" cy="838800"/>
            <a:chOff x="3470825" y="943425"/>
            <a:chExt cx="803700" cy="838800"/>
          </a:xfrm>
        </p:grpSpPr>
        <p:grpSp>
          <p:nvGrpSpPr>
            <p:cNvPr id="254" name="Google Shape;254;p1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255" name="Google Shape;255;p1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256" name="Google Shape;256;p1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257" name="Google Shape;257;p1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258" name="Google Shape;258;p1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259" name="Google Shape;259;p17"/>
          <p:cNvCxnSpPr>
            <a:stCxn id="252" idx="3"/>
            <a:endCxn id="255" idx="1"/>
          </p:cNvCxnSpPr>
          <p:nvPr/>
        </p:nvCxnSpPr>
        <p:spPr>
          <a:xfrm rot="10800000" flipH="1">
            <a:off x="7743638" y="153810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60" name="Google Shape;260;p17"/>
          <p:cNvGrpSpPr/>
          <p:nvPr/>
        </p:nvGrpSpPr>
        <p:grpSpPr>
          <a:xfrm>
            <a:off x="1306913" y="2545850"/>
            <a:ext cx="803700" cy="559200"/>
            <a:chOff x="725125" y="742575"/>
            <a:chExt cx="803700" cy="559200"/>
          </a:xfrm>
        </p:grpSpPr>
        <p:sp>
          <p:nvSpPr>
            <p:cNvPr id="261" name="Google Shape;261;p1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pD</a:t>
              </a:r>
              <a:endParaRPr sz="1300"/>
            </a:p>
          </p:txBody>
        </p:sp>
        <p:sp>
          <p:nvSpPr>
            <p:cNvPr id="262" name="Google Shape;262;p1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grpSp>
        <p:nvGrpSpPr>
          <p:cNvPr id="263" name="Google Shape;263;p17"/>
          <p:cNvGrpSpPr/>
          <p:nvPr/>
        </p:nvGrpSpPr>
        <p:grpSpPr>
          <a:xfrm>
            <a:off x="2819738" y="2545850"/>
            <a:ext cx="803700" cy="838800"/>
            <a:chOff x="3470825" y="943425"/>
            <a:chExt cx="803700" cy="838800"/>
          </a:xfrm>
        </p:grpSpPr>
        <p:grpSp>
          <p:nvGrpSpPr>
            <p:cNvPr id="264" name="Google Shape;264;p1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265" name="Google Shape;265;p1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266" name="Google Shape;266;p1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267" name="Google Shape;267;p1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269" name="Google Shape;269;p17"/>
          <p:cNvCxnSpPr>
            <a:stCxn id="262" idx="3"/>
            <a:endCxn id="265" idx="1"/>
          </p:cNvCxnSpPr>
          <p:nvPr/>
        </p:nvCxnSpPr>
        <p:spPr>
          <a:xfrm rot="10800000" flipH="1">
            <a:off x="2110613" y="268565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0" name="Google Shape;270;p17"/>
          <p:cNvGrpSpPr/>
          <p:nvPr/>
        </p:nvGrpSpPr>
        <p:grpSpPr>
          <a:xfrm>
            <a:off x="4238825" y="2626125"/>
            <a:ext cx="803700" cy="559200"/>
            <a:chOff x="725125" y="742575"/>
            <a:chExt cx="803700" cy="559200"/>
          </a:xfrm>
        </p:grpSpPr>
        <p:sp>
          <p:nvSpPr>
            <p:cNvPr id="271" name="Google Shape;271;p1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pE</a:t>
              </a:r>
              <a:endParaRPr sz="1300"/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5751650" y="2626125"/>
            <a:ext cx="803700" cy="838800"/>
            <a:chOff x="3470825" y="943425"/>
            <a:chExt cx="803700" cy="838800"/>
          </a:xfrm>
        </p:grpSpPr>
        <p:grpSp>
          <p:nvGrpSpPr>
            <p:cNvPr id="274" name="Google Shape;274;p1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277" name="Google Shape;277;p1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278" name="Google Shape;278;p1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279" name="Google Shape;279;p17"/>
          <p:cNvCxnSpPr>
            <a:stCxn id="272" idx="3"/>
            <a:endCxn id="275" idx="1"/>
          </p:cNvCxnSpPr>
          <p:nvPr/>
        </p:nvCxnSpPr>
        <p:spPr>
          <a:xfrm rot="10800000" flipH="1">
            <a:off x="5042525" y="2765925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0" name="Google Shape;280;p17"/>
          <p:cNvSpPr txBox="1"/>
          <p:nvPr/>
        </p:nvSpPr>
        <p:spPr>
          <a:xfrm>
            <a:off x="311700" y="3693400"/>
            <a:ext cx="331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67 MakeRight(pParent, pRight)</a:t>
            </a:r>
            <a:endParaRPr/>
          </a:p>
        </p:txBody>
      </p:sp>
      <p:grpSp>
        <p:nvGrpSpPr>
          <p:cNvPr id="281" name="Google Shape;281;p17"/>
          <p:cNvGrpSpPr/>
          <p:nvPr/>
        </p:nvGrpSpPr>
        <p:grpSpPr>
          <a:xfrm>
            <a:off x="2988113" y="3837650"/>
            <a:ext cx="803700" cy="559200"/>
            <a:chOff x="725125" y="742575"/>
            <a:chExt cx="803700" cy="559200"/>
          </a:xfrm>
        </p:grpSpPr>
        <p:sp>
          <p:nvSpPr>
            <p:cNvPr id="282" name="Google Shape;282;p1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pParant</a:t>
              </a:r>
              <a:endParaRPr sz="1300"/>
            </a:p>
          </p:txBody>
        </p:sp>
        <p:sp>
          <p:nvSpPr>
            <p:cNvPr id="283" name="Google Shape;283;p1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284" name="Google Shape;284;p17"/>
          <p:cNvGrpSpPr/>
          <p:nvPr/>
        </p:nvGrpSpPr>
        <p:grpSpPr>
          <a:xfrm>
            <a:off x="4238788" y="3853950"/>
            <a:ext cx="803700" cy="559200"/>
            <a:chOff x="725125" y="742575"/>
            <a:chExt cx="803700" cy="559200"/>
          </a:xfrm>
        </p:grpSpPr>
        <p:sp>
          <p:nvSpPr>
            <p:cNvPr id="285" name="Google Shape;285;p1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pChild</a:t>
              </a:r>
              <a:endParaRPr sz="1300"/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cxnSp>
        <p:nvCxnSpPr>
          <p:cNvPr id="287" name="Google Shape;287;p17"/>
          <p:cNvCxnSpPr>
            <a:cxnSpLocks/>
            <a:stCxn id="237" idx="1"/>
            <a:endCxn id="245" idx="1"/>
          </p:cNvCxnSpPr>
          <p:nvPr/>
        </p:nvCxnSpPr>
        <p:spPr>
          <a:xfrm flipV="1">
            <a:off x="2819700" y="1538100"/>
            <a:ext cx="2931913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288;p17"/>
          <p:cNvCxnSpPr>
            <a:stCxn id="252" idx="2"/>
            <a:endCxn id="286" idx="0"/>
          </p:cNvCxnSpPr>
          <p:nvPr/>
        </p:nvCxnSpPr>
        <p:spPr>
          <a:xfrm flipH="1">
            <a:off x="4640588" y="1957500"/>
            <a:ext cx="2701200" cy="21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89" name="Google Shape;289;p17"/>
          <p:cNvCxnSpPr>
            <a:stCxn id="232" idx="2"/>
            <a:endCxn id="283" idx="0"/>
          </p:cNvCxnSpPr>
          <p:nvPr/>
        </p:nvCxnSpPr>
        <p:spPr>
          <a:xfrm>
            <a:off x="1708725" y="1957500"/>
            <a:ext cx="1681200" cy="215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90" name="Google Shape;290;p17"/>
          <p:cNvCxnSpPr>
            <a:stCxn id="283" idx="3"/>
          </p:cNvCxnSpPr>
          <p:nvPr/>
        </p:nvCxnSpPr>
        <p:spPr>
          <a:xfrm rot="10800000">
            <a:off x="2797913" y="1500050"/>
            <a:ext cx="993900" cy="275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1" name="Google Shape;291;p17"/>
          <p:cNvCxnSpPr>
            <a:cxnSpLocks/>
            <a:stCxn id="286" idx="2"/>
            <a:endCxn id="238" idx="0"/>
          </p:cNvCxnSpPr>
          <p:nvPr/>
        </p:nvCxnSpPr>
        <p:spPr>
          <a:xfrm flipH="1" flipV="1">
            <a:off x="3425050" y="1957500"/>
            <a:ext cx="1215588" cy="24556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92" name="Google Shape;292;p17"/>
          <p:cNvCxnSpPr>
            <a:stCxn id="238" idx="3"/>
            <a:endCxn id="255" idx="1"/>
          </p:cNvCxnSpPr>
          <p:nvPr/>
        </p:nvCxnSpPr>
        <p:spPr>
          <a:xfrm rot="10800000" flipH="1">
            <a:off x="3623350" y="1538100"/>
            <a:ext cx="4829400" cy="5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3" name="Google Shape;293;p17"/>
          <p:cNvSpPr txBox="1"/>
          <p:nvPr/>
        </p:nvSpPr>
        <p:spPr>
          <a:xfrm>
            <a:off x="3913000" y="3333050"/>
            <a:ext cx="47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#연결</a:t>
            </a:r>
            <a:endParaRPr/>
          </a:p>
        </p:txBody>
      </p:sp>
      <p:grpSp>
        <p:nvGrpSpPr>
          <p:cNvPr id="299" name="Google Shape;299;p18"/>
          <p:cNvGrpSpPr/>
          <p:nvPr/>
        </p:nvGrpSpPr>
        <p:grpSpPr>
          <a:xfrm>
            <a:off x="210775" y="1267325"/>
            <a:ext cx="803700" cy="559200"/>
            <a:chOff x="725125" y="742575"/>
            <a:chExt cx="803700" cy="559200"/>
          </a:xfrm>
        </p:grpSpPr>
        <p:sp>
          <p:nvSpPr>
            <p:cNvPr id="300" name="Google Shape;300;p1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1306875" y="1398300"/>
            <a:ext cx="803700" cy="559200"/>
            <a:chOff x="725125" y="742575"/>
            <a:chExt cx="803700" cy="559200"/>
          </a:xfrm>
        </p:grpSpPr>
        <p:sp>
          <p:nvSpPr>
            <p:cNvPr id="303" name="Google Shape;303;p1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pParent</a:t>
              </a:r>
              <a:endParaRPr sz="1300"/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305" name="Google Shape;305;p18"/>
          <p:cNvGrpSpPr/>
          <p:nvPr/>
        </p:nvGrpSpPr>
        <p:grpSpPr>
          <a:xfrm>
            <a:off x="2819700" y="1398300"/>
            <a:ext cx="803700" cy="838800"/>
            <a:chOff x="3470825" y="943425"/>
            <a:chExt cx="803700" cy="838800"/>
          </a:xfrm>
        </p:grpSpPr>
        <p:grpSp>
          <p:nvGrpSpPr>
            <p:cNvPr id="306" name="Google Shape;306;p1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307" name="Google Shape;307;p1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308" name="Google Shape;308;p1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309" name="Google Shape;309;p1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cxnSp>
        <p:nvCxnSpPr>
          <p:cNvPr id="311" name="Google Shape;311;p18"/>
          <p:cNvCxnSpPr>
            <a:stCxn id="304" idx="3"/>
            <a:endCxn id="307" idx="1"/>
          </p:cNvCxnSpPr>
          <p:nvPr/>
        </p:nvCxnSpPr>
        <p:spPr>
          <a:xfrm rot="10800000" flipH="1">
            <a:off x="2110575" y="153810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12" name="Google Shape;312;p18"/>
          <p:cNvGrpSpPr/>
          <p:nvPr/>
        </p:nvGrpSpPr>
        <p:grpSpPr>
          <a:xfrm>
            <a:off x="708638" y="2945050"/>
            <a:ext cx="803700" cy="559200"/>
            <a:chOff x="725125" y="742575"/>
            <a:chExt cx="803700" cy="559200"/>
          </a:xfrm>
        </p:grpSpPr>
        <p:sp>
          <p:nvSpPr>
            <p:cNvPr id="313" name="Google Shape;313;p1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pLeft</a:t>
              </a:r>
              <a:endParaRPr sz="1300"/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315" name="Google Shape;315;p18"/>
          <p:cNvCxnSpPr>
            <a:stCxn id="314" idx="3"/>
            <a:endCxn id="316" idx="1"/>
          </p:cNvCxnSpPr>
          <p:nvPr/>
        </p:nvCxnSpPr>
        <p:spPr>
          <a:xfrm rot="10800000" flipH="1">
            <a:off x="1512338" y="308485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17" name="Google Shape;317;p18"/>
          <p:cNvGrpSpPr/>
          <p:nvPr/>
        </p:nvGrpSpPr>
        <p:grpSpPr>
          <a:xfrm>
            <a:off x="3291388" y="2940100"/>
            <a:ext cx="803700" cy="559200"/>
            <a:chOff x="725125" y="742575"/>
            <a:chExt cx="803700" cy="559200"/>
          </a:xfrm>
        </p:grpSpPr>
        <p:sp>
          <p:nvSpPr>
            <p:cNvPr id="318" name="Google Shape;318;p1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pRight</a:t>
              </a:r>
              <a:endParaRPr sz="1300"/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grpSp>
        <p:nvGrpSpPr>
          <p:cNvPr id="320" name="Google Shape;320;p18"/>
          <p:cNvGrpSpPr/>
          <p:nvPr/>
        </p:nvGrpSpPr>
        <p:grpSpPr>
          <a:xfrm>
            <a:off x="4804213" y="2940100"/>
            <a:ext cx="803700" cy="838800"/>
            <a:chOff x="3470825" y="943425"/>
            <a:chExt cx="803700" cy="838800"/>
          </a:xfrm>
        </p:grpSpPr>
        <p:grpSp>
          <p:nvGrpSpPr>
            <p:cNvPr id="321" name="Google Shape;321;p1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322" name="Google Shape;322;p1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323" name="Google Shape;323;p1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324" name="Google Shape;324;p1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326" name="Google Shape;326;p18"/>
          <p:cNvCxnSpPr>
            <a:stCxn id="319" idx="3"/>
            <a:endCxn id="322" idx="1"/>
          </p:cNvCxnSpPr>
          <p:nvPr/>
        </p:nvCxnSpPr>
        <p:spPr>
          <a:xfrm rot="10800000" flipH="1">
            <a:off x="4095088" y="307990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27" name="Google Shape;327;p18"/>
          <p:cNvGrpSpPr/>
          <p:nvPr/>
        </p:nvGrpSpPr>
        <p:grpSpPr>
          <a:xfrm>
            <a:off x="270438" y="4164475"/>
            <a:ext cx="803700" cy="559200"/>
            <a:chOff x="725125" y="742575"/>
            <a:chExt cx="803700" cy="559200"/>
          </a:xfrm>
        </p:grpSpPr>
        <p:sp>
          <p:nvSpPr>
            <p:cNvPr id="328" name="Google Shape;328;p1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pD</a:t>
              </a:r>
              <a:endParaRPr sz="1300"/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grpSp>
        <p:nvGrpSpPr>
          <p:cNvPr id="330" name="Google Shape;330;p18"/>
          <p:cNvGrpSpPr/>
          <p:nvPr/>
        </p:nvGrpSpPr>
        <p:grpSpPr>
          <a:xfrm>
            <a:off x="1783263" y="4164475"/>
            <a:ext cx="803700" cy="838800"/>
            <a:chOff x="3470825" y="943425"/>
            <a:chExt cx="803700" cy="838800"/>
          </a:xfrm>
        </p:grpSpPr>
        <p:grpSp>
          <p:nvGrpSpPr>
            <p:cNvPr id="331" name="Google Shape;331;p1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332" name="Google Shape;332;p1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333" name="Google Shape;333;p1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334" name="Google Shape;334;p1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335" name="Google Shape;335;p1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336" name="Google Shape;336;p18"/>
          <p:cNvCxnSpPr>
            <a:stCxn id="329" idx="3"/>
            <a:endCxn id="332" idx="1"/>
          </p:cNvCxnSpPr>
          <p:nvPr/>
        </p:nvCxnSpPr>
        <p:spPr>
          <a:xfrm rot="10800000" flipH="1">
            <a:off x="1074138" y="4304275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37" name="Google Shape;337;p18"/>
          <p:cNvGrpSpPr/>
          <p:nvPr/>
        </p:nvGrpSpPr>
        <p:grpSpPr>
          <a:xfrm>
            <a:off x="2930500" y="4159375"/>
            <a:ext cx="803700" cy="559200"/>
            <a:chOff x="725125" y="742575"/>
            <a:chExt cx="803700" cy="559200"/>
          </a:xfrm>
        </p:grpSpPr>
        <p:sp>
          <p:nvSpPr>
            <p:cNvPr id="338" name="Google Shape;338;p1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pE</a:t>
              </a:r>
              <a:endParaRPr sz="1300"/>
            </a:p>
          </p:txBody>
        </p:sp>
        <p:sp>
          <p:nvSpPr>
            <p:cNvPr id="339" name="Google Shape;339;p1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cxnSp>
        <p:nvCxnSpPr>
          <p:cNvPr id="340" name="Google Shape;340;p18"/>
          <p:cNvCxnSpPr>
            <a:stCxn id="339" idx="3"/>
            <a:endCxn id="341" idx="1"/>
          </p:cNvCxnSpPr>
          <p:nvPr/>
        </p:nvCxnSpPr>
        <p:spPr>
          <a:xfrm rot="10800000" flipH="1">
            <a:off x="3734200" y="4299175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2" name="Google Shape;342;p18"/>
          <p:cNvCxnSpPr>
            <a:stCxn id="310" idx="3"/>
            <a:endCxn id="322" idx="1"/>
          </p:cNvCxnSpPr>
          <p:nvPr/>
        </p:nvCxnSpPr>
        <p:spPr>
          <a:xfrm>
            <a:off x="3623350" y="2097300"/>
            <a:ext cx="1180800" cy="98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43" name="Google Shape;343;p18"/>
          <p:cNvGrpSpPr/>
          <p:nvPr/>
        </p:nvGrpSpPr>
        <p:grpSpPr>
          <a:xfrm>
            <a:off x="2221463" y="2945050"/>
            <a:ext cx="803700" cy="838800"/>
            <a:chOff x="3470825" y="943425"/>
            <a:chExt cx="803700" cy="838800"/>
          </a:xfrm>
        </p:grpSpPr>
        <p:grpSp>
          <p:nvGrpSpPr>
            <p:cNvPr id="344" name="Google Shape;344;p1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316" name="Google Shape;316;p1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345" name="Google Shape;345;p1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346" name="Google Shape;346;p1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</p:grpSp>
      <p:cxnSp>
        <p:nvCxnSpPr>
          <p:cNvPr id="348" name="Google Shape;348;p18"/>
          <p:cNvCxnSpPr>
            <a:stCxn id="309" idx="1"/>
            <a:endCxn id="316" idx="1"/>
          </p:cNvCxnSpPr>
          <p:nvPr/>
        </p:nvCxnSpPr>
        <p:spPr>
          <a:xfrm flipH="1">
            <a:off x="2221500" y="2097300"/>
            <a:ext cx="598200" cy="98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49" name="Google Shape;349;p18"/>
          <p:cNvGrpSpPr/>
          <p:nvPr/>
        </p:nvGrpSpPr>
        <p:grpSpPr>
          <a:xfrm>
            <a:off x="4443325" y="4159375"/>
            <a:ext cx="803700" cy="838800"/>
            <a:chOff x="3470825" y="943425"/>
            <a:chExt cx="803700" cy="838800"/>
          </a:xfrm>
        </p:grpSpPr>
        <p:grpSp>
          <p:nvGrpSpPr>
            <p:cNvPr id="350" name="Google Shape;350;p1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341" name="Google Shape;341;p1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351" name="Google Shape;351;p1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352" name="Google Shape;352;p1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353" name="Google Shape;353;p1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354" name="Google Shape;354;p18"/>
          <p:cNvCxnSpPr>
            <a:stCxn id="304" idx="0"/>
            <a:endCxn id="301" idx="2"/>
          </p:cNvCxnSpPr>
          <p:nvPr/>
        </p:nvCxnSpPr>
        <p:spPr>
          <a:xfrm flipH="1">
            <a:off x="612525" y="1677900"/>
            <a:ext cx="1096200" cy="14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55" name="Google Shape;355;p18"/>
          <p:cNvCxnSpPr>
            <a:stCxn id="301" idx="3"/>
            <a:endCxn id="307" idx="1"/>
          </p:cNvCxnSpPr>
          <p:nvPr/>
        </p:nvCxnSpPr>
        <p:spPr>
          <a:xfrm rot="10800000" flipH="1">
            <a:off x="1014475" y="1538225"/>
            <a:ext cx="1805100" cy="14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6" name="Google Shape;356;p18"/>
          <p:cNvSpPr txBox="1"/>
          <p:nvPr/>
        </p:nvSpPr>
        <p:spPr>
          <a:xfrm>
            <a:off x="5192175" y="1399000"/>
            <a:ext cx="3187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MakeLeft, MakeRight를 이용하여,</a:t>
            </a:r>
            <a:br>
              <a:rPr lang="ko"/>
            </a:br>
            <a:r>
              <a:rPr lang="ko"/>
              <a:t>각 노드를 트리구조로 연결한다.</a:t>
            </a:r>
            <a:endParaRPr/>
          </a:p>
        </p:txBody>
      </p:sp>
      <p:sp>
        <p:nvSpPr>
          <p:cNvPr id="357" name="Google Shape;357;p18"/>
          <p:cNvSpPr txBox="1"/>
          <p:nvPr/>
        </p:nvSpPr>
        <p:spPr>
          <a:xfrm>
            <a:off x="1856000" y="2273850"/>
            <a:ext cx="39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66</a:t>
            </a:r>
            <a:endParaRPr/>
          </a:p>
        </p:txBody>
      </p:sp>
      <p:sp>
        <p:nvSpPr>
          <p:cNvPr id="358" name="Google Shape;358;p18"/>
          <p:cNvSpPr txBox="1"/>
          <p:nvPr/>
        </p:nvSpPr>
        <p:spPr>
          <a:xfrm>
            <a:off x="4368288" y="2273850"/>
            <a:ext cx="40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#연결완료</a:t>
            </a:r>
            <a:endParaRPr/>
          </a:p>
        </p:txBody>
      </p:sp>
      <p:grpSp>
        <p:nvGrpSpPr>
          <p:cNvPr id="364" name="Google Shape;364;p19"/>
          <p:cNvGrpSpPr/>
          <p:nvPr/>
        </p:nvGrpSpPr>
        <p:grpSpPr>
          <a:xfrm>
            <a:off x="210775" y="1267325"/>
            <a:ext cx="803700" cy="559200"/>
            <a:chOff x="725125" y="742575"/>
            <a:chExt cx="803700" cy="559200"/>
          </a:xfrm>
        </p:grpSpPr>
        <p:sp>
          <p:nvSpPr>
            <p:cNvPr id="365" name="Google Shape;365;p1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366" name="Google Shape;366;p1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367" name="Google Shape;367;p19"/>
          <p:cNvGrpSpPr/>
          <p:nvPr/>
        </p:nvGrpSpPr>
        <p:grpSpPr>
          <a:xfrm>
            <a:off x="1306875" y="1398300"/>
            <a:ext cx="803700" cy="559200"/>
            <a:chOff x="725125" y="742575"/>
            <a:chExt cx="803700" cy="559200"/>
          </a:xfrm>
        </p:grpSpPr>
        <p:sp>
          <p:nvSpPr>
            <p:cNvPr id="368" name="Google Shape;368;p1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pParent</a:t>
              </a:r>
              <a:endParaRPr sz="1300"/>
            </a:p>
          </p:txBody>
        </p:sp>
        <p:sp>
          <p:nvSpPr>
            <p:cNvPr id="369" name="Google Shape;369;p1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370" name="Google Shape;370;p19"/>
          <p:cNvGrpSpPr/>
          <p:nvPr/>
        </p:nvGrpSpPr>
        <p:grpSpPr>
          <a:xfrm>
            <a:off x="2819700" y="1398300"/>
            <a:ext cx="803700" cy="838800"/>
            <a:chOff x="3470825" y="943425"/>
            <a:chExt cx="803700" cy="838800"/>
          </a:xfrm>
        </p:grpSpPr>
        <p:grpSp>
          <p:nvGrpSpPr>
            <p:cNvPr id="371" name="Google Shape;371;p1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372" name="Google Shape;372;p1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374" name="Google Shape;374;p1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cxnSp>
        <p:nvCxnSpPr>
          <p:cNvPr id="376" name="Google Shape;376;p19"/>
          <p:cNvCxnSpPr>
            <a:stCxn id="369" idx="3"/>
            <a:endCxn id="372" idx="1"/>
          </p:cNvCxnSpPr>
          <p:nvPr/>
        </p:nvCxnSpPr>
        <p:spPr>
          <a:xfrm rot="10800000" flipH="1">
            <a:off x="2110575" y="153810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77" name="Google Shape;377;p19"/>
          <p:cNvGrpSpPr/>
          <p:nvPr/>
        </p:nvGrpSpPr>
        <p:grpSpPr>
          <a:xfrm>
            <a:off x="708638" y="2945050"/>
            <a:ext cx="803700" cy="559200"/>
            <a:chOff x="725125" y="742575"/>
            <a:chExt cx="803700" cy="559200"/>
          </a:xfrm>
        </p:grpSpPr>
        <p:sp>
          <p:nvSpPr>
            <p:cNvPr id="378" name="Google Shape;378;p1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pLeft</a:t>
              </a:r>
              <a:endParaRPr sz="1300"/>
            </a:p>
          </p:txBody>
        </p:sp>
        <p:sp>
          <p:nvSpPr>
            <p:cNvPr id="379" name="Google Shape;379;p1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380" name="Google Shape;380;p19"/>
          <p:cNvCxnSpPr>
            <a:stCxn id="379" idx="3"/>
            <a:endCxn id="381" idx="1"/>
          </p:cNvCxnSpPr>
          <p:nvPr/>
        </p:nvCxnSpPr>
        <p:spPr>
          <a:xfrm rot="10800000" flipH="1">
            <a:off x="1512338" y="308485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82" name="Google Shape;382;p19"/>
          <p:cNvGrpSpPr/>
          <p:nvPr/>
        </p:nvGrpSpPr>
        <p:grpSpPr>
          <a:xfrm>
            <a:off x="3291388" y="2940100"/>
            <a:ext cx="803700" cy="559200"/>
            <a:chOff x="725125" y="742575"/>
            <a:chExt cx="803700" cy="559200"/>
          </a:xfrm>
        </p:grpSpPr>
        <p:sp>
          <p:nvSpPr>
            <p:cNvPr id="383" name="Google Shape;383;p1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pRight</a:t>
              </a:r>
              <a:endParaRPr sz="1300"/>
            </a:p>
          </p:txBody>
        </p:sp>
        <p:sp>
          <p:nvSpPr>
            <p:cNvPr id="384" name="Google Shape;384;p1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grpSp>
        <p:nvGrpSpPr>
          <p:cNvPr id="385" name="Google Shape;385;p19"/>
          <p:cNvGrpSpPr/>
          <p:nvPr/>
        </p:nvGrpSpPr>
        <p:grpSpPr>
          <a:xfrm>
            <a:off x="4804213" y="2940100"/>
            <a:ext cx="803700" cy="838800"/>
            <a:chOff x="3470825" y="943425"/>
            <a:chExt cx="803700" cy="838800"/>
          </a:xfrm>
        </p:grpSpPr>
        <p:grpSp>
          <p:nvGrpSpPr>
            <p:cNvPr id="386" name="Google Shape;386;p1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387" name="Google Shape;387;p1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389" name="Google Shape;389;p1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391" name="Google Shape;391;p19"/>
          <p:cNvCxnSpPr>
            <a:stCxn id="384" idx="3"/>
            <a:endCxn id="387" idx="1"/>
          </p:cNvCxnSpPr>
          <p:nvPr/>
        </p:nvCxnSpPr>
        <p:spPr>
          <a:xfrm rot="10800000" flipH="1">
            <a:off x="4095088" y="3079900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92" name="Google Shape;392;p19"/>
          <p:cNvGrpSpPr/>
          <p:nvPr/>
        </p:nvGrpSpPr>
        <p:grpSpPr>
          <a:xfrm>
            <a:off x="270438" y="4164475"/>
            <a:ext cx="803700" cy="559200"/>
            <a:chOff x="725125" y="742575"/>
            <a:chExt cx="803700" cy="559200"/>
          </a:xfrm>
        </p:grpSpPr>
        <p:sp>
          <p:nvSpPr>
            <p:cNvPr id="393" name="Google Shape;393;p1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pD</a:t>
              </a:r>
              <a:endParaRPr sz="1300"/>
            </a:p>
          </p:txBody>
        </p:sp>
        <p:sp>
          <p:nvSpPr>
            <p:cNvPr id="394" name="Google Shape;394;p1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grpSp>
        <p:nvGrpSpPr>
          <p:cNvPr id="395" name="Google Shape;395;p19"/>
          <p:cNvGrpSpPr/>
          <p:nvPr/>
        </p:nvGrpSpPr>
        <p:grpSpPr>
          <a:xfrm>
            <a:off x="1783263" y="4164475"/>
            <a:ext cx="803700" cy="838800"/>
            <a:chOff x="3470825" y="943425"/>
            <a:chExt cx="803700" cy="838800"/>
          </a:xfrm>
        </p:grpSpPr>
        <p:grpSp>
          <p:nvGrpSpPr>
            <p:cNvPr id="396" name="Google Shape;396;p1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397" name="Google Shape;397;p1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399" name="Google Shape;399;p1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401" name="Google Shape;401;p19"/>
          <p:cNvCxnSpPr>
            <a:stCxn id="394" idx="3"/>
            <a:endCxn id="397" idx="1"/>
          </p:cNvCxnSpPr>
          <p:nvPr/>
        </p:nvCxnSpPr>
        <p:spPr>
          <a:xfrm rot="10800000" flipH="1">
            <a:off x="1074138" y="4304275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02" name="Google Shape;402;p19"/>
          <p:cNvGrpSpPr/>
          <p:nvPr/>
        </p:nvGrpSpPr>
        <p:grpSpPr>
          <a:xfrm>
            <a:off x="2930500" y="4159375"/>
            <a:ext cx="803700" cy="559200"/>
            <a:chOff x="725125" y="742575"/>
            <a:chExt cx="803700" cy="559200"/>
          </a:xfrm>
        </p:grpSpPr>
        <p:sp>
          <p:nvSpPr>
            <p:cNvPr id="403" name="Google Shape;403;p1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pE</a:t>
              </a:r>
              <a:endParaRPr sz="1300"/>
            </a:p>
          </p:txBody>
        </p:sp>
        <p:sp>
          <p:nvSpPr>
            <p:cNvPr id="404" name="Google Shape;404;p1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grpSp>
        <p:nvGrpSpPr>
          <p:cNvPr id="405" name="Google Shape;405;p19"/>
          <p:cNvGrpSpPr/>
          <p:nvPr/>
        </p:nvGrpSpPr>
        <p:grpSpPr>
          <a:xfrm>
            <a:off x="4443325" y="4159375"/>
            <a:ext cx="803700" cy="838800"/>
            <a:chOff x="3470825" y="943425"/>
            <a:chExt cx="803700" cy="838800"/>
          </a:xfrm>
        </p:grpSpPr>
        <p:grpSp>
          <p:nvGrpSpPr>
            <p:cNvPr id="406" name="Google Shape;406;p1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407" name="Google Shape;407;p1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409" name="Google Shape;409;p1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410" name="Google Shape;410;p1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411" name="Google Shape;411;p19"/>
          <p:cNvCxnSpPr>
            <a:stCxn id="404" idx="3"/>
            <a:endCxn id="407" idx="1"/>
          </p:cNvCxnSpPr>
          <p:nvPr/>
        </p:nvCxnSpPr>
        <p:spPr>
          <a:xfrm rot="10800000" flipH="1">
            <a:off x="3734200" y="4299175"/>
            <a:ext cx="7092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2" name="Google Shape;412;p19"/>
          <p:cNvCxnSpPr>
            <a:stCxn id="375" idx="3"/>
            <a:endCxn id="387" idx="1"/>
          </p:cNvCxnSpPr>
          <p:nvPr/>
        </p:nvCxnSpPr>
        <p:spPr>
          <a:xfrm>
            <a:off x="3623350" y="2097300"/>
            <a:ext cx="1180800" cy="98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13" name="Google Shape;413;p19"/>
          <p:cNvGrpSpPr/>
          <p:nvPr/>
        </p:nvGrpSpPr>
        <p:grpSpPr>
          <a:xfrm>
            <a:off x="2221463" y="2945050"/>
            <a:ext cx="803700" cy="838800"/>
            <a:chOff x="3470825" y="943425"/>
            <a:chExt cx="803700" cy="838800"/>
          </a:xfrm>
        </p:grpSpPr>
        <p:grpSp>
          <p:nvGrpSpPr>
            <p:cNvPr id="414" name="Google Shape;414;p1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381" name="Google Shape;381;p1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416" name="Google Shape;416;p1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417" name="Google Shape;417;p1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418" name="Google Shape;418;p19"/>
          <p:cNvCxnSpPr>
            <a:stCxn id="417" idx="1"/>
            <a:endCxn id="397" idx="1"/>
          </p:cNvCxnSpPr>
          <p:nvPr/>
        </p:nvCxnSpPr>
        <p:spPr>
          <a:xfrm flipH="1">
            <a:off x="1783163" y="3644050"/>
            <a:ext cx="438300" cy="66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9" name="Google Shape;419;p19"/>
          <p:cNvCxnSpPr>
            <a:stCxn id="374" idx="1"/>
            <a:endCxn id="381" idx="1"/>
          </p:cNvCxnSpPr>
          <p:nvPr/>
        </p:nvCxnSpPr>
        <p:spPr>
          <a:xfrm flipH="1">
            <a:off x="2221500" y="2097300"/>
            <a:ext cx="598200" cy="98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0" name="Google Shape;420;p19"/>
          <p:cNvCxnSpPr>
            <a:stCxn id="416" idx="3"/>
            <a:endCxn id="407" idx="1"/>
          </p:cNvCxnSpPr>
          <p:nvPr/>
        </p:nvCxnSpPr>
        <p:spPr>
          <a:xfrm>
            <a:off x="3025113" y="3644050"/>
            <a:ext cx="1418100" cy="65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1" name="Google Shape;421;p19"/>
          <p:cNvCxnSpPr>
            <a:stCxn id="369" idx="0"/>
            <a:endCxn id="366" idx="2"/>
          </p:cNvCxnSpPr>
          <p:nvPr/>
        </p:nvCxnSpPr>
        <p:spPr>
          <a:xfrm flipH="1">
            <a:off x="612525" y="1677900"/>
            <a:ext cx="1096200" cy="14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422" name="Google Shape;422;p19"/>
          <p:cNvCxnSpPr>
            <a:stCxn id="366" idx="3"/>
            <a:endCxn id="372" idx="1"/>
          </p:cNvCxnSpPr>
          <p:nvPr/>
        </p:nvCxnSpPr>
        <p:spPr>
          <a:xfrm rot="10800000" flipH="1">
            <a:off x="1014475" y="1538225"/>
            <a:ext cx="1805100" cy="14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3" name="Google Shape;423;p19"/>
          <p:cNvSpPr txBox="1"/>
          <p:nvPr/>
        </p:nvSpPr>
        <p:spPr>
          <a:xfrm>
            <a:off x="5192175" y="1399000"/>
            <a:ext cx="3187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MakeLeft, MakeRight를 이용하여,</a:t>
            </a:r>
            <a:br>
              <a:rPr lang="ko"/>
            </a:br>
            <a:r>
              <a:rPr lang="ko"/>
              <a:t>각 노드를 트리구조로 연결한다.</a:t>
            </a:r>
            <a:endParaRPr/>
          </a:p>
        </p:txBody>
      </p:sp>
      <p:sp>
        <p:nvSpPr>
          <p:cNvPr id="424" name="Google Shape;424;p19"/>
          <p:cNvSpPr txBox="1"/>
          <p:nvPr/>
        </p:nvSpPr>
        <p:spPr>
          <a:xfrm>
            <a:off x="1524763" y="3770325"/>
            <a:ext cx="40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69</a:t>
            </a:r>
            <a:endParaRPr/>
          </a:p>
        </p:txBody>
      </p:sp>
      <p:sp>
        <p:nvSpPr>
          <p:cNvPr id="425" name="Google Shape;425;p19"/>
          <p:cNvSpPr txBox="1"/>
          <p:nvPr/>
        </p:nvSpPr>
        <p:spPr>
          <a:xfrm>
            <a:off x="3795538" y="3705438"/>
            <a:ext cx="40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70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#추가 및 연결완료</a:t>
            </a:r>
            <a:endParaRPr/>
          </a:p>
        </p:txBody>
      </p:sp>
      <p:grpSp>
        <p:nvGrpSpPr>
          <p:cNvPr id="431" name="Google Shape;431;p20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432" name="Google Shape;432;p2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434" name="Google Shape;434;p20"/>
          <p:cNvGrpSpPr/>
          <p:nvPr/>
        </p:nvGrpSpPr>
        <p:grpSpPr>
          <a:xfrm>
            <a:off x="2819700" y="1398300"/>
            <a:ext cx="803700" cy="838800"/>
            <a:chOff x="3470825" y="943425"/>
            <a:chExt cx="803700" cy="838800"/>
          </a:xfrm>
        </p:grpSpPr>
        <p:grpSp>
          <p:nvGrpSpPr>
            <p:cNvPr id="435" name="Google Shape;435;p2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436" name="Google Shape;436;p2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437" name="Google Shape;437;p2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438" name="Google Shape;438;p2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440" name="Google Shape;440;p20"/>
          <p:cNvGrpSpPr/>
          <p:nvPr/>
        </p:nvGrpSpPr>
        <p:grpSpPr>
          <a:xfrm>
            <a:off x="3692088" y="2716450"/>
            <a:ext cx="803700" cy="838800"/>
            <a:chOff x="3470825" y="943425"/>
            <a:chExt cx="803700" cy="838800"/>
          </a:xfrm>
        </p:grpSpPr>
        <p:grpSp>
          <p:nvGrpSpPr>
            <p:cNvPr id="441" name="Google Shape;441;p2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442" name="Google Shape;442;p2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443" name="Google Shape;443;p2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444" name="Google Shape;444;p2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446" name="Google Shape;446;p20"/>
          <p:cNvGrpSpPr/>
          <p:nvPr/>
        </p:nvGrpSpPr>
        <p:grpSpPr>
          <a:xfrm>
            <a:off x="1544313" y="4105275"/>
            <a:ext cx="803700" cy="838800"/>
            <a:chOff x="3470825" y="943425"/>
            <a:chExt cx="803700" cy="838800"/>
          </a:xfrm>
        </p:grpSpPr>
        <p:grpSp>
          <p:nvGrpSpPr>
            <p:cNvPr id="447" name="Google Shape;447;p2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448" name="Google Shape;448;p2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449" name="Google Shape;449;p2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450" name="Google Shape;450;p2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452" name="Google Shape;452;p20"/>
          <p:cNvGrpSpPr/>
          <p:nvPr/>
        </p:nvGrpSpPr>
        <p:grpSpPr>
          <a:xfrm>
            <a:off x="2773775" y="4105275"/>
            <a:ext cx="803700" cy="838800"/>
            <a:chOff x="3470825" y="943425"/>
            <a:chExt cx="803700" cy="838800"/>
          </a:xfrm>
        </p:grpSpPr>
        <p:grpSp>
          <p:nvGrpSpPr>
            <p:cNvPr id="453" name="Google Shape;453;p2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454" name="Google Shape;454;p2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455" name="Google Shape;455;p2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456" name="Google Shape;456;p2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458" name="Google Shape;458;p20"/>
          <p:cNvCxnSpPr>
            <a:cxnSpLocks/>
            <a:stCxn id="439" idx="3"/>
            <a:endCxn id="442" idx="0"/>
          </p:cNvCxnSpPr>
          <p:nvPr/>
        </p:nvCxnSpPr>
        <p:spPr>
          <a:xfrm>
            <a:off x="36233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59" name="Google Shape;459;p20"/>
          <p:cNvGrpSpPr/>
          <p:nvPr/>
        </p:nvGrpSpPr>
        <p:grpSpPr>
          <a:xfrm>
            <a:off x="2145263" y="2716450"/>
            <a:ext cx="803700" cy="838800"/>
            <a:chOff x="3470825" y="943425"/>
            <a:chExt cx="803700" cy="838800"/>
          </a:xfrm>
        </p:grpSpPr>
        <p:grpSp>
          <p:nvGrpSpPr>
            <p:cNvPr id="460" name="Google Shape;460;p2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461" name="Google Shape;461;p2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462" name="Google Shape;462;p2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463" name="Google Shape;463;p2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464" name="Google Shape;464;p2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465" name="Google Shape;465;p20"/>
          <p:cNvCxnSpPr>
            <a:cxnSpLocks/>
            <a:stCxn id="464" idx="1"/>
            <a:endCxn id="448" idx="0"/>
          </p:cNvCxnSpPr>
          <p:nvPr/>
        </p:nvCxnSpPr>
        <p:spPr>
          <a:xfrm flipH="1">
            <a:off x="19461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6" name="Google Shape;466;p20"/>
          <p:cNvCxnSpPr>
            <a:cxnSpLocks/>
            <a:stCxn id="438" idx="1"/>
            <a:endCxn id="461" idx="0"/>
          </p:cNvCxnSpPr>
          <p:nvPr/>
        </p:nvCxnSpPr>
        <p:spPr>
          <a:xfrm flipH="1">
            <a:off x="25471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7" name="Google Shape;467;p20"/>
          <p:cNvCxnSpPr>
            <a:stCxn id="433" idx="3"/>
            <a:endCxn id="436" idx="1"/>
          </p:cNvCxnSpPr>
          <p:nvPr/>
        </p:nvCxnSpPr>
        <p:spPr>
          <a:xfrm rot="10800000" flipH="1">
            <a:off x="1480700" y="1538000"/>
            <a:ext cx="13389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8" name="Google Shape;468;p20"/>
          <p:cNvCxnSpPr>
            <a:cxnSpLocks/>
            <a:stCxn id="463" idx="3"/>
            <a:endCxn id="454" idx="0"/>
          </p:cNvCxnSpPr>
          <p:nvPr/>
        </p:nvCxnSpPr>
        <p:spPr>
          <a:xfrm>
            <a:off x="29489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9" name="Google Shape;469;p20"/>
          <p:cNvSpPr txBox="1"/>
          <p:nvPr/>
        </p:nvSpPr>
        <p:spPr>
          <a:xfrm>
            <a:off x="5192175" y="1399000"/>
            <a:ext cx="3187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필요없는 변수들을 제거하고,</a:t>
            </a:r>
            <a:br>
              <a:rPr lang="ko"/>
            </a:br>
            <a:r>
              <a:rPr lang="ko"/>
              <a:t>트리만 남겨 그림을 심플하게 만든다.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0-Level-1</a:t>
            </a:r>
            <a:endParaRPr/>
          </a:p>
        </p:txBody>
      </p:sp>
      <p:grpSp>
        <p:nvGrpSpPr>
          <p:cNvPr id="475" name="Google Shape;475;p21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476" name="Google Shape;476;p2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478" name="Google Shape;478;p21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479" name="Google Shape;479;p2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480" name="Google Shape;480;p2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481" name="Google Shape;481;p2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482" name="Google Shape;482;p2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 dirty="0"/>
                <a:t>0x02</a:t>
              </a:r>
              <a:endParaRPr sz="800" dirty="0"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484" name="Google Shape;484;p21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485" name="Google Shape;485;p2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486" name="Google Shape;486;p2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487" name="Google Shape;487;p2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488" name="Google Shape;488;p2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490" name="Google Shape;490;p21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491" name="Google Shape;491;p2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492" name="Google Shape;492;p2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493" name="Google Shape;493;p2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494" name="Google Shape;494;p2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496" name="Google Shape;496;p21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497" name="Google Shape;497;p2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498" name="Google Shape;498;p2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499" name="Google Shape;499;p2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500" name="Google Shape;500;p2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502" name="Google Shape;502;p21"/>
          <p:cNvCxnSpPr>
            <a:cxnSpLocks/>
            <a:stCxn id="483" idx="3"/>
            <a:endCxn id="486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03" name="Google Shape;503;p21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504" name="Google Shape;504;p2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505" name="Google Shape;505;p2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506" name="Google Shape;506;p2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507" name="Google Shape;507;p2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509" name="Google Shape;509;p21"/>
          <p:cNvCxnSpPr>
            <a:cxnSpLocks/>
            <a:stCxn id="508" idx="1"/>
            <a:endCxn id="492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0" name="Google Shape;510;p21"/>
          <p:cNvCxnSpPr>
            <a:cxnSpLocks/>
            <a:stCxn id="482" idx="1"/>
            <a:endCxn id="505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1" name="Google Shape;511;p21"/>
          <p:cNvCxnSpPr>
            <a:stCxn id="477" idx="3"/>
            <a:endCxn id="480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2" name="Google Shape;512;p21"/>
          <p:cNvCxnSpPr>
            <a:cxnSpLocks/>
            <a:stCxn id="507" idx="3"/>
            <a:endCxn id="498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3" name="Google Shape;513;p21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514" name="Google Shape;514;p21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515" name="Google Shape;515;p2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517" name="Google Shape;517;p21"/>
          <p:cNvCxnSpPr>
            <a:stCxn id="477" idx="2"/>
            <a:endCxn id="516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518" name="Google Shape;518;p21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cxnSp>
        <p:nvCxnSpPr>
          <p:cNvPr id="519" name="Google Shape;519;p21"/>
          <p:cNvCxnSpPr>
            <a:endCxn id="520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521" name="Google Shape;521;p21"/>
          <p:cNvCxnSpPr>
            <a:stCxn id="516" idx="1"/>
            <a:endCxn id="480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22" name="Google Shape;522;p21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523" name="Google Shape;523;p2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524" name="Google Shape;524;p21"/>
          <p:cNvCxnSpPr>
            <a:stCxn id="520" idx="1"/>
            <a:endCxn id="480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5" name="Google Shape;525;p21"/>
          <p:cNvSpPr txBox="1"/>
          <p:nvPr/>
        </p:nvSpPr>
        <p:spPr>
          <a:xfrm>
            <a:off x="8281875" y="20309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 Level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1-Level-1</a:t>
            </a:r>
            <a:endParaRPr/>
          </a:p>
        </p:txBody>
      </p:sp>
      <p:grpSp>
        <p:nvGrpSpPr>
          <p:cNvPr id="531" name="Google Shape;531;p22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532" name="Google Shape;532;p2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534" name="Google Shape;534;p22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535" name="Google Shape;535;p22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536" name="Google Shape;536;p2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537" name="Google Shape;537;p2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538" name="Google Shape;538;p22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540" name="Google Shape;540;p22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541" name="Google Shape;541;p22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542" name="Google Shape;542;p2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543" name="Google Shape;543;p2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544" name="Google Shape;544;p22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546" name="Google Shape;546;p22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547" name="Google Shape;547;p22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548" name="Google Shape;548;p2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549" name="Google Shape;549;p2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550" name="Google Shape;550;p22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552" name="Google Shape;552;p22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553" name="Google Shape;553;p22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554" name="Google Shape;554;p2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555" name="Google Shape;555;p2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556" name="Google Shape;556;p22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558" name="Google Shape;558;p22"/>
          <p:cNvCxnSpPr>
            <a:cxnSpLocks/>
            <a:stCxn id="539" idx="3"/>
            <a:endCxn id="542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59" name="Google Shape;559;p22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560" name="Google Shape;560;p22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561" name="Google Shape;561;p2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562" name="Google Shape;562;p2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563" name="Google Shape;563;p22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565" name="Google Shape;565;p22"/>
          <p:cNvCxnSpPr>
            <a:cxnSpLocks/>
            <a:stCxn id="564" idx="1"/>
            <a:endCxn id="548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6" name="Google Shape;566;p22"/>
          <p:cNvCxnSpPr>
            <a:cxnSpLocks/>
            <a:stCxn id="538" idx="1"/>
            <a:endCxn id="561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7" name="Google Shape;567;p22"/>
          <p:cNvCxnSpPr>
            <a:stCxn id="533" idx="3"/>
            <a:endCxn id="536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8" name="Google Shape;568;p22"/>
          <p:cNvCxnSpPr>
            <a:cxnSpLocks/>
            <a:stCxn id="563" idx="3"/>
            <a:endCxn id="554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9" name="Google Shape;569;p22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570" name="Google Shape;570;p22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571" name="Google Shape;571;p2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573" name="Google Shape;573;p22"/>
          <p:cNvCxnSpPr>
            <a:stCxn id="533" idx="2"/>
            <a:endCxn id="572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574" name="Google Shape;574;p22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575" name="Google Shape;575;p22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576" name="Google Shape;576;p2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578" name="Google Shape;578;p22"/>
          <p:cNvCxnSpPr>
            <a:endCxn id="577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579" name="Google Shape;579;p22"/>
          <p:cNvCxnSpPr>
            <a:stCxn id="572" idx="1"/>
            <a:endCxn id="536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0" name="Google Shape;580;p22"/>
          <p:cNvCxnSpPr>
            <a:stCxn id="577" idx="1"/>
            <a:endCxn id="536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1" name="Google Shape;581;p22"/>
          <p:cNvSpPr txBox="1"/>
          <p:nvPr/>
        </p:nvSpPr>
        <p:spPr>
          <a:xfrm>
            <a:off x="5226600" y="4480775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함수를 호출했지만,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값이 NULL이므로 함수가 종료된다.</a:t>
            </a:r>
            <a:endParaRPr/>
          </a:p>
        </p:txBody>
      </p:sp>
      <p:sp>
        <p:nvSpPr>
          <p:cNvPr id="582" name="Google Shape;582;p22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583" name="Google Shape;583;p22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584" name="Google Shape;584;p2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586" name="Google Shape;586;p22"/>
          <p:cNvCxnSpPr>
            <a:cxnSpLocks/>
            <a:stCxn id="539" idx="2"/>
            <a:endCxn id="585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587" name="Google Shape;587;p22"/>
          <p:cNvCxnSpPr>
            <a:stCxn id="585" idx="1"/>
            <a:endCxn id="561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8" name="Google Shape;588;p22"/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 Level</a:t>
            </a:r>
            <a:endParaRPr/>
          </a:p>
        </p:txBody>
      </p:sp>
      <p:sp>
        <p:nvSpPr>
          <p:cNvPr id="589" name="Google Shape;589;p22"/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 Level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2-Level-1</a:t>
            </a:r>
            <a:endParaRPr/>
          </a:p>
        </p:txBody>
      </p:sp>
      <p:grpSp>
        <p:nvGrpSpPr>
          <p:cNvPr id="595" name="Google Shape;595;p23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596" name="Google Shape;596;p2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598" name="Google Shape;598;p23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599" name="Google Shape;599;p23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00" name="Google Shape;600;p2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602" name="Google Shape;602;p23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604" name="Google Shape;604;p23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605" name="Google Shape;605;p23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06" name="Google Shape;606;p2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608" name="Google Shape;608;p23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610" name="Google Shape;610;p23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611" name="Google Shape;611;p23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12" name="Google Shape;612;p2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614" name="Google Shape;614;p23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616" name="Google Shape;616;p23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617" name="Google Shape;617;p23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18" name="Google Shape;618;p2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619" name="Google Shape;619;p2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620" name="Google Shape;620;p23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622" name="Google Shape;622;p23"/>
          <p:cNvCxnSpPr>
            <a:cxnSpLocks/>
            <a:stCxn id="603" idx="3"/>
            <a:endCxn id="606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23" name="Google Shape;623;p23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624" name="Google Shape;624;p23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25" name="Google Shape;625;p2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627" name="Google Shape;627;p23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629" name="Google Shape;629;p23"/>
          <p:cNvCxnSpPr>
            <a:cxnSpLocks/>
            <a:stCxn id="628" idx="1"/>
            <a:endCxn id="612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0" name="Google Shape;630;p23"/>
          <p:cNvCxnSpPr>
            <a:cxnSpLocks/>
            <a:stCxn id="602" idx="1"/>
          </p:cNvCxnSpPr>
          <p:nvPr/>
        </p:nvCxnSpPr>
        <p:spPr>
          <a:xfrm flipH="1">
            <a:off x="1735095" y="2097300"/>
            <a:ext cx="246405" cy="61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1" name="Google Shape;631;p23"/>
          <p:cNvCxnSpPr>
            <a:stCxn id="597" idx="3"/>
            <a:endCxn id="600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2" name="Google Shape;632;p23"/>
          <p:cNvCxnSpPr>
            <a:cxnSpLocks/>
            <a:stCxn id="627" idx="3"/>
            <a:endCxn id="618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3" name="Google Shape;633;p23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634" name="Google Shape;634;p23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635" name="Google Shape;635;p2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636" name="Google Shape;636;p2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637" name="Google Shape;637;p23"/>
          <p:cNvCxnSpPr>
            <a:stCxn id="597" idx="2"/>
            <a:endCxn id="636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38" name="Google Shape;638;p23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639" name="Google Shape;639;p23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640" name="Google Shape;640;p2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642" name="Google Shape;642;p23"/>
          <p:cNvCxnSpPr>
            <a:endCxn id="641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643" name="Google Shape;643;p23"/>
          <p:cNvCxnSpPr>
            <a:stCxn id="636" idx="1"/>
            <a:endCxn id="600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4" name="Google Shape;644;p23"/>
          <p:cNvCxnSpPr>
            <a:stCxn id="641" idx="1"/>
            <a:endCxn id="600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5" name="Google Shape;645;p23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646" name="Google Shape;646;p23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647" name="Google Shape;647;p2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648" name="Google Shape;648;p2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649" name="Google Shape;649;p23"/>
          <p:cNvCxnSpPr>
            <a:cxnSpLocks/>
            <a:stCxn id="603" idx="2"/>
            <a:endCxn id="648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650" name="Google Shape;650;p23"/>
          <p:cNvCxnSpPr>
            <a:stCxn id="648" idx="1"/>
            <a:endCxn id="625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1" name="Google Shape;651;p23"/>
          <p:cNvSpPr txBox="1"/>
          <p:nvPr/>
        </p:nvSpPr>
        <p:spPr>
          <a:xfrm>
            <a:off x="4590500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652" name="Google Shape;652;p23"/>
          <p:cNvGrpSpPr/>
          <p:nvPr/>
        </p:nvGrpSpPr>
        <p:grpSpPr>
          <a:xfrm>
            <a:off x="7356575" y="3118625"/>
            <a:ext cx="803700" cy="559200"/>
            <a:chOff x="725125" y="742575"/>
            <a:chExt cx="803700" cy="559200"/>
          </a:xfrm>
        </p:grpSpPr>
        <p:sp>
          <p:nvSpPr>
            <p:cNvPr id="653" name="Google Shape;653;p2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655" name="Google Shape;655;p23"/>
          <p:cNvCxnSpPr>
            <a:cxnSpLocks/>
            <a:stCxn id="627" idx="2"/>
          </p:cNvCxnSpPr>
          <p:nvPr/>
        </p:nvCxnSpPr>
        <p:spPr>
          <a:xfrm flipV="1">
            <a:off x="1912413" y="3406200"/>
            <a:ext cx="5827412" cy="1490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56" name="Google Shape;656;p23"/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 Level</a:t>
            </a:r>
            <a:endParaRPr/>
          </a:p>
        </p:txBody>
      </p:sp>
      <p:sp>
        <p:nvSpPr>
          <p:cNvPr id="657" name="Google Shape;657;p23"/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 Level</a:t>
            </a:r>
            <a:endParaRPr/>
          </a:p>
        </p:txBody>
      </p:sp>
      <p:sp>
        <p:nvSpPr>
          <p:cNvPr id="658" name="Google Shape;658;p23"/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 Level</a:t>
            </a:r>
            <a:endParaRPr/>
          </a:p>
        </p:txBody>
      </p:sp>
      <p:cxnSp>
        <p:nvCxnSpPr>
          <p:cNvPr id="659" name="Google Shape;659;p23"/>
          <p:cNvCxnSpPr>
            <a:endCxn id="612" idx="3"/>
          </p:cNvCxnSpPr>
          <p:nvPr/>
        </p:nvCxnSpPr>
        <p:spPr>
          <a:xfrm flipH="1">
            <a:off x="1509813" y="3258375"/>
            <a:ext cx="5846700" cy="98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이진트리 #출력(순회) 3-Level-</a:t>
            </a:r>
            <a:r>
              <a:rPr lang="en-US" altLang="ko" dirty="0"/>
              <a:t>2</a:t>
            </a:r>
            <a:endParaRPr dirty="0"/>
          </a:p>
        </p:txBody>
      </p:sp>
      <p:grpSp>
        <p:nvGrpSpPr>
          <p:cNvPr id="665" name="Google Shape;665;p24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666" name="Google Shape;666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668" name="Google Shape;668;p24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669" name="Google Shape;669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70" name="Google Shape;670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671" name="Google Shape;671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672" name="Google Shape;672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674" name="Google Shape;674;p24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675" name="Google Shape;675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76" name="Google Shape;676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677" name="Google Shape;677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678" name="Google Shape;678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680" name="Google Shape;680;p24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681" name="Google Shape;681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82" name="Google Shape;682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683" name="Google Shape;683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684" name="Google Shape;684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686" name="Google Shape;686;p24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687" name="Google Shape;687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88" name="Google Shape;688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689" name="Google Shape;689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690" name="Google Shape;690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692" name="Google Shape;692;p24"/>
          <p:cNvCxnSpPr>
            <a:cxnSpLocks/>
            <a:stCxn id="673" idx="3"/>
            <a:endCxn id="676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93" name="Google Shape;693;p24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694" name="Google Shape;694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95" name="Google Shape;695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696" name="Google Shape;696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697" name="Google Shape;697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699" name="Google Shape;699;p24"/>
          <p:cNvCxnSpPr>
            <a:cxnSpLocks/>
            <a:stCxn id="698" idx="1"/>
            <a:endCxn id="682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0" name="Google Shape;700;p24"/>
          <p:cNvCxnSpPr>
            <a:cxnSpLocks/>
            <a:stCxn id="672" idx="1"/>
            <a:endCxn id="695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1" name="Google Shape;701;p24"/>
          <p:cNvCxnSpPr>
            <a:stCxn id="667" idx="3"/>
            <a:endCxn id="670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2" name="Google Shape;702;p24"/>
          <p:cNvCxnSpPr>
            <a:cxnSpLocks/>
            <a:stCxn id="697" idx="3"/>
            <a:endCxn id="688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3" name="Google Shape;703;p24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704" name="Google Shape;704;p24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705" name="Google Shape;705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707" name="Google Shape;707;p24"/>
          <p:cNvCxnSpPr>
            <a:stCxn id="667" idx="2"/>
            <a:endCxn id="706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08" name="Google Shape;708;p24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709" name="Google Shape;709;p24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710" name="Google Shape;710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712" name="Google Shape;712;p24"/>
          <p:cNvCxnSpPr>
            <a:endCxn id="711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13" name="Google Shape;713;p24"/>
          <p:cNvCxnSpPr>
            <a:stCxn id="706" idx="1"/>
            <a:endCxn id="670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4" name="Google Shape;714;p24"/>
          <p:cNvCxnSpPr>
            <a:stCxn id="711" idx="1"/>
            <a:endCxn id="670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5" name="Google Shape;715;p24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716" name="Google Shape;716;p24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717" name="Google Shape;717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719" name="Google Shape;719;p24"/>
          <p:cNvCxnSpPr>
            <a:cxnSpLocks/>
            <a:stCxn id="673" idx="2"/>
            <a:endCxn id="718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20" name="Google Shape;720;p24"/>
          <p:cNvCxnSpPr>
            <a:stCxn id="718" idx="1"/>
            <a:endCxn id="695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1" name="Google Shape;721;p24"/>
          <p:cNvSpPr txBox="1"/>
          <p:nvPr/>
        </p:nvSpPr>
        <p:spPr>
          <a:xfrm>
            <a:off x="4590500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722" name="Google Shape;722;p24"/>
          <p:cNvGrpSpPr/>
          <p:nvPr/>
        </p:nvGrpSpPr>
        <p:grpSpPr>
          <a:xfrm>
            <a:off x="7356575" y="3118625"/>
            <a:ext cx="803700" cy="559200"/>
            <a:chOff x="725125" y="742575"/>
            <a:chExt cx="803700" cy="559200"/>
          </a:xfrm>
        </p:grpSpPr>
        <p:sp>
          <p:nvSpPr>
            <p:cNvPr id="723" name="Google Shape;723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725" name="Google Shape;725;p24"/>
          <p:cNvCxnSpPr>
            <a:cxnSpLocks/>
            <a:stCxn id="697" idx="2"/>
            <a:endCxn id="724" idx="0"/>
          </p:cNvCxnSpPr>
          <p:nvPr/>
        </p:nvCxnSpPr>
        <p:spPr>
          <a:xfrm flipV="1">
            <a:off x="1912413" y="3398225"/>
            <a:ext cx="5846012" cy="157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26" name="Google Shape;726;p24"/>
          <p:cNvCxnSpPr>
            <a:stCxn id="724" idx="1"/>
            <a:endCxn id="682" idx="0"/>
          </p:cNvCxnSpPr>
          <p:nvPr/>
        </p:nvCxnSpPr>
        <p:spPr>
          <a:xfrm flipH="1">
            <a:off x="1107875" y="3538025"/>
            <a:ext cx="6248700" cy="56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7" name="Google Shape;727;p24"/>
          <p:cNvSpPr txBox="1"/>
          <p:nvPr/>
        </p:nvSpPr>
        <p:spPr>
          <a:xfrm>
            <a:off x="4590500" y="383780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Traverse(pNode-&gt;pLeft)</a:t>
            </a:r>
            <a:endParaRPr/>
          </a:p>
        </p:txBody>
      </p:sp>
      <p:grpSp>
        <p:nvGrpSpPr>
          <p:cNvPr id="728" name="Google Shape;728;p24"/>
          <p:cNvGrpSpPr/>
          <p:nvPr/>
        </p:nvGrpSpPr>
        <p:grpSpPr>
          <a:xfrm>
            <a:off x="7356575" y="3837800"/>
            <a:ext cx="803700" cy="559200"/>
            <a:chOff x="725125" y="742575"/>
            <a:chExt cx="803700" cy="559200"/>
          </a:xfrm>
        </p:grpSpPr>
        <p:sp>
          <p:nvSpPr>
            <p:cNvPr id="729" name="Google Shape;729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 dirty="0"/>
                <a:t>pNode</a:t>
              </a:r>
              <a:endParaRPr sz="1300" dirty="0"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cxnSp>
        <p:nvCxnSpPr>
          <p:cNvPr id="731" name="Google Shape;731;p24"/>
          <p:cNvCxnSpPr>
            <a:cxnSpLocks/>
            <a:stCxn id="685" idx="2"/>
            <a:endCxn id="730" idx="0"/>
          </p:cNvCxnSpPr>
          <p:nvPr/>
        </p:nvCxnSpPr>
        <p:spPr>
          <a:xfrm flipV="1">
            <a:off x="1311463" y="4117400"/>
            <a:ext cx="6446962" cy="8266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32" name="Google Shape;732;p24"/>
          <p:cNvSpPr txBox="1"/>
          <p:nvPr/>
        </p:nvSpPr>
        <p:spPr>
          <a:xfrm>
            <a:off x="5226600" y="4480775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함수를 호출했지만,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값이 NULL이므로 함수가 종료된다.</a:t>
            </a:r>
            <a:endParaRPr/>
          </a:p>
        </p:txBody>
      </p:sp>
      <p:sp>
        <p:nvSpPr>
          <p:cNvPr id="733" name="Google Shape;733;p24"/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 Level</a:t>
            </a:r>
            <a:endParaRPr/>
          </a:p>
        </p:txBody>
      </p:sp>
      <p:sp>
        <p:nvSpPr>
          <p:cNvPr id="734" name="Google Shape;734;p24"/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 Level</a:t>
            </a:r>
            <a:endParaRPr/>
          </a:p>
        </p:txBody>
      </p:sp>
      <p:sp>
        <p:nvSpPr>
          <p:cNvPr id="735" name="Google Shape;735;p24"/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 Level</a:t>
            </a:r>
            <a:endParaRPr/>
          </a:p>
        </p:txBody>
      </p:sp>
      <p:sp>
        <p:nvSpPr>
          <p:cNvPr id="736" name="Google Shape;736;p24"/>
          <p:cNvSpPr txBox="1"/>
          <p:nvPr/>
        </p:nvSpPr>
        <p:spPr>
          <a:xfrm>
            <a:off x="8320850" y="390765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36478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이진트리 #출력(순회) 3-Level-</a:t>
            </a:r>
            <a:r>
              <a:rPr lang="en-US" altLang="ko" dirty="0"/>
              <a:t>3</a:t>
            </a:r>
            <a:endParaRPr dirty="0"/>
          </a:p>
        </p:txBody>
      </p:sp>
      <p:grpSp>
        <p:nvGrpSpPr>
          <p:cNvPr id="665" name="Google Shape;665;p24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666" name="Google Shape;666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668" name="Google Shape;668;p24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669" name="Google Shape;669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70" name="Google Shape;670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671" name="Google Shape;671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672" name="Google Shape;672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674" name="Google Shape;674;p24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675" name="Google Shape;675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76" name="Google Shape;676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677" name="Google Shape;677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678" name="Google Shape;678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680" name="Google Shape;680;p24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681" name="Google Shape;681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82" name="Google Shape;682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683" name="Google Shape;683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684" name="Google Shape;684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686" name="Google Shape;686;p24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687" name="Google Shape;687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88" name="Google Shape;688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689" name="Google Shape;689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690" name="Google Shape;690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692" name="Google Shape;692;p24"/>
          <p:cNvCxnSpPr>
            <a:cxnSpLocks/>
            <a:stCxn id="673" idx="3"/>
            <a:endCxn id="676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93" name="Google Shape;693;p24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694" name="Google Shape;694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95" name="Google Shape;695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696" name="Google Shape;696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697" name="Google Shape;697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699" name="Google Shape;699;p24"/>
          <p:cNvCxnSpPr>
            <a:cxnSpLocks/>
            <a:stCxn id="698" idx="1"/>
            <a:endCxn id="682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0" name="Google Shape;700;p24"/>
          <p:cNvCxnSpPr>
            <a:cxnSpLocks/>
            <a:stCxn id="672" idx="1"/>
            <a:endCxn id="695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1" name="Google Shape;701;p24"/>
          <p:cNvCxnSpPr>
            <a:stCxn id="667" idx="3"/>
            <a:endCxn id="670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2" name="Google Shape;702;p24"/>
          <p:cNvCxnSpPr>
            <a:cxnSpLocks/>
            <a:stCxn id="697" idx="3"/>
            <a:endCxn id="688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3" name="Google Shape;703;p24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704" name="Google Shape;704;p24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705" name="Google Shape;705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707" name="Google Shape;707;p24"/>
          <p:cNvCxnSpPr>
            <a:stCxn id="667" idx="2"/>
            <a:endCxn id="706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08" name="Google Shape;708;p24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709" name="Google Shape;709;p24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710" name="Google Shape;710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712" name="Google Shape;712;p24"/>
          <p:cNvCxnSpPr>
            <a:endCxn id="711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13" name="Google Shape;713;p24"/>
          <p:cNvCxnSpPr>
            <a:stCxn id="706" idx="1"/>
            <a:endCxn id="670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4" name="Google Shape;714;p24"/>
          <p:cNvCxnSpPr>
            <a:stCxn id="711" idx="1"/>
            <a:endCxn id="670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5" name="Google Shape;715;p24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716" name="Google Shape;716;p24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717" name="Google Shape;717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719" name="Google Shape;719;p24"/>
          <p:cNvCxnSpPr>
            <a:cxnSpLocks/>
            <a:stCxn id="673" idx="2"/>
            <a:endCxn id="718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20" name="Google Shape;720;p24"/>
          <p:cNvCxnSpPr>
            <a:stCxn id="718" idx="1"/>
            <a:endCxn id="695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1" name="Google Shape;721;p24"/>
          <p:cNvSpPr txBox="1"/>
          <p:nvPr/>
        </p:nvSpPr>
        <p:spPr>
          <a:xfrm>
            <a:off x="4590500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722" name="Google Shape;722;p24"/>
          <p:cNvGrpSpPr/>
          <p:nvPr/>
        </p:nvGrpSpPr>
        <p:grpSpPr>
          <a:xfrm>
            <a:off x="7356575" y="3118625"/>
            <a:ext cx="803700" cy="559200"/>
            <a:chOff x="725125" y="742575"/>
            <a:chExt cx="803700" cy="559200"/>
          </a:xfrm>
        </p:grpSpPr>
        <p:sp>
          <p:nvSpPr>
            <p:cNvPr id="723" name="Google Shape;723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725" name="Google Shape;725;p24"/>
          <p:cNvCxnSpPr>
            <a:cxnSpLocks/>
            <a:stCxn id="697" idx="2"/>
            <a:endCxn id="724" idx="0"/>
          </p:cNvCxnSpPr>
          <p:nvPr/>
        </p:nvCxnSpPr>
        <p:spPr>
          <a:xfrm flipV="1">
            <a:off x="1912413" y="3398225"/>
            <a:ext cx="5846012" cy="157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26" name="Google Shape;726;p24"/>
          <p:cNvCxnSpPr>
            <a:stCxn id="724" idx="1"/>
            <a:endCxn id="682" idx="0"/>
          </p:cNvCxnSpPr>
          <p:nvPr/>
        </p:nvCxnSpPr>
        <p:spPr>
          <a:xfrm flipH="1">
            <a:off x="1107875" y="3538025"/>
            <a:ext cx="6248700" cy="56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7" name="Google Shape;727;p24"/>
          <p:cNvSpPr txBox="1"/>
          <p:nvPr/>
        </p:nvSpPr>
        <p:spPr>
          <a:xfrm>
            <a:off x="4590500" y="383780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Traverse(pNode-&gt;pLeft)</a:t>
            </a:r>
            <a:endParaRPr/>
          </a:p>
        </p:txBody>
      </p:sp>
      <p:grpSp>
        <p:nvGrpSpPr>
          <p:cNvPr id="728" name="Google Shape;728;p24"/>
          <p:cNvGrpSpPr/>
          <p:nvPr/>
        </p:nvGrpSpPr>
        <p:grpSpPr>
          <a:xfrm>
            <a:off x="7356575" y="3837800"/>
            <a:ext cx="803700" cy="559200"/>
            <a:chOff x="725125" y="742575"/>
            <a:chExt cx="803700" cy="559200"/>
          </a:xfrm>
        </p:grpSpPr>
        <p:sp>
          <p:nvSpPr>
            <p:cNvPr id="729" name="Google Shape;729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cxnSp>
        <p:nvCxnSpPr>
          <p:cNvPr id="731" name="Google Shape;731;p24"/>
          <p:cNvCxnSpPr>
            <a:cxnSpLocks/>
            <a:stCxn id="685" idx="2"/>
            <a:endCxn id="730" idx="0"/>
          </p:cNvCxnSpPr>
          <p:nvPr/>
        </p:nvCxnSpPr>
        <p:spPr>
          <a:xfrm flipV="1">
            <a:off x="1311463" y="4117400"/>
            <a:ext cx="6446962" cy="8266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32" name="Google Shape;732;p24"/>
          <p:cNvSpPr txBox="1"/>
          <p:nvPr/>
        </p:nvSpPr>
        <p:spPr>
          <a:xfrm>
            <a:off x="5226600" y="4480775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함수를 호출했지만,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값이 NULL이므로 함수가 종료된다.</a:t>
            </a:r>
            <a:endParaRPr/>
          </a:p>
        </p:txBody>
      </p:sp>
      <p:sp>
        <p:nvSpPr>
          <p:cNvPr id="733" name="Google Shape;733;p24"/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 Level</a:t>
            </a:r>
            <a:endParaRPr/>
          </a:p>
        </p:txBody>
      </p:sp>
      <p:sp>
        <p:nvSpPr>
          <p:cNvPr id="734" name="Google Shape;734;p24"/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 Level</a:t>
            </a:r>
            <a:endParaRPr/>
          </a:p>
        </p:txBody>
      </p:sp>
      <p:sp>
        <p:nvSpPr>
          <p:cNvPr id="735" name="Google Shape;735;p24"/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 Level</a:t>
            </a:r>
            <a:endParaRPr/>
          </a:p>
        </p:txBody>
      </p:sp>
      <p:sp>
        <p:nvSpPr>
          <p:cNvPr id="736" name="Google Shape;736;p24"/>
          <p:cNvSpPr txBox="1"/>
          <p:nvPr/>
        </p:nvSpPr>
        <p:spPr>
          <a:xfrm>
            <a:off x="8320850" y="390765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 Level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이진트리 #출력(순회) 3-Level-</a:t>
            </a:r>
            <a:r>
              <a:rPr lang="en-US" altLang="ko" dirty="0"/>
              <a:t>2</a:t>
            </a:r>
            <a:endParaRPr dirty="0"/>
          </a:p>
        </p:txBody>
      </p:sp>
      <p:grpSp>
        <p:nvGrpSpPr>
          <p:cNvPr id="665" name="Google Shape;665;p24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666" name="Google Shape;666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668" name="Google Shape;668;p24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669" name="Google Shape;669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70" name="Google Shape;670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671" name="Google Shape;671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672" name="Google Shape;672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674" name="Google Shape;674;p24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675" name="Google Shape;675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76" name="Google Shape;676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677" name="Google Shape;677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678" name="Google Shape;678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680" name="Google Shape;680;p24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681" name="Google Shape;681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82" name="Google Shape;682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683" name="Google Shape;683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684" name="Google Shape;684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686" name="Google Shape;686;p24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687" name="Google Shape;687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88" name="Google Shape;688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689" name="Google Shape;689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690" name="Google Shape;690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692" name="Google Shape;692;p24"/>
          <p:cNvCxnSpPr>
            <a:cxnSpLocks/>
            <a:stCxn id="673" idx="3"/>
            <a:endCxn id="676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93" name="Google Shape;693;p24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694" name="Google Shape;694;p2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695" name="Google Shape;695;p2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696" name="Google Shape;696;p2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697" name="Google Shape;697;p2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699" name="Google Shape;699;p24"/>
          <p:cNvCxnSpPr>
            <a:cxnSpLocks/>
            <a:stCxn id="698" idx="1"/>
            <a:endCxn id="682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0" name="Google Shape;700;p24"/>
          <p:cNvCxnSpPr>
            <a:cxnSpLocks/>
            <a:stCxn id="672" idx="1"/>
            <a:endCxn id="695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1" name="Google Shape;701;p24"/>
          <p:cNvCxnSpPr>
            <a:stCxn id="667" idx="3"/>
            <a:endCxn id="670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2" name="Google Shape;702;p24"/>
          <p:cNvCxnSpPr>
            <a:cxnSpLocks/>
            <a:stCxn id="697" idx="3"/>
            <a:endCxn id="688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3" name="Google Shape;703;p24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704" name="Google Shape;704;p24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705" name="Google Shape;705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707" name="Google Shape;707;p24"/>
          <p:cNvCxnSpPr>
            <a:stCxn id="667" idx="2"/>
            <a:endCxn id="706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08" name="Google Shape;708;p24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709" name="Google Shape;709;p24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710" name="Google Shape;710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712" name="Google Shape;712;p24"/>
          <p:cNvCxnSpPr>
            <a:endCxn id="711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13" name="Google Shape;713;p24"/>
          <p:cNvCxnSpPr>
            <a:stCxn id="706" idx="1"/>
            <a:endCxn id="670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4" name="Google Shape;714;p24"/>
          <p:cNvCxnSpPr>
            <a:stCxn id="711" idx="1"/>
            <a:endCxn id="670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5" name="Google Shape;715;p24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716" name="Google Shape;716;p24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717" name="Google Shape;717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719" name="Google Shape;719;p24"/>
          <p:cNvCxnSpPr>
            <a:cxnSpLocks/>
            <a:stCxn id="673" idx="2"/>
            <a:endCxn id="718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20" name="Google Shape;720;p24"/>
          <p:cNvCxnSpPr>
            <a:stCxn id="718" idx="1"/>
            <a:endCxn id="695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1" name="Google Shape;721;p24"/>
          <p:cNvSpPr txBox="1"/>
          <p:nvPr/>
        </p:nvSpPr>
        <p:spPr>
          <a:xfrm>
            <a:off x="4590500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722" name="Google Shape;722;p24"/>
          <p:cNvGrpSpPr/>
          <p:nvPr/>
        </p:nvGrpSpPr>
        <p:grpSpPr>
          <a:xfrm>
            <a:off x="7356575" y="3118625"/>
            <a:ext cx="803700" cy="559200"/>
            <a:chOff x="725125" y="742575"/>
            <a:chExt cx="803700" cy="559200"/>
          </a:xfrm>
        </p:grpSpPr>
        <p:sp>
          <p:nvSpPr>
            <p:cNvPr id="723" name="Google Shape;723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725" name="Google Shape;725;p24"/>
          <p:cNvCxnSpPr>
            <a:stCxn id="698" idx="3"/>
            <a:endCxn id="724" idx="0"/>
          </p:cNvCxnSpPr>
          <p:nvPr/>
        </p:nvCxnSpPr>
        <p:spPr>
          <a:xfrm rot="10800000" flipH="1">
            <a:off x="1721663" y="3398350"/>
            <a:ext cx="6036900" cy="1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26" name="Google Shape;726;p24"/>
          <p:cNvCxnSpPr>
            <a:stCxn id="724" idx="1"/>
            <a:endCxn id="682" idx="0"/>
          </p:cNvCxnSpPr>
          <p:nvPr/>
        </p:nvCxnSpPr>
        <p:spPr>
          <a:xfrm flipH="1">
            <a:off x="1107875" y="3538025"/>
            <a:ext cx="6248700" cy="56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7" name="Google Shape;727;p24"/>
          <p:cNvSpPr txBox="1"/>
          <p:nvPr/>
        </p:nvSpPr>
        <p:spPr>
          <a:xfrm>
            <a:off x="4590500" y="383780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Traverse(pNode-&gt;pLeft)</a:t>
            </a:r>
            <a:endParaRPr dirty="0"/>
          </a:p>
        </p:txBody>
      </p:sp>
      <p:grpSp>
        <p:nvGrpSpPr>
          <p:cNvPr id="728" name="Google Shape;728;p24"/>
          <p:cNvGrpSpPr/>
          <p:nvPr/>
        </p:nvGrpSpPr>
        <p:grpSpPr>
          <a:xfrm>
            <a:off x="7356575" y="3837800"/>
            <a:ext cx="803700" cy="559200"/>
            <a:chOff x="725125" y="742575"/>
            <a:chExt cx="803700" cy="559200"/>
          </a:xfrm>
        </p:grpSpPr>
        <p:sp>
          <p:nvSpPr>
            <p:cNvPr id="729" name="Google Shape;729;p2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 dirty="0"/>
                <a:t>pNode</a:t>
              </a:r>
              <a:endParaRPr sz="1300" dirty="0"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NULL</a:t>
              </a:r>
              <a:endParaRPr dirty="0"/>
            </a:p>
          </p:txBody>
        </p:sp>
      </p:grpSp>
      <p:cxnSp>
        <p:nvCxnSpPr>
          <p:cNvPr id="731" name="Google Shape;731;p24"/>
          <p:cNvCxnSpPr>
            <a:cxnSpLocks/>
            <a:stCxn id="685" idx="1"/>
            <a:endCxn id="730" idx="0"/>
          </p:cNvCxnSpPr>
          <p:nvPr/>
        </p:nvCxnSpPr>
        <p:spPr>
          <a:xfrm rot="10800000" flipH="1">
            <a:off x="1113163" y="4117275"/>
            <a:ext cx="6645300" cy="68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33" name="Google Shape;733;p24"/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 Level</a:t>
            </a:r>
            <a:endParaRPr/>
          </a:p>
        </p:txBody>
      </p:sp>
      <p:sp>
        <p:nvSpPr>
          <p:cNvPr id="734" name="Google Shape;734;p24"/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 Level</a:t>
            </a:r>
            <a:endParaRPr/>
          </a:p>
        </p:txBody>
      </p:sp>
      <p:sp>
        <p:nvSpPr>
          <p:cNvPr id="735" name="Google Shape;735;p24"/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 Level</a:t>
            </a:r>
            <a:endParaRPr/>
          </a:p>
        </p:txBody>
      </p:sp>
      <p:sp>
        <p:nvSpPr>
          <p:cNvPr id="736" name="Google Shape;736;p24"/>
          <p:cNvSpPr txBox="1"/>
          <p:nvPr/>
        </p:nvSpPr>
        <p:spPr>
          <a:xfrm>
            <a:off x="8320850" y="390765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6589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이진트리 #출력(순회) 3-Level-</a:t>
            </a:r>
            <a:r>
              <a:rPr lang="en-US" altLang="ko" dirty="0"/>
              <a:t>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42" name="Google Shape;742;p25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743" name="Google Shape;743;p2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744" name="Google Shape;744;p2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745" name="Google Shape;745;p25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746" name="Google Shape;746;p2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747" name="Google Shape;747;p2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748" name="Google Shape;748;p2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749" name="Google Shape;749;p2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751" name="Google Shape;751;p25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752" name="Google Shape;752;p2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753" name="Google Shape;753;p2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754" name="Google Shape;754;p2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755" name="Google Shape;755;p2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756" name="Google Shape;756;p2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757" name="Google Shape;757;p25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758" name="Google Shape;758;p2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759" name="Google Shape;759;p2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760" name="Google Shape;760;p2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761" name="Google Shape;761;p2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763" name="Google Shape;763;p25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764" name="Google Shape;764;p2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765" name="Google Shape;765;p2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766" name="Google Shape;766;p2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767" name="Google Shape;767;p2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768" name="Google Shape;768;p2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769" name="Google Shape;769;p25"/>
          <p:cNvCxnSpPr>
            <a:cxnSpLocks/>
            <a:stCxn id="750" idx="3"/>
            <a:endCxn id="753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70" name="Google Shape;770;p25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771" name="Google Shape;771;p2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772" name="Google Shape;772;p2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773" name="Google Shape;773;p2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774" name="Google Shape;774;p2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775" name="Google Shape;775;p2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776" name="Google Shape;776;p25"/>
          <p:cNvCxnSpPr>
            <a:cxnSpLocks/>
            <a:stCxn id="775" idx="1"/>
            <a:endCxn id="759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7" name="Google Shape;777;p25"/>
          <p:cNvCxnSpPr>
            <a:cxnSpLocks/>
            <a:stCxn id="749" idx="1"/>
            <a:endCxn id="772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8" name="Google Shape;778;p25"/>
          <p:cNvCxnSpPr>
            <a:stCxn id="744" idx="3"/>
            <a:endCxn id="747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9" name="Google Shape;779;p25"/>
          <p:cNvCxnSpPr>
            <a:cxnSpLocks/>
            <a:stCxn id="774" idx="3"/>
            <a:endCxn id="765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0" name="Google Shape;780;p25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781" name="Google Shape;781;p25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782" name="Google Shape;782;p2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783" name="Google Shape;783;p2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784" name="Google Shape;784;p25"/>
          <p:cNvCxnSpPr>
            <a:stCxn id="744" idx="2"/>
            <a:endCxn id="783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85" name="Google Shape;785;p25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786" name="Google Shape;786;p25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787" name="Google Shape;787;p2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788" name="Google Shape;788;p2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789" name="Google Shape;789;p25"/>
          <p:cNvCxnSpPr>
            <a:endCxn id="788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90" name="Google Shape;790;p25"/>
          <p:cNvCxnSpPr>
            <a:stCxn id="783" idx="1"/>
            <a:endCxn id="747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1" name="Google Shape;791;p25"/>
          <p:cNvCxnSpPr>
            <a:stCxn id="788" idx="1"/>
            <a:endCxn id="747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2" name="Google Shape;792;p25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793" name="Google Shape;793;p25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794" name="Google Shape;794;p2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795" name="Google Shape;795;p2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796" name="Google Shape;796;p25"/>
          <p:cNvCxnSpPr>
            <a:stCxn id="750" idx="1"/>
            <a:endCxn id="795" idx="0"/>
          </p:cNvCxnSpPr>
          <p:nvPr/>
        </p:nvCxnSpPr>
        <p:spPr>
          <a:xfrm>
            <a:off x="2388550" y="2097300"/>
            <a:ext cx="5370000" cy="64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97" name="Google Shape;797;p25"/>
          <p:cNvCxnSpPr>
            <a:stCxn id="795" idx="1"/>
            <a:endCxn id="772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8" name="Google Shape;798;p25"/>
          <p:cNvSpPr txBox="1"/>
          <p:nvPr/>
        </p:nvSpPr>
        <p:spPr>
          <a:xfrm>
            <a:off x="4590500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799" name="Google Shape;799;p25"/>
          <p:cNvGrpSpPr/>
          <p:nvPr/>
        </p:nvGrpSpPr>
        <p:grpSpPr>
          <a:xfrm>
            <a:off x="7356575" y="3118625"/>
            <a:ext cx="803700" cy="559200"/>
            <a:chOff x="725125" y="742575"/>
            <a:chExt cx="803700" cy="559200"/>
          </a:xfrm>
        </p:grpSpPr>
        <p:sp>
          <p:nvSpPr>
            <p:cNvPr id="800" name="Google Shape;800;p2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801" name="Google Shape;801;p2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802" name="Google Shape;802;p25"/>
          <p:cNvCxnSpPr>
            <a:cxnSpLocks/>
            <a:stCxn id="774" idx="2"/>
            <a:endCxn id="801" idx="0"/>
          </p:cNvCxnSpPr>
          <p:nvPr/>
        </p:nvCxnSpPr>
        <p:spPr>
          <a:xfrm flipV="1">
            <a:off x="1912413" y="3398225"/>
            <a:ext cx="5846012" cy="157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03" name="Google Shape;803;p25"/>
          <p:cNvCxnSpPr>
            <a:stCxn id="801" idx="1"/>
            <a:endCxn id="759" idx="0"/>
          </p:cNvCxnSpPr>
          <p:nvPr/>
        </p:nvCxnSpPr>
        <p:spPr>
          <a:xfrm flipH="1">
            <a:off x="1107875" y="3538025"/>
            <a:ext cx="6248700" cy="56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04" name="Google Shape;804;p25"/>
          <p:cNvSpPr txBox="1"/>
          <p:nvPr/>
        </p:nvSpPr>
        <p:spPr>
          <a:xfrm>
            <a:off x="4590500" y="383780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805" name="Google Shape;805;p25"/>
          <p:cNvGrpSpPr/>
          <p:nvPr/>
        </p:nvGrpSpPr>
        <p:grpSpPr>
          <a:xfrm>
            <a:off x="7356575" y="3837800"/>
            <a:ext cx="803700" cy="559200"/>
            <a:chOff x="725125" y="742575"/>
            <a:chExt cx="803700" cy="559200"/>
          </a:xfrm>
        </p:grpSpPr>
        <p:sp>
          <p:nvSpPr>
            <p:cNvPr id="806" name="Google Shape;806;p2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807" name="Google Shape;807;p2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cxnSp>
        <p:nvCxnSpPr>
          <p:cNvPr id="808" name="Google Shape;808;p25"/>
          <p:cNvCxnSpPr>
            <a:cxnSpLocks/>
            <a:stCxn id="762" idx="2"/>
            <a:endCxn id="807" idx="0"/>
          </p:cNvCxnSpPr>
          <p:nvPr/>
        </p:nvCxnSpPr>
        <p:spPr>
          <a:xfrm flipV="1">
            <a:off x="1311463" y="4117400"/>
            <a:ext cx="6446962" cy="8266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809" name="Google Shape;809;p25"/>
          <p:cNvSpPr txBox="1"/>
          <p:nvPr/>
        </p:nvSpPr>
        <p:spPr>
          <a:xfrm>
            <a:off x="5226600" y="4480775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함수를 호출했지만,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값이 NULL이므로 함수가 종료된다.</a:t>
            </a:r>
            <a:endParaRPr/>
          </a:p>
        </p:txBody>
      </p:sp>
      <p:sp>
        <p:nvSpPr>
          <p:cNvPr id="810" name="Google Shape;810;p25"/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 Level</a:t>
            </a:r>
            <a:endParaRPr/>
          </a:p>
        </p:txBody>
      </p:sp>
      <p:sp>
        <p:nvSpPr>
          <p:cNvPr id="811" name="Google Shape;811;p25"/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 Level</a:t>
            </a:r>
            <a:endParaRPr/>
          </a:p>
        </p:txBody>
      </p:sp>
      <p:sp>
        <p:nvSpPr>
          <p:cNvPr id="812" name="Google Shape;812;p25"/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 Level</a:t>
            </a:r>
            <a:endParaRPr/>
          </a:p>
        </p:txBody>
      </p:sp>
      <p:sp>
        <p:nvSpPr>
          <p:cNvPr id="813" name="Google Shape;813;p25"/>
          <p:cNvSpPr txBox="1"/>
          <p:nvPr/>
        </p:nvSpPr>
        <p:spPr>
          <a:xfrm>
            <a:off x="8320850" y="390765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 Level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2-Level-2</a:t>
            </a:r>
            <a:endParaRPr/>
          </a:p>
        </p:txBody>
      </p:sp>
      <p:grpSp>
        <p:nvGrpSpPr>
          <p:cNvPr id="819" name="Google Shape;819;p26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820" name="Google Shape;820;p2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822" name="Google Shape;822;p26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823" name="Google Shape;823;p2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824" name="Google Shape;824;p2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825" name="Google Shape;825;p2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826" name="Google Shape;826;p2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828" name="Google Shape;828;p26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829" name="Google Shape;829;p2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830" name="Google Shape;830;p2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831" name="Google Shape;831;p2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832" name="Google Shape;832;p2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834" name="Google Shape;834;p26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835" name="Google Shape;835;p2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836" name="Google Shape;836;p2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837" name="Google Shape;837;p2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838" name="Google Shape;838;p2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840" name="Google Shape;840;p26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841" name="Google Shape;841;p2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842" name="Google Shape;842;p2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843" name="Google Shape;843;p2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844" name="Google Shape;844;p2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846" name="Google Shape;846;p26"/>
          <p:cNvCxnSpPr>
            <a:cxnSpLocks/>
            <a:stCxn id="827" idx="3"/>
            <a:endCxn id="830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47" name="Google Shape;847;p26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848" name="Google Shape;848;p2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849" name="Google Shape;849;p2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850" name="Google Shape;850;p2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851" name="Google Shape;851;p2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853" name="Google Shape;853;p26"/>
          <p:cNvCxnSpPr>
            <a:cxnSpLocks/>
            <a:stCxn id="852" idx="1"/>
            <a:endCxn id="836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4" name="Google Shape;854;p26"/>
          <p:cNvCxnSpPr>
            <a:cxnSpLocks/>
            <a:stCxn id="826" idx="1"/>
            <a:endCxn id="849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5" name="Google Shape;855;p26"/>
          <p:cNvCxnSpPr>
            <a:stCxn id="821" idx="3"/>
            <a:endCxn id="824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6" name="Google Shape;856;p26"/>
          <p:cNvCxnSpPr>
            <a:cxnSpLocks/>
            <a:stCxn id="851" idx="3"/>
            <a:endCxn id="842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7" name="Google Shape;857;p26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858" name="Google Shape;858;p26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859" name="Google Shape;859;p2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860" name="Google Shape;860;p2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861" name="Google Shape;861;p26"/>
          <p:cNvCxnSpPr>
            <a:stCxn id="821" idx="2"/>
            <a:endCxn id="860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862" name="Google Shape;862;p26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863" name="Google Shape;863;p26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864" name="Google Shape;864;p2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865" name="Google Shape;865;p2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866" name="Google Shape;866;p26"/>
          <p:cNvCxnSpPr>
            <a:endCxn id="865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67" name="Google Shape;867;p26"/>
          <p:cNvCxnSpPr>
            <a:stCxn id="860" idx="1"/>
            <a:endCxn id="824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8" name="Google Shape;868;p26"/>
          <p:cNvCxnSpPr>
            <a:stCxn id="865" idx="1"/>
            <a:endCxn id="824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9" name="Google Shape;869;p26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870" name="Google Shape;870;p26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871" name="Google Shape;871;p2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872" name="Google Shape;872;p2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873" name="Google Shape;873;p26"/>
          <p:cNvCxnSpPr>
            <a:cxnSpLocks/>
            <a:stCxn id="827" idx="2"/>
            <a:endCxn id="872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74" name="Google Shape;874;p26"/>
          <p:cNvCxnSpPr>
            <a:stCxn id="872" idx="1"/>
            <a:endCxn id="849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5" name="Google Shape;875;p26"/>
          <p:cNvSpPr txBox="1"/>
          <p:nvPr/>
        </p:nvSpPr>
        <p:spPr>
          <a:xfrm>
            <a:off x="4590500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cxnSp>
        <p:nvCxnSpPr>
          <p:cNvPr id="876" name="Google Shape;876;p26"/>
          <p:cNvCxnSpPr>
            <a:cxnSpLocks/>
            <a:stCxn id="851" idx="2"/>
            <a:endCxn id="877" idx="0"/>
          </p:cNvCxnSpPr>
          <p:nvPr/>
        </p:nvCxnSpPr>
        <p:spPr>
          <a:xfrm flipV="1">
            <a:off x="1912413" y="3398225"/>
            <a:ext cx="5846012" cy="157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78" name="Google Shape;878;p26"/>
          <p:cNvCxnSpPr>
            <a:stCxn id="877" idx="1"/>
            <a:endCxn id="836" idx="0"/>
          </p:cNvCxnSpPr>
          <p:nvPr/>
        </p:nvCxnSpPr>
        <p:spPr>
          <a:xfrm flipH="1">
            <a:off x="1107875" y="3538025"/>
            <a:ext cx="6248700" cy="56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79" name="Google Shape;879;p26"/>
          <p:cNvGrpSpPr/>
          <p:nvPr/>
        </p:nvGrpSpPr>
        <p:grpSpPr>
          <a:xfrm>
            <a:off x="7356575" y="3118625"/>
            <a:ext cx="803700" cy="559200"/>
            <a:chOff x="725125" y="742575"/>
            <a:chExt cx="803700" cy="559200"/>
          </a:xfrm>
        </p:grpSpPr>
        <p:sp>
          <p:nvSpPr>
            <p:cNvPr id="880" name="Google Shape;880;p2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877" name="Google Shape;877;p2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sp>
        <p:nvSpPr>
          <p:cNvPr id="881" name="Google Shape;881;p26"/>
          <p:cNvSpPr txBox="1"/>
          <p:nvPr/>
        </p:nvSpPr>
        <p:spPr>
          <a:xfrm>
            <a:off x="5226600" y="3774200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40에 오른쪽과 왼쪽을 모두 방문 후,</a:t>
            </a:r>
            <a:br>
              <a:rPr lang="ko"/>
            </a:br>
            <a:r>
              <a:rPr lang="ko"/>
              <a:t>출력한다.</a:t>
            </a:r>
            <a:endParaRPr/>
          </a:p>
        </p:txBody>
      </p:sp>
      <p:sp>
        <p:nvSpPr>
          <p:cNvPr id="882" name="Google Shape;882;p26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</a:t>
            </a:r>
            <a:endParaRPr/>
          </a:p>
        </p:txBody>
      </p:sp>
      <p:sp>
        <p:nvSpPr>
          <p:cNvPr id="883" name="Google Shape;883;p26"/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 Level</a:t>
            </a:r>
            <a:endParaRPr/>
          </a:p>
        </p:txBody>
      </p:sp>
      <p:sp>
        <p:nvSpPr>
          <p:cNvPr id="884" name="Google Shape;884;p26"/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 Level</a:t>
            </a:r>
            <a:endParaRPr/>
          </a:p>
        </p:txBody>
      </p:sp>
      <p:sp>
        <p:nvSpPr>
          <p:cNvPr id="885" name="Google Shape;885;p26"/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 Level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2-Level-3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27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892" name="Google Shape;892;p2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893" name="Google Shape;893;p2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894" name="Google Shape;894;p27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895" name="Google Shape;895;p2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896" name="Google Shape;896;p2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897" name="Google Shape;897;p2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898" name="Google Shape;898;p2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899" name="Google Shape;899;p2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900" name="Google Shape;900;p27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901" name="Google Shape;901;p2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902" name="Google Shape;902;p2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903" name="Google Shape;903;p2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904" name="Google Shape;904;p2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905" name="Google Shape;905;p2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906" name="Google Shape;906;p27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907" name="Google Shape;907;p2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908" name="Google Shape;908;p2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909" name="Google Shape;909;p2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910" name="Google Shape;910;p2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911" name="Google Shape;911;p2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912" name="Google Shape;912;p27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913" name="Google Shape;913;p2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914" name="Google Shape;914;p2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915" name="Google Shape;915;p2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916" name="Google Shape;916;p2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917" name="Google Shape;917;p2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918" name="Google Shape;918;p27"/>
          <p:cNvCxnSpPr>
            <a:cxnSpLocks/>
            <a:stCxn id="899" idx="3"/>
            <a:endCxn id="902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19" name="Google Shape;919;p27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920" name="Google Shape;920;p2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921" name="Google Shape;921;p2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922" name="Google Shape;922;p2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923" name="Google Shape;923;p2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924" name="Google Shape;924;p2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925" name="Google Shape;925;p27"/>
          <p:cNvCxnSpPr>
            <a:cxnSpLocks/>
            <a:stCxn id="924" idx="1"/>
            <a:endCxn id="908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6" name="Google Shape;926;p27"/>
          <p:cNvCxnSpPr>
            <a:cxnSpLocks/>
            <a:stCxn id="898" idx="1"/>
            <a:endCxn id="921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7" name="Google Shape;927;p27"/>
          <p:cNvCxnSpPr>
            <a:stCxn id="893" idx="3"/>
            <a:endCxn id="896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8" name="Google Shape;928;p27"/>
          <p:cNvCxnSpPr>
            <a:cxnSpLocks/>
            <a:stCxn id="923" idx="3"/>
            <a:endCxn id="914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9" name="Google Shape;929;p27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930" name="Google Shape;930;p27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931" name="Google Shape;931;p2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932" name="Google Shape;932;p2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933" name="Google Shape;933;p27"/>
          <p:cNvCxnSpPr>
            <a:stCxn id="893" idx="2"/>
            <a:endCxn id="932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934" name="Google Shape;934;p27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935" name="Google Shape;935;p27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936" name="Google Shape;936;p2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937" name="Google Shape;937;p2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938" name="Google Shape;938;p27"/>
          <p:cNvCxnSpPr>
            <a:endCxn id="937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939" name="Google Shape;939;p27"/>
          <p:cNvCxnSpPr>
            <a:stCxn id="932" idx="1"/>
            <a:endCxn id="896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0" name="Google Shape;940;p27"/>
          <p:cNvCxnSpPr>
            <a:stCxn id="937" idx="1"/>
            <a:endCxn id="896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1" name="Google Shape;941;p27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942" name="Google Shape;942;p27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943" name="Google Shape;943;p2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944" name="Google Shape;944;p2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945" name="Google Shape;945;p27"/>
          <p:cNvCxnSpPr>
            <a:cxnSpLocks/>
            <a:stCxn id="899" idx="2"/>
            <a:endCxn id="944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946" name="Google Shape;946;p27"/>
          <p:cNvCxnSpPr>
            <a:stCxn id="944" idx="1"/>
            <a:endCxn id="921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7" name="Google Shape;947;p27"/>
          <p:cNvSpPr txBox="1"/>
          <p:nvPr/>
        </p:nvSpPr>
        <p:spPr>
          <a:xfrm>
            <a:off x="4330625" y="45438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</a:t>
            </a:r>
            <a:endParaRPr/>
          </a:p>
        </p:txBody>
      </p:sp>
      <p:sp>
        <p:nvSpPr>
          <p:cNvPr id="948" name="Google Shape;948;p27"/>
          <p:cNvSpPr txBox="1"/>
          <p:nvPr/>
        </p:nvSpPr>
        <p:spPr>
          <a:xfrm>
            <a:off x="5109975" y="3271025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자식함수를 방문하는 함수가 종료 후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40을 출력한다</a:t>
            </a:r>
            <a:endParaRPr/>
          </a:p>
        </p:txBody>
      </p:sp>
      <p:sp>
        <p:nvSpPr>
          <p:cNvPr id="949" name="Google Shape;949;p27"/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0 Level</a:t>
            </a:r>
            <a:endParaRPr/>
          </a:p>
        </p:txBody>
      </p:sp>
      <p:sp>
        <p:nvSpPr>
          <p:cNvPr id="950" name="Google Shape;950;p27"/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 Level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3-2</a:t>
            </a:r>
            <a:endParaRPr/>
          </a:p>
        </p:txBody>
      </p:sp>
      <p:grpSp>
        <p:nvGrpSpPr>
          <p:cNvPr id="956" name="Google Shape;956;p28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957" name="Google Shape;957;p2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958" name="Google Shape;958;p2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959" name="Google Shape;959;p28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960" name="Google Shape;960;p2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961" name="Google Shape;961;p2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962" name="Google Shape;962;p2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963" name="Google Shape;963;p2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964" name="Google Shape;964;p2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965" name="Google Shape;965;p28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966" name="Google Shape;966;p2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967" name="Google Shape;967;p2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968" name="Google Shape;968;p2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969" name="Google Shape;969;p2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970" name="Google Shape;970;p2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971" name="Google Shape;971;p28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972" name="Google Shape;972;p2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973" name="Google Shape;973;p2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974" name="Google Shape;974;p2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975" name="Google Shape;975;p2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976" name="Google Shape;976;p2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977" name="Google Shape;977;p28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978" name="Google Shape;978;p2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979" name="Google Shape;979;p2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980" name="Google Shape;980;p2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981" name="Google Shape;981;p2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982" name="Google Shape;982;p2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983" name="Google Shape;983;p28"/>
          <p:cNvCxnSpPr>
            <a:cxnSpLocks/>
            <a:stCxn id="964" idx="3"/>
            <a:endCxn id="967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984" name="Google Shape;984;p28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985" name="Google Shape;985;p2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986" name="Google Shape;986;p2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987" name="Google Shape;987;p2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988" name="Google Shape;988;p2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989" name="Google Shape;989;p2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990" name="Google Shape;990;p28"/>
          <p:cNvCxnSpPr>
            <a:cxnSpLocks/>
            <a:stCxn id="989" idx="1"/>
            <a:endCxn id="973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1" name="Google Shape;991;p28"/>
          <p:cNvCxnSpPr>
            <a:cxnSpLocks/>
            <a:stCxn id="963" idx="1"/>
            <a:endCxn id="986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2" name="Google Shape;992;p28"/>
          <p:cNvCxnSpPr>
            <a:stCxn id="958" idx="3"/>
            <a:endCxn id="961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3" name="Google Shape;993;p28"/>
          <p:cNvCxnSpPr>
            <a:cxnSpLocks/>
            <a:stCxn id="988" idx="3"/>
            <a:endCxn id="979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4" name="Google Shape;994;p28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995" name="Google Shape;995;p28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996" name="Google Shape;996;p2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997" name="Google Shape;997;p2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998" name="Google Shape;998;p28"/>
          <p:cNvCxnSpPr>
            <a:stCxn id="958" idx="2"/>
            <a:endCxn id="997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999" name="Google Shape;999;p28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000" name="Google Shape;1000;p28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001" name="Google Shape;1001;p2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002" name="Google Shape;1002;p2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003" name="Google Shape;1003;p28"/>
          <p:cNvCxnSpPr>
            <a:endCxn id="1002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004" name="Google Shape;1004;p28"/>
          <p:cNvCxnSpPr>
            <a:stCxn id="997" idx="1"/>
            <a:endCxn id="961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5" name="Google Shape;1005;p28"/>
          <p:cNvCxnSpPr>
            <a:stCxn id="1002" idx="1"/>
            <a:endCxn id="961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06" name="Google Shape;1006;p28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1007" name="Google Shape;1007;p28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1008" name="Google Shape;1008;p2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009" name="Google Shape;1009;p2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1010" name="Google Shape;1010;p28"/>
          <p:cNvCxnSpPr>
            <a:cxnSpLocks/>
            <a:stCxn id="964" idx="2"/>
            <a:endCxn id="1009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011" name="Google Shape;1011;p28"/>
          <p:cNvCxnSpPr>
            <a:stCxn id="1009" idx="1"/>
            <a:endCxn id="986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2" name="Google Shape;1012;p28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</a:t>
            </a:r>
            <a:endParaRPr/>
          </a:p>
        </p:txBody>
      </p:sp>
      <p:sp>
        <p:nvSpPr>
          <p:cNvPr id="1013" name="Google Shape;1013;p28"/>
          <p:cNvSpPr txBox="1"/>
          <p:nvPr/>
        </p:nvSpPr>
        <p:spPr>
          <a:xfrm>
            <a:off x="4590488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1014" name="Google Shape;1014;p28"/>
          <p:cNvGrpSpPr/>
          <p:nvPr/>
        </p:nvGrpSpPr>
        <p:grpSpPr>
          <a:xfrm>
            <a:off x="7356563" y="3118625"/>
            <a:ext cx="803700" cy="559200"/>
            <a:chOff x="725125" y="742575"/>
            <a:chExt cx="803700" cy="559200"/>
          </a:xfrm>
        </p:grpSpPr>
        <p:sp>
          <p:nvSpPr>
            <p:cNvPr id="1015" name="Google Shape;1015;p2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016" name="Google Shape;1016;p2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cxnSp>
        <p:nvCxnSpPr>
          <p:cNvPr id="1017" name="Google Shape;1017;p28"/>
          <p:cNvCxnSpPr>
            <a:cxnSpLocks/>
            <a:stCxn id="988" idx="2"/>
            <a:endCxn id="1016" idx="0"/>
          </p:cNvCxnSpPr>
          <p:nvPr/>
        </p:nvCxnSpPr>
        <p:spPr>
          <a:xfrm flipV="1">
            <a:off x="1912413" y="3398225"/>
            <a:ext cx="5846000" cy="157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018" name="Google Shape;1018;p28"/>
          <p:cNvSpPr txBox="1"/>
          <p:nvPr/>
        </p:nvSpPr>
        <p:spPr>
          <a:xfrm>
            <a:off x="5226600" y="3802400"/>
            <a:ext cx="360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오른쪽 노드를 방문할 차례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3-2</a:t>
            </a:r>
            <a:endParaRPr/>
          </a:p>
        </p:txBody>
      </p:sp>
      <p:grpSp>
        <p:nvGrpSpPr>
          <p:cNvPr id="1024" name="Google Shape;1024;p29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025" name="Google Shape;1025;p2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026" name="Google Shape;1026;p2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027" name="Google Shape;1027;p29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028" name="Google Shape;1028;p2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029" name="Google Shape;1029;p2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030" name="Google Shape;1030;p2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031" name="Google Shape;1031;p2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032" name="Google Shape;1032;p2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033" name="Google Shape;1033;p29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034" name="Google Shape;1034;p2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035" name="Google Shape;1035;p2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036" name="Google Shape;1036;p2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037" name="Google Shape;1037;p2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038" name="Google Shape;1038;p2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039" name="Google Shape;1039;p29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040" name="Google Shape;1040;p2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041" name="Google Shape;1041;p2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042" name="Google Shape;1042;p2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043" name="Google Shape;1043;p2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044" name="Google Shape;1044;p2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045" name="Google Shape;1045;p29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046" name="Google Shape;1046;p2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047" name="Google Shape;1047;p2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048" name="Google Shape;1048;p2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049" name="Google Shape;1049;p2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050" name="Google Shape;1050;p2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051" name="Google Shape;1051;p29"/>
          <p:cNvCxnSpPr>
            <a:cxnSpLocks/>
            <a:stCxn id="1032" idx="3"/>
            <a:endCxn id="1035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052" name="Google Shape;1052;p29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053" name="Google Shape;1053;p2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054" name="Google Shape;1054;p2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055" name="Google Shape;1055;p2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056" name="Google Shape;1056;p2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057" name="Google Shape;1057;p2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058" name="Google Shape;1058;p29"/>
          <p:cNvCxnSpPr>
            <a:cxnSpLocks/>
            <a:stCxn id="1057" idx="1"/>
            <a:endCxn id="1041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9" name="Google Shape;1059;p29"/>
          <p:cNvCxnSpPr>
            <a:cxnSpLocks/>
            <a:stCxn id="1031" idx="1"/>
            <a:endCxn id="1054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0" name="Google Shape;1060;p29"/>
          <p:cNvCxnSpPr>
            <a:stCxn id="1026" idx="3"/>
            <a:endCxn id="1029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1" name="Google Shape;1061;p29"/>
          <p:cNvCxnSpPr>
            <a:cxnSpLocks/>
            <a:stCxn id="1056" idx="3"/>
            <a:endCxn id="1047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2" name="Google Shape;1062;p29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063" name="Google Shape;1063;p29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064" name="Google Shape;1064;p2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065" name="Google Shape;1065;p2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066" name="Google Shape;1066;p29"/>
          <p:cNvCxnSpPr>
            <a:stCxn id="1026" idx="2"/>
            <a:endCxn id="1065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067" name="Google Shape;1067;p29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068" name="Google Shape;1068;p29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069" name="Google Shape;1069;p2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070" name="Google Shape;1070;p2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071" name="Google Shape;1071;p29"/>
          <p:cNvCxnSpPr>
            <a:endCxn id="1070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072" name="Google Shape;1072;p29"/>
          <p:cNvCxnSpPr>
            <a:stCxn id="1065" idx="1"/>
            <a:endCxn id="1029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3" name="Google Shape;1073;p29"/>
          <p:cNvCxnSpPr>
            <a:stCxn id="1070" idx="1"/>
            <a:endCxn id="1029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74" name="Google Shape;1074;p29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1075" name="Google Shape;1075;p29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1076" name="Google Shape;1076;p2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077" name="Google Shape;1077;p2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1078" name="Google Shape;1078;p29"/>
          <p:cNvCxnSpPr>
            <a:cxnSpLocks/>
            <a:stCxn id="1032" idx="2"/>
            <a:endCxn id="1077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079" name="Google Shape;1079;p29"/>
          <p:cNvCxnSpPr>
            <a:stCxn id="1077" idx="1"/>
            <a:endCxn id="1054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0" name="Google Shape;1080;p29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</a:t>
            </a:r>
            <a:endParaRPr/>
          </a:p>
        </p:txBody>
      </p:sp>
      <p:sp>
        <p:nvSpPr>
          <p:cNvPr id="1081" name="Google Shape;1081;p29"/>
          <p:cNvSpPr txBox="1"/>
          <p:nvPr/>
        </p:nvSpPr>
        <p:spPr>
          <a:xfrm>
            <a:off x="4590488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1082" name="Google Shape;1082;p29"/>
          <p:cNvGrpSpPr/>
          <p:nvPr/>
        </p:nvGrpSpPr>
        <p:grpSpPr>
          <a:xfrm>
            <a:off x="7356563" y="3118625"/>
            <a:ext cx="803700" cy="559200"/>
            <a:chOff x="725125" y="742575"/>
            <a:chExt cx="803700" cy="559200"/>
          </a:xfrm>
        </p:grpSpPr>
        <p:sp>
          <p:nvSpPr>
            <p:cNvPr id="1083" name="Google Shape;1083;p2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084" name="Google Shape;1084;p2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cxnSp>
        <p:nvCxnSpPr>
          <p:cNvPr id="1085" name="Google Shape;1085;p29"/>
          <p:cNvCxnSpPr>
            <a:cxnSpLocks/>
            <a:stCxn id="1056" idx="2"/>
            <a:endCxn id="1084" idx="0"/>
          </p:cNvCxnSpPr>
          <p:nvPr/>
        </p:nvCxnSpPr>
        <p:spPr>
          <a:xfrm flipV="1">
            <a:off x="1912413" y="3398225"/>
            <a:ext cx="5846000" cy="157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086" name="Google Shape;1086;p29"/>
          <p:cNvSpPr txBox="1"/>
          <p:nvPr/>
        </p:nvSpPr>
        <p:spPr>
          <a:xfrm>
            <a:off x="5226600" y="3802400"/>
            <a:ext cx="360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오른쪽 노드를 방문할 차례</a:t>
            </a:r>
            <a:endParaRPr/>
          </a:p>
        </p:txBody>
      </p:sp>
      <p:sp>
        <p:nvSpPr>
          <p:cNvPr id="1087" name="Google Shape;1087;p29"/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  <p:sp>
        <p:nvSpPr>
          <p:cNvPr id="1088" name="Google Shape;1088;p29"/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 Level</a:t>
            </a:r>
            <a:endParaRPr/>
          </a:p>
        </p:txBody>
      </p:sp>
      <p:sp>
        <p:nvSpPr>
          <p:cNvPr id="1089" name="Google Shape;1089;p29"/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 Level</a:t>
            </a:r>
            <a:endParaRPr/>
          </a:p>
        </p:txBody>
      </p:sp>
      <p:sp>
        <p:nvSpPr>
          <p:cNvPr id="1090" name="Google Shape;1090;p29"/>
          <p:cNvSpPr txBox="1"/>
          <p:nvPr/>
        </p:nvSpPr>
        <p:spPr>
          <a:xfrm>
            <a:off x="8320850" y="390765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 Level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3-3</a:t>
            </a:r>
            <a:endParaRPr/>
          </a:p>
        </p:txBody>
      </p:sp>
      <p:grpSp>
        <p:nvGrpSpPr>
          <p:cNvPr id="1096" name="Google Shape;1096;p30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097" name="Google Shape;1097;p3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099" name="Google Shape;1099;p30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100" name="Google Shape;1100;p3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101" name="Google Shape;1101;p3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102" name="Google Shape;1102;p3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103" name="Google Shape;1103;p3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104" name="Google Shape;1104;p3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106" name="Google Shape;1106;p3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107" name="Google Shape;1107;p3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108" name="Google Shape;1108;p3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109" name="Google Shape;1109;p3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110" name="Google Shape;1110;p3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111" name="Google Shape;1111;p30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112" name="Google Shape;1112;p3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113" name="Google Shape;1113;p3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/>
                  <a:t>0x04</a:t>
                </a:r>
                <a:endParaRPr dirty="0"/>
              </a:p>
            </p:txBody>
          </p:sp>
          <p:sp>
            <p:nvSpPr>
              <p:cNvPr id="1114" name="Google Shape;1114;p3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115" name="Google Shape;1115;p3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116" name="Google Shape;1116;p3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117" name="Google Shape;1117;p30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118" name="Google Shape;1118;p3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119" name="Google Shape;1119;p3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120" name="Google Shape;1120;p3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121" name="Google Shape;1121;p3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122" name="Google Shape;1122;p3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123" name="Google Shape;1123;p30"/>
          <p:cNvCxnSpPr>
            <a:cxnSpLocks/>
            <a:stCxn id="1104" idx="3"/>
            <a:endCxn id="1107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124" name="Google Shape;1124;p30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125" name="Google Shape;1125;p3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126" name="Google Shape;1126;p3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127" name="Google Shape;1127;p3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128" name="Google Shape;1128;p3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129" name="Google Shape;1129;p3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130" name="Google Shape;1130;p30"/>
          <p:cNvCxnSpPr>
            <a:cxnSpLocks/>
            <a:stCxn id="1129" idx="1"/>
            <a:endCxn id="1113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1" name="Google Shape;1131;p30"/>
          <p:cNvCxnSpPr>
            <a:cxnSpLocks/>
            <a:stCxn id="1103" idx="1"/>
            <a:endCxn id="1126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2" name="Google Shape;1132;p30"/>
          <p:cNvCxnSpPr>
            <a:stCxn id="1098" idx="3"/>
            <a:endCxn id="1101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3" name="Google Shape;1133;p30"/>
          <p:cNvCxnSpPr>
            <a:cxnSpLocks/>
            <a:stCxn id="1128" idx="3"/>
            <a:endCxn id="1119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34" name="Google Shape;1134;p30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135" name="Google Shape;1135;p30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136" name="Google Shape;1136;p3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137" name="Google Shape;1137;p3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138" name="Google Shape;1138;p30"/>
          <p:cNvCxnSpPr>
            <a:stCxn id="1098" idx="2"/>
            <a:endCxn id="1137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139" name="Google Shape;1139;p30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140" name="Google Shape;1140;p30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141" name="Google Shape;1141;p3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142" name="Google Shape;1142;p3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143" name="Google Shape;1143;p30"/>
          <p:cNvCxnSpPr>
            <a:endCxn id="1142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44" name="Google Shape;1144;p30"/>
          <p:cNvCxnSpPr>
            <a:stCxn id="1137" idx="1"/>
            <a:endCxn id="1101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5" name="Google Shape;1145;p30"/>
          <p:cNvCxnSpPr>
            <a:stCxn id="1142" idx="1"/>
            <a:endCxn id="1101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46" name="Google Shape;1146;p30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1147" name="Google Shape;1147;p30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1148" name="Google Shape;1148;p3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149" name="Google Shape;1149;p3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1150" name="Google Shape;1150;p30"/>
          <p:cNvCxnSpPr>
            <a:cxnSpLocks/>
            <a:stCxn id="1104" idx="2"/>
            <a:endCxn id="1149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51" name="Google Shape;1151;p30"/>
          <p:cNvCxnSpPr>
            <a:stCxn id="1149" idx="1"/>
            <a:endCxn id="1126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2" name="Google Shape;1152;p30"/>
          <p:cNvSpPr txBox="1"/>
          <p:nvPr/>
        </p:nvSpPr>
        <p:spPr>
          <a:xfrm>
            <a:off x="4590500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Traverse(pNode-&gt;pLeft)</a:t>
            </a:r>
            <a:endParaRPr dirty="0"/>
          </a:p>
        </p:txBody>
      </p:sp>
      <p:grpSp>
        <p:nvGrpSpPr>
          <p:cNvPr id="1153" name="Google Shape;1153;p30"/>
          <p:cNvGrpSpPr/>
          <p:nvPr/>
        </p:nvGrpSpPr>
        <p:grpSpPr>
          <a:xfrm>
            <a:off x="7356575" y="3118625"/>
            <a:ext cx="803700" cy="559200"/>
            <a:chOff x="725125" y="742575"/>
            <a:chExt cx="803700" cy="559200"/>
          </a:xfrm>
        </p:grpSpPr>
        <p:sp>
          <p:nvSpPr>
            <p:cNvPr id="1154" name="Google Shape;1154;p3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155" name="Google Shape;1155;p3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</a:t>
              </a:r>
              <a:r>
                <a:rPr lang="en-US" altLang="ko" dirty="0"/>
                <a:t>5</a:t>
              </a:r>
              <a:endParaRPr dirty="0"/>
            </a:p>
          </p:txBody>
        </p:sp>
      </p:grpSp>
      <p:cxnSp>
        <p:nvCxnSpPr>
          <p:cNvPr id="1156" name="Google Shape;1156;p30"/>
          <p:cNvCxnSpPr>
            <a:cxnSpLocks/>
            <a:stCxn id="1128" idx="2"/>
            <a:endCxn id="1155" idx="0"/>
          </p:cNvCxnSpPr>
          <p:nvPr/>
        </p:nvCxnSpPr>
        <p:spPr>
          <a:xfrm flipV="1">
            <a:off x="1912413" y="3398225"/>
            <a:ext cx="5846012" cy="157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157" name="Google Shape;1157;p30"/>
          <p:cNvCxnSpPr>
            <a:cxnSpLocks/>
            <a:stCxn id="1155" idx="1"/>
            <a:endCxn id="1119" idx="0"/>
          </p:cNvCxnSpPr>
          <p:nvPr/>
        </p:nvCxnSpPr>
        <p:spPr>
          <a:xfrm flipH="1">
            <a:off x="2337425" y="3538025"/>
            <a:ext cx="5019150" cy="5672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8" name="Google Shape;1158;p30"/>
          <p:cNvSpPr txBox="1"/>
          <p:nvPr/>
        </p:nvSpPr>
        <p:spPr>
          <a:xfrm>
            <a:off x="4590500" y="383780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Traverse(pNode-&gt;p</a:t>
            </a:r>
            <a:r>
              <a:rPr lang="en-US" altLang="ko" dirty="0"/>
              <a:t>Left</a:t>
            </a:r>
            <a:r>
              <a:rPr lang="ko" dirty="0"/>
              <a:t>)</a:t>
            </a:r>
            <a:endParaRPr dirty="0"/>
          </a:p>
        </p:txBody>
      </p:sp>
      <p:grpSp>
        <p:nvGrpSpPr>
          <p:cNvPr id="1159" name="Google Shape;1159;p30"/>
          <p:cNvGrpSpPr/>
          <p:nvPr/>
        </p:nvGrpSpPr>
        <p:grpSpPr>
          <a:xfrm>
            <a:off x="7356575" y="3837800"/>
            <a:ext cx="803700" cy="559200"/>
            <a:chOff x="725125" y="742575"/>
            <a:chExt cx="803700" cy="559200"/>
          </a:xfrm>
        </p:grpSpPr>
        <p:sp>
          <p:nvSpPr>
            <p:cNvPr id="1160" name="Google Shape;1160;p3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161" name="Google Shape;1161;p3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cxnSp>
        <p:nvCxnSpPr>
          <p:cNvPr id="1162" name="Google Shape;1162;p30"/>
          <p:cNvCxnSpPr>
            <a:cxnSpLocks/>
            <a:stCxn id="1121" idx="2"/>
            <a:endCxn id="1161" idx="0"/>
          </p:cNvCxnSpPr>
          <p:nvPr/>
        </p:nvCxnSpPr>
        <p:spPr>
          <a:xfrm flipV="1">
            <a:off x="2142875" y="4117400"/>
            <a:ext cx="5615550" cy="8266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163" name="Google Shape;1163;p30"/>
          <p:cNvSpPr txBox="1"/>
          <p:nvPr/>
        </p:nvSpPr>
        <p:spPr>
          <a:xfrm>
            <a:off x="5226600" y="4480775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함수를 호출했지만,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값이 NULL이므로 함수가 종료된다.</a:t>
            </a:r>
            <a:endParaRPr/>
          </a:p>
        </p:txBody>
      </p:sp>
      <p:sp>
        <p:nvSpPr>
          <p:cNvPr id="71" name="Google Shape;1087;p29">
            <a:extLst>
              <a:ext uri="{FF2B5EF4-FFF2-40B4-BE49-F238E27FC236}">
                <a16:creationId xmlns:a16="http://schemas.microsoft.com/office/drawing/2014/main" id="{2330E81F-1354-4EC8-8541-57026101D991}"/>
              </a:ext>
            </a:extLst>
          </p:cNvPr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  <p:sp>
        <p:nvSpPr>
          <p:cNvPr id="72" name="Google Shape;1088;p29">
            <a:extLst>
              <a:ext uri="{FF2B5EF4-FFF2-40B4-BE49-F238E27FC236}">
                <a16:creationId xmlns:a16="http://schemas.microsoft.com/office/drawing/2014/main" id="{860F6CB7-9935-46F6-8F64-2201D74E2974}"/>
              </a:ext>
            </a:extLst>
          </p:cNvPr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1 Level</a:t>
            </a:r>
            <a:endParaRPr dirty="0"/>
          </a:p>
        </p:txBody>
      </p:sp>
      <p:sp>
        <p:nvSpPr>
          <p:cNvPr id="73" name="Google Shape;1089;p29">
            <a:extLst>
              <a:ext uri="{FF2B5EF4-FFF2-40B4-BE49-F238E27FC236}">
                <a16:creationId xmlns:a16="http://schemas.microsoft.com/office/drawing/2014/main" id="{F3D45483-B5F1-4D37-8B99-E1B94E5BACDE}"/>
              </a:ext>
            </a:extLst>
          </p:cNvPr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 Level</a:t>
            </a:r>
            <a:endParaRPr dirty="0"/>
          </a:p>
        </p:txBody>
      </p:sp>
      <p:sp>
        <p:nvSpPr>
          <p:cNvPr id="74" name="Google Shape;1090;p29">
            <a:extLst>
              <a:ext uri="{FF2B5EF4-FFF2-40B4-BE49-F238E27FC236}">
                <a16:creationId xmlns:a16="http://schemas.microsoft.com/office/drawing/2014/main" id="{15B5AF6B-8D6A-440B-B6D9-F2395D9A2D6B}"/>
              </a:ext>
            </a:extLst>
          </p:cNvPr>
          <p:cNvSpPr txBox="1"/>
          <p:nvPr/>
        </p:nvSpPr>
        <p:spPr>
          <a:xfrm>
            <a:off x="8320850" y="390765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 Level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2</a:t>
            </a:r>
            <a:endParaRPr/>
          </a:p>
        </p:txBody>
      </p:sp>
      <p:grpSp>
        <p:nvGrpSpPr>
          <p:cNvPr id="1169" name="Google Shape;1169;p31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170" name="Google Shape;1170;p3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171" name="Google Shape;1171;p3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172" name="Google Shape;1172;p31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173" name="Google Shape;1173;p3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174" name="Google Shape;1174;p3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175" name="Google Shape;1175;p3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176" name="Google Shape;1176;p3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177" name="Google Shape;1177;p3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178" name="Google Shape;1178;p31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179" name="Google Shape;1179;p3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180" name="Google Shape;1180;p3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181" name="Google Shape;1181;p3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182" name="Google Shape;1182;p3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183" name="Google Shape;1183;p3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184" name="Google Shape;1184;p31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185" name="Google Shape;1185;p3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186" name="Google Shape;1186;p3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187" name="Google Shape;1187;p3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188" name="Google Shape;1188;p3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189" name="Google Shape;1189;p3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190" name="Google Shape;1190;p31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191" name="Google Shape;1191;p3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192" name="Google Shape;1192;p3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193" name="Google Shape;1193;p3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194" name="Google Shape;1194;p3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195" name="Google Shape;1195;p3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196" name="Google Shape;1196;p31"/>
          <p:cNvCxnSpPr>
            <a:cxnSpLocks/>
            <a:stCxn id="1177" idx="3"/>
            <a:endCxn id="1180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197" name="Google Shape;1197;p31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198" name="Google Shape;1198;p3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199" name="Google Shape;1199;p3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200" name="Google Shape;1200;p3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201" name="Google Shape;1201;p3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202" name="Google Shape;1202;p3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203" name="Google Shape;1203;p31"/>
          <p:cNvCxnSpPr>
            <a:cxnSpLocks/>
            <a:stCxn id="1202" idx="1"/>
            <a:endCxn id="1186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4" name="Google Shape;1204;p31"/>
          <p:cNvCxnSpPr>
            <a:cxnSpLocks/>
            <a:stCxn id="1176" idx="1"/>
            <a:endCxn id="1199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5" name="Google Shape;1205;p31"/>
          <p:cNvCxnSpPr>
            <a:stCxn id="1171" idx="3"/>
            <a:endCxn id="1174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6" name="Google Shape;1206;p31"/>
          <p:cNvCxnSpPr>
            <a:cxnSpLocks/>
            <a:stCxn id="1201" idx="3"/>
            <a:endCxn id="1192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7" name="Google Shape;1207;p31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208" name="Google Shape;1208;p31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209" name="Google Shape;1209;p3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210" name="Google Shape;1210;p3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211" name="Google Shape;1211;p31"/>
          <p:cNvCxnSpPr>
            <a:stCxn id="1171" idx="2"/>
            <a:endCxn id="1210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212" name="Google Shape;1212;p31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213" name="Google Shape;1213;p31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214" name="Google Shape;1214;p3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215" name="Google Shape;1215;p3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216" name="Google Shape;1216;p31"/>
          <p:cNvCxnSpPr>
            <a:endCxn id="1215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217" name="Google Shape;1217;p31"/>
          <p:cNvCxnSpPr>
            <a:stCxn id="1210" idx="1"/>
            <a:endCxn id="1174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8" name="Google Shape;1218;p31"/>
          <p:cNvCxnSpPr>
            <a:stCxn id="1215" idx="1"/>
            <a:endCxn id="1174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9" name="Google Shape;1219;p31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1220" name="Google Shape;1220;p31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1221" name="Google Shape;1221;p3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222" name="Google Shape;1222;p3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1223" name="Google Shape;1223;p31"/>
          <p:cNvCxnSpPr>
            <a:stCxn id="1177" idx="1"/>
            <a:endCxn id="1222" idx="0"/>
          </p:cNvCxnSpPr>
          <p:nvPr/>
        </p:nvCxnSpPr>
        <p:spPr>
          <a:xfrm>
            <a:off x="2388550" y="2097300"/>
            <a:ext cx="5370000" cy="64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224" name="Google Shape;1224;p31"/>
          <p:cNvCxnSpPr>
            <a:stCxn id="1222" idx="1"/>
            <a:endCxn id="1199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5" name="Google Shape;1225;p31"/>
          <p:cNvSpPr txBox="1"/>
          <p:nvPr/>
        </p:nvSpPr>
        <p:spPr>
          <a:xfrm>
            <a:off x="4590500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Traverse(pNode-&gt;pLeft)</a:t>
            </a:r>
            <a:endParaRPr dirty="0"/>
          </a:p>
        </p:txBody>
      </p:sp>
      <p:grpSp>
        <p:nvGrpSpPr>
          <p:cNvPr id="1226" name="Google Shape;1226;p31"/>
          <p:cNvGrpSpPr/>
          <p:nvPr/>
        </p:nvGrpSpPr>
        <p:grpSpPr>
          <a:xfrm>
            <a:off x="7356575" y="3118625"/>
            <a:ext cx="803700" cy="559200"/>
            <a:chOff x="725125" y="742575"/>
            <a:chExt cx="803700" cy="559200"/>
          </a:xfrm>
        </p:grpSpPr>
        <p:sp>
          <p:nvSpPr>
            <p:cNvPr id="1227" name="Google Shape;1227;p3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228" name="Google Shape;1228;p3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dirty="0"/>
                <a:t>0x0</a:t>
              </a:r>
              <a:r>
                <a:rPr lang="en-US" altLang="ko" dirty="0"/>
                <a:t>5</a:t>
              </a:r>
              <a:endParaRPr dirty="0"/>
            </a:p>
          </p:txBody>
        </p:sp>
      </p:grpSp>
      <p:cxnSp>
        <p:nvCxnSpPr>
          <p:cNvPr id="1229" name="Google Shape;1229;p31"/>
          <p:cNvCxnSpPr>
            <a:stCxn id="1202" idx="3"/>
            <a:endCxn id="1228" idx="0"/>
          </p:cNvCxnSpPr>
          <p:nvPr/>
        </p:nvCxnSpPr>
        <p:spPr>
          <a:xfrm rot="10800000" flipH="1">
            <a:off x="1721663" y="3398350"/>
            <a:ext cx="6036900" cy="1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230" name="Google Shape;1230;p31"/>
          <p:cNvCxnSpPr>
            <a:cxnSpLocks/>
            <a:stCxn id="1228" idx="1"/>
            <a:endCxn id="1192" idx="0"/>
          </p:cNvCxnSpPr>
          <p:nvPr/>
        </p:nvCxnSpPr>
        <p:spPr>
          <a:xfrm flipH="1">
            <a:off x="2337425" y="3538025"/>
            <a:ext cx="5019150" cy="5672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31" name="Google Shape;1231;p31"/>
          <p:cNvSpPr txBox="1"/>
          <p:nvPr/>
        </p:nvSpPr>
        <p:spPr>
          <a:xfrm>
            <a:off x="4590500" y="383780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1232" name="Google Shape;1232;p31"/>
          <p:cNvGrpSpPr/>
          <p:nvPr/>
        </p:nvGrpSpPr>
        <p:grpSpPr>
          <a:xfrm>
            <a:off x="7356575" y="3837800"/>
            <a:ext cx="803700" cy="559200"/>
            <a:chOff x="725125" y="742575"/>
            <a:chExt cx="803700" cy="559200"/>
          </a:xfrm>
        </p:grpSpPr>
        <p:sp>
          <p:nvSpPr>
            <p:cNvPr id="1233" name="Google Shape;1233;p3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234" name="Google Shape;1234;p3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cxnSp>
        <p:nvCxnSpPr>
          <p:cNvPr id="1235" name="Google Shape;1235;p31"/>
          <p:cNvCxnSpPr>
            <a:cxnSpLocks/>
            <a:stCxn id="1195" idx="2"/>
            <a:endCxn id="1234" idx="0"/>
          </p:cNvCxnSpPr>
          <p:nvPr/>
        </p:nvCxnSpPr>
        <p:spPr>
          <a:xfrm flipV="1">
            <a:off x="2540925" y="4117400"/>
            <a:ext cx="5217500" cy="8266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236" name="Google Shape;1236;p31"/>
          <p:cNvSpPr txBox="1"/>
          <p:nvPr/>
        </p:nvSpPr>
        <p:spPr>
          <a:xfrm>
            <a:off x="5226600" y="4480775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함수를 호출했지만,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값이 NULL이므로 함수가 종료된다.</a:t>
            </a:r>
            <a:endParaRPr/>
          </a:p>
        </p:txBody>
      </p:sp>
      <p:sp>
        <p:nvSpPr>
          <p:cNvPr id="71" name="Google Shape;1087;p29">
            <a:extLst>
              <a:ext uri="{FF2B5EF4-FFF2-40B4-BE49-F238E27FC236}">
                <a16:creationId xmlns:a16="http://schemas.microsoft.com/office/drawing/2014/main" id="{987BCFD8-FB1D-4D89-8D2A-7D2E1A047A88}"/>
              </a:ext>
            </a:extLst>
          </p:cNvPr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  <p:sp>
        <p:nvSpPr>
          <p:cNvPr id="72" name="Google Shape;1088;p29">
            <a:extLst>
              <a:ext uri="{FF2B5EF4-FFF2-40B4-BE49-F238E27FC236}">
                <a16:creationId xmlns:a16="http://schemas.microsoft.com/office/drawing/2014/main" id="{6EE1D6D5-D08C-40EA-B0C3-6AE4A405D5E2}"/>
              </a:ext>
            </a:extLst>
          </p:cNvPr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1 Level</a:t>
            </a:r>
            <a:endParaRPr dirty="0"/>
          </a:p>
        </p:txBody>
      </p:sp>
      <p:sp>
        <p:nvSpPr>
          <p:cNvPr id="73" name="Google Shape;1089;p29">
            <a:extLst>
              <a:ext uri="{FF2B5EF4-FFF2-40B4-BE49-F238E27FC236}">
                <a16:creationId xmlns:a16="http://schemas.microsoft.com/office/drawing/2014/main" id="{F0498691-737E-412C-A052-F0D9585DE90F}"/>
              </a:ext>
            </a:extLst>
          </p:cNvPr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 Level</a:t>
            </a:r>
            <a:endParaRPr dirty="0"/>
          </a:p>
        </p:txBody>
      </p:sp>
      <p:sp>
        <p:nvSpPr>
          <p:cNvPr id="74" name="Google Shape;1090;p29">
            <a:extLst>
              <a:ext uri="{FF2B5EF4-FFF2-40B4-BE49-F238E27FC236}">
                <a16:creationId xmlns:a16="http://schemas.microsoft.com/office/drawing/2014/main" id="{7ABA6BF0-3AA6-4999-9894-D6CDD62F058B}"/>
              </a:ext>
            </a:extLst>
          </p:cNvPr>
          <p:cNvSpPr txBox="1"/>
          <p:nvPr/>
        </p:nvSpPr>
        <p:spPr>
          <a:xfrm>
            <a:off x="8320850" y="390765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 Level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3-1</a:t>
            </a:r>
            <a:endParaRPr/>
          </a:p>
        </p:txBody>
      </p:sp>
      <p:grpSp>
        <p:nvGrpSpPr>
          <p:cNvPr id="1242" name="Google Shape;1242;p32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243" name="Google Shape;1243;p3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244" name="Google Shape;1244;p3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245" name="Google Shape;1245;p32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246" name="Google Shape;1246;p32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247" name="Google Shape;1247;p3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248" name="Google Shape;1248;p3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249" name="Google Shape;1249;p32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250" name="Google Shape;1250;p32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251" name="Google Shape;1251;p32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252" name="Google Shape;1252;p32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253" name="Google Shape;1253;p3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254" name="Google Shape;1254;p3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255" name="Google Shape;1255;p32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256" name="Google Shape;1256;p32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257" name="Google Shape;1257;p32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258" name="Google Shape;1258;p32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259" name="Google Shape;1259;p3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260" name="Google Shape;1260;p3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261" name="Google Shape;1261;p32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262" name="Google Shape;1262;p32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263" name="Google Shape;1263;p32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264" name="Google Shape;1264;p32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265" name="Google Shape;1265;p3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266" name="Google Shape;1266;p3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267" name="Google Shape;1267;p32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268" name="Google Shape;1268;p32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269" name="Google Shape;1269;p32"/>
          <p:cNvCxnSpPr>
            <a:cxnSpLocks/>
            <a:stCxn id="1250" idx="3"/>
            <a:endCxn id="1253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270" name="Google Shape;1270;p32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271" name="Google Shape;1271;p32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272" name="Google Shape;1272;p32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273" name="Google Shape;1273;p32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274" name="Google Shape;1274;p32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275" name="Google Shape;1275;p32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276" name="Google Shape;1276;p32"/>
          <p:cNvCxnSpPr>
            <a:cxnSpLocks/>
            <a:stCxn id="1275" idx="1"/>
            <a:endCxn id="1259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7" name="Google Shape;1277;p32"/>
          <p:cNvCxnSpPr>
            <a:cxnSpLocks/>
            <a:stCxn id="1249" idx="1"/>
            <a:endCxn id="1272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8" name="Google Shape;1278;p32"/>
          <p:cNvCxnSpPr>
            <a:stCxn id="1244" idx="3"/>
            <a:endCxn id="1247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9" name="Google Shape;1279;p32"/>
          <p:cNvCxnSpPr>
            <a:cxnSpLocks/>
            <a:stCxn id="1274" idx="3"/>
            <a:endCxn id="1265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80" name="Google Shape;1280;p32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281" name="Google Shape;1281;p32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282" name="Google Shape;1282;p3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283" name="Google Shape;1283;p3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284" name="Google Shape;1284;p32"/>
          <p:cNvCxnSpPr>
            <a:stCxn id="1244" idx="2"/>
            <a:endCxn id="1283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285" name="Google Shape;1285;p32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286" name="Google Shape;1286;p32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287" name="Google Shape;1287;p3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288" name="Google Shape;1288;p3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289" name="Google Shape;1289;p32"/>
          <p:cNvCxnSpPr>
            <a:endCxn id="1288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290" name="Google Shape;1290;p32"/>
          <p:cNvCxnSpPr>
            <a:stCxn id="1283" idx="1"/>
            <a:endCxn id="1247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1" name="Google Shape;1291;p32"/>
          <p:cNvCxnSpPr>
            <a:stCxn id="1288" idx="1"/>
            <a:endCxn id="1247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2" name="Google Shape;1292;p32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1293" name="Google Shape;1293;p32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1294" name="Google Shape;1294;p3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295" name="Google Shape;1295;p3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1296" name="Google Shape;1296;p32"/>
          <p:cNvCxnSpPr>
            <a:cxnSpLocks/>
            <a:stCxn id="1250" idx="2"/>
            <a:endCxn id="1295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297" name="Google Shape;1297;p32"/>
          <p:cNvCxnSpPr>
            <a:stCxn id="1295" idx="1"/>
            <a:endCxn id="1272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8" name="Google Shape;1298;p32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</a:t>
            </a:r>
            <a:endParaRPr/>
          </a:p>
        </p:txBody>
      </p:sp>
      <p:sp>
        <p:nvSpPr>
          <p:cNvPr id="1299" name="Google Shape;1299;p32"/>
          <p:cNvSpPr txBox="1"/>
          <p:nvPr/>
        </p:nvSpPr>
        <p:spPr>
          <a:xfrm>
            <a:off x="4590488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1300" name="Google Shape;1300;p32"/>
          <p:cNvGrpSpPr/>
          <p:nvPr/>
        </p:nvGrpSpPr>
        <p:grpSpPr>
          <a:xfrm>
            <a:off x="7356563" y="3118625"/>
            <a:ext cx="803700" cy="559200"/>
            <a:chOff x="725125" y="742575"/>
            <a:chExt cx="803700" cy="559200"/>
          </a:xfrm>
        </p:grpSpPr>
        <p:sp>
          <p:nvSpPr>
            <p:cNvPr id="1301" name="Google Shape;1301;p3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302" name="Google Shape;1302;p3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cxnSp>
        <p:nvCxnSpPr>
          <p:cNvPr id="1303" name="Google Shape;1303;p32"/>
          <p:cNvCxnSpPr>
            <a:cxnSpLocks/>
            <a:stCxn id="1274" idx="2"/>
            <a:endCxn id="1302" idx="0"/>
          </p:cNvCxnSpPr>
          <p:nvPr/>
        </p:nvCxnSpPr>
        <p:spPr>
          <a:xfrm flipV="1">
            <a:off x="1912413" y="3398225"/>
            <a:ext cx="5846000" cy="157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304" name="Google Shape;1304;p32"/>
          <p:cNvSpPr txBox="1"/>
          <p:nvPr/>
        </p:nvSpPr>
        <p:spPr>
          <a:xfrm>
            <a:off x="4590488" y="3688088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1305" name="Google Shape;1305;p32"/>
          <p:cNvGrpSpPr/>
          <p:nvPr/>
        </p:nvGrpSpPr>
        <p:grpSpPr>
          <a:xfrm>
            <a:off x="7356563" y="3764288"/>
            <a:ext cx="803700" cy="559200"/>
            <a:chOff x="725125" y="742575"/>
            <a:chExt cx="803700" cy="559200"/>
          </a:xfrm>
        </p:grpSpPr>
        <p:sp>
          <p:nvSpPr>
            <p:cNvPr id="1306" name="Google Shape;1306;p32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307" name="Google Shape;1307;p32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cxnSp>
        <p:nvCxnSpPr>
          <p:cNvPr id="1308" name="Google Shape;1308;p32"/>
          <p:cNvCxnSpPr>
            <a:cxnSpLocks/>
            <a:stCxn id="1268" idx="2"/>
            <a:endCxn id="1307" idx="0"/>
          </p:cNvCxnSpPr>
          <p:nvPr/>
        </p:nvCxnSpPr>
        <p:spPr>
          <a:xfrm flipV="1">
            <a:off x="2540925" y="4043888"/>
            <a:ext cx="5217488" cy="9001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309" name="Google Shape;1309;p32"/>
          <p:cNvSpPr txBox="1"/>
          <p:nvPr/>
        </p:nvSpPr>
        <p:spPr>
          <a:xfrm>
            <a:off x="5226600" y="4480775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함수를 호출했지만,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값이 NULL이므로 함수가 종료된다.</a:t>
            </a:r>
            <a:endParaRPr/>
          </a:p>
        </p:txBody>
      </p:sp>
      <p:sp>
        <p:nvSpPr>
          <p:cNvPr id="71" name="Google Shape;1087;p29">
            <a:extLst>
              <a:ext uri="{FF2B5EF4-FFF2-40B4-BE49-F238E27FC236}">
                <a16:creationId xmlns:a16="http://schemas.microsoft.com/office/drawing/2014/main" id="{BBC991FC-EBD7-4C0C-BB53-3F8B3CF6B8FB}"/>
              </a:ext>
            </a:extLst>
          </p:cNvPr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  <p:sp>
        <p:nvSpPr>
          <p:cNvPr id="72" name="Google Shape;1088;p29">
            <a:extLst>
              <a:ext uri="{FF2B5EF4-FFF2-40B4-BE49-F238E27FC236}">
                <a16:creationId xmlns:a16="http://schemas.microsoft.com/office/drawing/2014/main" id="{563E89FB-0485-4B99-B8AC-151F31FC32ED}"/>
              </a:ext>
            </a:extLst>
          </p:cNvPr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1 Level</a:t>
            </a:r>
            <a:endParaRPr dirty="0"/>
          </a:p>
        </p:txBody>
      </p:sp>
      <p:sp>
        <p:nvSpPr>
          <p:cNvPr id="73" name="Google Shape;1089;p29">
            <a:extLst>
              <a:ext uri="{FF2B5EF4-FFF2-40B4-BE49-F238E27FC236}">
                <a16:creationId xmlns:a16="http://schemas.microsoft.com/office/drawing/2014/main" id="{53145DB3-E9DC-46B2-8F06-9537CF7018E9}"/>
              </a:ext>
            </a:extLst>
          </p:cNvPr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 Level</a:t>
            </a:r>
            <a:endParaRPr dirty="0"/>
          </a:p>
        </p:txBody>
      </p:sp>
      <p:sp>
        <p:nvSpPr>
          <p:cNvPr id="74" name="Google Shape;1090;p29">
            <a:extLst>
              <a:ext uri="{FF2B5EF4-FFF2-40B4-BE49-F238E27FC236}">
                <a16:creationId xmlns:a16="http://schemas.microsoft.com/office/drawing/2014/main" id="{0E3ED3A0-75EB-43CC-8791-7D3F35A8F3D1}"/>
              </a:ext>
            </a:extLst>
          </p:cNvPr>
          <p:cNvSpPr txBox="1"/>
          <p:nvPr/>
        </p:nvSpPr>
        <p:spPr>
          <a:xfrm>
            <a:off x="8320850" y="390765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 Level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4</a:t>
            </a:r>
            <a:endParaRPr/>
          </a:p>
        </p:txBody>
      </p:sp>
      <p:grpSp>
        <p:nvGrpSpPr>
          <p:cNvPr id="1315" name="Google Shape;1315;p33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316" name="Google Shape;1316;p3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317" name="Google Shape;1317;p3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318" name="Google Shape;1318;p33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319" name="Google Shape;1319;p33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320" name="Google Shape;1320;p3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321" name="Google Shape;1321;p3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322" name="Google Shape;1322;p33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323" name="Google Shape;1323;p33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324" name="Google Shape;1324;p33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325" name="Google Shape;1325;p33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326" name="Google Shape;1326;p3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327" name="Google Shape;1327;p3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328" name="Google Shape;1328;p33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329" name="Google Shape;1329;p33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330" name="Google Shape;1330;p33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331" name="Google Shape;1331;p33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332" name="Google Shape;1332;p3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333" name="Google Shape;1333;p3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334" name="Google Shape;1334;p33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335" name="Google Shape;1335;p33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336" name="Google Shape;1336;p33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337" name="Google Shape;1337;p33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338" name="Google Shape;1338;p3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339" name="Google Shape;1339;p3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340" name="Google Shape;1340;p33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341" name="Google Shape;1341;p33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342" name="Google Shape;1342;p33"/>
          <p:cNvCxnSpPr>
            <a:cxnSpLocks/>
            <a:stCxn id="1323" idx="3"/>
            <a:endCxn id="1326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343" name="Google Shape;1343;p33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344" name="Google Shape;1344;p33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345" name="Google Shape;1345;p33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346" name="Google Shape;1346;p33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347" name="Google Shape;1347;p33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348" name="Google Shape;1348;p33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349" name="Google Shape;1349;p33"/>
          <p:cNvCxnSpPr>
            <a:cxnSpLocks/>
            <a:stCxn id="1348" idx="1"/>
            <a:endCxn id="1332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0" name="Google Shape;1350;p33"/>
          <p:cNvCxnSpPr>
            <a:cxnSpLocks/>
            <a:stCxn id="1322" idx="1"/>
            <a:endCxn id="1345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1" name="Google Shape;1351;p33"/>
          <p:cNvCxnSpPr>
            <a:stCxn id="1317" idx="3"/>
            <a:endCxn id="1320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52" name="Google Shape;1352;p33"/>
          <p:cNvCxnSpPr>
            <a:cxnSpLocks/>
            <a:stCxn id="1347" idx="3"/>
            <a:endCxn id="1338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3" name="Google Shape;1353;p33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354" name="Google Shape;1354;p33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355" name="Google Shape;1355;p3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356" name="Google Shape;1356;p3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357" name="Google Shape;1357;p33"/>
          <p:cNvCxnSpPr>
            <a:stCxn id="1317" idx="2"/>
            <a:endCxn id="1356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358" name="Google Shape;1358;p33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359" name="Google Shape;1359;p33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360" name="Google Shape;1360;p3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361" name="Google Shape;1361;p3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362" name="Google Shape;1362;p33"/>
          <p:cNvCxnSpPr>
            <a:endCxn id="1361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363" name="Google Shape;1363;p33"/>
          <p:cNvCxnSpPr>
            <a:stCxn id="1356" idx="1"/>
            <a:endCxn id="1320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4" name="Google Shape;1364;p33"/>
          <p:cNvCxnSpPr>
            <a:stCxn id="1361" idx="1"/>
            <a:endCxn id="1320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65" name="Google Shape;1365;p33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1366" name="Google Shape;1366;p33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1367" name="Google Shape;1367;p3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368" name="Google Shape;1368;p3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1369" name="Google Shape;1369;p33"/>
          <p:cNvCxnSpPr>
            <a:cxnSpLocks/>
            <a:stCxn id="1323" idx="2"/>
            <a:endCxn id="1368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370" name="Google Shape;1370;p33"/>
          <p:cNvCxnSpPr>
            <a:stCxn id="1368" idx="1"/>
            <a:endCxn id="1345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1" name="Google Shape;1371;p33"/>
          <p:cNvSpPr txBox="1"/>
          <p:nvPr/>
        </p:nvSpPr>
        <p:spPr>
          <a:xfrm>
            <a:off x="4590500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1372" name="Google Shape;1372;p33"/>
          <p:cNvGrpSpPr/>
          <p:nvPr/>
        </p:nvGrpSpPr>
        <p:grpSpPr>
          <a:xfrm>
            <a:off x="7356575" y="3118625"/>
            <a:ext cx="803700" cy="559200"/>
            <a:chOff x="725125" y="742575"/>
            <a:chExt cx="803700" cy="559200"/>
          </a:xfrm>
        </p:grpSpPr>
        <p:sp>
          <p:nvSpPr>
            <p:cNvPr id="1373" name="Google Shape;1373;p33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374" name="Google Shape;1374;p33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0x04</a:t>
              </a:r>
              <a:endParaRPr/>
            </a:p>
          </p:txBody>
        </p:sp>
      </p:grpSp>
      <p:cxnSp>
        <p:nvCxnSpPr>
          <p:cNvPr id="1375" name="Google Shape;1375;p33"/>
          <p:cNvCxnSpPr>
            <a:cxnSpLocks/>
            <a:stCxn id="1347" idx="2"/>
            <a:endCxn id="1374" idx="0"/>
          </p:cNvCxnSpPr>
          <p:nvPr/>
        </p:nvCxnSpPr>
        <p:spPr>
          <a:xfrm flipV="1">
            <a:off x="1912413" y="3398225"/>
            <a:ext cx="5846012" cy="157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376" name="Google Shape;1376;p33"/>
          <p:cNvCxnSpPr>
            <a:stCxn id="1374" idx="1"/>
            <a:endCxn id="1332" idx="0"/>
          </p:cNvCxnSpPr>
          <p:nvPr/>
        </p:nvCxnSpPr>
        <p:spPr>
          <a:xfrm flipH="1">
            <a:off x="1107875" y="3538025"/>
            <a:ext cx="6248700" cy="56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7" name="Google Shape;1377;p33"/>
          <p:cNvSpPr txBox="1"/>
          <p:nvPr/>
        </p:nvSpPr>
        <p:spPr>
          <a:xfrm>
            <a:off x="5538300" y="3774200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함수가 끝났으므로 모든 지역변수는 소멸된다.</a:t>
            </a:r>
            <a:endParaRPr/>
          </a:p>
        </p:txBody>
      </p:sp>
      <p:sp>
        <p:nvSpPr>
          <p:cNvPr id="1378" name="Google Shape;1378;p33"/>
          <p:cNvSpPr txBox="1"/>
          <p:nvPr/>
        </p:nvSpPr>
        <p:spPr>
          <a:xfrm>
            <a:off x="4448716" y="44643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</a:t>
            </a:r>
            <a:endParaRPr/>
          </a:p>
        </p:txBody>
      </p:sp>
      <p:sp>
        <p:nvSpPr>
          <p:cNvPr id="67" name="Google Shape;1087;p29">
            <a:extLst>
              <a:ext uri="{FF2B5EF4-FFF2-40B4-BE49-F238E27FC236}">
                <a16:creationId xmlns:a16="http://schemas.microsoft.com/office/drawing/2014/main" id="{2F66FCDB-A391-45CB-B8C6-8188D3E89891}"/>
              </a:ext>
            </a:extLst>
          </p:cNvPr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  <p:sp>
        <p:nvSpPr>
          <p:cNvPr id="68" name="Google Shape;1088;p29">
            <a:extLst>
              <a:ext uri="{FF2B5EF4-FFF2-40B4-BE49-F238E27FC236}">
                <a16:creationId xmlns:a16="http://schemas.microsoft.com/office/drawing/2014/main" id="{02FCCEBB-F6E5-4336-8037-4A2BA3109512}"/>
              </a:ext>
            </a:extLst>
          </p:cNvPr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1 Level</a:t>
            </a:r>
            <a:endParaRPr dirty="0"/>
          </a:p>
        </p:txBody>
      </p:sp>
      <p:sp>
        <p:nvSpPr>
          <p:cNvPr id="69" name="Google Shape;1089;p29">
            <a:extLst>
              <a:ext uri="{FF2B5EF4-FFF2-40B4-BE49-F238E27FC236}">
                <a16:creationId xmlns:a16="http://schemas.microsoft.com/office/drawing/2014/main" id="{069111FB-DB2D-422D-9B2C-28F02D762B1A}"/>
              </a:ext>
            </a:extLst>
          </p:cNvPr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 Level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4</a:t>
            </a:r>
            <a:endParaRPr/>
          </a:p>
        </p:txBody>
      </p:sp>
      <p:grpSp>
        <p:nvGrpSpPr>
          <p:cNvPr id="1384" name="Google Shape;1384;p34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385" name="Google Shape;1385;p3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386" name="Google Shape;1386;p3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387" name="Google Shape;1387;p34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388" name="Google Shape;1388;p3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389" name="Google Shape;1389;p3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/>
                  <a:t>0x01</a:t>
                </a:r>
                <a:endParaRPr dirty="0"/>
              </a:p>
            </p:txBody>
          </p:sp>
          <p:sp>
            <p:nvSpPr>
              <p:cNvPr id="1390" name="Google Shape;1390;p3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391" name="Google Shape;1391;p3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393" name="Google Shape;1393;p34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394" name="Google Shape;1394;p3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395" name="Google Shape;1395;p3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396" name="Google Shape;1396;p3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397" name="Google Shape;1397;p3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399" name="Google Shape;1399;p34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400" name="Google Shape;1400;p3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401" name="Google Shape;1401;p3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402" name="Google Shape;1402;p3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403" name="Google Shape;1403;p3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404" name="Google Shape;1404;p3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405" name="Google Shape;1405;p34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406" name="Google Shape;1406;p3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407" name="Google Shape;1407;p3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408" name="Google Shape;1408;p3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409" name="Google Shape;1409;p3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410" name="Google Shape;1410;p3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411" name="Google Shape;1411;p34"/>
          <p:cNvCxnSpPr>
            <a:cxnSpLocks/>
            <a:stCxn id="1392" idx="3"/>
            <a:endCxn id="1395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12" name="Google Shape;1412;p34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413" name="Google Shape;1413;p34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414" name="Google Shape;1414;p34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415" name="Google Shape;1415;p34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416" name="Google Shape;1416;p34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418" name="Google Shape;1418;p34"/>
          <p:cNvCxnSpPr>
            <a:cxnSpLocks/>
            <a:stCxn id="1417" idx="1"/>
            <a:endCxn id="1401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9" name="Google Shape;1419;p34"/>
          <p:cNvCxnSpPr>
            <a:cxnSpLocks/>
            <a:stCxn id="1391" idx="1"/>
            <a:endCxn id="1414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0" name="Google Shape;1420;p34"/>
          <p:cNvCxnSpPr>
            <a:stCxn id="1386" idx="3"/>
            <a:endCxn id="1389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1" name="Google Shape;1421;p34"/>
          <p:cNvCxnSpPr>
            <a:cxnSpLocks/>
            <a:stCxn id="1416" idx="3"/>
            <a:endCxn id="1407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22" name="Google Shape;1422;p34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423" name="Google Shape;1423;p34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424" name="Google Shape;1424;p3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425" name="Google Shape;1425;p3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426" name="Google Shape;1426;p34"/>
          <p:cNvCxnSpPr>
            <a:stCxn id="1386" idx="2"/>
            <a:endCxn id="1425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427" name="Google Shape;1427;p34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428" name="Google Shape;1428;p34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429" name="Google Shape;1429;p3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430" name="Google Shape;1430;p3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431" name="Google Shape;1431;p34"/>
          <p:cNvCxnSpPr>
            <a:endCxn id="1430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432" name="Google Shape;1432;p34"/>
          <p:cNvCxnSpPr>
            <a:stCxn id="1425" idx="1"/>
            <a:endCxn id="1389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3" name="Google Shape;1433;p34"/>
          <p:cNvCxnSpPr>
            <a:stCxn id="1430" idx="1"/>
            <a:endCxn id="1389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34" name="Google Shape;1434;p34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1435" name="Google Shape;1435;p34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1436" name="Google Shape;1436;p3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437" name="Google Shape;1437;p3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1438" name="Google Shape;1438;p34"/>
          <p:cNvCxnSpPr>
            <a:stCxn id="1392" idx="1"/>
            <a:endCxn id="1437" idx="0"/>
          </p:cNvCxnSpPr>
          <p:nvPr/>
        </p:nvCxnSpPr>
        <p:spPr>
          <a:xfrm>
            <a:off x="2388550" y="2097300"/>
            <a:ext cx="5370000" cy="64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439" name="Google Shape;1439;p34"/>
          <p:cNvCxnSpPr>
            <a:stCxn id="1437" idx="1"/>
            <a:endCxn id="1414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40" name="Google Shape;1440;p34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</a:t>
            </a:r>
            <a:endParaRPr/>
          </a:p>
        </p:txBody>
      </p:sp>
      <p:sp>
        <p:nvSpPr>
          <p:cNvPr id="1441" name="Google Shape;1441;p34"/>
          <p:cNvSpPr txBox="1"/>
          <p:nvPr/>
        </p:nvSpPr>
        <p:spPr>
          <a:xfrm>
            <a:off x="4590488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1442" name="Google Shape;1442;p34"/>
          <p:cNvGrpSpPr/>
          <p:nvPr/>
        </p:nvGrpSpPr>
        <p:grpSpPr>
          <a:xfrm>
            <a:off x="7356563" y="3118625"/>
            <a:ext cx="803700" cy="559200"/>
            <a:chOff x="725125" y="742575"/>
            <a:chExt cx="803700" cy="559200"/>
          </a:xfrm>
        </p:grpSpPr>
        <p:sp>
          <p:nvSpPr>
            <p:cNvPr id="1443" name="Google Shape;1443;p3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444" name="Google Shape;1444;p3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cxnSp>
        <p:nvCxnSpPr>
          <p:cNvPr id="1445" name="Google Shape;1445;p34"/>
          <p:cNvCxnSpPr>
            <a:cxnSpLocks/>
            <a:stCxn id="1416" idx="2"/>
            <a:endCxn id="1444" idx="0"/>
          </p:cNvCxnSpPr>
          <p:nvPr/>
        </p:nvCxnSpPr>
        <p:spPr>
          <a:xfrm flipV="1">
            <a:off x="1912413" y="3398225"/>
            <a:ext cx="5846000" cy="157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446" name="Google Shape;1446;p34"/>
          <p:cNvSpPr txBox="1"/>
          <p:nvPr/>
        </p:nvSpPr>
        <p:spPr>
          <a:xfrm>
            <a:off x="4590488" y="3688088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1447" name="Google Shape;1447;p34"/>
          <p:cNvGrpSpPr/>
          <p:nvPr/>
        </p:nvGrpSpPr>
        <p:grpSpPr>
          <a:xfrm>
            <a:off x="7356563" y="3764288"/>
            <a:ext cx="803700" cy="559200"/>
            <a:chOff x="725125" y="742575"/>
            <a:chExt cx="803700" cy="559200"/>
          </a:xfrm>
        </p:grpSpPr>
        <p:sp>
          <p:nvSpPr>
            <p:cNvPr id="1448" name="Google Shape;1448;p34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449" name="Google Shape;1449;p34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cxnSp>
        <p:nvCxnSpPr>
          <p:cNvPr id="1450" name="Google Shape;1450;p34"/>
          <p:cNvCxnSpPr>
            <a:cxnSpLocks/>
            <a:stCxn id="1410" idx="2"/>
            <a:endCxn id="1449" idx="0"/>
          </p:cNvCxnSpPr>
          <p:nvPr/>
        </p:nvCxnSpPr>
        <p:spPr>
          <a:xfrm flipV="1">
            <a:off x="2540925" y="4043888"/>
            <a:ext cx="5217488" cy="9001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451" name="Google Shape;1451;p34"/>
          <p:cNvSpPr txBox="1"/>
          <p:nvPr/>
        </p:nvSpPr>
        <p:spPr>
          <a:xfrm>
            <a:off x="5226600" y="4480775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함수를 호출했지만,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값이 NULL이므로 함수가 종료된다.</a:t>
            </a:r>
            <a:endParaRPr/>
          </a:p>
        </p:txBody>
      </p:sp>
      <p:cxnSp>
        <p:nvCxnSpPr>
          <p:cNvPr id="1452" name="Google Shape;1452;p34"/>
          <p:cNvCxnSpPr>
            <a:stCxn id="1444" idx="1"/>
            <a:endCxn id="1407" idx="3"/>
          </p:cNvCxnSpPr>
          <p:nvPr/>
        </p:nvCxnSpPr>
        <p:spPr>
          <a:xfrm flipH="1">
            <a:off x="2739263" y="3538025"/>
            <a:ext cx="4617300" cy="7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" name="Google Shape;1087;p29">
            <a:extLst>
              <a:ext uri="{FF2B5EF4-FFF2-40B4-BE49-F238E27FC236}">
                <a16:creationId xmlns:a16="http://schemas.microsoft.com/office/drawing/2014/main" id="{93337BC6-37B6-42AA-B4BB-79FDC806F610}"/>
              </a:ext>
            </a:extLst>
          </p:cNvPr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  <p:sp>
        <p:nvSpPr>
          <p:cNvPr id="73" name="Google Shape;1088;p29">
            <a:extLst>
              <a:ext uri="{FF2B5EF4-FFF2-40B4-BE49-F238E27FC236}">
                <a16:creationId xmlns:a16="http://schemas.microsoft.com/office/drawing/2014/main" id="{57D65414-0672-4961-A10F-82A34ACCCD6A}"/>
              </a:ext>
            </a:extLst>
          </p:cNvPr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1 Level</a:t>
            </a:r>
            <a:endParaRPr dirty="0"/>
          </a:p>
        </p:txBody>
      </p:sp>
      <p:sp>
        <p:nvSpPr>
          <p:cNvPr id="74" name="Google Shape;1089;p29">
            <a:extLst>
              <a:ext uri="{FF2B5EF4-FFF2-40B4-BE49-F238E27FC236}">
                <a16:creationId xmlns:a16="http://schemas.microsoft.com/office/drawing/2014/main" id="{A857FF9C-3761-477B-82B3-A655E51BF08C}"/>
              </a:ext>
            </a:extLst>
          </p:cNvPr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 Level</a:t>
            </a:r>
            <a:endParaRPr dirty="0"/>
          </a:p>
        </p:txBody>
      </p:sp>
      <p:sp>
        <p:nvSpPr>
          <p:cNvPr id="75" name="Google Shape;1090;p29">
            <a:extLst>
              <a:ext uri="{FF2B5EF4-FFF2-40B4-BE49-F238E27FC236}">
                <a16:creationId xmlns:a16="http://schemas.microsoft.com/office/drawing/2014/main" id="{EF8D150D-6D50-471E-BA3D-72DDDB8741CB}"/>
              </a:ext>
            </a:extLst>
          </p:cNvPr>
          <p:cNvSpPr txBox="1"/>
          <p:nvPr/>
        </p:nvSpPr>
        <p:spPr>
          <a:xfrm>
            <a:off x="8320850" y="390765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 Level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4</a:t>
            </a:r>
            <a:endParaRPr/>
          </a:p>
        </p:txBody>
      </p:sp>
      <p:grpSp>
        <p:nvGrpSpPr>
          <p:cNvPr id="1458" name="Google Shape;1458;p35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459" name="Google Shape;1459;p3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460" name="Google Shape;1460;p3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461" name="Google Shape;1461;p35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462" name="Google Shape;1462;p3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463" name="Google Shape;1463;p3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464" name="Google Shape;1464;p3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465" name="Google Shape;1465;p3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466" name="Google Shape;1466;p3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467" name="Google Shape;1467;p35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468" name="Google Shape;1468;p3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469" name="Google Shape;1469;p3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470" name="Google Shape;1470;p3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471" name="Google Shape;1471;p3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472" name="Google Shape;1472;p3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473" name="Google Shape;1473;p35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474" name="Google Shape;1474;p3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475" name="Google Shape;1475;p3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476" name="Google Shape;1476;p3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477" name="Google Shape;1477;p3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478" name="Google Shape;1478;p3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479" name="Google Shape;1479;p35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480" name="Google Shape;1480;p3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481" name="Google Shape;1481;p3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482" name="Google Shape;1482;p3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483" name="Google Shape;1483;p3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484" name="Google Shape;1484;p3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485" name="Google Shape;1485;p35"/>
          <p:cNvCxnSpPr>
            <a:cxnSpLocks/>
            <a:stCxn id="1466" idx="3"/>
            <a:endCxn id="1469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86" name="Google Shape;1486;p35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487" name="Google Shape;1487;p35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488" name="Google Shape;1488;p35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489" name="Google Shape;1489;p35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490" name="Google Shape;1490;p35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491" name="Google Shape;1491;p35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492" name="Google Shape;1492;p35"/>
          <p:cNvCxnSpPr>
            <a:cxnSpLocks/>
            <a:stCxn id="1491" idx="1"/>
            <a:endCxn id="1475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3" name="Google Shape;1493;p35"/>
          <p:cNvCxnSpPr>
            <a:cxnSpLocks/>
            <a:stCxn id="1465" idx="1"/>
            <a:endCxn id="1488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4" name="Google Shape;1494;p35"/>
          <p:cNvCxnSpPr>
            <a:stCxn id="1460" idx="3"/>
            <a:endCxn id="1463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95" name="Google Shape;1495;p35"/>
          <p:cNvCxnSpPr>
            <a:cxnSpLocks/>
            <a:stCxn id="1490" idx="3"/>
            <a:endCxn id="1481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96" name="Google Shape;1496;p35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497" name="Google Shape;1497;p35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498" name="Google Shape;1498;p3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499" name="Google Shape;1499;p3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500" name="Google Shape;1500;p35"/>
          <p:cNvCxnSpPr>
            <a:stCxn id="1460" idx="2"/>
            <a:endCxn id="1499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501" name="Google Shape;1501;p35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502" name="Google Shape;1502;p35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503" name="Google Shape;1503;p3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504" name="Google Shape;1504;p3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505" name="Google Shape;1505;p35"/>
          <p:cNvCxnSpPr>
            <a:endCxn id="1504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06" name="Google Shape;1506;p35"/>
          <p:cNvCxnSpPr>
            <a:stCxn id="1499" idx="1"/>
            <a:endCxn id="1463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7" name="Google Shape;1507;p35"/>
          <p:cNvCxnSpPr>
            <a:stCxn id="1504" idx="1"/>
            <a:endCxn id="1463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8" name="Google Shape;1508;p35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1509" name="Google Shape;1509;p35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1510" name="Google Shape;1510;p3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511" name="Google Shape;1511;p3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1512" name="Google Shape;1512;p35"/>
          <p:cNvCxnSpPr>
            <a:cxnSpLocks/>
            <a:stCxn id="1466" idx="2"/>
            <a:endCxn id="1511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13" name="Google Shape;1513;p35"/>
          <p:cNvCxnSpPr>
            <a:stCxn id="1511" idx="1"/>
            <a:endCxn id="1488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4" name="Google Shape;1514;p35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50, </a:t>
            </a:r>
            <a:endParaRPr/>
          </a:p>
        </p:txBody>
      </p:sp>
      <p:sp>
        <p:nvSpPr>
          <p:cNvPr id="1515" name="Google Shape;1515;p35"/>
          <p:cNvSpPr txBox="1"/>
          <p:nvPr/>
        </p:nvSpPr>
        <p:spPr>
          <a:xfrm>
            <a:off x="4590488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1516" name="Google Shape;1516;p35"/>
          <p:cNvGrpSpPr/>
          <p:nvPr/>
        </p:nvGrpSpPr>
        <p:grpSpPr>
          <a:xfrm>
            <a:off x="7356563" y="3118625"/>
            <a:ext cx="803700" cy="559200"/>
            <a:chOff x="725125" y="742575"/>
            <a:chExt cx="803700" cy="559200"/>
          </a:xfrm>
        </p:grpSpPr>
        <p:sp>
          <p:nvSpPr>
            <p:cNvPr id="1517" name="Google Shape;1517;p35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518" name="Google Shape;1518;p35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0x05</a:t>
              </a:r>
              <a:endParaRPr/>
            </a:p>
          </p:txBody>
        </p:sp>
      </p:grpSp>
      <p:cxnSp>
        <p:nvCxnSpPr>
          <p:cNvPr id="1519" name="Google Shape;1519;p35"/>
          <p:cNvCxnSpPr>
            <a:cxnSpLocks/>
            <a:stCxn id="1490" idx="2"/>
            <a:endCxn id="1518" idx="0"/>
          </p:cNvCxnSpPr>
          <p:nvPr/>
        </p:nvCxnSpPr>
        <p:spPr>
          <a:xfrm flipV="1">
            <a:off x="1912413" y="3398225"/>
            <a:ext cx="5846000" cy="1570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520" name="Google Shape;1520;p35"/>
          <p:cNvSpPr txBox="1"/>
          <p:nvPr/>
        </p:nvSpPr>
        <p:spPr>
          <a:xfrm>
            <a:off x="5538300" y="3774200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함수가 끝났으므로 모든 지역변수는 소멸된다.</a:t>
            </a:r>
            <a:endParaRPr/>
          </a:p>
        </p:txBody>
      </p:sp>
      <p:cxnSp>
        <p:nvCxnSpPr>
          <p:cNvPr id="1521" name="Google Shape;1521;p35"/>
          <p:cNvCxnSpPr>
            <a:endCxn id="1481" idx="3"/>
          </p:cNvCxnSpPr>
          <p:nvPr/>
        </p:nvCxnSpPr>
        <p:spPr>
          <a:xfrm flipH="1">
            <a:off x="2739275" y="3537975"/>
            <a:ext cx="4617300" cy="7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" name="Google Shape;1087;p29">
            <a:extLst>
              <a:ext uri="{FF2B5EF4-FFF2-40B4-BE49-F238E27FC236}">
                <a16:creationId xmlns:a16="http://schemas.microsoft.com/office/drawing/2014/main" id="{CA1AF0FB-F9E8-420D-859A-7297B59CF3A3}"/>
              </a:ext>
            </a:extLst>
          </p:cNvPr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  <p:sp>
        <p:nvSpPr>
          <p:cNvPr id="68" name="Google Shape;1088;p29">
            <a:extLst>
              <a:ext uri="{FF2B5EF4-FFF2-40B4-BE49-F238E27FC236}">
                <a16:creationId xmlns:a16="http://schemas.microsoft.com/office/drawing/2014/main" id="{016FAB42-6E37-4642-89ED-76418336AFB3}"/>
              </a:ext>
            </a:extLst>
          </p:cNvPr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1 Level</a:t>
            </a:r>
            <a:endParaRPr dirty="0"/>
          </a:p>
        </p:txBody>
      </p:sp>
      <p:sp>
        <p:nvSpPr>
          <p:cNvPr id="69" name="Google Shape;1089;p29">
            <a:extLst>
              <a:ext uri="{FF2B5EF4-FFF2-40B4-BE49-F238E27FC236}">
                <a16:creationId xmlns:a16="http://schemas.microsoft.com/office/drawing/2014/main" id="{0557980D-3CD0-41A8-B62C-0B90F25E6FAB}"/>
              </a:ext>
            </a:extLst>
          </p:cNvPr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 Level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5</a:t>
            </a:r>
            <a:endParaRPr/>
          </a:p>
        </p:txBody>
      </p:sp>
      <p:grpSp>
        <p:nvGrpSpPr>
          <p:cNvPr id="1527" name="Google Shape;1527;p36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528" name="Google Shape;1528;p3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529" name="Google Shape;1529;p3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530" name="Google Shape;1530;p36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531" name="Google Shape;1531;p3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32" name="Google Shape;1532;p3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533" name="Google Shape;1533;p3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534" name="Google Shape;1534;p3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535" name="Google Shape;1535;p3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536" name="Google Shape;1536;p36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537" name="Google Shape;1537;p3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38" name="Google Shape;1538;p3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539" name="Google Shape;1539;p3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540" name="Google Shape;1540;p3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541" name="Google Shape;1541;p3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542" name="Google Shape;1542;p36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543" name="Google Shape;1543;p3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44" name="Google Shape;1544;p3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545" name="Google Shape;1545;p3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546" name="Google Shape;1546;p3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547" name="Google Shape;1547;p3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548" name="Google Shape;1548;p36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549" name="Google Shape;1549;p3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50" name="Google Shape;1550;p3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551" name="Google Shape;1551;p3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552" name="Google Shape;1552;p3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553" name="Google Shape;1553;p3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554" name="Google Shape;1554;p36"/>
          <p:cNvCxnSpPr>
            <a:cxnSpLocks/>
            <a:stCxn id="1535" idx="3"/>
            <a:endCxn id="1538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55" name="Google Shape;1555;p36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556" name="Google Shape;1556;p3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57" name="Google Shape;1557;p3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558" name="Google Shape;1558;p3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559" name="Google Shape;1559;p3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560" name="Google Shape;1560;p3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561" name="Google Shape;1561;p36"/>
          <p:cNvCxnSpPr>
            <a:cxnSpLocks/>
            <a:stCxn id="1560" idx="1"/>
            <a:endCxn id="1544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2" name="Google Shape;1562;p36"/>
          <p:cNvCxnSpPr>
            <a:cxnSpLocks/>
            <a:stCxn id="1534" idx="1"/>
            <a:endCxn id="1557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3" name="Google Shape;1563;p36"/>
          <p:cNvCxnSpPr>
            <a:stCxn id="1529" idx="3"/>
            <a:endCxn id="1532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4" name="Google Shape;1564;p36"/>
          <p:cNvCxnSpPr>
            <a:cxnSpLocks/>
            <a:stCxn id="1559" idx="3"/>
            <a:endCxn id="1550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5" name="Google Shape;1565;p36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566" name="Google Shape;1566;p36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567" name="Google Shape;1567;p3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568" name="Google Shape;1568;p3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569" name="Google Shape;1569;p36"/>
          <p:cNvCxnSpPr>
            <a:stCxn id="1529" idx="2"/>
            <a:endCxn id="1568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570" name="Google Shape;1570;p36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571" name="Google Shape;1571;p36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572" name="Google Shape;1572;p3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573" name="Google Shape;1573;p3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574" name="Google Shape;1574;p36"/>
          <p:cNvCxnSpPr>
            <a:endCxn id="1573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75" name="Google Shape;1575;p36"/>
          <p:cNvCxnSpPr>
            <a:stCxn id="1568" idx="1"/>
            <a:endCxn id="1532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6" name="Google Shape;1576;p36"/>
          <p:cNvCxnSpPr>
            <a:stCxn id="1573" idx="1"/>
            <a:endCxn id="1532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7" name="Google Shape;1577;p36"/>
          <p:cNvSpPr txBox="1"/>
          <p:nvPr/>
        </p:nvSpPr>
        <p:spPr>
          <a:xfrm>
            <a:off x="4590500" y="2386850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Traverse(pNode-&gt;pLeftt)</a:t>
            </a:r>
            <a:endParaRPr/>
          </a:p>
        </p:txBody>
      </p:sp>
      <p:grpSp>
        <p:nvGrpSpPr>
          <p:cNvPr id="1578" name="Google Shape;1578;p36"/>
          <p:cNvGrpSpPr/>
          <p:nvPr/>
        </p:nvGrpSpPr>
        <p:grpSpPr>
          <a:xfrm>
            <a:off x="7356575" y="2463050"/>
            <a:ext cx="803700" cy="559200"/>
            <a:chOff x="725125" y="742575"/>
            <a:chExt cx="803700" cy="559200"/>
          </a:xfrm>
        </p:grpSpPr>
        <p:sp>
          <p:nvSpPr>
            <p:cNvPr id="1579" name="Google Shape;1579;p3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580" name="Google Shape;1580;p3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0x02</a:t>
              </a:r>
              <a:endParaRPr/>
            </a:p>
          </p:txBody>
        </p:sp>
      </p:grpSp>
      <p:cxnSp>
        <p:nvCxnSpPr>
          <p:cNvPr id="1581" name="Google Shape;1581;p36"/>
          <p:cNvCxnSpPr>
            <a:cxnSpLocks/>
            <a:stCxn id="1535" idx="2"/>
            <a:endCxn id="1580" idx="0"/>
          </p:cNvCxnSpPr>
          <p:nvPr/>
        </p:nvCxnSpPr>
        <p:spPr>
          <a:xfrm>
            <a:off x="2586850" y="2237100"/>
            <a:ext cx="5171575" cy="5055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82" name="Google Shape;1582;p36"/>
          <p:cNvCxnSpPr>
            <a:stCxn id="1580" idx="1"/>
            <a:endCxn id="1557" idx="3"/>
          </p:cNvCxnSpPr>
          <p:nvPr/>
        </p:nvCxnSpPr>
        <p:spPr>
          <a:xfrm rot="10800000">
            <a:off x="2110775" y="2856350"/>
            <a:ext cx="5245800" cy="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3" name="Google Shape;1583;p36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50, 20, </a:t>
            </a:r>
            <a:endParaRPr/>
          </a:p>
        </p:txBody>
      </p:sp>
      <p:sp>
        <p:nvSpPr>
          <p:cNvPr id="1584" name="Google Shape;1584;p36"/>
          <p:cNvSpPr txBox="1"/>
          <p:nvPr/>
        </p:nvSpPr>
        <p:spPr>
          <a:xfrm>
            <a:off x="5538300" y="3112325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함수가 끝났으므로 모든 지역변수는 소멸된다.</a:t>
            </a:r>
            <a:endParaRPr/>
          </a:p>
        </p:txBody>
      </p:sp>
      <p:sp>
        <p:nvSpPr>
          <p:cNvPr id="61" name="Google Shape;1087;p29">
            <a:extLst>
              <a:ext uri="{FF2B5EF4-FFF2-40B4-BE49-F238E27FC236}">
                <a16:creationId xmlns:a16="http://schemas.microsoft.com/office/drawing/2014/main" id="{B2FF6DF3-2DF3-4C7F-A96E-93EBB770AECB}"/>
              </a:ext>
            </a:extLst>
          </p:cNvPr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  <p:sp>
        <p:nvSpPr>
          <p:cNvPr id="62" name="Google Shape;1088;p29">
            <a:extLst>
              <a:ext uri="{FF2B5EF4-FFF2-40B4-BE49-F238E27FC236}">
                <a16:creationId xmlns:a16="http://schemas.microsoft.com/office/drawing/2014/main" id="{87255241-3C58-4DA1-A1CD-5489402940DD}"/>
              </a:ext>
            </a:extLst>
          </p:cNvPr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1 Level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이진트리 #출력(순회) </a:t>
            </a:r>
            <a:r>
              <a:rPr lang="en-US" altLang="ko" dirty="0"/>
              <a:t>6</a:t>
            </a:r>
            <a:endParaRPr dirty="0"/>
          </a:p>
        </p:txBody>
      </p:sp>
      <p:grpSp>
        <p:nvGrpSpPr>
          <p:cNvPr id="1527" name="Google Shape;1527;p36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528" name="Google Shape;1528;p3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529" name="Google Shape;1529;p3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530" name="Google Shape;1530;p36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531" name="Google Shape;1531;p3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32" name="Google Shape;1532;p3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533" name="Google Shape;1533;p3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534" name="Google Shape;1534;p3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535" name="Google Shape;1535;p3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536" name="Google Shape;1536;p36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537" name="Google Shape;1537;p3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38" name="Google Shape;1538;p3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539" name="Google Shape;1539;p3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540" name="Google Shape;1540;p3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541" name="Google Shape;1541;p3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542" name="Google Shape;1542;p36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543" name="Google Shape;1543;p3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44" name="Google Shape;1544;p3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545" name="Google Shape;1545;p3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546" name="Google Shape;1546;p3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547" name="Google Shape;1547;p3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548" name="Google Shape;1548;p36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549" name="Google Shape;1549;p3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50" name="Google Shape;1550;p3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551" name="Google Shape;1551;p3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552" name="Google Shape;1552;p3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553" name="Google Shape;1553;p3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554" name="Google Shape;1554;p36"/>
          <p:cNvCxnSpPr>
            <a:cxnSpLocks/>
            <a:stCxn id="1535" idx="3"/>
            <a:endCxn id="1538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55" name="Google Shape;1555;p36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556" name="Google Shape;1556;p36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57" name="Google Shape;1557;p36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558" name="Google Shape;1558;p36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559" name="Google Shape;1559;p36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560" name="Google Shape;1560;p36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561" name="Google Shape;1561;p36"/>
          <p:cNvCxnSpPr>
            <a:cxnSpLocks/>
            <a:stCxn id="1560" idx="1"/>
            <a:endCxn id="1544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2" name="Google Shape;1562;p36"/>
          <p:cNvCxnSpPr>
            <a:cxnSpLocks/>
            <a:stCxn id="1534" idx="1"/>
            <a:endCxn id="1557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3" name="Google Shape;1563;p36"/>
          <p:cNvCxnSpPr>
            <a:stCxn id="1529" idx="3"/>
            <a:endCxn id="1532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4" name="Google Shape;1564;p36"/>
          <p:cNvCxnSpPr>
            <a:cxnSpLocks/>
            <a:stCxn id="1559" idx="3"/>
            <a:endCxn id="1550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5" name="Google Shape;1565;p36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566" name="Google Shape;1566;p36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567" name="Google Shape;1567;p3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568" name="Google Shape;1568;p3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569" name="Google Shape;1569;p36"/>
          <p:cNvCxnSpPr>
            <a:stCxn id="1529" idx="2"/>
            <a:endCxn id="1568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570" name="Google Shape;1570;p36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571" name="Google Shape;1571;p36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572" name="Google Shape;1572;p36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573" name="Google Shape;1573;p36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574" name="Google Shape;1574;p36"/>
          <p:cNvCxnSpPr>
            <a:endCxn id="1573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575" name="Google Shape;1575;p36"/>
          <p:cNvCxnSpPr>
            <a:stCxn id="1568" idx="1"/>
            <a:endCxn id="1532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6" name="Google Shape;1576;p36"/>
          <p:cNvCxnSpPr>
            <a:stCxn id="1573" idx="1"/>
            <a:endCxn id="1532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3" name="Google Shape;1583;p36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50, 20, </a:t>
            </a:r>
            <a:endParaRPr/>
          </a:p>
        </p:txBody>
      </p:sp>
      <p:sp>
        <p:nvSpPr>
          <p:cNvPr id="61" name="Google Shape;1087;p29">
            <a:extLst>
              <a:ext uri="{FF2B5EF4-FFF2-40B4-BE49-F238E27FC236}">
                <a16:creationId xmlns:a16="http://schemas.microsoft.com/office/drawing/2014/main" id="{B2FF6DF3-2DF3-4C7F-A96E-93EBB770AECB}"/>
              </a:ext>
            </a:extLst>
          </p:cNvPr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0534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이진트리 #출력(순회) </a:t>
            </a:r>
            <a:r>
              <a:rPr lang="en-US" altLang="ko" dirty="0"/>
              <a:t>7</a:t>
            </a:r>
            <a:endParaRPr dirty="0"/>
          </a:p>
        </p:txBody>
      </p:sp>
      <p:grpSp>
        <p:nvGrpSpPr>
          <p:cNvPr id="1590" name="Google Shape;1590;p37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591" name="Google Shape;1591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592" name="Google Shape;1592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593" name="Google Shape;1593;p37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594" name="Google Shape;1594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95" name="Google Shape;1595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596" name="Google Shape;1596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597" name="Google Shape;1597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598" name="Google Shape;1598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599" name="Google Shape;1599;p37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600" name="Google Shape;1600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01" name="Google Shape;1601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602" name="Google Shape;1602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603" name="Google Shape;1603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604" name="Google Shape;1604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605" name="Google Shape;1605;p37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606" name="Google Shape;1606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07" name="Google Shape;1607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608" name="Google Shape;1608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609" name="Google Shape;1609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610" name="Google Shape;1610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611" name="Google Shape;1611;p37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612" name="Google Shape;1612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13" name="Google Shape;1613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614" name="Google Shape;1614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615" name="Google Shape;1615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616" name="Google Shape;1616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617" name="Google Shape;1617;p37"/>
          <p:cNvCxnSpPr>
            <a:cxnSpLocks/>
            <a:stCxn id="1598" idx="3"/>
            <a:endCxn id="1601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618" name="Google Shape;1618;p37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619" name="Google Shape;1619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20" name="Google Shape;1620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621" name="Google Shape;1621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622" name="Google Shape;1622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623" name="Google Shape;1623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624" name="Google Shape;1624;p37"/>
          <p:cNvCxnSpPr>
            <a:cxnSpLocks/>
            <a:stCxn id="1623" idx="1"/>
            <a:endCxn id="1607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5" name="Google Shape;1625;p37"/>
          <p:cNvCxnSpPr>
            <a:cxnSpLocks/>
            <a:stCxn id="1597" idx="1"/>
            <a:endCxn id="1620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6" name="Google Shape;1626;p37"/>
          <p:cNvCxnSpPr>
            <a:stCxn id="1592" idx="3"/>
            <a:endCxn id="1595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7" name="Google Shape;1627;p37"/>
          <p:cNvCxnSpPr>
            <a:cxnSpLocks/>
            <a:stCxn id="1622" idx="3"/>
            <a:endCxn id="1613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28" name="Google Shape;1628;p37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629" name="Google Shape;1629;p37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630" name="Google Shape;1630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631" name="Google Shape;1631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632" name="Google Shape;1632;p37"/>
          <p:cNvCxnSpPr>
            <a:stCxn id="1592" idx="2"/>
            <a:endCxn id="1631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633" name="Google Shape;1633;p37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634" name="Google Shape;1634;p37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635" name="Google Shape;1635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636" name="Google Shape;1636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637" name="Google Shape;1637;p37"/>
          <p:cNvCxnSpPr>
            <a:endCxn id="1636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38" name="Google Shape;1638;p37"/>
          <p:cNvCxnSpPr>
            <a:stCxn id="1631" idx="1"/>
            <a:endCxn id="1595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9" name="Google Shape;1639;p37"/>
          <p:cNvCxnSpPr>
            <a:stCxn id="1636" idx="1"/>
            <a:endCxn id="1595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40" name="Google Shape;1640;p37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50, 20,  </a:t>
            </a:r>
            <a:endParaRPr/>
          </a:p>
        </p:txBody>
      </p:sp>
      <p:grpSp>
        <p:nvGrpSpPr>
          <p:cNvPr id="1642" name="Google Shape;1642;p37"/>
          <p:cNvGrpSpPr/>
          <p:nvPr/>
        </p:nvGrpSpPr>
        <p:grpSpPr>
          <a:xfrm>
            <a:off x="7356563" y="2432825"/>
            <a:ext cx="803700" cy="559200"/>
            <a:chOff x="725125" y="742575"/>
            <a:chExt cx="803700" cy="559200"/>
          </a:xfrm>
        </p:grpSpPr>
        <p:sp>
          <p:nvSpPr>
            <p:cNvPr id="1643" name="Google Shape;1643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644" name="Google Shape;1644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cxnSp>
        <p:nvCxnSpPr>
          <p:cNvPr id="1645" name="Google Shape;1645;p37"/>
          <p:cNvCxnSpPr>
            <a:cxnSpLocks/>
            <a:stCxn id="1598" idx="2"/>
            <a:endCxn id="1644" idx="0"/>
          </p:cNvCxnSpPr>
          <p:nvPr/>
        </p:nvCxnSpPr>
        <p:spPr>
          <a:xfrm>
            <a:off x="2586850" y="2237100"/>
            <a:ext cx="5171563" cy="475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46" name="Google Shape;1646;p37"/>
          <p:cNvCxnSpPr>
            <a:stCxn id="1644" idx="1"/>
            <a:endCxn id="1601" idx="3"/>
          </p:cNvCxnSpPr>
          <p:nvPr/>
        </p:nvCxnSpPr>
        <p:spPr>
          <a:xfrm flipH="1">
            <a:off x="3657563" y="2852225"/>
            <a:ext cx="3699000" cy="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47" name="Google Shape;1647;p37"/>
          <p:cNvSpPr txBox="1"/>
          <p:nvPr/>
        </p:nvSpPr>
        <p:spPr>
          <a:xfrm>
            <a:off x="4571988" y="2466338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sp>
        <p:nvSpPr>
          <p:cNvPr id="1651" name="Google Shape;1651;p37"/>
          <p:cNvSpPr txBox="1"/>
          <p:nvPr/>
        </p:nvSpPr>
        <p:spPr>
          <a:xfrm>
            <a:off x="5912400" y="4480775"/>
            <a:ext cx="311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함수를 호출했지만,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값이 NULL이므로 함수가 종료된다.</a:t>
            </a:r>
            <a:endParaRPr/>
          </a:p>
        </p:txBody>
      </p:sp>
      <p:sp>
        <p:nvSpPr>
          <p:cNvPr id="66" name="Google Shape;1087;p29">
            <a:extLst>
              <a:ext uri="{FF2B5EF4-FFF2-40B4-BE49-F238E27FC236}">
                <a16:creationId xmlns:a16="http://schemas.microsoft.com/office/drawing/2014/main" id="{2549885C-93B7-43AC-AA59-4F0DEAB2983F}"/>
              </a:ext>
            </a:extLst>
          </p:cNvPr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  <p:sp>
        <p:nvSpPr>
          <p:cNvPr id="67" name="Google Shape;1088;p29">
            <a:extLst>
              <a:ext uri="{FF2B5EF4-FFF2-40B4-BE49-F238E27FC236}">
                <a16:creationId xmlns:a16="http://schemas.microsoft.com/office/drawing/2014/main" id="{BC126175-FD13-47F4-8145-8D07CA9460DE}"/>
              </a:ext>
            </a:extLst>
          </p:cNvPr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1 Level</a:t>
            </a:r>
            <a:endParaRPr dirty="0"/>
          </a:p>
        </p:txBody>
      </p:sp>
      <p:sp>
        <p:nvSpPr>
          <p:cNvPr id="68" name="Google Shape;1089;p29">
            <a:extLst>
              <a:ext uri="{FF2B5EF4-FFF2-40B4-BE49-F238E27FC236}">
                <a16:creationId xmlns:a16="http://schemas.microsoft.com/office/drawing/2014/main" id="{E0E9C7FD-8D33-40B1-BFE4-D54773EB28F1}"/>
              </a:ext>
            </a:extLst>
          </p:cNvPr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 Level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이진트리 #출력(순회) </a:t>
            </a:r>
            <a:r>
              <a:rPr lang="en-US" altLang="ko" dirty="0"/>
              <a:t>8</a:t>
            </a:r>
            <a:endParaRPr dirty="0"/>
          </a:p>
        </p:txBody>
      </p:sp>
      <p:grpSp>
        <p:nvGrpSpPr>
          <p:cNvPr id="1590" name="Google Shape;1590;p37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591" name="Google Shape;1591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592" name="Google Shape;1592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593" name="Google Shape;1593;p37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594" name="Google Shape;1594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95" name="Google Shape;1595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596" name="Google Shape;1596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597" name="Google Shape;1597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598" name="Google Shape;1598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599" name="Google Shape;1599;p37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600" name="Google Shape;1600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01" name="Google Shape;1601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602" name="Google Shape;1602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603" name="Google Shape;1603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604" name="Google Shape;1604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605" name="Google Shape;1605;p37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606" name="Google Shape;1606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07" name="Google Shape;1607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608" name="Google Shape;1608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609" name="Google Shape;1609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610" name="Google Shape;1610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611" name="Google Shape;1611;p37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612" name="Google Shape;1612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13" name="Google Shape;1613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614" name="Google Shape;1614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615" name="Google Shape;1615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616" name="Google Shape;1616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617" name="Google Shape;1617;p37"/>
          <p:cNvCxnSpPr>
            <a:stCxn id="1598" idx="2"/>
            <a:endCxn id="1601" idx="0"/>
          </p:cNvCxnSpPr>
          <p:nvPr/>
        </p:nvCxnSpPr>
        <p:spPr>
          <a:xfrm>
            <a:off x="2586850" y="2237100"/>
            <a:ext cx="669000" cy="47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618" name="Google Shape;1618;p37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619" name="Google Shape;1619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20" name="Google Shape;1620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621" name="Google Shape;1621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622" name="Google Shape;1622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623" name="Google Shape;1623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624" name="Google Shape;1624;p37"/>
          <p:cNvCxnSpPr>
            <a:stCxn id="1623" idx="2"/>
            <a:endCxn id="1607" idx="0"/>
          </p:cNvCxnSpPr>
          <p:nvPr/>
        </p:nvCxnSpPr>
        <p:spPr>
          <a:xfrm flipH="1">
            <a:off x="1107863" y="3555250"/>
            <a:ext cx="406500" cy="54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5" name="Google Shape;1625;p37"/>
          <p:cNvCxnSpPr>
            <a:stCxn id="1597" idx="2"/>
            <a:endCxn id="1620" idx="0"/>
          </p:cNvCxnSpPr>
          <p:nvPr/>
        </p:nvCxnSpPr>
        <p:spPr>
          <a:xfrm flipH="1">
            <a:off x="1708800" y="2237100"/>
            <a:ext cx="480000" cy="47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6" name="Google Shape;1626;p37"/>
          <p:cNvCxnSpPr>
            <a:stCxn id="1592" idx="3"/>
            <a:endCxn id="1595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7" name="Google Shape;1627;p37"/>
          <p:cNvCxnSpPr>
            <a:stCxn id="1622" idx="2"/>
            <a:endCxn id="1613" idx="0"/>
          </p:cNvCxnSpPr>
          <p:nvPr/>
        </p:nvCxnSpPr>
        <p:spPr>
          <a:xfrm>
            <a:off x="1912413" y="3555250"/>
            <a:ext cx="425100" cy="54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28" name="Google Shape;1628;p37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629" name="Google Shape;1629;p37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630" name="Google Shape;1630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631" name="Google Shape;1631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632" name="Google Shape;1632;p37"/>
          <p:cNvCxnSpPr>
            <a:stCxn id="1592" idx="2"/>
            <a:endCxn id="1631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633" name="Google Shape;1633;p37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634" name="Google Shape;1634;p37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635" name="Google Shape;1635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636" name="Google Shape;1636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637" name="Google Shape;1637;p37"/>
          <p:cNvCxnSpPr>
            <a:endCxn id="1636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38" name="Google Shape;1638;p37"/>
          <p:cNvCxnSpPr>
            <a:stCxn id="1631" idx="1"/>
            <a:endCxn id="1595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9" name="Google Shape;1639;p37"/>
          <p:cNvCxnSpPr>
            <a:stCxn id="1636" idx="1"/>
            <a:endCxn id="1595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40" name="Google Shape;1640;p37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50, 20,  </a:t>
            </a:r>
            <a:endParaRPr/>
          </a:p>
        </p:txBody>
      </p:sp>
      <p:sp>
        <p:nvSpPr>
          <p:cNvPr id="1641" name="Google Shape;1641;p37"/>
          <p:cNvSpPr txBox="1"/>
          <p:nvPr/>
        </p:nvSpPr>
        <p:spPr>
          <a:xfrm>
            <a:off x="4590488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Traverse(pNode-&gt;p</a:t>
            </a:r>
            <a:r>
              <a:rPr lang="en-US" altLang="ko" dirty="0"/>
              <a:t>Right</a:t>
            </a:r>
            <a:r>
              <a:rPr lang="ko" dirty="0"/>
              <a:t>)</a:t>
            </a:r>
            <a:endParaRPr dirty="0"/>
          </a:p>
        </p:txBody>
      </p:sp>
      <p:grpSp>
        <p:nvGrpSpPr>
          <p:cNvPr id="1642" name="Google Shape;1642;p37"/>
          <p:cNvGrpSpPr/>
          <p:nvPr/>
        </p:nvGrpSpPr>
        <p:grpSpPr>
          <a:xfrm>
            <a:off x="7356563" y="2432825"/>
            <a:ext cx="803700" cy="559200"/>
            <a:chOff x="725125" y="742575"/>
            <a:chExt cx="803700" cy="559200"/>
          </a:xfrm>
        </p:grpSpPr>
        <p:sp>
          <p:nvSpPr>
            <p:cNvPr id="1643" name="Google Shape;1643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644" name="Google Shape;1644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cxnSp>
        <p:nvCxnSpPr>
          <p:cNvPr id="1645" name="Google Shape;1645;p37"/>
          <p:cNvCxnSpPr>
            <a:cxnSpLocks/>
            <a:stCxn id="1598" idx="2"/>
            <a:endCxn id="1644" idx="0"/>
          </p:cNvCxnSpPr>
          <p:nvPr/>
        </p:nvCxnSpPr>
        <p:spPr>
          <a:xfrm>
            <a:off x="2586850" y="2237100"/>
            <a:ext cx="5171563" cy="475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46" name="Google Shape;1646;p37"/>
          <p:cNvCxnSpPr>
            <a:stCxn id="1644" idx="1"/>
            <a:endCxn id="1601" idx="3"/>
          </p:cNvCxnSpPr>
          <p:nvPr/>
        </p:nvCxnSpPr>
        <p:spPr>
          <a:xfrm flipH="1">
            <a:off x="3657563" y="2852225"/>
            <a:ext cx="3699000" cy="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47" name="Google Shape;1647;p37"/>
          <p:cNvSpPr txBox="1"/>
          <p:nvPr/>
        </p:nvSpPr>
        <p:spPr>
          <a:xfrm>
            <a:off x="4571988" y="2466338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1648" name="Google Shape;1648;p37"/>
          <p:cNvGrpSpPr/>
          <p:nvPr/>
        </p:nvGrpSpPr>
        <p:grpSpPr>
          <a:xfrm>
            <a:off x="7356563" y="3078488"/>
            <a:ext cx="803700" cy="559200"/>
            <a:chOff x="725125" y="742575"/>
            <a:chExt cx="803700" cy="559200"/>
          </a:xfrm>
        </p:grpSpPr>
        <p:sp>
          <p:nvSpPr>
            <p:cNvPr id="1649" name="Google Shape;1649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 dirty="0"/>
                <a:t>pNode</a:t>
              </a:r>
              <a:endParaRPr sz="1300" dirty="0"/>
            </a:p>
          </p:txBody>
        </p:sp>
        <p:sp>
          <p:nvSpPr>
            <p:cNvPr id="1650" name="Google Shape;1650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sp>
        <p:nvSpPr>
          <p:cNvPr id="1651" name="Google Shape;1651;p37"/>
          <p:cNvSpPr txBox="1"/>
          <p:nvPr/>
        </p:nvSpPr>
        <p:spPr>
          <a:xfrm>
            <a:off x="5912400" y="4480775"/>
            <a:ext cx="311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함수를 호출했지만,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값이 NULL이므로 함수가 종료된다.</a:t>
            </a:r>
            <a:endParaRPr/>
          </a:p>
        </p:txBody>
      </p:sp>
      <p:cxnSp>
        <p:nvCxnSpPr>
          <p:cNvPr id="1652" name="Google Shape;1652;p37"/>
          <p:cNvCxnSpPr>
            <a:cxnSpLocks/>
            <a:stCxn id="1604" idx="2"/>
            <a:endCxn id="1650" idx="1"/>
          </p:cNvCxnSpPr>
          <p:nvPr/>
        </p:nvCxnSpPr>
        <p:spPr>
          <a:xfrm flipV="1">
            <a:off x="3459238" y="3497888"/>
            <a:ext cx="3897325" cy="573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6" name="Google Shape;1087;p29">
            <a:extLst>
              <a:ext uri="{FF2B5EF4-FFF2-40B4-BE49-F238E27FC236}">
                <a16:creationId xmlns:a16="http://schemas.microsoft.com/office/drawing/2014/main" id="{2549885C-93B7-43AC-AA59-4F0DEAB2983F}"/>
              </a:ext>
            </a:extLst>
          </p:cNvPr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  <p:sp>
        <p:nvSpPr>
          <p:cNvPr id="67" name="Google Shape;1088;p29">
            <a:extLst>
              <a:ext uri="{FF2B5EF4-FFF2-40B4-BE49-F238E27FC236}">
                <a16:creationId xmlns:a16="http://schemas.microsoft.com/office/drawing/2014/main" id="{BC126175-FD13-47F4-8145-8D07CA9460DE}"/>
              </a:ext>
            </a:extLst>
          </p:cNvPr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1 Level</a:t>
            </a:r>
            <a:endParaRPr dirty="0"/>
          </a:p>
        </p:txBody>
      </p:sp>
      <p:sp>
        <p:nvSpPr>
          <p:cNvPr id="68" name="Google Shape;1089;p29">
            <a:extLst>
              <a:ext uri="{FF2B5EF4-FFF2-40B4-BE49-F238E27FC236}">
                <a16:creationId xmlns:a16="http://schemas.microsoft.com/office/drawing/2014/main" id="{E0E9C7FD-8D33-40B1-BFE4-D54773EB28F1}"/>
              </a:ext>
            </a:extLst>
          </p:cNvPr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9200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이진트리 #출력(순회) </a:t>
            </a:r>
            <a:r>
              <a:rPr lang="en-US" altLang="ko" dirty="0"/>
              <a:t>9</a:t>
            </a:r>
            <a:endParaRPr dirty="0"/>
          </a:p>
        </p:txBody>
      </p:sp>
      <p:grpSp>
        <p:nvGrpSpPr>
          <p:cNvPr id="1590" name="Google Shape;1590;p37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591" name="Google Shape;1591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592" name="Google Shape;1592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593" name="Google Shape;1593;p37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594" name="Google Shape;1594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595" name="Google Shape;1595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596" name="Google Shape;1596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597" name="Google Shape;1597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598" name="Google Shape;1598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599" name="Google Shape;1599;p37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600" name="Google Shape;1600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01" name="Google Shape;1601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602" name="Google Shape;1602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603" name="Google Shape;1603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604" name="Google Shape;1604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605" name="Google Shape;1605;p37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606" name="Google Shape;1606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07" name="Google Shape;1607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608" name="Google Shape;1608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609" name="Google Shape;1609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610" name="Google Shape;1610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611" name="Google Shape;1611;p37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612" name="Google Shape;1612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13" name="Google Shape;1613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614" name="Google Shape;1614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615" name="Google Shape;1615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616" name="Google Shape;1616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617" name="Google Shape;1617;p37"/>
          <p:cNvCxnSpPr>
            <a:cxnSpLocks/>
            <a:stCxn id="1598" idx="3"/>
            <a:endCxn id="1601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618" name="Google Shape;1618;p37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619" name="Google Shape;1619;p37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20" name="Google Shape;1620;p37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621" name="Google Shape;1621;p37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622" name="Google Shape;1622;p37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623" name="Google Shape;1623;p37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624" name="Google Shape;1624;p37"/>
          <p:cNvCxnSpPr>
            <a:cxnSpLocks/>
            <a:stCxn id="1623" idx="1"/>
            <a:endCxn id="1607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5" name="Google Shape;1625;p37"/>
          <p:cNvCxnSpPr>
            <a:cxnSpLocks/>
            <a:stCxn id="1597" idx="1"/>
            <a:endCxn id="1620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6" name="Google Shape;1626;p37"/>
          <p:cNvCxnSpPr>
            <a:stCxn id="1592" idx="3"/>
            <a:endCxn id="1595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7" name="Google Shape;1627;p37"/>
          <p:cNvCxnSpPr>
            <a:cxnSpLocks/>
            <a:stCxn id="1622" idx="3"/>
            <a:endCxn id="1613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28" name="Google Shape;1628;p37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629" name="Google Shape;1629;p37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630" name="Google Shape;1630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631" name="Google Shape;1631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632" name="Google Shape;1632;p37"/>
          <p:cNvCxnSpPr>
            <a:stCxn id="1592" idx="2"/>
            <a:endCxn id="1631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633" name="Google Shape;1633;p37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634" name="Google Shape;1634;p37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635" name="Google Shape;1635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636" name="Google Shape;1636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637" name="Google Shape;1637;p37"/>
          <p:cNvCxnSpPr>
            <a:endCxn id="1636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38" name="Google Shape;1638;p37"/>
          <p:cNvCxnSpPr>
            <a:stCxn id="1631" idx="1"/>
            <a:endCxn id="1595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9" name="Google Shape;1639;p37"/>
          <p:cNvCxnSpPr>
            <a:stCxn id="1636" idx="1"/>
            <a:endCxn id="1595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40" name="Google Shape;1640;p37"/>
          <p:cNvSpPr txBox="1"/>
          <p:nvPr/>
        </p:nvSpPr>
        <p:spPr>
          <a:xfrm>
            <a:off x="4335027" y="44983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50, 20,  </a:t>
            </a:r>
            <a:endParaRPr/>
          </a:p>
        </p:txBody>
      </p:sp>
      <p:sp>
        <p:nvSpPr>
          <p:cNvPr id="1641" name="Google Shape;1641;p37"/>
          <p:cNvSpPr txBox="1"/>
          <p:nvPr/>
        </p:nvSpPr>
        <p:spPr>
          <a:xfrm>
            <a:off x="4590488" y="31186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Traverse(pNode-&gt;pLeft)</a:t>
            </a:r>
            <a:endParaRPr/>
          </a:p>
        </p:txBody>
      </p:sp>
      <p:grpSp>
        <p:nvGrpSpPr>
          <p:cNvPr id="1642" name="Google Shape;1642;p37"/>
          <p:cNvGrpSpPr/>
          <p:nvPr/>
        </p:nvGrpSpPr>
        <p:grpSpPr>
          <a:xfrm>
            <a:off x="7356563" y="2432825"/>
            <a:ext cx="803700" cy="559200"/>
            <a:chOff x="725125" y="742575"/>
            <a:chExt cx="803700" cy="559200"/>
          </a:xfrm>
        </p:grpSpPr>
        <p:sp>
          <p:nvSpPr>
            <p:cNvPr id="1643" name="Google Shape;1643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644" name="Google Shape;1644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cxnSp>
        <p:nvCxnSpPr>
          <p:cNvPr id="1645" name="Google Shape;1645;p37"/>
          <p:cNvCxnSpPr>
            <a:cxnSpLocks/>
            <a:stCxn id="1598" idx="2"/>
            <a:endCxn id="1644" idx="0"/>
          </p:cNvCxnSpPr>
          <p:nvPr/>
        </p:nvCxnSpPr>
        <p:spPr>
          <a:xfrm>
            <a:off x="2586850" y="2237100"/>
            <a:ext cx="5171563" cy="475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646" name="Google Shape;1646;p37"/>
          <p:cNvCxnSpPr>
            <a:stCxn id="1644" idx="1"/>
            <a:endCxn id="1601" idx="3"/>
          </p:cNvCxnSpPr>
          <p:nvPr/>
        </p:nvCxnSpPr>
        <p:spPr>
          <a:xfrm flipH="1">
            <a:off x="3657563" y="2852225"/>
            <a:ext cx="3699000" cy="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47" name="Google Shape;1647;p37"/>
          <p:cNvSpPr txBox="1"/>
          <p:nvPr/>
        </p:nvSpPr>
        <p:spPr>
          <a:xfrm>
            <a:off x="4571988" y="2466338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1648" name="Google Shape;1648;p37"/>
          <p:cNvGrpSpPr/>
          <p:nvPr/>
        </p:nvGrpSpPr>
        <p:grpSpPr>
          <a:xfrm>
            <a:off x="7356563" y="3078488"/>
            <a:ext cx="803700" cy="559200"/>
            <a:chOff x="725125" y="742575"/>
            <a:chExt cx="803700" cy="559200"/>
          </a:xfrm>
        </p:grpSpPr>
        <p:sp>
          <p:nvSpPr>
            <p:cNvPr id="1649" name="Google Shape;1649;p37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650" name="Google Shape;1650;p37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sp>
        <p:nvSpPr>
          <p:cNvPr id="1651" name="Google Shape;1651;p37"/>
          <p:cNvSpPr txBox="1"/>
          <p:nvPr/>
        </p:nvSpPr>
        <p:spPr>
          <a:xfrm>
            <a:off x="5912400" y="4480775"/>
            <a:ext cx="311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함수를 호출했지만,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값이 NULL이므로 함수가 종료된다.</a:t>
            </a:r>
            <a:endParaRPr/>
          </a:p>
        </p:txBody>
      </p:sp>
      <p:cxnSp>
        <p:nvCxnSpPr>
          <p:cNvPr id="1652" name="Google Shape;1652;p37"/>
          <p:cNvCxnSpPr>
            <a:cxnSpLocks/>
            <a:stCxn id="1604" idx="2"/>
            <a:endCxn id="1650" idx="0"/>
          </p:cNvCxnSpPr>
          <p:nvPr/>
        </p:nvCxnSpPr>
        <p:spPr>
          <a:xfrm flipV="1">
            <a:off x="3459238" y="3358088"/>
            <a:ext cx="4299175" cy="1971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6" name="Google Shape;1087;p29">
            <a:extLst>
              <a:ext uri="{FF2B5EF4-FFF2-40B4-BE49-F238E27FC236}">
                <a16:creationId xmlns:a16="http://schemas.microsoft.com/office/drawing/2014/main" id="{2549885C-93B7-43AC-AA59-4F0DEAB2983F}"/>
              </a:ext>
            </a:extLst>
          </p:cNvPr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  <p:sp>
        <p:nvSpPr>
          <p:cNvPr id="67" name="Google Shape;1088;p29">
            <a:extLst>
              <a:ext uri="{FF2B5EF4-FFF2-40B4-BE49-F238E27FC236}">
                <a16:creationId xmlns:a16="http://schemas.microsoft.com/office/drawing/2014/main" id="{BC126175-FD13-47F4-8145-8D07CA9460DE}"/>
              </a:ext>
            </a:extLst>
          </p:cNvPr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1 Level</a:t>
            </a:r>
            <a:endParaRPr dirty="0"/>
          </a:p>
        </p:txBody>
      </p:sp>
      <p:sp>
        <p:nvSpPr>
          <p:cNvPr id="68" name="Google Shape;1089;p29">
            <a:extLst>
              <a:ext uri="{FF2B5EF4-FFF2-40B4-BE49-F238E27FC236}">
                <a16:creationId xmlns:a16="http://schemas.microsoft.com/office/drawing/2014/main" id="{E0E9C7FD-8D33-40B1-BFE4-D54773EB28F1}"/>
              </a:ext>
            </a:extLst>
          </p:cNvPr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75140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7</a:t>
            </a:r>
            <a:endParaRPr/>
          </a:p>
        </p:txBody>
      </p:sp>
      <p:grpSp>
        <p:nvGrpSpPr>
          <p:cNvPr id="1658" name="Google Shape;1658;p38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659" name="Google Shape;1659;p3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660" name="Google Shape;1660;p3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661" name="Google Shape;1661;p38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662" name="Google Shape;1662;p3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63" name="Google Shape;1663;p3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664" name="Google Shape;1664;p3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665" name="Google Shape;1665;p3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666" name="Google Shape;1666;p3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667" name="Google Shape;1667;p38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668" name="Google Shape;1668;p3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69" name="Google Shape;1669;p3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670" name="Google Shape;1670;p3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671" name="Google Shape;1671;p3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672" name="Google Shape;1672;p3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673" name="Google Shape;1673;p38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674" name="Google Shape;1674;p3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75" name="Google Shape;1675;p3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676" name="Google Shape;1676;p3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677" name="Google Shape;1677;p3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678" name="Google Shape;1678;p3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679" name="Google Shape;1679;p38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680" name="Google Shape;1680;p3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81" name="Google Shape;1681;p3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682" name="Google Shape;1682;p3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683" name="Google Shape;1683;p3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684" name="Google Shape;1684;p3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685" name="Google Shape;1685;p38"/>
          <p:cNvCxnSpPr>
            <a:cxnSpLocks/>
            <a:stCxn id="1666" idx="3"/>
            <a:endCxn id="1669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686" name="Google Shape;1686;p38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687" name="Google Shape;1687;p38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688" name="Google Shape;1688;p38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689" name="Google Shape;1689;p38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690" name="Google Shape;1690;p38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691" name="Google Shape;1691;p38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692" name="Google Shape;1692;p38"/>
          <p:cNvCxnSpPr>
            <a:cxnSpLocks/>
            <a:stCxn id="1691" idx="1"/>
            <a:endCxn id="1675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3" name="Google Shape;1693;p38"/>
          <p:cNvCxnSpPr>
            <a:cxnSpLocks/>
            <a:stCxn id="1665" idx="1"/>
            <a:endCxn id="1688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4" name="Google Shape;1694;p38"/>
          <p:cNvCxnSpPr>
            <a:stCxn id="1660" idx="3"/>
            <a:endCxn id="1663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5" name="Google Shape;1695;p38"/>
          <p:cNvCxnSpPr>
            <a:cxnSpLocks/>
            <a:stCxn id="1690" idx="3"/>
            <a:endCxn id="1681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96" name="Google Shape;1696;p38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697" name="Google Shape;1697;p38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698" name="Google Shape;1698;p3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699" name="Google Shape;1699;p3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700" name="Google Shape;1700;p38"/>
          <p:cNvCxnSpPr>
            <a:stCxn id="1660" idx="2"/>
            <a:endCxn id="1699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701" name="Google Shape;1701;p38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702" name="Google Shape;1702;p38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703" name="Google Shape;1703;p3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704" name="Google Shape;1704;p3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705" name="Google Shape;1705;p38"/>
          <p:cNvCxnSpPr>
            <a:endCxn id="1704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706" name="Google Shape;1706;p38"/>
          <p:cNvCxnSpPr>
            <a:stCxn id="1699" idx="1"/>
            <a:endCxn id="1663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7" name="Google Shape;1707;p38"/>
          <p:cNvCxnSpPr>
            <a:stCxn id="1704" idx="1"/>
            <a:endCxn id="1663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08" name="Google Shape;1708;p38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50, 20,  </a:t>
            </a:r>
            <a:endParaRPr/>
          </a:p>
        </p:txBody>
      </p:sp>
      <p:sp>
        <p:nvSpPr>
          <p:cNvPr id="1709" name="Google Shape;1709;p38"/>
          <p:cNvSpPr txBox="1"/>
          <p:nvPr/>
        </p:nvSpPr>
        <p:spPr>
          <a:xfrm>
            <a:off x="4590488" y="24328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1710" name="Google Shape;1710;p38"/>
          <p:cNvGrpSpPr/>
          <p:nvPr/>
        </p:nvGrpSpPr>
        <p:grpSpPr>
          <a:xfrm>
            <a:off x="7356563" y="2432825"/>
            <a:ext cx="803700" cy="559200"/>
            <a:chOff x="725125" y="742575"/>
            <a:chExt cx="803700" cy="559200"/>
          </a:xfrm>
        </p:grpSpPr>
        <p:sp>
          <p:nvSpPr>
            <p:cNvPr id="1711" name="Google Shape;1711;p3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712" name="Google Shape;1712;p3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cxnSp>
        <p:nvCxnSpPr>
          <p:cNvPr id="1713" name="Google Shape;1713;p38"/>
          <p:cNvCxnSpPr>
            <a:cxnSpLocks/>
            <a:stCxn id="1666" idx="2"/>
            <a:endCxn id="1712" idx="0"/>
          </p:cNvCxnSpPr>
          <p:nvPr/>
        </p:nvCxnSpPr>
        <p:spPr>
          <a:xfrm>
            <a:off x="2586850" y="2237100"/>
            <a:ext cx="5171563" cy="475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714" name="Google Shape;1714;p38"/>
          <p:cNvCxnSpPr>
            <a:stCxn id="1712" idx="1"/>
            <a:endCxn id="1669" idx="3"/>
          </p:cNvCxnSpPr>
          <p:nvPr/>
        </p:nvCxnSpPr>
        <p:spPr>
          <a:xfrm flipH="1">
            <a:off x="3657563" y="2852225"/>
            <a:ext cx="3699000" cy="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15" name="Google Shape;1715;p38"/>
          <p:cNvSpPr txBox="1"/>
          <p:nvPr/>
        </p:nvSpPr>
        <p:spPr>
          <a:xfrm>
            <a:off x="4590488" y="3002288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1716" name="Google Shape;1716;p38"/>
          <p:cNvGrpSpPr/>
          <p:nvPr/>
        </p:nvGrpSpPr>
        <p:grpSpPr>
          <a:xfrm>
            <a:off x="7356563" y="3078488"/>
            <a:ext cx="803700" cy="559200"/>
            <a:chOff x="725125" y="742575"/>
            <a:chExt cx="803700" cy="559200"/>
          </a:xfrm>
        </p:grpSpPr>
        <p:sp>
          <p:nvSpPr>
            <p:cNvPr id="1717" name="Google Shape;1717;p38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718" name="Google Shape;1718;p38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NULL</a:t>
              </a:r>
              <a:endParaRPr/>
            </a:p>
          </p:txBody>
        </p:sp>
      </p:grpSp>
      <p:sp>
        <p:nvSpPr>
          <p:cNvPr id="1719" name="Google Shape;1719;p38"/>
          <p:cNvSpPr txBox="1"/>
          <p:nvPr/>
        </p:nvSpPr>
        <p:spPr>
          <a:xfrm>
            <a:off x="5956800" y="3754138"/>
            <a:ext cx="3111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함수를 호출했지만,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값이 NULL이므로 함수가 종료된다.</a:t>
            </a:r>
            <a:endParaRPr/>
          </a:p>
        </p:txBody>
      </p:sp>
      <p:cxnSp>
        <p:nvCxnSpPr>
          <p:cNvPr id="1720" name="Google Shape;1720;p38"/>
          <p:cNvCxnSpPr>
            <a:cxnSpLocks/>
            <a:stCxn id="1672" idx="2"/>
            <a:endCxn id="1718" idx="0"/>
          </p:cNvCxnSpPr>
          <p:nvPr/>
        </p:nvCxnSpPr>
        <p:spPr>
          <a:xfrm flipV="1">
            <a:off x="3459238" y="3358088"/>
            <a:ext cx="4299175" cy="1971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6" name="Google Shape;1087;p29">
            <a:extLst>
              <a:ext uri="{FF2B5EF4-FFF2-40B4-BE49-F238E27FC236}">
                <a16:creationId xmlns:a16="http://schemas.microsoft.com/office/drawing/2014/main" id="{27923B53-B6EB-4DF4-B5C5-B16FF707C12D}"/>
              </a:ext>
            </a:extLst>
          </p:cNvPr>
          <p:cNvSpPr txBox="1"/>
          <p:nvPr/>
        </p:nvSpPr>
        <p:spPr>
          <a:xfrm>
            <a:off x="8340300" y="207447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0 Level</a:t>
            </a:r>
            <a:endParaRPr dirty="0"/>
          </a:p>
        </p:txBody>
      </p:sp>
      <p:sp>
        <p:nvSpPr>
          <p:cNvPr id="67" name="Google Shape;1088;p29">
            <a:extLst>
              <a:ext uri="{FF2B5EF4-FFF2-40B4-BE49-F238E27FC236}">
                <a16:creationId xmlns:a16="http://schemas.microsoft.com/office/drawing/2014/main" id="{2E0B3858-43B9-4FED-9276-F4F29E385E84}"/>
              </a:ext>
            </a:extLst>
          </p:cNvPr>
          <p:cNvSpPr txBox="1"/>
          <p:nvPr/>
        </p:nvSpPr>
        <p:spPr>
          <a:xfrm>
            <a:off x="8340300" y="2704500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1 Level</a:t>
            </a:r>
            <a:endParaRPr dirty="0"/>
          </a:p>
        </p:txBody>
      </p:sp>
      <p:sp>
        <p:nvSpPr>
          <p:cNvPr id="68" name="Google Shape;1089;p29">
            <a:extLst>
              <a:ext uri="{FF2B5EF4-FFF2-40B4-BE49-F238E27FC236}">
                <a16:creationId xmlns:a16="http://schemas.microsoft.com/office/drawing/2014/main" id="{3FFDB6E7-031F-4B47-B1F7-C76B06920753}"/>
              </a:ext>
            </a:extLst>
          </p:cNvPr>
          <p:cNvSpPr txBox="1"/>
          <p:nvPr/>
        </p:nvSpPr>
        <p:spPr>
          <a:xfrm>
            <a:off x="8340300" y="3334525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2 Level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8</a:t>
            </a:r>
            <a:endParaRPr/>
          </a:p>
        </p:txBody>
      </p:sp>
      <p:grpSp>
        <p:nvGrpSpPr>
          <p:cNvPr id="1726" name="Google Shape;1726;p39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727" name="Google Shape;1727;p3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728" name="Google Shape;1728;p3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729" name="Google Shape;1729;p39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730" name="Google Shape;1730;p3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731" name="Google Shape;1731;p3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732" name="Google Shape;1732;p3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733" name="Google Shape;1733;p3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734" name="Google Shape;1734;p3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735" name="Google Shape;1735;p39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736" name="Google Shape;1736;p3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737" name="Google Shape;1737;p3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738" name="Google Shape;1738;p3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739" name="Google Shape;1739;p3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740" name="Google Shape;1740;p3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741" name="Google Shape;1741;p39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742" name="Google Shape;1742;p3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743" name="Google Shape;1743;p3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744" name="Google Shape;1744;p3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745" name="Google Shape;1745;p3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746" name="Google Shape;1746;p3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747" name="Google Shape;1747;p39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748" name="Google Shape;1748;p3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749" name="Google Shape;1749;p3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750" name="Google Shape;1750;p3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751" name="Google Shape;1751;p3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752" name="Google Shape;1752;p3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753" name="Google Shape;1753;p39"/>
          <p:cNvCxnSpPr>
            <a:cxnSpLocks/>
            <a:stCxn id="1734" idx="3"/>
            <a:endCxn id="1737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54" name="Google Shape;1754;p39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755" name="Google Shape;1755;p39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756" name="Google Shape;1756;p39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757" name="Google Shape;1757;p39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758" name="Google Shape;1758;p39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759" name="Google Shape;1759;p39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760" name="Google Shape;1760;p39"/>
          <p:cNvCxnSpPr>
            <a:cxnSpLocks/>
            <a:stCxn id="1759" idx="1"/>
            <a:endCxn id="1743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1" name="Google Shape;1761;p39"/>
          <p:cNvCxnSpPr>
            <a:cxnSpLocks/>
            <a:stCxn id="1733" idx="1"/>
            <a:endCxn id="1756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2" name="Google Shape;1762;p39"/>
          <p:cNvCxnSpPr>
            <a:stCxn id="1728" idx="3"/>
            <a:endCxn id="1731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3" name="Google Shape;1763;p39"/>
          <p:cNvCxnSpPr>
            <a:cxnSpLocks/>
            <a:stCxn id="1758" idx="3"/>
            <a:endCxn id="1749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4" name="Google Shape;1764;p39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765" name="Google Shape;1765;p39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766" name="Google Shape;1766;p3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767" name="Google Shape;1767;p3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768" name="Google Shape;1768;p39"/>
          <p:cNvCxnSpPr>
            <a:stCxn id="1728" idx="2"/>
            <a:endCxn id="1767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769" name="Google Shape;1769;p39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770" name="Google Shape;1770;p39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771" name="Google Shape;1771;p3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772" name="Google Shape;1772;p3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773" name="Google Shape;1773;p39"/>
          <p:cNvCxnSpPr>
            <a:endCxn id="1772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774" name="Google Shape;1774;p39"/>
          <p:cNvCxnSpPr>
            <a:stCxn id="1767" idx="1"/>
            <a:endCxn id="1731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75" name="Google Shape;1775;p39"/>
          <p:cNvCxnSpPr>
            <a:stCxn id="1772" idx="1"/>
            <a:endCxn id="1731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76" name="Google Shape;1776;p39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50, 20, 30,  </a:t>
            </a:r>
            <a:endParaRPr/>
          </a:p>
        </p:txBody>
      </p:sp>
      <p:sp>
        <p:nvSpPr>
          <p:cNvPr id="1777" name="Google Shape;1777;p39"/>
          <p:cNvSpPr txBox="1"/>
          <p:nvPr/>
        </p:nvSpPr>
        <p:spPr>
          <a:xfrm>
            <a:off x="4590488" y="2432825"/>
            <a:ext cx="231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Traverse(pNode-&gt;pRight)</a:t>
            </a:r>
            <a:endParaRPr/>
          </a:p>
        </p:txBody>
      </p:sp>
      <p:grpSp>
        <p:nvGrpSpPr>
          <p:cNvPr id="1778" name="Google Shape;1778;p39"/>
          <p:cNvGrpSpPr/>
          <p:nvPr/>
        </p:nvGrpSpPr>
        <p:grpSpPr>
          <a:xfrm>
            <a:off x="7356563" y="2432825"/>
            <a:ext cx="803700" cy="559200"/>
            <a:chOff x="725125" y="742575"/>
            <a:chExt cx="803700" cy="559200"/>
          </a:xfrm>
        </p:grpSpPr>
        <p:sp>
          <p:nvSpPr>
            <p:cNvPr id="1779" name="Google Shape;1779;p39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780" name="Google Shape;1780;p39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0x03</a:t>
              </a:r>
              <a:endParaRPr/>
            </a:p>
          </p:txBody>
        </p:sp>
      </p:grpSp>
      <p:sp>
        <p:nvSpPr>
          <p:cNvPr id="1782" name="Google Shape;1782;p39"/>
          <p:cNvSpPr txBox="1"/>
          <p:nvPr/>
        </p:nvSpPr>
        <p:spPr>
          <a:xfrm>
            <a:off x="5538300" y="3088400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함수가 끝났으므로 모든 지역변수는 소멸된다.</a:t>
            </a:r>
            <a:endParaRPr/>
          </a:p>
        </p:txBody>
      </p:sp>
      <p:cxnSp>
        <p:nvCxnSpPr>
          <p:cNvPr id="1781" name="Google Shape;1781;p39"/>
          <p:cNvCxnSpPr>
            <a:cxnSpLocks/>
            <a:stCxn id="1734" idx="2"/>
            <a:endCxn id="1780" idx="0"/>
          </p:cNvCxnSpPr>
          <p:nvPr/>
        </p:nvCxnSpPr>
        <p:spPr>
          <a:xfrm>
            <a:off x="2586850" y="2237100"/>
            <a:ext cx="5171563" cy="4753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이진트리 #출력(순회) 9</a:t>
            </a:r>
            <a:endParaRPr dirty="0"/>
          </a:p>
        </p:txBody>
      </p:sp>
      <p:grpSp>
        <p:nvGrpSpPr>
          <p:cNvPr id="1788" name="Google Shape;1788;p40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789" name="Google Shape;1789;p4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790" name="Google Shape;1790;p4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791" name="Google Shape;1791;p40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792" name="Google Shape;1792;p4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793" name="Google Shape;1793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794" name="Google Shape;1794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795" name="Google Shape;1795;p4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796" name="Google Shape;1796;p4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 dirty="0"/>
                <a:t>0x03</a:t>
              </a:r>
              <a:endParaRPr sz="700" dirty="0"/>
            </a:p>
          </p:txBody>
        </p:sp>
      </p:grpSp>
      <p:grpSp>
        <p:nvGrpSpPr>
          <p:cNvPr id="1797" name="Google Shape;1797;p40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798" name="Google Shape;1798;p4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799" name="Google Shape;1799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800" name="Google Shape;1800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801" name="Google Shape;1801;p4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802" name="Google Shape;1802;p4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803" name="Google Shape;1803;p40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804" name="Google Shape;1804;p4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805" name="Google Shape;1805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806" name="Google Shape;1806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807" name="Google Shape;1807;p4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808" name="Google Shape;1808;p4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809" name="Google Shape;1809;p40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810" name="Google Shape;1810;p4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811" name="Google Shape;1811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812" name="Google Shape;1812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813" name="Google Shape;1813;p4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814" name="Google Shape;1814;p4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815" name="Google Shape;1815;p40"/>
          <p:cNvCxnSpPr>
            <a:cxnSpLocks/>
            <a:stCxn id="1796" idx="3"/>
            <a:endCxn id="1799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16" name="Google Shape;1816;p40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817" name="Google Shape;1817;p4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818" name="Google Shape;1818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819" name="Google Shape;1819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820" name="Google Shape;1820;p4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821" name="Google Shape;1821;p4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822" name="Google Shape;1822;p40"/>
          <p:cNvCxnSpPr>
            <a:cxnSpLocks/>
            <a:stCxn id="1821" idx="1"/>
            <a:endCxn id="1805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3" name="Google Shape;1823;p40"/>
          <p:cNvCxnSpPr>
            <a:cxnSpLocks/>
            <a:stCxn id="1795" idx="1"/>
            <a:endCxn id="1818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4" name="Google Shape;1824;p40"/>
          <p:cNvCxnSpPr>
            <a:stCxn id="1790" idx="3"/>
            <a:endCxn id="1793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5" name="Google Shape;1825;p40"/>
          <p:cNvCxnSpPr>
            <a:cxnSpLocks/>
            <a:stCxn id="1820" idx="3"/>
            <a:endCxn id="1811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26" name="Google Shape;1826;p40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827" name="Google Shape;1827;p40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828" name="Google Shape;1828;p4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829" name="Google Shape;1829;p4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830" name="Google Shape;1830;p40"/>
          <p:cNvCxnSpPr>
            <a:stCxn id="1790" idx="2"/>
            <a:endCxn id="1829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831" name="Google Shape;1831;p40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832" name="Google Shape;1832;p40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833" name="Google Shape;1833;p4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834" name="Google Shape;1834;p4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835" name="Google Shape;1835;p40"/>
          <p:cNvCxnSpPr>
            <a:endCxn id="1834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836" name="Google Shape;1836;p40"/>
          <p:cNvCxnSpPr>
            <a:stCxn id="1829" idx="1"/>
            <a:endCxn id="1793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7" name="Google Shape;1837;p40"/>
          <p:cNvCxnSpPr>
            <a:stCxn id="1834" idx="1"/>
            <a:endCxn id="1793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38" name="Google Shape;1838;p40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50, 20, 30, 10  </a:t>
            </a:r>
            <a:endParaRPr/>
          </a:p>
        </p:txBody>
      </p:sp>
      <p:sp>
        <p:nvSpPr>
          <p:cNvPr id="1839" name="Google Shape;1839;p40"/>
          <p:cNvSpPr txBox="1"/>
          <p:nvPr/>
        </p:nvSpPr>
        <p:spPr>
          <a:xfrm>
            <a:off x="5538300" y="2540750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함수가 끝났으므로 모든 지역변수는 소멸된다.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이진트리 #출력(순회) 9</a:t>
            </a:r>
            <a:endParaRPr/>
          </a:p>
        </p:txBody>
      </p:sp>
      <p:grpSp>
        <p:nvGrpSpPr>
          <p:cNvPr id="1788" name="Google Shape;1788;p40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789" name="Google Shape;1789;p4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790" name="Google Shape;1790;p4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791" name="Google Shape;1791;p40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792" name="Google Shape;1792;p4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793" name="Google Shape;1793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0x01</a:t>
                </a:r>
                <a:endParaRPr/>
              </a:p>
            </p:txBody>
          </p:sp>
          <p:sp>
            <p:nvSpPr>
              <p:cNvPr id="1794" name="Google Shape;1794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795" name="Google Shape;1795;p4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796" name="Google Shape;1796;p4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 dirty="0"/>
                <a:t>0x03</a:t>
              </a:r>
              <a:endParaRPr sz="700" dirty="0"/>
            </a:p>
          </p:txBody>
        </p:sp>
      </p:grpSp>
      <p:grpSp>
        <p:nvGrpSpPr>
          <p:cNvPr id="1797" name="Google Shape;1797;p40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798" name="Google Shape;1798;p4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799" name="Google Shape;1799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800" name="Google Shape;1800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801" name="Google Shape;1801;p4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802" name="Google Shape;1802;p4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803" name="Google Shape;1803;p40"/>
          <p:cNvGrpSpPr/>
          <p:nvPr/>
        </p:nvGrpSpPr>
        <p:grpSpPr>
          <a:xfrm>
            <a:off x="706113" y="4105275"/>
            <a:ext cx="803700" cy="838800"/>
            <a:chOff x="3470825" y="943425"/>
            <a:chExt cx="803700" cy="838800"/>
          </a:xfrm>
        </p:grpSpPr>
        <p:grpSp>
          <p:nvGrpSpPr>
            <p:cNvPr id="1804" name="Google Shape;1804;p4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805" name="Google Shape;1805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806" name="Google Shape;1806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807" name="Google Shape;1807;p4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808" name="Google Shape;1808;p4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809" name="Google Shape;1809;p40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810" name="Google Shape;1810;p4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811" name="Google Shape;1811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812" name="Google Shape;1812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813" name="Google Shape;1813;p4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814" name="Google Shape;1814;p4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815" name="Google Shape;1815;p40"/>
          <p:cNvCxnSpPr>
            <a:cxnSpLocks/>
            <a:stCxn id="1796" idx="3"/>
            <a:endCxn id="1799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16" name="Google Shape;1816;p40"/>
          <p:cNvGrpSpPr/>
          <p:nvPr/>
        </p:nvGrpSpPr>
        <p:grpSpPr>
          <a:xfrm>
            <a:off x="1307063" y="2716450"/>
            <a:ext cx="803700" cy="838800"/>
            <a:chOff x="3470825" y="943425"/>
            <a:chExt cx="803700" cy="838800"/>
          </a:xfrm>
        </p:grpSpPr>
        <p:grpSp>
          <p:nvGrpSpPr>
            <p:cNvPr id="1817" name="Google Shape;1817;p40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818" name="Google Shape;1818;p40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819" name="Google Shape;1819;p40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820" name="Google Shape;1820;p40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821" name="Google Shape;1821;p40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822" name="Google Shape;1822;p40"/>
          <p:cNvCxnSpPr>
            <a:cxnSpLocks/>
            <a:stCxn id="1821" idx="1"/>
            <a:endCxn id="1805" idx="0"/>
          </p:cNvCxnSpPr>
          <p:nvPr/>
        </p:nvCxnSpPr>
        <p:spPr>
          <a:xfrm flipH="1">
            <a:off x="1107963" y="3415450"/>
            <a:ext cx="199100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3" name="Google Shape;1823;p40"/>
          <p:cNvCxnSpPr>
            <a:cxnSpLocks/>
            <a:stCxn id="1795" idx="1"/>
            <a:endCxn id="1818" idx="0"/>
          </p:cNvCxnSpPr>
          <p:nvPr/>
        </p:nvCxnSpPr>
        <p:spPr>
          <a:xfrm flipH="1">
            <a:off x="1708913" y="2097300"/>
            <a:ext cx="272587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4" name="Google Shape;1824;p40"/>
          <p:cNvCxnSpPr>
            <a:stCxn id="1790" idx="3"/>
            <a:endCxn id="1793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5" name="Google Shape;1825;p40"/>
          <p:cNvCxnSpPr>
            <a:cxnSpLocks/>
            <a:stCxn id="1820" idx="3"/>
            <a:endCxn id="1811" idx="0"/>
          </p:cNvCxnSpPr>
          <p:nvPr/>
        </p:nvCxnSpPr>
        <p:spPr>
          <a:xfrm>
            <a:off x="2110713" y="3415450"/>
            <a:ext cx="226712" cy="6898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26" name="Google Shape;1826;p40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827" name="Google Shape;1827;p40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828" name="Google Shape;1828;p4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829" name="Google Shape;1829;p4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830" name="Google Shape;1830;p40"/>
          <p:cNvCxnSpPr>
            <a:stCxn id="1790" idx="2"/>
            <a:endCxn id="1829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1831" name="Google Shape;1831;p40"/>
          <p:cNvSpPr txBox="1"/>
          <p:nvPr/>
        </p:nvSpPr>
        <p:spPr>
          <a:xfrm>
            <a:off x="4590500" y="171867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Traverse(Seed)</a:t>
            </a:r>
            <a:endParaRPr/>
          </a:p>
        </p:txBody>
      </p:sp>
      <p:grpSp>
        <p:nvGrpSpPr>
          <p:cNvPr id="1832" name="Google Shape;1832;p40"/>
          <p:cNvGrpSpPr/>
          <p:nvPr/>
        </p:nvGrpSpPr>
        <p:grpSpPr>
          <a:xfrm>
            <a:off x="7356575" y="1794875"/>
            <a:ext cx="803700" cy="559200"/>
            <a:chOff x="725125" y="742575"/>
            <a:chExt cx="803700" cy="559200"/>
          </a:xfrm>
        </p:grpSpPr>
        <p:sp>
          <p:nvSpPr>
            <p:cNvPr id="1833" name="Google Shape;1833;p40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pNode</a:t>
              </a:r>
              <a:endParaRPr sz="1300"/>
            </a:p>
          </p:txBody>
        </p:sp>
        <p:sp>
          <p:nvSpPr>
            <p:cNvPr id="1834" name="Google Shape;1834;p40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835" name="Google Shape;1835;p40"/>
          <p:cNvCxnSpPr>
            <a:endCxn id="1834" idx="0"/>
          </p:cNvCxnSpPr>
          <p:nvPr/>
        </p:nvCxnSpPr>
        <p:spPr>
          <a:xfrm>
            <a:off x="7739825" y="1652975"/>
            <a:ext cx="18600" cy="42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836" name="Google Shape;1836;p40"/>
          <p:cNvCxnSpPr>
            <a:stCxn id="1829" idx="1"/>
            <a:endCxn id="1793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7" name="Google Shape;1837;p40"/>
          <p:cNvCxnSpPr>
            <a:stCxn id="1834" idx="1"/>
            <a:endCxn id="1793" idx="3"/>
          </p:cNvCxnSpPr>
          <p:nvPr/>
        </p:nvCxnSpPr>
        <p:spPr>
          <a:xfrm rot="10800000">
            <a:off x="2785175" y="1538075"/>
            <a:ext cx="4571400" cy="67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38" name="Google Shape;1838;p40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50, 20, 30, 10  </a:t>
            </a:r>
            <a:endParaRPr/>
          </a:p>
        </p:txBody>
      </p:sp>
      <p:sp>
        <p:nvSpPr>
          <p:cNvPr id="1839" name="Google Shape;1839;p40"/>
          <p:cNvSpPr txBox="1"/>
          <p:nvPr/>
        </p:nvSpPr>
        <p:spPr>
          <a:xfrm>
            <a:off x="5538300" y="2540750"/>
            <a:ext cx="36057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노드의 값 </a:t>
            </a:r>
            <a:r>
              <a:rPr lang="en-US" altLang="ko-KR" dirty="0"/>
              <a:t>10</a:t>
            </a:r>
            <a:r>
              <a:rPr lang="ko-KR" altLang="en-US" dirty="0"/>
              <a:t>을 출력한다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65835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이진트리 #출력(순회) </a:t>
            </a:r>
            <a:r>
              <a:rPr lang="en-US" altLang="ko" dirty="0"/>
              <a:t>10</a:t>
            </a:r>
            <a:endParaRPr dirty="0"/>
          </a:p>
        </p:txBody>
      </p:sp>
      <p:grpSp>
        <p:nvGrpSpPr>
          <p:cNvPr id="1845" name="Google Shape;1845;p41"/>
          <p:cNvGrpSpPr/>
          <p:nvPr/>
        </p:nvGrpSpPr>
        <p:grpSpPr>
          <a:xfrm>
            <a:off x="677000" y="1126700"/>
            <a:ext cx="803700" cy="559200"/>
            <a:chOff x="725125" y="742575"/>
            <a:chExt cx="803700" cy="559200"/>
          </a:xfrm>
        </p:grpSpPr>
        <p:sp>
          <p:nvSpPr>
            <p:cNvPr id="1846" name="Google Shape;1846;p4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pSeed</a:t>
              </a:r>
              <a:endParaRPr/>
            </a:p>
          </p:txBody>
        </p:sp>
        <p:sp>
          <p:nvSpPr>
            <p:cNvPr id="1847" name="Google Shape;1847;p4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grpSp>
        <p:nvGrpSpPr>
          <p:cNvPr id="1848" name="Google Shape;1848;p41"/>
          <p:cNvGrpSpPr/>
          <p:nvPr/>
        </p:nvGrpSpPr>
        <p:grpSpPr>
          <a:xfrm>
            <a:off x="1981500" y="1398300"/>
            <a:ext cx="803700" cy="838800"/>
            <a:chOff x="3470825" y="943425"/>
            <a:chExt cx="803700" cy="838800"/>
          </a:xfrm>
        </p:grpSpPr>
        <p:grpSp>
          <p:nvGrpSpPr>
            <p:cNvPr id="1849" name="Google Shape;1849;p4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850" name="Google Shape;1850;p4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dirty="0"/>
                  <a:t>0x01</a:t>
                </a:r>
                <a:endParaRPr dirty="0"/>
              </a:p>
            </p:txBody>
          </p:sp>
          <p:sp>
            <p:nvSpPr>
              <p:cNvPr id="1851" name="Google Shape;1851;p4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10</a:t>
                </a:r>
                <a:endParaRPr/>
              </a:p>
            </p:txBody>
          </p:sp>
        </p:grpSp>
        <p:sp>
          <p:nvSpPr>
            <p:cNvPr id="1852" name="Google Shape;1852;p4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0x02</a:t>
              </a:r>
              <a:endParaRPr sz="800"/>
            </a:p>
          </p:txBody>
        </p:sp>
        <p:sp>
          <p:nvSpPr>
            <p:cNvPr id="1853" name="Google Shape;1853;p4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0x03</a:t>
              </a:r>
              <a:endParaRPr sz="700"/>
            </a:p>
          </p:txBody>
        </p:sp>
      </p:grpSp>
      <p:grpSp>
        <p:nvGrpSpPr>
          <p:cNvPr id="1854" name="Google Shape;1854;p41"/>
          <p:cNvGrpSpPr/>
          <p:nvPr/>
        </p:nvGrpSpPr>
        <p:grpSpPr>
          <a:xfrm>
            <a:off x="2853888" y="2716450"/>
            <a:ext cx="803700" cy="838800"/>
            <a:chOff x="3470825" y="943425"/>
            <a:chExt cx="803700" cy="838800"/>
          </a:xfrm>
        </p:grpSpPr>
        <p:grpSp>
          <p:nvGrpSpPr>
            <p:cNvPr id="1855" name="Google Shape;1855;p4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856" name="Google Shape;1856;p4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0x03</a:t>
                </a:r>
                <a:endParaRPr/>
              </a:p>
            </p:txBody>
          </p:sp>
          <p:sp>
            <p:nvSpPr>
              <p:cNvPr id="1857" name="Google Shape;1857;p4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30</a:t>
                </a:r>
                <a:endParaRPr/>
              </a:p>
            </p:txBody>
          </p:sp>
        </p:grpSp>
        <p:sp>
          <p:nvSpPr>
            <p:cNvPr id="1858" name="Google Shape;1858;p4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859" name="Google Shape;1859;p4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860" name="Google Shape;1860;p41"/>
          <p:cNvGrpSpPr/>
          <p:nvPr/>
        </p:nvGrpSpPr>
        <p:grpSpPr>
          <a:xfrm>
            <a:off x="685397" y="4105275"/>
            <a:ext cx="803700" cy="838800"/>
            <a:chOff x="3470825" y="943425"/>
            <a:chExt cx="803700" cy="838800"/>
          </a:xfrm>
        </p:grpSpPr>
        <p:grpSp>
          <p:nvGrpSpPr>
            <p:cNvPr id="1861" name="Google Shape;1861;p4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862" name="Google Shape;1862;p4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0x04</a:t>
                </a:r>
                <a:endParaRPr/>
              </a:p>
            </p:txBody>
          </p:sp>
          <p:sp>
            <p:nvSpPr>
              <p:cNvPr id="1863" name="Google Shape;1863;p4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40</a:t>
                </a:r>
                <a:endParaRPr/>
              </a:p>
            </p:txBody>
          </p:sp>
        </p:grpSp>
        <p:sp>
          <p:nvSpPr>
            <p:cNvPr id="1864" name="Google Shape;1864;p4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865" name="Google Shape;1865;p4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grpSp>
        <p:nvGrpSpPr>
          <p:cNvPr id="1866" name="Google Shape;1866;p41"/>
          <p:cNvGrpSpPr/>
          <p:nvPr/>
        </p:nvGrpSpPr>
        <p:grpSpPr>
          <a:xfrm>
            <a:off x="1935575" y="4105275"/>
            <a:ext cx="803700" cy="838800"/>
            <a:chOff x="3470825" y="943425"/>
            <a:chExt cx="803700" cy="838800"/>
          </a:xfrm>
        </p:grpSpPr>
        <p:grpSp>
          <p:nvGrpSpPr>
            <p:cNvPr id="1867" name="Google Shape;1867;p4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868" name="Google Shape;1868;p4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0x05</a:t>
                </a:r>
                <a:endParaRPr/>
              </a:p>
            </p:txBody>
          </p:sp>
          <p:sp>
            <p:nvSpPr>
              <p:cNvPr id="1869" name="Google Shape;1869;p4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50</a:t>
                </a:r>
                <a:endParaRPr/>
              </a:p>
            </p:txBody>
          </p:sp>
        </p:grpSp>
        <p:sp>
          <p:nvSpPr>
            <p:cNvPr id="1870" name="Google Shape;1870;p4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N</a:t>
              </a:r>
              <a:endParaRPr sz="800"/>
            </a:p>
          </p:txBody>
        </p:sp>
        <p:sp>
          <p:nvSpPr>
            <p:cNvPr id="1871" name="Google Shape;1871;p4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N</a:t>
              </a:r>
              <a:endParaRPr sz="700"/>
            </a:p>
          </p:txBody>
        </p:sp>
      </p:grpSp>
      <p:cxnSp>
        <p:nvCxnSpPr>
          <p:cNvPr id="1872" name="Google Shape;1872;p41"/>
          <p:cNvCxnSpPr>
            <a:cxnSpLocks/>
            <a:stCxn id="1853" idx="3"/>
            <a:endCxn id="1856" idx="0"/>
          </p:cNvCxnSpPr>
          <p:nvPr/>
        </p:nvCxnSpPr>
        <p:spPr>
          <a:xfrm>
            <a:off x="2785150" y="2097300"/>
            <a:ext cx="470588" cy="6191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873" name="Google Shape;1873;p41"/>
          <p:cNvGrpSpPr/>
          <p:nvPr/>
        </p:nvGrpSpPr>
        <p:grpSpPr>
          <a:xfrm>
            <a:off x="1281822" y="2707275"/>
            <a:ext cx="803700" cy="838800"/>
            <a:chOff x="3470825" y="943425"/>
            <a:chExt cx="803700" cy="838800"/>
          </a:xfrm>
        </p:grpSpPr>
        <p:grpSp>
          <p:nvGrpSpPr>
            <p:cNvPr id="1874" name="Google Shape;1874;p41"/>
            <p:cNvGrpSpPr/>
            <p:nvPr/>
          </p:nvGrpSpPr>
          <p:grpSpPr>
            <a:xfrm>
              <a:off x="3470825" y="943425"/>
              <a:ext cx="803700" cy="559200"/>
              <a:chOff x="725125" y="742575"/>
              <a:chExt cx="803700" cy="559200"/>
            </a:xfrm>
          </p:grpSpPr>
          <p:sp>
            <p:nvSpPr>
              <p:cNvPr id="1875" name="Google Shape;1875;p41"/>
              <p:cNvSpPr/>
              <p:nvPr/>
            </p:nvSpPr>
            <p:spPr>
              <a:xfrm>
                <a:off x="725125" y="742575"/>
                <a:ext cx="803700" cy="2796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0x02</a:t>
                </a:r>
                <a:endParaRPr/>
              </a:p>
            </p:txBody>
          </p:sp>
          <p:sp>
            <p:nvSpPr>
              <p:cNvPr id="1876" name="Google Shape;1876;p41"/>
              <p:cNvSpPr/>
              <p:nvPr/>
            </p:nvSpPr>
            <p:spPr>
              <a:xfrm>
                <a:off x="725125" y="1022175"/>
                <a:ext cx="803700" cy="2796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20</a:t>
                </a:r>
                <a:endParaRPr/>
              </a:p>
            </p:txBody>
          </p:sp>
        </p:grpSp>
        <p:sp>
          <p:nvSpPr>
            <p:cNvPr id="1877" name="Google Shape;1877;p41"/>
            <p:cNvSpPr/>
            <p:nvPr/>
          </p:nvSpPr>
          <p:spPr>
            <a:xfrm>
              <a:off x="3877875" y="1502625"/>
              <a:ext cx="396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00"/>
                <a:t>0x05</a:t>
              </a:r>
              <a:endParaRPr sz="700"/>
            </a:p>
          </p:txBody>
        </p:sp>
        <p:sp>
          <p:nvSpPr>
            <p:cNvPr id="1878" name="Google Shape;1878;p41"/>
            <p:cNvSpPr/>
            <p:nvPr/>
          </p:nvSpPr>
          <p:spPr>
            <a:xfrm>
              <a:off x="3470825" y="1502625"/>
              <a:ext cx="4146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800"/>
                <a:t>0x04</a:t>
              </a:r>
              <a:endParaRPr sz="800"/>
            </a:p>
          </p:txBody>
        </p:sp>
      </p:grpSp>
      <p:cxnSp>
        <p:nvCxnSpPr>
          <p:cNvPr id="1879" name="Google Shape;1879;p41"/>
          <p:cNvCxnSpPr>
            <a:cxnSpLocks/>
            <a:stCxn id="1878" idx="1"/>
            <a:endCxn id="1862" idx="0"/>
          </p:cNvCxnSpPr>
          <p:nvPr/>
        </p:nvCxnSpPr>
        <p:spPr>
          <a:xfrm flipH="1">
            <a:off x="1087247" y="3406275"/>
            <a:ext cx="194575" cy="69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0" name="Google Shape;1880;p41"/>
          <p:cNvCxnSpPr>
            <a:cxnSpLocks/>
            <a:stCxn id="1852" idx="1"/>
            <a:endCxn id="1875" idx="0"/>
          </p:cNvCxnSpPr>
          <p:nvPr/>
        </p:nvCxnSpPr>
        <p:spPr>
          <a:xfrm flipH="1">
            <a:off x="1683672" y="2097300"/>
            <a:ext cx="297828" cy="6099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1" name="Google Shape;1881;p41"/>
          <p:cNvCxnSpPr>
            <a:stCxn id="1847" idx="3"/>
            <a:endCxn id="1850" idx="1"/>
          </p:cNvCxnSpPr>
          <p:nvPr/>
        </p:nvCxnSpPr>
        <p:spPr>
          <a:xfrm rot="10800000" flipH="1">
            <a:off x="1480700" y="1538000"/>
            <a:ext cx="5007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2" name="Google Shape;1882;p41"/>
          <p:cNvCxnSpPr>
            <a:cxnSpLocks/>
            <a:stCxn id="1877" idx="3"/>
            <a:endCxn id="1868" idx="0"/>
          </p:cNvCxnSpPr>
          <p:nvPr/>
        </p:nvCxnSpPr>
        <p:spPr>
          <a:xfrm>
            <a:off x="2085472" y="3406275"/>
            <a:ext cx="251953" cy="69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83" name="Google Shape;1883;p41"/>
          <p:cNvSpPr txBox="1"/>
          <p:nvPr/>
        </p:nvSpPr>
        <p:spPr>
          <a:xfrm>
            <a:off x="4572000" y="1017725"/>
            <a:ext cx="148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Print(pSeed)</a:t>
            </a:r>
            <a:endParaRPr/>
          </a:p>
        </p:txBody>
      </p:sp>
      <p:grpSp>
        <p:nvGrpSpPr>
          <p:cNvPr id="1884" name="Google Shape;1884;p41"/>
          <p:cNvGrpSpPr/>
          <p:nvPr/>
        </p:nvGrpSpPr>
        <p:grpSpPr>
          <a:xfrm>
            <a:off x="7347375" y="1126700"/>
            <a:ext cx="803700" cy="559200"/>
            <a:chOff x="725125" y="742575"/>
            <a:chExt cx="803700" cy="559200"/>
          </a:xfrm>
        </p:grpSpPr>
        <p:sp>
          <p:nvSpPr>
            <p:cNvPr id="1885" name="Google Shape;1885;p41"/>
            <p:cNvSpPr/>
            <p:nvPr/>
          </p:nvSpPr>
          <p:spPr>
            <a:xfrm>
              <a:off x="725125" y="742575"/>
              <a:ext cx="803700" cy="2796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/>
                <a:t>pSeed</a:t>
              </a:r>
              <a:endParaRPr sz="1300"/>
            </a:p>
          </p:txBody>
        </p:sp>
        <p:sp>
          <p:nvSpPr>
            <p:cNvPr id="1886" name="Google Shape;1886;p41"/>
            <p:cNvSpPr/>
            <p:nvPr/>
          </p:nvSpPr>
          <p:spPr>
            <a:xfrm>
              <a:off x="725125" y="1022175"/>
              <a:ext cx="803700" cy="27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/>
                <a:t>0x01</a:t>
              </a:r>
              <a:endParaRPr/>
            </a:p>
          </p:txBody>
        </p:sp>
      </p:grpSp>
      <p:cxnSp>
        <p:nvCxnSpPr>
          <p:cNvPr id="1887" name="Google Shape;1887;p41"/>
          <p:cNvCxnSpPr>
            <a:stCxn id="1847" idx="2"/>
            <a:endCxn id="1886" idx="0"/>
          </p:cNvCxnSpPr>
          <p:nvPr/>
        </p:nvCxnSpPr>
        <p:spPr>
          <a:xfrm rot="10800000" flipH="1">
            <a:off x="1078850" y="1406300"/>
            <a:ext cx="6670500" cy="27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1888" name="Google Shape;1888;p41"/>
          <p:cNvCxnSpPr>
            <a:stCxn id="1886" idx="1"/>
            <a:endCxn id="1850" idx="3"/>
          </p:cNvCxnSpPr>
          <p:nvPr/>
        </p:nvCxnSpPr>
        <p:spPr>
          <a:xfrm rot="10800000">
            <a:off x="2785275" y="1538000"/>
            <a:ext cx="4562100" cy="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89" name="Google Shape;1889;p41"/>
          <p:cNvSpPr txBox="1"/>
          <p:nvPr/>
        </p:nvSpPr>
        <p:spPr>
          <a:xfrm>
            <a:off x="5538300" y="2540750"/>
            <a:ext cx="3605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함수가 끝났으므로 모든 지역변수는 소멸된다.</a:t>
            </a:r>
            <a:endParaRPr dirty="0"/>
          </a:p>
        </p:txBody>
      </p:sp>
      <p:sp>
        <p:nvSpPr>
          <p:cNvPr id="1890" name="Google Shape;1890;p41"/>
          <p:cNvSpPr txBox="1"/>
          <p:nvPr/>
        </p:nvSpPr>
        <p:spPr>
          <a:xfrm>
            <a:off x="4427775" y="4486175"/>
            <a:ext cx="41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출력: 40, 50, 20, 30, 10 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CA6153-F60E-4D3F-86F5-12C3D38BC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그림 단순화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5755B47-DD59-40B9-BF7F-325F64750EE6}"/>
              </a:ext>
            </a:extLst>
          </p:cNvPr>
          <p:cNvSpPr/>
          <p:nvPr/>
        </p:nvSpPr>
        <p:spPr>
          <a:xfrm>
            <a:off x="6051792" y="1619394"/>
            <a:ext cx="537472" cy="537472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285E650-1AEE-4636-A268-664DC4439FB5}"/>
              </a:ext>
            </a:extLst>
          </p:cNvPr>
          <p:cNvSpPr/>
          <p:nvPr/>
        </p:nvSpPr>
        <p:spPr>
          <a:xfrm>
            <a:off x="5200221" y="2355364"/>
            <a:ext cx="537472" cy="537472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20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2ECA9CC-DDC5-4056-8522-85777F497D60}"/>
              </a:ext>
            </a:extLst>
          </p:cNvPr>
          <p:cNvSpPr/>
          <p:nvPr/>
        </p:nvSpPr>
        <p:spPr>
          <a:xfrm>
            <a:off x="4662749" y="3101369"/>
            <a:ext cx="537472" cy="537472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40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FED5BF7-2D77-4F71-8437-BC6A473B5072}"/>
              </a:ext>
            </a:extLst>
          </p:cNvPr>
          <p:cNvSpPr/>
          <p:nvPr/>
        </p:nvSpPr>
        <p:spPr>
          <a:xfrm>
            <a:off x="5737693" y="3101369"/>
            <a:ext cx="537472" cy="537472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50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0A21462-8B95-4FD5-A78F-DB2ADBE738CB}"/>
              </a:ext>
            </a:extLst>
          </p:cNvPr>
          <p:cNvSpPr/>
          <p:nvPr/>
        </p:nvSpPr>
        <p:spPr>
          <a:xfrm>
            <a:off x="6970855" y="2348384"/>
            <a:ext cx="537472" cy="537472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30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848BD23-D425-4427-AF38-3E62E1C4CD28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5658982" y="2078155"/>
            <a:ext cx="471521" cy="35592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285E098-1E4D-4CA5-BCC6-BD274FB88E71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 flipH="1">
            <a:off x="4931485" y="2814125"/>
            <a:ext cx="347447" cy="2872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D7BB1F9-C252-4A18-9356-DDF07EE5AB9A}"/>
              </a:ext>
            </a:extLst>
          </p:cNvPr>
          <p:cNvCxnSpPr>
            <a:cxnSpLocks/>
            <a:stCxn id="7" idx="5"/>
            <a:endCxn id="10" idx="0"/>
          </p:cNvCxnSpPr>
          <p:nvPr/>
        </p:nvCxnSpPr>
        <p:spPr>
          <a:xfrm>
            <a:off x="5658982" y="2814125"/>
            <a:ext cx="347447" cy="2872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E25BCC2-8EFC-4D4E-8B2D-E14F8A1846FE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6510553" y="2078155"/>
            <a:ext cx="539013" cy="34894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30" name="Google Shape;1789;p40">
            <a:extLst>
              <a:ext uri="{FF2B5EF4-FFF2-40B4-BE49-F238E27FC236}">
                <a16:creationId xmlns:a16="http://schemas.microsoft.com/office/drawing/2014/main" id="{AA0442FC-D166-4F93-A3A1-A55CCEE3A1B5}"/>
              </a:ext>
            </a:extLst>
          </p:cNvPr>
          <p:cNvSpPr/>
          <p:nvPr/>
        </p:nvSpPr>
        <p:spPr>
          <a:xfrm>
            <a:off x="7181587" y="1748330"/>
            <a:ext cx="803700" cy="279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pSeed</a:t>
            </a:r>
            <a:endParaRPr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EEABC82-346A-4DE4-8B29-0BCD60C5E4BB}"/>
              </a:ext>
            </a:extLst>
          </p:cNvPr>
          <p:cNvCxnSpPr>
            <a:cxnSpLocks/>
            <a:stCxn id="30" idx="1"/>
            <a:endCxn id="5" idx="6"/>
          </p:cNvCxnSpPr>
          <p:nvPr/>
        </p:nvCxnSpPr>
        <p:spPr>
          <a:xfrm flipH="1">
            <a:off x="6589264" y="1888130"/>
            <a:ext cx="59232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37" name="Google Shape;1883;p41">
            <a:extLst>
              <a:ext uri="{FF2B5EF4-FFF2-40B4-BE49-F238E27FC236}">
                <a16:creationId xmlns:a16="http://schemas.microsoft.com/office/drawing/2014/main" id="{5427D9F8-55C1-4314-A860-3C534734410B}"/>
              </a:ext>
            </a:extLst>
          </p:cNvPr>
          <p:cNvSpPr txBox="1"/>
          <p:nvPr/>
        </p:nvSpPr>
        <p:spPr>
          <a:xfrm>
            <a:off x="734251" y="3438741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노드</a:t>
            </a:r>
            <a:endParaRPr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0180E4A1-4450-4C17-8CF6-D961CBCF1186}"/>
              </a:ext>
            </a:extLst>
          </p:cNvPr>
          <p:cNvSpPr/>
          <p:nvPr/>
        </p:nvSpPr>
        <p:spPr>
          <a:xfrm>
            <a:off x="354201" y="3510164"/>
            <a:ext cx="319302" cy="319302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rtlCol="0" anchor="ctr" anchorCtr="0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800" dirty="0"/>
              <a:t>data</a:t>
            </a:r>
            <a:endParaRPr lang="ko-KR" altLang="en-US" sz="800" dirty="0"/>
          </a:p>
        </p:txBody>
      </p:sp>
      <p:sp>
        <p:nvSpPr>
          <p:cNvPr id="39" name="Google Shape;1883;p41">
            <a:extLst>
              <a:ext uri="{FF2B5EF4-FFF2-40B4-BE49-F238E27FC236}">
                <a16:creationId xmlns:a16="http://schemas.microsoft.com/office/drawing/2014/main" id="{9EFBC91D-5E5A-4059-8BA6-3BF9ECE38659}"/>
              </a:ext>
            </a:extLst>
          </p:cNvPr>
          <p:cNvSpPr txBox="1"/>
          <p:nvPr/>
        </p:nvSpPr>
        <p:spPr>
          <a:xfrm>
            <a:off x="724406" y="3863257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포인터</a:t>
            </a:r>
            <a:endParaRPr dirty="0"/>
          </a:p>
        </p:txBody>
      </p:sp>
      <p:sp>
        <p:nvSpPr>
          <p:cNvPr id="41" name="Google Shape;1789;p40">
            <a:extLst>
              <a:ext uri="{FF2B5EF4-FFF2-40B4-BE49-F238E27FC236}">
                <a16:creationId xmlns:a16="http://schemas.microsoft.com/office/drawing/2014/main" id="{3D6806FD-822C-4BDE-BC14-163AAAE436DB}"/>
              </a:ext>
            </a:extLst>
          </p:cNvPr>
          <p:cNvSpPr/>
          <p:nvPr/>
        </p:nvSpPr>
        <p:spPr>
          <a:xfrm>
            <a:off x="278089" y="3987639"/>
            <a:ext cx="435294" cy="151435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0" dirty="0" err="1"/>
              <a:t>변수명</a:t>
            </a:r>
            <a:endParaRPr sz="800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4F83F158-9C94-4210-972F-1283ED976D92}"/>
              </a:ext>
            </a:extLst>
          </p:cNvPr>
          <p:cNvCxnSpPr>
            <a:cxnSpLocks/>
          </p:cNvCxnSpPr>
          <p:nvPr/>
        </p:nvCxnSpPr>
        <p:spPr>
          <a:xfrm>
            <a:off x="278089" y="4424144"/>
            <a:ext cx="395414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45" name="Google Shape;1883;p41">
            <a:extLst>
              <a:ext uri="{FF2B5EF4-FFF2-40B4-BE49-F238E27FC236}">
                <a16:creationId xmlns:a16="http://schemas.microsoft.com/office/drawing/2014/main" id="{B097FDE8-5F4C-4BFF-A173-837F1D69CC8F}"/>
              </a:ext>
            </a:extLst>
          </p:cNvPr>
          <p:cNvSpPr txBox="1"/>
          <p:nvPr/>
        </p:nvSpPr>
        <p:spPr>
          <a:xfrm>
            <a:off x="723367" y="4224044"/>
            <a:ext cx="80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참조</a:t>
            </a:r>
            <a:endParaRPr dirty="0"/>
          </a:p>
        </p:txBody>
      </p:sp>
      <p:sp>
        <p:nvSpPr>
          <p:cNvPr id="47" name="Google Shape;1883;p41">
            <a:extLst>
              <a:ext uri="{FF2B5EF4-FFF2-40B4-BE49-F238E27FC236}">
                <a16:creationId xmlns:a16="http://schemas.microsoft.com/office/drawing/2014/main" id="{B9CB4EAA-AE37-42FA-9AA1-DC1311A6D8F0}"/>
              </a:ext>
            </a:extLst>
          </p:cNvPr>
          <p:cNvSpPr txBox="1"/>
          <p:nvPr/>
        </p:nvSpPr>
        <p:spPr>
          <a:xfrm>
            <a:off x="713382" y="4584831"/>
            <a:ext cx="131086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참조 없음</a:t>
            </a:r>
            <a:r>
              <a:rPr lang="en-US" altLang="ko-KR" dirty="0"/>
              <a:t>(null)</a:t>
            </a:r>
            <a:endParaRPr dirty="0"/>
          </a:p>
        </p:txBody>
      </p:sp>
      <p:sp>
        <p:nvSpPr>
          <p:cNvPr id="48" name="Google Shape;1883;p41">
            <a:extLst>
              <a:ext uri="{FF2B5EF4-FFF2-40B4-BE49-F238E27FC236}">
                <a16:creationId xmlns:a16="http://schemas.microsoft.com/office/drawing/2014/main" id="{C73C575D-9925-470C-85EB-84245D4CD0A7}"/>
              </a:ext>
            </a:extLst>
          </p:cNvPr>
          <p:cNvSpPr txBox="1"/>
          <p:nvPr/>
        </p:nvSpPr>
        <p:spPr>
          <a:xfrm>
            <a:off x="227090" y="4652164"/>
            <a:ext cx="507161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800" b="1" dirty="0" err="1"/>
              <a:t>선없음</a:t>
            </a:r>
            <a:endParaRPr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30979F-5ACE-4306-BAE8-D8F7B4BDEA68}"/>
              </a:ext>
            </a:extLst>
          </p:cNvPr>
          <p:cNvSpPr txBox="1"/>
          <p:nvPr/>
        </p:nvSpPr>
        <p:spPr>
          <a:xfrm>
            <a:off x="354201" y="1123805"/>
            <a:ext cx="39849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참조에 대하여 충분히 이해가 되었다면 다음과 같이 단순화를 하여 그려야만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빠르게 이해 할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50838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41F8D-EBE9-4E28-90B4-B592DFA6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연구과제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E4F3FE-732D-4A45-B487-F98FA0037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ko-KR" altLang="en-US" dirty="0"/>
              <a:t>재귀함수를 사용하여 순회를 구현해야 하는 이유는 무엇인가</a:t>
            </a:r>
            <a:r>
              <a:rPr lang="en-US" altLang="ko-KR" dirty="0"/>
              <a:t>?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재귀함수를 사용하지 않는다면 스택이 필요하다 이유는 무엇인가</a:t>
            </a:r>
            <a:r>
              <a:rPr lang="en-US" altLang="ko-KR" dirty="0"/>
              <a:t>?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해당코드를 활용하여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힙</a:t>
            </a:r>
            <a:r>
              <a:rPr lang="ko-KR" altLang="en-US" dirty="0"/>
              <a:t> 트리 제작해보기</a:t>
            </a:r>
            <a:endParaRPr lang="en-US" altLang="ko-KR" dirty="0"/>
          </a:p>
          <a:p>
            <a:pPr>
              <a:buFont typeface="+mj-lt"/>
              <a:buAutoNum type="arabicPeriod"/>
            </a:pPr>
            <a:r>
              <a:rPr lang="ko-KR" altLang="en-US" dirty="0" err="1"/>
              <a:t>힙</a:t>
            </a:r>
            <a:r>
              <a:rPr lang="ko-KR" altLang="en-US" dirty="0"/>
              <a:t> 트리는 어떤 특징을 가지고 있으며 왜 사용하는 것일까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919647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41F8D-EBE9-4E28-90B4-B592DFA6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심화과제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E4F3FE-732D-4A45-B487-F98FA0037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ko-KR" altLang="en-US" dirty="0"/>
              <a:t>재귀함수를 트리에는 사용 할 수 있지만</a:t>
            </a:r>
            <a:r>
              <a:rPr lang="en-US" altLang="ko-KR" dirty="0"/>
              <a:t>, </a:t>
            </a:r>
            <a:r>
              <a:rPr lang="ko-KR" altLang="en-US" dirty="0" err="1"/>
              <a:t>팩토리얼과</a:t>
            </a:r>
            <a:r>
              <a:rPr lang="ko-KR" altLang="en-US" dirty="0"/>
              <a:t> 같은 함수에 사용하면 안되는 이유는 무엇인가</a:t>
            </a:r>
            <a:r>
              <a:rPr lang="en-US" altLang="ko-KR" dirty="0"/>
              <a:t>?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최소 </a:t>
            </a:r>
            <a:r>
              <a:rPr lang="ko-KR" altLang="en-US" dirty="0" err="1"/>
              <a:t>힙트리에서</a:t>
            </a:r>
            <a:r>
              <a:rPr lang="ko-KR" altLang="en-US" dirty="0"/>
              <a:t> 데이터를 내림차순으로 입력하면 </a:t>
            </a:r>
            <a:r>
              <a:rPr lang="ko-KR" altLang="en-US" dirty="0" err="1"/>
              <a:t>어떻게되는가</a:t>
            </a:r>
            <a:r>
              <a:rPr lang="en-US" altLang="ko-KR" dirty="0"/>
              <a:t>?</a:t>
            </a:r>
          </a:p>
          <a:p>
            <a:pPr>
              <a:buFont typeface="+mj-lt"/>
              <a:buAutoNum type="arabicPeriod"/>
            </a:pPr>
            <a:r>
              <a:rPr lang="ko-KR" altLang="en-US" dirty="0" err="1"/>
              <a:t>레드블랙</a:t>
            </a:r>
            <a:r>
              <a:rPr lang="ko-KR" altLang="en-US" dirty="0"/>
              <a:t> </a:t>
            </a:r>
            <a:r>
              <a:rPr lang="ko-KR" altLang="en-US" dirty="0" err="1"/>
              <a:t>이진트리를</a:t>
            </a:r>
            <a:r>
              <a:rPr lang="ko-KR" altLang="en-US" dirty="0"/>
              <a:t> 만들어보고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레드블랙</a:t>
            </a:r>
            <a:r>
              <a:rPr lang="ko-KR" altLang="en-US" dirty="0"/>
              <a:t> </a:t>
            </a:r>
            <a:r>
              <a:rPr lang="ko-KR" altLang="en-US" dirty="0" err="1"/>
              <a:t>이진트리의</a:t>
            </a:r>
            <a:r>
              <a:rPr lang="ko-KR" altLang="en-US" dirty="0"/>
              <a:t> 장점과 단점을 말해보자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00200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40;p76">
            <a:extLst>
              <a:ext uri="{FF2B5EF4-FFF2-40B4-BE49-F238E27FC236}">
                <a16:creationId xmlns:a16="http://schemas.microsoft.com/office/drawing/2014/main" id="{F5B89444-A02A-4E68-A443-767F80F6EE7D}"/>
              </a:ext>
            </a:extLst>
          </p:cNvPr>
          <p:cNvSpPr txBox="1"/>
          <p:nvPr/>
        </p:nvSpPr>
        <p:spPr>
          <a:xfrm>
            <a:off x="311700" y="445025"/>
            <a:ext cx="8520600" cy="11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020">
                <a:solidFill>
                  <a:srgbClr val="000000"/>
                </a:solidFill>
              </a:rPr>
              <a:t>Q</a:t>
            </a:r>
            <a:r>
              <a:rPr lang="ko" sz="5420">
                <a:solidFill>
                  <a:srgbClr val="000000"/>
                </a:solidFill>
              </a:rPr>
              <a:t>&amp;</a:t>
            </a:r>
            <a:r>
              <a:rPr lang="ko" sz="6020">
                <a:solidFill>
                  <a:srgbClr val="000000"/>
                </a:solidFill>
              </a:rPr>
              <a:t>A</a:t>
            </a:r>
            <a:endParaRPr sz="6020">
              <a:solidFill>
                <a:srgbClr val="000000"/>
              </a:solidFill>
            </a:endParaRPr>
          </a:p>
        </p:txBody>
      </p:sp>
      <p:sp>
        <p:nvSpPr>
          <p:cNvPr id="5" name="Google Shape;2941;p76">
            <a:extLst>
              <a:ext uri="{FF2B5EF4-FFF2-40B4-BE49-F238E27FC236}">
                <a16:creationId xmlns:a16="http://schemas.microsoft.com/office/drawing/2014/main" id="{D23B92FB-EA16-4728-B43A-E4A1641579FD}"/>
              </a:ext>
            </a:extLst>
          </p:cNvPr>
          <p:cNvSpPr txBox="1"/>
          <p:nvPr/>
        </p:nvSpPr>
        <p:spPr>
          <a:xfrm>
            <a:off x="311700" y="2012999"/>
            <a:ext cx="8520600" cy="1553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6200" dirty="0">
                <a:solidFill>
                  <a:srgbClr val="595959"/>
                </a:solidFill>
              </a:rPr>
              <a:t>감사합니다!</a:t>
            </a:r>
            <a:endParaRPr sz="62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016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9EAD3"/>
        </a:solidFill>
        <a:ln w="9525" cap="flat" cmpd="sng">
          <a:solidFill>
            <a:srgbClr val="000000"/>
          </a:solidFill>
          <a:prstDash val="solid"/>
          <a:round/>
          <a:headEnd type="none" w="sm" len="sm"/>
          <a:tailEnd type="none" w="sm" len="sm"/>
        </a:ln>
      </a:spPr>
      <a:bodyPr spcFirstLastPara="1" wrap="square" lIns="91425" tIns="91425" rIns="91425" bIns="91425" anchor="ctr" anchorCtr="0">
        <a:noAutofit/>
      </a:bodyPr>
      <a:lstStyle>
        <a:defPPr marL="0" indent="0" algn="l" rtl="0">
          <a:spcBef>
            <a:spcPts val="0"/>
          </a:spcBef>
          <a:spcAft>
            <a:spcPts val="0"/>
          </a:spcAft>
          <a:buNone/>
          <a:defRPr dirty="0"/>
        </a:defPPr>
      </a:lstStyle>
    </a:spDef>
    <a:lnDef>
      <a:spPr>
        <a:noFill/>
        <a:ln w="9525" cap="flat" cmpd="sng">
          <a:solidFill>
            <a:schemeClr val="dk2"/>
          </a:solidFill>
          <a:prstDash val="solid"/>
          <a:round/>
          <a:headEnd type="none" w="med" len="med"/>
          <a:tailEnd type="triangle" w="med" len="med"/>
        </a:ln>
      </a:spPr>
      <a:bodyPr/>
      <a:lstStyle/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2433</Words>
  <Application>Microsoft Office PowerPoint</Application>
  <PresentationFormat>화면 슬라이드 쇼(16:9)</PresentationFormat>
  <Paragraphs>1318</Paragraphs>
  <Slides>40</Slides>
  <Notes>35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1" baseType="lpstr">
      <vt:lpstr>Simple Light</vt:lpstr>
      <vt:lpstr>이진트리 그리기</vt:lpstr>
      <vt:lpstr>프로그램에서 사용되는 그림 설명</vt:lpstr>
      <vt:lpstr>이진트리 #생성 </vt:lpstr>
      <vt:lpstr>이진트리 #생성완료 </vt:lpstr>
      <vt:lpstr>이진트리 #이진트리연결 (왼쪽)</vt:lpstr>
      <vt:lpstr>이진트리 #이진트리연결 (오른쪽)</vt:lpstr>
      <vt:lpstr>이진트리 #연결</vt:lpstr>
      <vt:lpstr>이진트리 #연결완료</vt:lpstr>
      <vt:lpstr>이진트리 #추가 및 연결완료</vt:lpstr>
      <vt:lpstr>이진트리 #출력(순회) 0-Level-1</vt:lpstr>
      <vt:lpstr>이진트리 #출력(순회) 1-Level-1</vt:lpstr>
      <vt:lpstr>이진트리 #출력(순회) 2-Level-1</vt:lpstr>
      <vt:lpstr>이진트리 #출력(순회) 3-Level-2</vt:lpstr>
      <vt:lpstr>이진트리 #출력(순회) 3-Level-3</vt:lpstr>
      <vt:lpstr>이진트리 #출력(순회) 3-Level-2</vt:lpstr>
      <vt:lpstr>이진트리 #출력(순회) 3-Level-3 </vt:lpstr>
      <vt:lpstr>이진트리 #출력(순회) 2-Level-2</vt:lpstr>
      <vt:lpstr>이진트리 #출력(순회) 2-Level-3 </vt:lpstr>
      <vt:lpstr>이진트리 #출력(순회) 3-2</vt:lpstr>
      <vt:lpstr>이진트리 #출력(순회) 3-2</vt:lpstr>
      <vt:lpstr>이진트리 #출력(순회) 3-3</vt:lpstr>
      <vt:lpstr>이진트리 #출력(순회) 2</vt:lpstr>
      <vt:lpstr>이진트리 #출력(순회) 3-1</vt:lpstr>
      <vt:lpstr>이진트리 #출력(순회) 4</vt:lpstr>
      <vt:lpstr>이진트리 #출력(순회) 4</vt:lpstr>
      <vt:lpstr>이진트리 #출력(순회) 4</vt:lpstr>
      <vt:lpstr>이진트리 #출력(순회) 5</vt:lpstr>
      <vt:lpstr>이진트리 #출력(순회) 6</vt:lpstr>
      <vt:lpstr>이진트리 #출력(순회) 7</vt:lpstr>
      <vt:lpstr>이진트리 #출력(순회) 8</vt:lpstr>
      <vt:lpstr>이진트리 #출력(순회) 9</vt:lpstr>
      <vt:lpstr>이진트리 #출력(순회) 7</vt:lpstr>
      <vt:lpstr>이진트리 #출력(순회) 8</vt:lpstr>
      <vt:lpstr>이진트리 #출력(순회) 9</vt:lpstr>
      <vt:lpstr>이진트리 #출력(순회) 9</vt:lpstr>
      <vt:lpstr>이진트리 #출력(순회) 10</vt:lpstr>
      <vt:lpstr>이진트리 #그림 단순화</vt:lpstr>
      <vt:lpstr>연구과제</vt:lpstr>
      <vt:lpstr>심화과제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이진트리</dc:title>
  <cp:lastModifiedBy>김 홍규</cp:lastModifiedBy>
  <cp:revision>7</cp:revision>
  <dcterms:modified xsi:type="dcterms:W3CDTF">2024-01-05T07:19:04Z</dcterms:modified>
</cp:coreProperties>
</file>