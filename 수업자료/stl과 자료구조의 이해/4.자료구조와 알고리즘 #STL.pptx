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75" r:id="rId4"/>
    <p:sldId id="263" r:id="rId5"/>
    <p:sldId id="285" r:id="rId6"/>
    <p:sldId id="289" r:id="rId7"/>
    <p:sldId id="280" r:id="rId8"/>
    <p:sldId id="282" r:id="rId9"/>
    <p:sldId id="283" r:id="rId10"/>
    <p:sldId id="284" r:id="rId11"/>
    <p:sldId id="286" r:id="rId12"/>
    <p:sldId id="287" r:id="rId13"/>
    <p:sldId id="288" r:id="rId14"/>
    <p:sldId id="276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B21937-6FBE-47B1-B6D2-49CA6F92B971}" v="1" dt="2025-05-14T00:23:18.6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8" autoAdjust="0"/>
    <p:restoredTop sz="94657" autoAdjust="0"/>
  </p:normalViewPr>
  <p:slideViewPr>
    <p:cSldViewPr snapToGrid="0">
      <p:cViewPr varScale="1">
        <p:scale>
          <a:sx n="108" d="100"/>
          <a:sy n="108" d="100"/>
        </p:scale>
        <p:origin x="106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LiveId" clId="{A80DB50C-BD7C-4B2A-97D7-5D3CFFF07350}"/>
    <pc:docChg chg="custSel modSld">
      <pc:chgData name="김 홍규" userId="6d16d8e1c579a2a2" providerId="LiveId" clId="{A80DB50C-BD7C-4B2A-97D7-5D3CFFF07350}" dt="2022-05-09T07:20:52.356" v="175"/>
      <pc:docMkLst>
        <pc:docMk/>
      </pc:docMkLst>
      <pc:sldChg chg="modSp mod">
        <pc:chgData name="김 홍규" userId="6d16d8e1c579a2a2" providerId="LiveId" clId="{A80DB50C-BD7C-4B2A-97D7-5D3CFFF07350}" dt="2022-05-09T07:20:52.356" v="175"/>
        <pc:sldMkLst>
          <pc:docMk/>
          <pc:sldMk cId="697955259" sldId="279"/>
        </pc:sldMkLst>
        <pc:graphicFrameChg chg="mod modGraphic">
          <ac:chgData name="김 홍규" userId="6d16d8e1c579a2a2" providerId="LiveId" clId="{A80DB50C-BD7C-4B2A-97D7-5D3CFFF07350}" dt="2022-05-09T07:20:52.356" v="175"/>
          <ac:graphicFrameMkLst>
            <pc:docMk/>
            <pc:sldMk cId="697955259" sldId="279"/>
            <ac:graphicFrameMk id="5" creationId="{00000000-0000-0000-0000-000000000000}"/>
          </ac:graphicFrameMkLst>
        </pc:graphicFrameChg>
      </pc:sldChg>
      <pc:sldChg chg="addSp delSp modSp mod">
        <pc:chgData name="김 홍규" userId="6d16d8e1c579a2a2" providerId="LiveId" clId="{A80DB50C-BD7C-4B2A-97D7-5D3CFFF07350}" dt="2022-05-06T11:08:29.292" v="167" actId="1038"/>
        <pc:sldMkLst>
          <pc:docMk/>
          <pc:sldMk cId="3012384137" sldId="282"/>
        </pc:sldMkLst>
        <pc:spChg chg="mod">
          <ac:chgData name="김 홍규" userId="6d16d8e1c579a2a2" providerId="LiveId" clId="{A80DB50C-BD7C-4B2A-97D7-5D3CFFF07350}" dt="2022-05-06T11:08:05.499" v="161" actId="20577"/>
          <ac:spMkLst>
            <pc:docMk/>
            <pc:sldMk cId="3012384137" sldId="282"/>
            <ac:spMk id="2" creationId="{00000000-0000-0000-0000-000000000000}"/>
          </ac:spMkLst>
        </pc:spChg>
        <pc:spChg chg="add mod">
          <ac:chgData name="김 홍규" userId="6d16d8e1c579a2a2" providerId="LiveId" clId="{A80DB50C-BD7C-4B2A-97D7-5D3CFFF07350}" dt="2022-05-06T11:08:29.292" v="167" actId="1038"/>
          <ac:spMkLst>
            <pc:docMk/>
            <pc:sldMk cId="3012384137" sldId="282"/>
            <ac:spMk id="5" creationId="{4932EAE6-8611-3440-AFB4-60575F1344B0}"/>
          </ac:spMkLst>
        </pc:spChg>
        <pc:spChg chg="add mod">
          <ac:chgData name="김 홍규" userId="6d16d8e1c579a2a2" providerId="LiveId" clId="{A80DB50C-BD7C-4B2A-97D7-5D3CFFF07350}" dt="2022-05-06T10:34:06.068" v="10" actId="1036"/>
          <ac:spMkLst>
            <pc:docMk/>
            <pc:sldMk cId="3012384137" sldId="282"/>
            <ac:spMk id="59" creationId="{6B83C7F9-C315-0F25-10B2-965C69210928}"/>
          </ac:spMkLst>
        </pc:spChg>
        <pc:spChg chg="add mod">
          <ac:chgData name="김 홍규" userId="6d16d8e1c579a2a2" providerId="LiveId" clId="{A80DB50C-BD7C-4B2A-97D7-5D3CFFF07350}" dt="2022-05-06T10:34:11.928" v="12" actId="1076"/>
          <ac:spMkLst>
            <pc:docMk/>
            <pc:sldMk cId="3012384137" sldId="282"/>
            <ac:spMk id="62" creationId="{3257F34F-D863-CD45-B4A8-3BB862BDDC85}"/>
          </ac:spMkLst>
        </pc:spChg>
        <pc:spChg chg="add mod">
          <ac:chgData name="김 홍규" userId="6d16d8e1c579a2a2" providerId="LiveId" clId="{A80DB50C-BD7C-4B2A-97D7-5D3CFFF07350}" dt="2022-05-06T11:07:09.031" v="98" actId="1036"/>
          <ac:spMkLst>
            <pc:docMk/>
            <pc:sldMk cId="3012384137" sldId="282"/>
            <ac:spMk id="70" creationId="{477CAF7E-BD74-C926-4F15-78965C611A8B}"/>
          </ac:spMkLst>
        </pc:spChg>
        <pc:cxnChg chg="add mod">
          <ac:chgData name="김 홍규" userId="6d16d8e1c579a2a2" providerId="LiveId" clId="{A80DB50C-BD7C-4B2A-97D7-5D3CFFF07350}" dt="2022-05-06T10:34:06.068" v="10" actId="1036"/>
          <ac:cxnSpMkLst>
            <pc:docMk/>
            <pc:sldMk cId="3012384137" sldId="282"/>
            <ac:cxnSpMk id="58" creationId="{CEFFE2B8-4C35-8961-1684-BC62FC804FB8}"/>
          </ac:cxnSpMkLst>
        </pc:cxnChg>
        <pc:cxnChg chg="add mod">
          <ac:chgData name="김 홍규" userId="6d16d8e1c579a2a2" providerId="LiveId" clId="{A80DB50C-BD7C-4B2A-97D7-5D3CFFF07350}" dt="2022-05-06T10:34:16.942" v="14" actId="14100"/>
          <ac:cxnSpMkLst>
            <pc:docMk/>
            <pc:sldMk cId="3012384137" sldId="282"/>
            <ac:cxnSpMk id="60" creationId="{75A6DE57-F30F-C935-364B-FB4615D6055A}"/>
          </ac:cxnSpMkLst>
        </pc:cxnChg>
        <pc:cxnChg chg="add mod">
          <ac:chgData name="김 홍규" userId="6d16d8e1c579a2a2" providerId="LiveId" clId="{A80DB50C-BD7C-4B2A-97D7-5D3CFFF07350}" dt="2022-05-06T10:34:11.928" v="12" actId="1076"/>
          <ac:cxnSpMkLst>
            <pc:docMk/>
            <pc:sldMk cId="3012384137" sldId="282"/>
            <ac:cxnSpMk id="61" creationId="{B26AD253-D7B3-1EA7-ABAB-6A1F24C6686C}"/>
          </ac:cxnSpMkLst>
        </pc:cxnChg>
        <pc:cxnChg chg="add mod">
          <ac:chgData name="김 홍규" userId="6d16d8e1c579a2a2" providerId="LiveId" clId="{A80DB50C-BD7C-4B2A-97D7-5D3CFFF07350}" dt="2022-05-06T10:34:14.797" v="13" actId="14100"/>
          <ac:cxnSpMkLst>
            <pc:docMk/>
            <pc:sldMk cId="3012384137" sldId="282"/>
            <ac:cxnSpMk id="63" creationId="{AB11CBD1-B492-ED34-2D33-E1D9A77D060C}"/>
          </ac:cxnSpMkLst>
        </pc:cxnChg>
        <pc:cxnChg chg="add del mod">
          <ac:chgData name="김 홍규" userId="6d16d8e1c579a2a2" providerId="LiveId" clId="{A80DB50C-BD7C-4B2A-97D7-5D3CFFF07350}" dt="2022-05-06T10:35:29.512" v="19" actId="478"/>
          <ac:cxnSpMkLst>
            <pc:docMk/>
            <pc:sldMk cId="3012384137" sldId="282"/>
            <ac:cxnSpMk id="66" creationId="{85F8408E-2614-41E0-7523-74130546F77C}"/>
          </ac:cxnSpMkLst>
        </pc:cxnChg>
        <pc:cxnChg chg="add mod">
          <ac:chgData name="김 홍규" userId="6d16d8e1c579a2a2" providerId="LiveId" clId="{A80DB50C-BD7C-4B2A-97D7-5D3CFFF07350}" dt="2022-05-06T11:05:44.526" v="56" actId="208"/>
          <ac:cxnSpMkLst>
            <pc:docMk/>
            <pc:sldMk cId="3012384137" sldId="282"/>
            <ac:cxnSpMk id="67" creationId="{7601BA6F-B956-A138-AD18-276FDA80D51A}"/>
          </ac:cxnSpMkLst>
        </pc:cxnChg>
        <pc:cxnChg chg="add mod">
          <ac:chgData name="김 홍규" userId="6d16d8e1c579a2a2" providerId="LiveId" clId="{A80DB50C-BD7C-4B2A-97D7-5D3CFFF07350}" dt="2022-05-06T11:05:41.749" v="55" actId="208"/>
          <ac:cxnSpMkLst>
            <pc:docMk/>
            <pc:sldMk cId="3012384137" sldId="282"/>
            <ac:cxnSpMk id="71" creationId="{89C6379B-BFF9-3B5B-7104-249CA6C02BC7}"/>
          </ac:cxnSpMkLst>
        </pc:cxnChg>
      </pc:sldChg>
    </pc:docChg>
  </pc:docChgLst>
  <pc:docChgLst>
    <pc:chgData name="김 홍규" userId="6d16d8e1c579a2a2" providerId="LiveId" clId="{0772DBE6-64D0-469B-B21F-1ABEB8645D1B}"/>
    <pc:docChg chg="undo custSel addSld modSld">
      <pc:chgData name="김 홍규" userId="6d16d8e1c579a2a2" providerId="LiveId" clId="{0772DBE6-64D0-469B-B21F-1ABEB8645D1B}" dt="2022-03-10T11:57:51.378" v="675" actId="207"/>
      <pc:docMkLst>
        <pc:docMk/>
      </pc:docMkLst>
      <pc:sldChg chg="modSp mod">
        <pc:chgData name="김 홍규" userId="6d16d8e1c579a2a2" providerId="LiveId" clId="{0772DBE6-64D0-469B-B21F-1ABEB8645D1B}" dt="2022-03-09T12:09:55.863" v="329" actId="20577"/>
        <pc:sldMkLst>
          <pc:docMk/>
          <pc:sldMk cId="1011009881" sldId="256"/>
        </pc:sldMkLst>
        <pc:spChg chg="mod">
          <ac:chgData name="김 홍규" userId="6d16d8e1c579a2a2" providerId="LiveId" clId="{0772DBE6-64D0-469B-B21F-1ABEB8645D1B}" dt="2022-03-09T12:09:55.863" v="329" actId="20577"/>
          <ac:spMkLst>
            <pc:docMk/>
            <pc:sldMk cId="1011009881" sldId="256"/>
            <ac:spMk id="29" creationId="{00000000-0000-0000-0000-000000000000}"/>
          </ac:spMkLst>
        </pc:spChg>
      </pc:sldChg>
      <pc:sldChg chg="modSp">
        <pc:chgData name="김 홍규" userId="6d16d8e1c579a2a2" providerId="LiveId" clId="{0772DBE6-64D0-469B-B21F-1ABEB8645D1B}" dt="2022-03-08T11:05:10.730" v="2"/>
        <pc:sldMkLst>
          <pc:docMk/>
          <pc:sldMk cId="756356078" sldId="275"/>
        </pc:sldMkLst>
        <pc:spChg chg="mod">
          <ac:chgData name="김 홍규" userId="6d16d8e1c579a2a2" providerId="LiveId" clId="{0772DBE6-64D0-469B-B21F-1ABEB8645D1B}" dt="2022-03-08T11:05:10.730" v="2"/>
          <ac:spMkLst>
            <pc:docMk/>
            <pc:sldMk cId="756356078" sldId="275"/>
            <ac:spMk id="53" creationId="{00000000-0000-0000-0000-000000000000}"/>
          </ac:spMkLst>
        </pc:spChg>
      </pc:sldChg>
      <pc:sldChg chg="modSp mod">
        <pc:chgData name="김 홍규" userId="6d16d8e1c579a2a2" providerId="LiveId" clId="{0772DBE6-64D0-469B-B21F-1ABEB8645D1B}" dt="2022-03-10T11:51:34.273" v="656" actId="20577"/>
        <pc:sldMkLst>
          <pc:docMk/>
          <pc:sldMk cId="1870689866" sldId="284"/>
        </pc:sldMkLst>
        <pc:spChg chg="mod">
          <ac:chgData name="김 홍규" userId="6d16d8e1c579a2a2" providerId="LiveId" clId="{0772DBE6-64D0-469B-B21F-1ABEB8645D1B}" dt="2022-03-10T11:51:34.273" v="656" actId="20577"/>
          <ac:spMkLst>
            <pc:docMk/>
            <pc:sldMk cId="1870689866" sldId="284"/>
            <ac:spMk id="3" creationId="{00000000-0000-0000-0000-000000000000}"/>
          </ac:spMkLst>
        </pc:spChg>
      </pc:sldChg>
      <pc:sldChg chg="modSp mod">
        <pc:chgData name="김 홍규" userId="6d16d8e1c579a2a2" providerId="LiveId" clId="{0772DBE6-64D0-469B-B21F-1ABEB8645D1B}" dt="2022-03-10T11:54:29.807" v="670" actId="20577"/>
        <pc:sldMkLst>
          <pc:docMk/>
          <pc:sldMk cId="3536611777" sldId="286"/>
        </pc:sldMkLst>
        <pc:spChg chg="mod">
          <ac:chgData name="김 홍규" userId="6d16d8e1c579a2a2" providerId="LiveId" clId="{0772DBE6-64D0-469B-B21F-1ABEB8645D1B}" dt="2022-03-10T11:54:29.807" v="670" actId="20577"/>
          <ac:spMkLst>
            <pc:docMk/>
            <pc:sldMk cId="3536611777" sldId="286"/>
            <ac:spMk id="7" creationId="{00000000-0000-0000-0000-000000000000}"/>
          </ac:spMkLst>
        </pc:spChg>
      </pc:sldChg>
      <pc:sldChg chg="modSp mod">
        <pc:chgData name="김 홍규" userId="6d16d8e1c579a2a2" providerId="LiveId" clId="{0772DBE6-64D0-469B-B21F-1ABEB8645D1B}" dt="2022-03-10T11:57:51.378" v="675" actId="207"/>
        <pc:sldMkLst>
          <pc:docMk/>
          <pc:sldMk cId="3715104029" sldId="287"/>
        </pc:sldMkLst>
        <pc:spChg chg="mod">
          <ac:chgData name="김 홍규" userId="6d16d8e1c579a2a2" providerId="LiveId" clId="{0772DBE6-64D0-469B-B21F-1ABEB8645D1B}" dt="2022-03-10T11:57:51.378" v="675" actId="207"/>
          <ac:spMkLst>
            <pc:docMk/>
            <pc:sldMk cId="3715104029" sldId="287"/>
            <ac:spMk id="88" creationId="{00000000-0000-0000-0000-000000000000}"/>
          </ac:spMkLst>
        </pc:spChg>
      </pc:sldChg>
      <pc:sldChg chg="modSp mod">
        <pc:chgData name="김 홍규" userId="6d16d8e1c579a2a2" providerId="LiveId" clId="{0772DBE6-64D0-469B-B21F-1ABEB8645D1B}" dt="2022-03-08T11:41:07.265" v="6" actId="20577"/>
        <pc:sldMkLst>
          <pc:docMk/>
          <pc:sldMk cId="3362851061" sldId="288"/>
        </pc:sldMkLst>
        <pc:spChg chg="mod">
          <ac:chgData name="김 홍규" userId="6d16d8e1c579a2a2" providerId="LiveId" clId="{0772DBE6-64D0-469B-B21F-1ABEB8645D1B}" dt="2022-03-08T11:41:07.265" v="6" actId="20577"/>
          <ac:spMkLst>
            <pc:docMk/>
            <pc:sldMk cId="3362851061" sldId="288"/>
            <ac:spMk id="88" creationId="{00000000-0000-0000-0000-000000000000}"/>
          </ac:spMkLst>
        </pc:spChg>
      </pc:sldChg>
      <pc:sldChg chg="addSp delSp modSp add mod">
        <pc:chgData name="김 홍규" userId="6d16d8e1c579a2a2" providerId="LiveId" clId="{0772DBE6-64D0-469B-B21F-1ABEB8645D1B}" dt="2022-03-09T12:14:14.136" v="641" actId="20577"/>
        <pc:sldMkLst>
          <pc:docMk/>
          <pc:sldMk cId="3307468429" sldId="289"/>
        </pc:sldMkLst>
        <pc:spChg chg="mod">
          <ac:chgData name="김 홍규" userId="6d16d8e1c579a2a2" providerId="LiveId" clId="{0772DBE6-64D0-469B-B21F-1ABEB8645D1B}" dt="2022-03-09T11:57:42.338" v="84" actId="20577"/>
          <ac:spMkLst>
            <pc:docMk/>
            <pc:sldMk cId="3307468429" sldId="289"/>
            <ac:spMk id="2" creationId="{00000000-0000-0000-0000-000000000000}"/>
          </ac:spMkLst>
        </pc:spChg>
        <pc:spChg chg="mod">
          <ac:chgData name="김 홍규" userId="6d16d8e1c579a2a2" providerId="LiveId" clId="{0772DBE6-64D0-469B-B21F-1ABEB8645D1B}" dt="2022-03-09T12:11:43.087" v="597"/>
          <ac:spMkLst>
            <pc:docMk/>
            <pc:sldMk cId="3307468429" sldId="289"/>
            <ac:spMk id="3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2.302" v="85" actId="478"/>
          <ac:spMkLst>
            <pc:docMk/>
            <pc:sldMk cId="3307468429" sldId="289"/>
            <ac:spMk id="4" creationId="{00000000-0000-0000-0000-000000000000}"/>
          </ac:spMkLst>
        </pc:spChg>
        <pc:spChg chg="mod">
          <ac:chgData name="김 홍규" userId="6d16d8e1c579a2a2" providerId="LiveId" clId="{0772DBE6-64D0-469B-B21F-1ABEB8645D1B}" dt="2022-03-09T12:06:24.342" v="304" actId="20577"/>
          <ac:spMkLst>
            <pc:docMk/>
            <pc:sldMk cId="3307468429" sldId="289"/>
            <ac:spMk id="7" creationId="{00000000-0000-0000-0000-000000000000}"/>
          </ac:spMkLst>
        </pc:spChg>
        <pc:spChg chg="add mod">
          <ac:chgData name="김 홍규" userId="6d16d8e1c579a2a2" providerId="LiveId" clId="{0772DBE6-64D0-469B-B21F-1ABEB8645D1B}" dt="2022-03-09T11:58:51.655" v="104" actId="1076"/>
          <ac:spMkLst>
            <pc:docMk/>
            <pc:sldMk cId="3307468429" sldId="289"/>
            <ac:spMk id="8" creationId="{8A8AEC00-B029-46A6-9FDB-AF649D15EB1E}"/>
          </ac:spMkLst>
        </pc:spChg>
        <pc:spChg chg="del">
          <ac:chgData name="김 홍규" userId="6d16d8e1c579a2a2" providerId="LiveId" clId="{0772DBE6-64D0-469B-B21F-1ABEB8645D1B}" dt="2022-03-09T11:58:12.302" v="85" actId="478"/>
          <ac:spMkLst>
            <pc:docMk/>
            <pc:sldMk cId="3307468429" sldId="289"/>
            <ac:spMk id="9" creationId="{00000000-0000-0000-0000-000000000000}"/>
          </ac:spMkLst>
        </pc:spChg>
        <pc:spChg chg="add mod">
          <ac:chgData name="김 홍규" userId="6d16d8e1c579a2a2" providerId="LiveId" clId="{0772DBE6-64D0-469B-B21F-1ABEB8645D1B}" dt="2022-03-09T11:59:34.511" v="116" actId="255"/>
          <ac:spMkLst>
            <pc:docMk/>
            <pc:sldMk cId="3307468429" sldId="289"/>
            <ac:spMk id="10" creationId="{E231762B-03A2-4899-9B8E-94DB26179F8E}"/>
          </ac:spMkLst>
        </pc:spChg>
        <pc:spChg chg="del">
          <ac:chgData name="김 홍규" userId="6d16d8e1c579a2a2" providerId="LiveId" clId="{0772DBE6-64D0-469B-B21F-1ABEB8645D1B}" dt="2022-03-09T11:58:12.302" v="85" actId="478"/>
          <ac:spMkLst>
            <pc:docMk/>
            <pc:sldMk cId="3307468429" sldId="289"/>
            <ac:spMk id="52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2.302" v="85" actId="478"/>
          <ac:spMkLst>
            <pc:docMk/>
            <pc:sldMk cId="3307468429" sldId="289"/>
            <ac:spMk id="53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2.302" v="85" actId="478"/>
          <ac:spMkLst>
            <pc:docMk/>
            <pc:sldMk cId="3307468429" sldId="289"/>
            <ac:spMk id="55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2.302" v="85" actId="478"/>
          <ac:spMkLst>
            <pc:docMk/>
            <pc:sldMk cId="3307468429" sldId="289"/>
            <ac:spMk id="56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2.302" v="85" actId="478"/>
          <ac:spMkLst>
            <pc:docMk/>
            <pc:sldMk cId="3307468429" sldId="289"/>
            <ac:spMk id="57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2.302" v="85" actId="478"/>
          <ac:spMkLst>
            <pc:docMk/>
            <pc:sldMk cId="3307468429" sldId="289"/>
            <ac:spMk id="58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2.302" v="85" actId="478"/>
          <ac:spMkLst>
            <pc:docMk/>
            <pc:sldMk cId="3307468429" sldId="289"/>
            <ac:spMk id="59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2.302" v="85" actId="478"/>
          <ac:spMkLst>
            <pc:docMk/>
            <pc:sldMk cId="3307468429" sldId="289"/>
            <ac:spMk id="60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2.302" v="85" actId="478"/>
          <ac:spMkLst>
            <pc:docMk/>
            <pc:sldMk cId="3307468429" sldId="289"/>
            <ac:spMk id="61" creationId="{00000000-0000-0000-0000-000000000000}"/>
          </ac:spMkLst>
        </pc:spChg>
        <pc:spChg chg="add mod">
          <ac:chgData name="김 홍규" userId="6d16d8e1c579a2a2" providerId="LiveId" clId="{0772DBE6-64D0-469B-B21F-1ABEB8645D1B}" dt="2022-03-09T11:59:44.413" v="120" actId="20577"/>
          <ac:spMkLst>
            <pc:docMk/>
            <pc:sldMk cId="3307468429" sldId="289"/>
            <ac:spMk id="70" creationId="{A733B734-9C40-42AA-9829-011EC1822A9C}"/>
          </ac:spMkLst>
        </pc:spChg>
        <pc:spChg chg="add mod">
          <ac:chgData name="김 홍규" userId="6d16d8e1c579a2a2" providerId="LiveId" clId="{0772DBE6-64D0-469B-B21F-1ABEB8645D1B}" dt="2022-03-09T12:13:37.677" v="639" actId="207"/>
          <ac:spMkLst>
            <pc:docMk/>
            <pc:sldMk cId="3307468429" sldId="289"/>
            <ac:spMk id="73" creationId="{A7B8BC26-8F22-4CA5-A168-1F2307C8BF21}"/>
          </ac:spMkLst>
        </pc:spChg>
        <pc:spChg chg="mod">
          <ac:chgData name="김 홍규" userId="6d16d8e1c579a2a2" providerId="LiveId" clId="{0772DBE6-64D0-469B-B21F-1ABEB8645D1B}" dt="2022-03-09T11:58:48.711" v="103" actId="1076"/>
          <ac:spMkLst>
            <pc:docMk/>
            <pc:sldMk cId="3307468429" sldId="289"/>
            <ac:spMk id="76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5.184" v="87" actId="478"/>
          <ac:spMkLst>
            <pc:docMk/>
            <pc:sldMk cId="3307468429" sldId="289"/>
            <ac:spMk id="79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4.167" v="86" actId="478"/>
          <ac:spMkLst>
            <pc:docMk/>
            <pc:sldMk cId="3307468429" sldId="289"/>
            <ac:spMk id="80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4.167" v="86" actId="478"/>
          <ac:spMkLst>
            <pc:docMk/>
            <pc:sldMk cId="3307468429" sldId="289"/>
            <ac:spMk id="81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4.167" v="86" actId="478"/>
          <ac:spMkLst>
            <pc:docMk/>
            <pc:sldMk cId="3307468429" sldId="289"/>
            <ac:spMk id="82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4.167" v="86" actId="478"/>
          <ac:spMkLst>
            <pc:docMk/>
            <pc:sldMk cId="3307468429" sldId="289"/>
            <ac:spMk id="83" creationId="{00000000-0000-0000-0000-000000000000}"/>
          </ac:spMkLst>
        </pc:spChg>
        <pc:spChg chg="add mod">
          <ac:chgData name="김 홍규" userId="6d16d8e1c579a2a2" providerId="LiveId" clId="{0772DBE6-64D0-469B-B21F-1ABEB8645D1B}" dt="2022-03-09T12:01:36.908" v="169" actId="20577"/>
          <ac:spMkLst>
            <pc:docMk/>
            <pc:sldMk cId="3307468429" sldId="289"/>
            <ac:spMk id="85" creationId="{D5C023A0-579F-4111-B164-CEEC5FDA8282}"/>
          </ac:spMkLst>
        </pc:spChg>
        <pc:spChg chg="del">
          <ac:chgData name="김 홍규" userId="6d16d8e1c579a2a2" providerId="LiveId" clId="{0772DBE6-64D0-469B-B21F-1ABEB8645D1B}" dt="2022-03-09T12:01:52.050" v="172" actId="478"/>
          <ac:spMkLst>
            <pc:docMk/>
            <pc:sldMk cId="3307468429" sldId="289"/>
            <ac:spMk id="87" creationId="{00000000-0000-0000-0000-000000000000}"/>
          </ac:spMkLst>
        </pc:spChg>
        <pc:spChg chg="del">
          <ac:chgData name="김 홍규" userId="6d16d8e1c579a2a2" providerId="LiveId" clId="{0772DBE6-64D0-469B-B21F-1ABEB8645D1B}" dt="2022-03-09T12:01:52.050" v="172" actId="478"/>
          <ac:spMkLst>
            <pc:docMk/>
            <pc:sldMk cId="3307468429" sldId="289"/>
            <ac:spMk id="88" creationId="{00000000-0000-0000-0000-000000000000}"/>
          </ac:spMkLst>
        </pc:spChg>
        <pc:spChg chg="del">
          <ac:chgData name="김 홍규" userId="6d16d8e1c579a2a2" providerId="LiveId" clId="{0772DBE6-64D0-469B-B21F-1ABEB8645D1B}" dt="2022-03-09T12:01:52.050" v="172" actId="478"/>
          <ac:spMkLst>
            <pc:docMk/>
            <pc:sldMk cId="3307468429" sldId="289"/>
            <ac:spMk id="89" creationId="{00000000-0000-0000-0000-000000000000}"/>
          </ac:spMkLst>
        </pc:spChg>
        <pc:spChg chg="del">
          <ac:chgData name="김 홍규" userId="6d16d8e1c579a2a2" providerId="LiveId" clId="{0772DBE6-64D0-469B-B21F-1ABEB8645D1B}" dt="2022-03-09T12:01:52.050" v="172" actId="478"/>
          <ac:spMkLst>
            <pc:docMk/>
            <pc:sldMk cId="3307468429" sldId="289"/>
            <ac:spMk id="90" creationId="{00000000-0000-0000-0000-000000000000}"/>
          </ac:spMkLst>
        </pc:spChg>
        <pc:spChg chg="del">
          <ac:chgData name="김 홍규" userId="6d16d8e1c579a2a2" providerId="LiveId" clId="{0772DBE6-64D0-469B-B21F-1ABEB8645D1B}" dt="2022-03-09T12:01:52.050" v="172" actId="478"/>
          <ac:spMkLst>
            <pc:docMk/>
            <pc:sldMk cId="3307468429" sldId="289"/>
            <ac:spMk id="91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21.864" v="91" actId="478"/>
          <ac:spMkLst>
            <pc:docMk/>
            <pc:sldMk cId="3307468429" sldId="289"/>
            <ac:spMk id="92" creationId="{00000000-0000-0000-0000-000000000000}"/>
          </ac:spMkLst>
        </pc:spChg>
        <pc:spChg chg="del">
          <ac:chgData name="김 홍규" userId="6d16d8e1c579a2a2" providerId="LiveId" clId="{0772DBE6-64D0-469B-B21F-1ABEB8645D1B}" dt="2022-03-09T12:01:52.050" v="172" actId="478"/>
          <ac:spMkLst>
            <pc:docMk/>
            <pc:sldMk cId="3307468429" sldId="289"/>
            <ac:spMk id="93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20.080" v="89" actId="478"/>
          <ac:spMkLst>
            <pc:docMk/>
            <pc:sldMk cId="3307468429" sldId="289"/>
            <ac:spMk id="94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16.968" v="88" actId="478"/>
          <ac:spMkLst>
            <pc:docMk/>
            <pc:sldMk cId="3307468429" sldId="289"/>
            <ac:spMk id="95" creationId="{00000000-0000-0000-0000-000000000000}"/>
          </ac:spMkLst>
        </pc:spChg>
        <pc:spChg chg="mod">
          <ac:chgData name="김 홍규" userId="6d16d8e1c579a2a2" providerId="LiveId" clId="{0772DBE6-64D0-469B-B21F-1ABEB8645D1B}" dt="2022-03-09T12:03:20.306" v="189" actId="1076"/>
          <ac:spMkLst>
            <pc:docMk/>
            <pc:sldMk cId="3307468429" sldId="289"/>
            <ac:spMk id="96" creationId="{00000000-0000-0000-0000-000000000000}"/>
          </ac:spMkLst>
        </pc:spChg>
        <pc:spChg chg="mod">
          <ac:chgData name="김 홍규" userId="6d16d8e1c579a2a2" providerId="LiveId" clId="{0772DBE6-64D0-469B-B21F-1ABEB8645D1B}" dt="2022-03-09T12:03:20.306" v="189" actId="1076"/>
          <ac:spMkLst>
            <pc:docMk/>
            <pc:sldMk cId="3307468429" sldId="289"/>
            <ac:spMk id="97" creationId="{00000000-0000-0000-0000-000000000000}"/>
          </ac:spMkLst>
        </pc:spChg>
        <pc:spChg chg="mod">
          <ac:chgData name="김 홍규" userId="6d16d8e1c579a2a2" providerId="LiveId" clId="{0772DBE6-64D0-469B-B21F-1ABEB8645D1B}" dt="2022-03-09T12:03:20.306" v="189" actId="1076"/>
          <ac:spMkLst>
            <pc:docMk/>
            <pc:sldMk cId="3307468429" sldId="289"/>
            <ac:spMk id="98" creationId="{00000000-0000-0000-0000-000000000000}"/>
          </ac:spMkLst>
        </pc:spChg>
        <pc:spChg chg="mod">
          <ac:chgData name="김 홍규" userId="6d16d8e1c579a2a2" providerId="LiveId" clId="{0772DBE6-64D0-469B-B21F-1ABEB8645D1B}" dt="2022-03-09T12:03:20.306" v="189" actId="1076"/>
          <ac:spMkLst>
            <pc:docMk/>
            <pc:sldMk cId="3307468429" sldId="289"/>
            <ac:spMk id="99" creationId="{00000000-0000-0000-0000-000000000000}"/>
          </ac:spMkLst>
        </pc:spChg>
        <pc:spChg chg="mod">
          <ac:chgData name="김 홍규" userId="6d16d8e1c579a2a2" providerId="LiveId" clId="{0772DBE6-64D0-469B-B21F-1ABEB8645D1B}" dt="2022-03-09T12:03:20.306" v="189" actId="1076"/>
          <ac:spMkLst>
            <pc:docMk/>
            <pc:sldMk cId="3307468429" sldId="289"/>
            <ac:spMk id="100" creationId="{00000000-0000-0000-0000-000000000000}"/>
          </ac:spMkLst>
        </pc:spChg>
        <pc:spChg chg="del">
          <ac:chgData name="김 홍규" userId="6d16d8e1c579a2a2" providerId="LiveId" clId="{0772DBE6-64D0-469B-B21F-1ABEB8645D1B}" dt="2022-03-09T11:58:21.011" v="90" actId="478"/>
          <ac:spMkLst>
            <pc:docMk/>
            <pc:sldMk cId="3307468429" sldId="289"/>
            <ac:spMk id="101" creationId="{00000000-0000-0000-0000-000000000000}"/>
          </ac:spMkLst>
        </pc:spChg>
        <pc:spChg chg="mod">
          <ac:chgData name="김 홍규" userId="6d16d8e1c579a2a2" providerId="LiveId" clId="{0772DBE6-64D0-469B-B21F-1ABEB8645D1B}" dt="2022-03-09T12:03:20.306" v="189" actId="1076"/>
          <ac:spMkLst>
            <pc:docMk/>
            <pc:sldMk cId="3307468429" sldId="289"/>
            <ac:spMk id="102" creationId="{00000000-0000-0000-0000-000000000000}"/>
          </ac:spMkLst>
        </pc:spChg>
        <pc:spChg chg="add mod">
          <ac:chgData name="김 홍규" userId="6d16d8e1c579a2a2" providerId="LiveId" clId="{0772DBE6-64D0-469B-B21F-1ABEB8645D1B}" dt="2022-03-09T12:03:20.306" v="189" actId="1076"/>
          <ac:spMkLst>
            <pc:docMk/>
            <pc:sldMk cId="3307468429" sldId="289"/>
            <ac:spMk id="104" creationId="{09E8E0AB-5987-4CE2-8667-0E1CEA75E229}"/>
          </ac:spMkLst>
        </pc:spChg>
        <pc:spChg chg="add mod">
          <ac:chgData name="김 홍규" userId="6d16d8e1c579a2a2" providerId="LiveId" clId="{0772DBE6-64D0-469B-B21F-1ABEB8645D1B}" dt="2022-03-09T12:03:20.306" v="189" actId="1076"/>
          <ac:spMkLst>
            <pc:docMk/>
            <pc:sldMk cId="3307468429" sldId="289"/>
            <ac:spMk id="105" creationId="{A21691F1-3EA7-4818-8258-EE9F71DC69FD}"/>
          </ac:spMkLst>
        </pc:spChg>
        <pc:spChg chg="add del mod">
          <ac:chgData name="김 홍규" userId="6d16d8e1c579a2a2" providerId="LiveId" clId="{0772DBE6-64D0-469B-B21F-1ABEB8645D1B}" dt="2022-03-09T12:03:07.617" v="188" actId="478"/>
          <ac:spMkLst>
            <pc:docMk/>
            <pc:sldMk cId="3307468429" sldId="289"/>
            <ac:spMk id="106" creationId="{8978FB68-5929-466E-B318-E81699D09F45}"/>
          </ac:spMkLst>
        </pc:spChg>
        <pc:spChg chg="add mod">
          <ac:chgData name="김 홍규" userId="6d16d8e1c579a2a2" providerId="LiveId" clId="{0772DBE6-64D0-469B-B21F-1ABEB8645D1B}" dt="2022-03-09T12:05:30.299" v="203" actId="20577"/>
          <ac:spMkLst>
            <pc:docMk/>
            <pc:sldMk cId="3307468429" sldId="289"/>
            <ac:spMk id="107" creationId="{0CE43937-DA31-4727-8DDC-A445D52C9227}"/>
          </ac:spMkLst>
        </pc:spChg>
        <pc:spChg chg="add mod">
          <ac:chgData name="김 홍규" userId="6d16d8e1c579a2a2" providerId="LiveId" clId="{0772DBE6-64D0-469B-B21F-1ABEB8645D1B}" dt="2022-03-09T12:05:32.124" v="204" actId="20577"/>
          <ac:spMkLst>
            <pc:docMk/>
            <pc:sldMk cId="3307468429" sldId="289"/>
            <ac:spMk id="108" creationId="{5483949C-7382-4570-A0A9-4651F2BB9A6E}"/>
          </ac:spMkLst>
        </pc:spChg>
        <pc:spChg chg="add mod">
          <ac:chgData name="김 홍규" userId="6d16d8e1c579a2a2" providerId="LiveId" clId="{0772DBE6-64D0-469B-B21F-1ABEB8645D1B}" dt="2022-03-09T12:05:33.244" v="205" actId="20577"/>
          <ac:spMkLst>
            <pc:docMk/>
            <pc:sldMk cId="3307468429" sldId="289"/>
            <ac:spMk id="109" creationId="{CC1A58A6-003D-4A92-96DD-F7F9E13E6D19}"/>
          </ac:spMkLst>
        </pc:spChg>
        <pc:spChg chg="add mod">
          <ac:chgData name="김 홍규" userId="6d16d8e1c579a2a2" providerId="LiveId" clId="{0772DBE6-64D0-469B-B21F-1ABEB8645D1B}" dt="2022-03-09T12:05:35.901" v="207" actId="20577"/>
          <ac:spMkLst>
            <pc:docMk/>
            <pc:sldMk cId="3307468429" sldId="289"/>
            <ac:spMk id="110" creationId="{C74B394A-4BF7-4F5B-8504-B755FDD3AAE2}"/>
          </ac:spMkLst>
        </pc:spChg>
        <pc:spChg chg="add mod">
          <ac:chgData name="김 홍규" userId="6d16d8e1c579a2a2" providerId="LiveId" clId="{0772DBE6-64D0-469B-B21F-1ABEB8645D1B}" dt="2022-03-09T12:05:37.397" v="208" actId="20577"/>
          <ac:spMkLst>
            <pc:docMk/>
            <pc:sldMk cId="3307468429" sldId="289"/>
            <ac:spMk id="111" creationId="{22BB7F49-465C-4677-B9C0-C64F30F9D1BD}"/>
          </ac:spMkLst>
        </pc:spChg>
        <pc:spChg chg="add mod">
          <ac:chgData name="김 홍규" userId="6d16d8e1c579a2a2" providerId="LiveId" clId="{0772DBE6-64D0-469B-B21F-1ABEB8645D1B}" dt="2022-03-09T12:13:37.677" v="639" actId="207"/>
          <ac:spMkLst>
            <pc:docMk/>
            <pc:sldMk cId="3307468429" sldId="289"/>
            <ac:spMk id="112" creationId="{C35AB269-ABCB-436D-AA97-3278DD640E5A}"/>
          </ac:spMkLst>
        </pc:spChg>
        <pc:spChg chg="del">
          <ac:chgData name="김 홍규" userId="6d16d8e1c579a2a2" providerId="LiveId" clId="{0772DBE6-64D0-469B-B21F-1ABEB8645D1B}" dt="2022-03-09T12:01:52.050" v="172" actId="478"/>
          <ac:spMkLst>
            <pc:docMk/>
            <pc:sldMk cId="3307468429" sldId="289"/>
            <ac:spMk id="113" creationId="{00000000-0000-0000-0000-000000000000}"/>
          </ac:spMkLst>
        </pc:spChg>
        <pc:spChg chg="add mod">
          <ac:chgData name="김 홍규" userId="6d16d8e1c579a2a2" providerId="LiveId" clId="{0772DBE6-64D0-469B-B21F-1ABEB8645D1B}" dt="2022-03-09T12:03:43.144" v="193" actId="1076"/>
          <ac:spMkLst>
            <pc:docMk/>
            <pc:sldMk cId="3307468429" sldId="289"/>
            <ac:spMk id="115" creationId="{C04EA737-22B0-4F80-8828-FDCF73144CC9}"/>
          </ac:spMkLst>
        </pc:spChg>
        <pc:spChg chg="add mod">
          <ac:chgData name="김 홍규" userId="6d16d8e1c579a2a2" providerId="LiveId" clId="{0772DBE6-64D0-469B-B21F-1ABEB8645D1B}" dt="2022-03-09T12:05:49.766" v="212" actId="1076"/>
          <ac:spMkLst>
            <pc:docMk/>
            <pc:sldMk cId="3307468429" sldId="289"/>
            <ac:spMk id="117" creationId="{6A7594E3-3E61-4CEC-9F13-5DF01543978B}"/>
          </ac:spMkLst>
        </pc:spChg>
        <pc:spChg chg="add mod">
          <ac:chgData name="김 홍규" userId="6d16d8e1c579a2a2" providerId="LiveId" clId="{0772DBE6-64D0-469B-B21F-1ABEB8645D1B}" dt="2022-03-09T12:09:43.202" v="326" actId="1035"/>
          <ac:spMkLst>
            <pc:docMk/>
            <pc:sldMk cId="3307468429" sldId="289"/>
            <ac:spMk id="118" creationId="{F395F541-CC60-45C8-A405-F188F32B0ADF}"/>
          </ac:spMkLst>
        </pc:spChg>
        <pc:spChg chg="add mod">
          <ac:chgData name="김 홍규" userId="6d16d8e1c579a2a2" providerId="LiveId" clId="{0772DBE6-64D0-469B-B21F-1ABEB8645D1B}" dt="2022-03-09T12:14:14.136" v="641" actId="20577"/>
          <ac:spMkLst>
            <pc:docMk/>
            <pc:sldMk cId="3307468429" sldId="289"/>
            <ac:spMk id="119" creationId="{481865D8-8A7C-4887-BFE6-ED30D446B3E2}"/>
          </ac:spMkLst>
        </pc:spChg>
        <pc:cxnChg chg="add mod">
          <ac:chgData name="김 홍규" userId="6d16d8e1c579a2a2" providerId="LiveId" clId="{0772DBE6-64D0-469B-B21F-1ABEB8645D1B}" dt="2022-03-09T12:02:42.819" v="185" actId="208"/>
          <ac:cxnSpMkLst>
            <pc:docMk/>
            <pc:sldMk cId="3307468429" sldId="289"/>
            <ac:cxnSpMk id="6" creationId="{5C877E6F-F37B-462A-BE6A-2CBBAC6668B7}"/>
          </ac:cxnSpMkLst>
        </pc:cxnChg>
        <pc:cxnChg chg="add mod">
          <ac:chgData name="김 홍규" userId="6d16d8e1c579a2a2" providerId="LiveId" clId="{0772DBE6-64D0-469B-B21F-1ABEB8645D1B}" dt="2022-03-09T12:00:53.641" v="142" actId="208"/>
          <ac:cxnSpMkLst>
            <pc:docMk/>
            <pc:sldMk cId="3307468429" sldId="289"/>
            <ac:cxnSpMk id="72" creationId="{53840305-4112-4839-9196-15E6B0F704C3}"/>
          </ac:cxnSpMkLst>
        </pc:cxnChg>
        <pc:cxnChg chg="add mod">
          <ac:chgData name="김 홍규" userId="6d16d8e1c579a2a2" providerId="LiveId" clId="{0772DBE6-64D0-469B-B21F-1ABEB8645D1B}" dt="2022-03-09T12:01:24.373" v="163" actId="1076"/>
          <ac:cxnSpMkLst>
            <pc:docMk/>
            <pc:sldMk cId="3307468429" sldId="289"/>
            <ac:cxnSpMk id="84" creationId="{01D41919-891B-466C-83D5-4FF34FF1CFFE}"/>
          </ac:cxnSpMkLst>
        </pc:cxnChg>
        <pc:cxnChg chg="add mod">
          <ac:chgData name="김 홍규" userId="6d16d8e1c579a2a2" providerId="LiveId" clId="{0772DBE6-64D0-469B-B21F-1ABEB8645D1B}" dt="2022-03-09T12:03:20.306" v="189" actId="1076"/>
          <ac:cxnSpMkLst>
            <pc:docMk/>
            <pc:sldMk cId="3307468429" sldId="289"/>
            <ac:cxnSpMk id="86" creationId="{05D58904-34E7-4114-B986-BF7D43FA0807}"/>
          </ac:cxnSpMkLst>
        </pc:cxnChg>
        <pc:cxnChg chg="add mod">
          <ac:chgData name="김 홍규" userId="6d16d8e1c579a2a2" providerId="LiveId" clId="{0772DBE6-64D0-469B-B21F-1ABEB8645D1B}" dt="2022-03-09T12:03:20.306" v="189" actId="1076"/>
          <ac:cxnSpMkLst>
            <pc:docMk/>
            <pc:sldMk cId="3307468429" sldId="289"/>
            <ac:cxnSpMk id="103" creationId="{1CBB07D4-9430-4BA4-B8D1-524048F48980}"/>
          </ac:cxnSpMkLst>
        </pc:cxnChg>
        <pc:cxnChg chg="add mod">
          <ac:chgData name="김 홍규" userId="6d16d8e1c579a2a2" providerId="LiveId" clId="{0772DBE6-64D0-469B-B21F-1ABEB8645D1B}" dt="2022-03-09T12:06:00.122" v="214" actId="692"/>
          <ac:cxnSpMkLst>
            <pc:docMk/>
            <pc:sldMk cId="3307468429" sldId="289"/>
            <ac:cxnSpMk id="114" creationId="{BE22FB3F-4D4E-4106-80B2-3979F35C9BA0}"/>
          </ac:cxnSpMkLst>
        </pc:cxnChg>
        <pc:cxnChg chg="add mod">
          <ac:chgData name="김 홍규" userId="6d16d8e1c579a2a2" providerId="LiveId" clId="{0772DBE6-64D0-469B-B21F-1ABEB8645D1B}" dt="2022-03-09T12:05:56.363" v="213" actId="692"/>
          <ac:cxnSpMkLst>
            <pc:docMk/>
            <pc:sldMk cId="3307468429" sldId="289"/>
            <ac:cxnSpMk id="116" creationId="{DA79E52A-D7E0-4903-9DB4-EAFBE817C4A2}"/>
          </ac:cxnSpMkLst>
        </pc:cxnChg>
      </pc:sldChg>
    </pc:docChg>
  </pc:docChgLst>
  <pc:docChgLst>
    <pc:chgData name="김 홍규" userId="6d16d8e1c579a2a2" providerId="Windows Live" clId="Web-{773131D9-99C0-4F21-8C09-686B3ED7D257}"/>
    <pc:docChg chg="modSld">
      <pc:chgData name="김 홍규" userId="6d16d8e1c579a2a2" providerId="Windows Live" clId="Web-{773131D9-99C0-4F21-8C09-686B3ED7D257}" dt="2022-05-04T08:47:46.500" v="2" actId="1076"/>
      <pc:docMkLst>
        <pc:docMk/>
      </pc:docMkLst>
      <pc:sldChg chg="modSp">
        <pc:chgData name="김 홍규" userId="6d16d8e1c579a2a2" providerId="Windows Live" clId="Web-{773131D9-99C0-4F21-8C09-686B3ED7D257}" dt="2022-05-04T08:47:46.500" v="2" actId="1076"/>
        <pc:sldMkLst>
          <pc:docMk/>
          <pc:sldMk cId="645046725" sldId="280"/>
        </pc:sldMkLst>
        <pc:cxnChg chg="mod">
          <ac:chgData name="김 홍규" userId="6d16d8e1c579a2a2" providerId="Windows Live" clId="Web-{773131D9-99C0-4F21-8C09-686B3ED7D257}" dt="2022-05-04T08:47:46.500" v="2" actId="1076"/>
          <ac:cxnSpMkLst>
            <pc:docMk/>
            <pc:sldMk cId="645046725" sldId="280"/>
            <ac:cxnSpMk id="73" creationId="{00000000-0000-0000-0000-000000000000}"/>
          </ac:cxnSpMkLst>
        </pc:cxnChg>
      </pc:sldChg>
    </pc:docChg>
  </pc:docChgLst>
  <pc:docChgLst>
    <pc:chgData name="김 홍규" userId="6d16d8e1c579a2a2" providerId="LiveId" clId="{7FAE9B0C-2910-49A6-AF9A-623E2026F18C}"/>
    <pc:docChg chg="addSld modSld">
      <pc:chgData name="김 홍규" userId="6d16d8e1c579a2a2" providerId="LiveId" clId="{7FAE9B0C-2910-49A6-AF9A-623E2026F18C}" dt="2022-02-16T11:06:41.510" v="765"/>
      <pc:docMkLst>
        <pc:docMk/>
      </pc:docMkLst>
      <pc:sldChg chg="modSp">
        <pc:chgData name="김 홍규" userId="6d16d8e1c579a2a2" providerId="LiveId" clId="{7FAE9B0C-2910-49A6-AF9A-623E2026F18C}" dt="2022-02-16T11:06:41.510" v="765"/>
        <pc:sldMkLst>
          <pc:docMk/>
          <pc:sldMk cId="756356078" sldId="275"/>
        </pc:sldMkLst>
        <pc:spChg chg="mod">
          <ac:chgData name="김 홍규" userId="6d16d8e1c579a2a2" providerId="LiveId" clId="{7FAE9B0C-2910-49A6-AF9A-623E2026F18C}" dt="2022-02-16T11:06:41.510" v="765"/>
          <ac:spMkLst>
            <pc:docMk/>
            <pc:sldMk cId="756356078" sldId="275"/>
            <ac:spMk id="53" creationId="{00000000-0000-0000-0000-000000000000}"/>
          </ac:spMkLst>
        </pc:spChg>
      </pc:sldChg>
      <pc:sldChg chg="modSp add mod">
        <pc:chgData name="김 홍규" userId="6d16d8e1c579a2a2" providerId="LiveId" clId="{7FAE9B0C-2910-49A6-AF9A-623E2026F18C}" dt="2022-02-06T23:01:45.297" v="764"/>
        <pc:sldMkLst>
          <pc:docMk/>
          <pc:sldMk cId="3362851061" sldId="288"/>
        </pc:sldMkLst>
        <pc:spChg chg="mod">
          <ac:chgData name="김 홍규" userId="6d16d8e1c579a2a2" providerId="LiveId" clId="{7FAE9B0C-2910-49A6-AF9A-623E2026F18C}" dt="2022-02-06T23:01:36.706" v="753" actId="20577"/>
          <ac:spMkLst>
            <pc:docMk/>
            <pc:sldMk cId="3362851061" sldId="288"/>
            <ac:spMk id="2" creationId="{00000000-0000-0000-0000-000000000000}"/>
          </ac:spMkLst>
        </pc:spChg>
        <pc:spChg chg="mod">
          <ac:chgData name="김 홍규" userId="6d16d8e1c579a2a2" providerId="LiveId" clId="{7FAE9B0C-2910-49A6-AF9A-623E2026F18C}" dt="2022-02-06T23:01:45.297" v="764"/>
          <ac:spMkLst>
            <pc:docMk/>
            <pc:sldMk cId="3362851061" sldId="288"/>
            <ac:spMk id="88" creationId="{00000000-0000-0000-0000-000000000000}"/>
          </ac:spMkLst>
        </pc:spChg>
      </pc:sldChg>
    </pc:docChg>
  </pc:docChgLst>
  <pc:docChgLst>
    <pc:chgData clId="Web-{70B21937-6FBE-47B1-B6D2-49CA6F92B971}"/>
    <pc:docChg chg="delSld">
      <pc:chgData name="" userId="" providerId="" clId="Web-{70B21937-6FBE-47B1-B6D2-49CA6F92B971}" dt="2025-05-14T00:23:18.662" v="0"/>
      <pc:docMkLst>
        <pc:docMk/>
      </pc:docMkLst>
      <pc:sldChg chg="del">
        <pc:chgData name="" userId="" providerId="" clId="Web-{70B21937-6FBE-47B1-B6D2-49CA6F92B971}" dt="2025-05-14T00:23:18.662" v="0"/>
        <pc:sldMkLst>
          <pc:docMk/>
          <pc:sldMk cId="1011009881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7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021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48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41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15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511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92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14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80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4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21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C1DB5-458E-4C2C-80B5-BE12DBBC4332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81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u/s!AqKiecXh2BZti8FuZVg_qZr9OwpiTQ?e=2p6txi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STL</a:t>
            </a:r>
            <a:r>
              <a:rPr lang="ko-KR" altLang="en-US" dirty="0"/>
              <a:t> 라이브러리 </a:t>
            </a:r>
            <a:r>
              <a:rPr lang="en-US" altLang="ko-KR" dirty="0"/>
              <a:t>#</a:t>
            </a:r>
            <a:r>
              <a:rPr lang="ko-KR" altLang="en-US" dirty="0"/>
              <a:t>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91537"/>
          </a:xfrm>
        </p:spPr>
        <p:txBody>
          <a:bodyPr/>
          <a:lstStyle/>
          <a:p>
            <a:r>
              <a:rPr lang="ko-KR" altLang="en-US" dirty="0"/>
              <a:t>자료구조를 </a:t>
            </a:r>
            <a:r>
              <a:rPr lang="en-US" altLang="ko-KR" dirty="0" err="1"/>
              <a:t>c++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/>
              <a:t>사용가능하도록 만들어 놓은 라이브러리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많은 검증을 거쳐서 표준화 되었으므로</a:t>
            </a:r>
            <a:r>
              <a:rPr lang="en-US" altLang="ko-KR" dirty="0"/>
              <a:t>, </a:t>
            </a:r>
            <a:r>
              <a:rPr lang="ko-KR" altLang="en-US" dirty="0"/>
              <a:t>쉽게 사용할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컨테이너</a:t>
            </a:r>
            <a:r>
              <a:rPr lang="en-US" altLang="ko-KR" dirty="0"/>
              <a:t>: </a:t>
            </a:r>
            <a:r>
              <a:rPr lang="ko-KR" altLang="en-US" dirty="0"/>
              <a:t>자료구조의 종류 </a:t>
            </a:r>
            <a:r>
              <a:rPr lang="en-US" altLang="ko-KR" dirty="0"/>
              <a:t>ex) vector, list, queue, stack…</a:t>
            </a:r>
          </a:p>
          <a:p>
            <a:r>
              <a:rPr lang="ko-KR" altLang="en-US" dirty="0" err="1"/>
              <a:t>이터레이터</a:t>
            </a:r>
            <a:r>
              <a:rPr lang="en-US" altLang="ko-KR" dirty="0"/>
              <a:t>(</a:t>
            </a:r>
            <a:r>
              <a:rPr lang="ko-KR" altLang="en-US" dirty="0"/>
              <a:t>반복자</a:t>
            </a:r>
            <a:r>
              <a:rPr lang="en-US" altLang="ko-KR" dirty="0"/>
              <a:t>): </a:t>
            </a:r>
            <a:r>
              <a:rPr lang="ko-KR" altLang="en-US" dirty="0"/>
              <a:t>포인터를 대신하여 노드에 접근하는 것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5582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STL</a:t>
            </a:r>
            <a:r>
              <a:rPr lang="ko-KR" altLang="en-US" dirty="0"/>
              <a:t> 라이브러리 </a:t>
            </a:r>
            <a:r>
              <a:rPr lang="en-US" altLang="ko-KR" dirty="0"/>
              <a:t>#</a:t>
            </a:r>
            <a:r>
              <a:rPr lang="ko-KR" altLang="en-US" dirty="0"/>
              <a:t>용어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328854"/>
              </p:ext>
            </p:extLst>
          </p:nvPr>
        </p:nvGraphicFramePr>
        <p:xfrm>
          <a:off x="1092903" y="2974987"/>
          <a:ext cx="8127999" cy="3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675">
                  <a:extLst>
                    <a:ext uri="{9D8B030D-6E8A-4147-A177-3AD203B41FA5}">
                      <a16:colId xmlns:a16="http://schemas.microsoft.com/office/drawing/2014/main" val="2961758125"/>
                    </a:ext>
                  </a:extLst>
                </a:gridCol>
                <a:gridCol w="1586204">
                  <a:extLst>
                    <a:ext uri="{9D8B030D-6E8A-4147-A177-3AD203B41FA5}">
                      <a16:colId xmlns:a16="http://schemas.microsoft.com/office/drawing/2014/main" val="2355695168"/>
                    </a:ext>
                  </a:extLst>
                </a:gridCol>
                <a:gridCol w="4877120">
                  <a:extLst>
                    <a:ext uri="{9D8B030D-6E8A-4147-A177-3AD203B41FA5}">
                      <a16:colId xmlns:a16="http://schemas.microsoft.com/office/drawing/2014/main" val="231064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자료구조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STL</a:t>
                      </a:r>
                      <a:r>
                        <a:rPr lang="ko-KR" altLang="en-US" dirty="0"/>
                        <a:t>컨테이너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특징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626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연결리스트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list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삽입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삭제가 자유롭다</a:t>
                      </a:r>
                      <a:br>
                        <a:rPr lang="en-US" altLang="ko-KR" dirty="0"/>
                      </a:br>
                      <a:r>
                        <a:rPr lang="ko-KR" altLang="en-US" dirty="0" err="1"/>
                        <a:t>순차접근만</a:t>
                      </a:r>
                      <a:r>
                        <a:rPr lang="ko-KR" altLang="en-US" dirty="0"/>
                        <a:t> 가능하다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23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동적배열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vector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랜덤접근이 가능하다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추가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삽입이 가능하나 무겁다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440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queue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자료를 저장한 순서대로 가져온다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4856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stack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자료를 저장한 순서 반대로 가져온다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2201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트리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set, map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접근이 빠르다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그러나 삽입 삭제는 무겁다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6717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해시맵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hash_map</a:t>
                      </a:r>
                      <a:br>
                        <a:rPr lang="en-US" altLang="ko-KR" dirty="0"/>
                      </a:br>
                      <a:r>
                        <a:rPr lang="en-US" altLang="ko-KR" dirty="0" err="1"/>
                        <a:t>hash_sep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해시 함수를 사용하여 접근하므로</a:t>
                      </a:r>
                      <a:r>
                        <a:rPr lang="en-US" altLang="ko-KR" dirty="0"/>
                        <a:t>,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원소에 대한 접근이 </a:t>
                      </a:r>
                      <a:r>
                        <a:rPr lang="en-US" altLang="ko-KR" dirty="0"/>
                        <a:t>O(1)</a:t>
                      </a:r>
                      <a:r>
                        <a:rPr lang="ko-KR" altLang="en-US" dirty="0"/>
                        <a:t>에</a:t>
                      </a:r>
                      <a:r>
                        <a:rPr lang="en-US" altLang="ko-KR" baseline="0" dirty="0"/>
                        <a:t> </a:t>
                      </a:r>
                      <a:r>
                        <a:rPr lang="ko-KR" altLang="en-US" baseline="0" dirty="0"/>
                        <a:t>가깝다</a:t>
                      </a:r>
                      <a:r>
                        <a:rPr lang="en-US" altLang="ko-KR" baseline="0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630215"/>
                  </a:ext>
                </a:extLst>
              </a:tr>
            </a:tbl>
          </a:graphicData>
        </a:graphic>
      </p:graphicFrame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65139"/>
          </a:xfrm>
        </p:spPr>
        <p:txBody>
          <a:bodyPr>
            <a:normAutofit/>
          </a:bodyPr>
          <a:lstStyle/>
          <a:p>
            <a:r>
              <a:rPr lang="ko-KR" altLang="en-US" dirty="0"/>
              <a:t>컨테이너</a:t>
            </a:r>
            <a:r>
              <a:rPr lang="en-US" altLang="ko-KR" dirty="0"/>
              <a:t>: </a:t>
            </a:r>
            <a:r>
              <a:rPr lang="ko-KR" altLang="en-US" dirty="0"/>
              <a:t>자료구조의 종류</a:t>
            </a:r>
            <a:endParaRPr lang="en-US" altLang="ko-KR" dirty="0"/>
          </a:p>
          <a:p>
            <a:r>
              <a:rPr lang="ko-KR" altLang="en-US" dirty="0" err="1"/>
              <a:t>이터레이터</a:t>
            </a:r>
            <a:r>
              <a:rPr lang="en-US" altLang="ko-KR" dirty="0"/>
              <a:t>: </a:t>
            </a:r>
            <a:r>
              <a:rPr lang="ko-KR" altLang="en-US" dirty="0"/>
              <a:t>자료에 접근할 때 포인터 대신에 사용하는 것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7955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STL</a:t>
            </a:r>
            <a:r>
              <a:rPr lang="ko-KR" altLang="en-US" dirty="0"/>
              <a:t> 라이브러리 </a:t>
            </a:r>
            <a:r>
              <a:rPr lang="en-US" altLang="ko-KR" dirty="0"/>
              <a:t>#</a:t>
            </a:r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13838"/>
          </a:xfrm>
        </p:spPr>
        <p:txBody>
          <a:bodyPr/>
          <a:lstStyle/>
          <a:p>
            <a:r>
              <a:rPr lang="ko-KR" altLang="en-US" dirty="0"/>
              <a:t>각 컨테이너의 특징을 이해한다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컨테이너의 특징을 고려하여 프로젝트에 적절하게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사용 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grpSp>
        <p:nvGrpSpPr>
          <p:cNvPr id="52" name="그룹 51"/>
          <p:cNvGrpSpPr/>
          <p:nvPr/>
        </p:nvGrpSpPr>
        <p:grpSpPr>
          <a:xfrm>
            <a:off x="1253303" y="4690557"/>
            <a:ext cx="1214694" cy="1320800"/>
            <a:chOff x="9182373" y="4961467"/>
            <a:chExt cx="1214694" cy="1320800"/>
          </a:xfrm>
        </p:grpSpPr>
        <p:sp>
          <p:nvSpPr>
            <p:cNvPr id="53" name="아래쪽 화살표 52">
              <a:hlinkClick r:id="rId2"/>
            </p:cNvPr>
            <p:cNvSpPr/>
            <p:nvPr/>
          </p:nvSpPr>
          <p:spPr>
            <a:xfrm>
              <a:off x="9182373" y="4961467"/>
              <a:ext cx="1214694" cy="1016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9182373" y="6087533"/>
              <a:ext cx="1214694" cy="194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타원형 설명선 54"/>
          <p:cNvSpPr/>
          <p:nvPr/>
        </p:nvSpPr>
        <p:spPr>
          <a:xfrm>
            <a:off x="1860650" y="4119055"/>
            <a:ext cx="1524000" cy="770467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예제 </a:t>
            </a:r>
            <a:br>
              <a:rPr lang="en-US" altLang="ko-KR" sz="1600" dirty="0"/>
            </a:br>
            <a:r>
              <a:rPr lang="ko-KR" altLang="en-US" sz="1600" dirty="0"/>
              <a:t>다운로드</a:t>
            </a:r>
          </a:p>
        </p:txBody>
      </p:sp>
    </p:spTree>
    <p:extLst>
      <p:ext uri="{BB962C8B-B14F-4D97-AF65-F5344CB8AC3E}">
        <p14:creationId xmlns:p14="http://schemas.microsoft.com/office/powerpoint/2010/main" val="75635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#</a:t>
            </a:r>
            <a:r>
              <a:rPr lang="ko-KR" altLang="en-US" dirty="0"/>
              <a:t>학습목표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71127"/>
          </a:xfrm>
        </p:spPr>
        <p:txBody>
          <a:bodyPr>
            <a:normAutofit/>
          </a:bodyPr>
          <a:lstStyle/>
          <a:p>
            <a:r>
              <a:rPr lang="ko-KR" altLang="en-US" dirty="0"/>
              <a:t>기본적으로 배열과 똑같이 작동한다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동적배열이므로</a:t>
            </a:r>
            <a:r>
              <a:rPr lang="ko-KR" altLang="en-US" dirty="0"/>
              <a:t> 함수를 호출하여 간편하게 배열의 크기를 </a:t>
            </a:r>
            <a:br>
              <a:rPr lang="en-US" altLang="ko-KR" dirty="0"/>
            </a:br>
            <a:r>
              <a:rPr lang="ko-KR" altLang="en-US" dirty="0"/>
              <a:t>조절 할 수 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객체생성</a:t>
            </a:r>
            <a:r>
              <a:rPr lang="ko-KR" altLang="en-US" dirty="0"/>
              <a:t> 및 </a:t>
            </a:r>
            <a:r>
              <a:rPr lang="ko-KR" altLang="en-US" dirty="0" err="1"/>
              <a:t>연결리스트</a:t>
            </a:r>
            <a:r>
              <a:rPr lang="ko-KR" altLang="en-US" dirty="0"/>
              <a:t> 때 사용한 호출 순서대로 각 함수의 기능을 살펴보며 </a:t>
            </a:r>
            <a:r>
              <a:rPr lang="ko-KR" altLang="en-US" dirty="0" err="1"/>
              <a:t>백터에</a:t>
            </a:r>
            <a:r>
              <a:rPr lang="ko-KR" altLang="en-US" dirty="0"/>
              <a:t> 대하여 분석해보자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위 코드는 예제에 </a:t>
            </a:r>
            <a:r>
              <a:rPr lang="en-US" altLang="ko-KR" dirty="0" err="1"/>
              <a:t>VectorMain</a:t>
            </a:r>
            <a:r>
              <a:rPr lang="en-US" altLang="ko-KR" dirty="0"/>
              <a:t>()</a:t>
            </a:r>
            <a:r>
              <a:rPr lang="ko-KR" altLang="en-US" dirty="0"/>
              <a:t>함수를 호출하고 </a:t>
            </a:r>
            <a:r>
              <a:rPr lang="ko-KR" altLang="en-US" dirty="0" err="1"/>
              <a:t>실행결과와</a:t>
            </a:r>
            <a:r>
              <a:rPr lang="ko-KR" altLang="en-US" dirty="0"/>
              <a:t> 코드를 확인하며 진행한다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771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#resize(), </a:t>
            </a:r>
            <a:r>
              <a:rPr lang="en-US" altLang="ko-KR" dirty="0" err="1"/>
              <a:t>push_back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0019"/>
          </a:xfrm>
        </p:spPr>
        <p:txBody>
          <a:bodyPr/>
          <a:lstStyle/>
          <a:p>
            <a:r>
              <a:rPr lang="ko-KR" altLang="en-US" dirty="0"/>
              <a:t>자료구조크기변경</a:t>
            </a:r>
            <a:r>
              <a:rPr lang="en-US" altLang="ko-KR" dirty="0"/>
              <a:t>: </a:t>
            </a:r>
            <a:r>
              <a:rPr lang="ko-KR" altLang="en-US" dirty="0"/>
              <a:t>생성시 지정</a:t>
            </a:r>
            <a:r>
              <a:rPr lang="en-US" altLang="ko-KR" dirty="0"/>
              <a:t>,resize()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2221225" y="2490589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52" name="직사각형 51"/>
          <p:cNvSpPr/>
          <p:nvPr/>
        </p:nvSpPr>
        <p:spPr>
          <a:xfrm>
            <a:off x="2852400" y="2490589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53" name="직사각형 52"/>
          <p:cNvSpPr/>
          <p:nvPr/>
        </p:nvSpPr>
        <p:spPr>
          <a:xfrm>
            <a:off x="3493629" y="2487917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</a:t>
            </a:r>
            <a:endParaRPr lang="ko-KR" altLang="en-US" dirty="0"/>
          </a:p>
        </p:txBody>
      </p:sp>
      <p:sp>
        <p:nvSpPr>
          <p:cNvPr id="55" name="직사각형 54"/>
          <p:cNvSpPr/>
          <p:nvPr/>
        </p:nvSpPr>
        <p:spPr>
          <a:xfrm>
            <a:off x="4136328" y="2496779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56" name="직사각형 55"/>
          <p:cNvSpPr/>
          <p:nvPr/>
        </p:nvSpPr>
        <p:spPr>
          <a:xfrm>
            <a:off x="4767503" y="2496779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57" name="직사각형 56"/>
          <p:cNvSpPr/>
          <p:nvPr/>
        </p:nvSpPr>
        <p:spPr>
          <a:xfrm>
            <a:off x="5408732" y="2494107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50</a:t>
            </a:r>
            <a:endParaRPr lang="ko-KR" altLang="en-US" dirty="0"/>
          </a:p>
        </p:txBody>
      </p:sp>
      <p:sp>
        <p:nvSpPr>
          <p:cNvPr id="58" name="직사각형 57"/>
          <p:cNvSpPr/>
          <p:nvPr/>
        </p:nvSpPr>
        <p:spPr>
          <a:xfrm>
            <a:off x="6059233" y="2490589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59" name="직사각형 58"/>
          <p:cNvSpPr/>
          <p:nvPr/>
        </p:nvSpPr>
        <p:spPr>
          <a:xfrm>
            <a:off x="6690408" y="2490589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30</a:t>
            </a:r>
            <a:endParaRPr lang="ko-KR" altLang="en-US" dirty="0"/>
          </a:p>
        </p:txBody>
      </p:sp>
      <p:sp>
        <p:nvSpPr>
          <p:cNvPr id="60" name="직사각형 59"/>
          <p:cNvSpPr/>
          <p:nvPr/>
        </p:nvSpPr>
        <p:spPr>
          <a:xfrm>
            <a:off x="7331637" y="2487917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61" name="직사각형 60"/>
          <p:cNvSpPr/>
          <p:nvPr/>
        </p:nvSpPr>
        <p:spPr>
          <a:xfrm>
            <a:off x="7992192" y="2490589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74" name="직사각형 73"/>
          <p:cNvSpPr/>
          <p:nvPr/>
        </p:nvSpPr>
        <p:spPr>
          <a:xfrm>
            <a:off x="2221225" y="3102836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75" name="직사각형 74"/>
          <p:cNvSpPr/>
          <p:nvPr/>
        </p:nvSpPr>
        <p:spPr>
          <a:xfrm>
            <a:off x="2852400" y="3102836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76" name="직사각형 75"/>
          <p:cNvSpPr/>
          <p:nvPr/>
        </p:nvSpPr>
        <p:spPr>
          <a:xfrm>
            <a:off x="3493629" y="3100164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</a:t>
            </a:r>
            <a:endParaRPr lang="ko-KR" altLang="en-US" dirty="0"/>
          </a:p>
        </p:txBody>
      </p:sp>
      <p:sp>
        <p:nvSpPr>
          <p:cNvPr id="77" name="직사각형 76"/>
          <p:cNvSpPr/>
          <p:nvPr/>
        </p:nvSpPr>
        <p:spPr>
          <a:xfrm>
            <a:off x="4136328" y="3109026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78" name="직사각형 77"/>
          <p:cNvSpPr/>
          <p:nvPr/>
        </p:nvSpPr>
        <p:spPr>
          <a:xfrm>
            <a:off x="4767503" y="3109026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79" name="직사각형 78"/>
          <p:cNvSpPr/>
          <p:nvPr/>
        </p:nvSpPr>
        <p:spPr>
          <a:xfrm>
            <a:off x="5408732" y="3106354"/>
            <a:ext cx="572058" cy="354563"/>
          </a:xfrm>
          <a:prstGeom prst="rect">
            <a:avLst/>
          </a:prstGeom>
          <a:solidFill>
            <a:srgbClr val="FF9999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50</a:t>
            </a:r>
            <a:endParaRPr lang="ko-KR" altLang="en-US" dirty="0"/>
          </a:p>
        </p:txBody>
      </p:sp>
      <p:sp>
        <p:nvSpPr>
          <p:cNvPr id="80" name="직사각형 79"/>
          <p:cNvSpPr/>
          <p:nvPr/>
        </p:nvSpPr>
        <p:spPr>
          <a:xfrm>
            <a:off x="6059233" y="3102836"/>
            <a:ext cx="572058" cy="354563"/>
          </a:xfrm>
          <a:prstGeom prst="rect">
            <a:avLst/>
          </a:prstGeom>
          <a:solidFill>
            <a:srgbClr val="FF9999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81" name="직사각형 80"/>
          <p:cNvSpPr/>
          <p:nvPr/>
        </p:nvSpPr>
        <p:spPr>
          <a:xfrm>
            <a:off x="6690408" y="3102836"/>
            <a:ext cx="572058" cy="354563"/>
          </a:xfrm>
          <a:prstGeom prst="rect">
            <a:avLst/>
          </a:prstGeom>
          <a:solidFill>
            <a:srgbClr val="FF9999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30</a:t>
            </a:r>
            <a:endParaRPr lang="ko-KR" altLang="en-US" dirty="0"/>
          </a:p>
        </p:txBody>
      </p:sp>
      <p:sp>
        <p:nvSpPr>
          <p:cNvPr id="82" name="직사각형 81"/>
          <p:cNvSpPr/>
          <p:nvPr/>
        </p:nvSpPr>
        <p:spPr>
          <a:xfrm>
            <a:off x="7331637" y="3100164"/>
            <a:ext cx="572058" cy="354563"/>
          </a:xfrm>
          <a:prstGeom prst="rect">
            <a:avLst/>
          </a:prstGeom>
          <a:solidFill>
            <a:srgbClr val="FF9999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83" name="직사각형 82"/>
          <p:cNvSpPr/>
          <p:nvPr/>
        </p:nvSpPr>
        <p:spPr>
          <a:xfrm>
            <a:off x="7992192" y="3102836"/>
            <a:ext cx="572058" cy="354563"/>
          </a:xfrm>
          <a:prstGeom prst="rect">
            <a:avLst/>
          </a:prstGeom>
          <a:solidFill>
            <a:srgbClr val="FF9999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51083" y="2498977"/>
            <a:ext cx="109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31~40</a:t>
            </a:r>
            <a:endParaRPr lang="ko-KR" alt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1051083" y="3092779"/>
            <a:ext cx="819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42</a:t>
            </a:r>
            <a:endParaRPr lang="ko-KR" altLang="en-US" dirty="0"/>
          </a:p>
        </p:txBody>
      </p:sp>
      <p:sp>
        <p:nvSpPr>
          <p:cNvPr id="95" name="내용 개체 틀 6"/>
          <p:cNvSpPr txBox="1">
            <a:spLocks/>
          </p:cNvSpPr>
          <p:nvPr/>
        </p:nvSpPr>
        <p:spPr>
          <a:xfrm>
            <a:off x="838200" y="3685112"/>
            <a:ext cx="10515600" cy="520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추가</a:t>
            </a:r>
            <a:r>
              <a:rPr lang="en-US" altLang="ko-KR" dirty="0"/>
              <a:t>: </a:t>
            </a:r>
            <a:r>
              <a:rPr lang="en-US" altLang="ko-KR" dirty="0" err="1"/>
              <a:t>push_back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96" name="직사각형 95"/>
          <p:cNvSpPr/>
          <p:nvPr/>
        </p:nvSpPr>
        <p:spPr>
          <a:xfrm>
            <a:off x="2216074" y="4251939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97" name="직사각형 96"/>
          <p:cNvSpPr/>
          <p:nvPr/>
        </p:nvSpPr>
        <p:spPr>
          <a:xfrm>
            <a:off x="2847249" y="4251939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98" name="직사각형 97"/>
          <p:cNvSpPr/>
          <p:nvPr/>
        </p:nvSpPr>
        <p:spPr>
          <a:xfrm>
            <a:off x="3488478" y="4249267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</a:t>
            </a:r>
            <a:endParaRPr lang="ko-KR" altLang="en-US" dirty="0"/>
          </a:p>
        </p:txBody>
      </p:sp>
      <p:sp>
        <p:nvSpPr>
          <p:cNvPr id="99" name="직사각형 98"/>
          <p:cNvSpPr/>
          <p:nvPr/>
        </p:nvSpPr>
        <p:spPr>
          <a:xfrm>
            <a:off x="4131177" y="4258129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100" name="직사각형 99"/>
          <p:cNvSpPr/>
          <p:nvPr/>
        </p:nvSpPr>
        <p:spPr>
          <a:xfrm>
            <a:off x="4762352" y="4258129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1045932" y="4260327"/>
            <a:ext cx="109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</a:t>
            </a:r>
            <a:endParaRPr lang="ko-KR" altLang="en-US" dirty="0"/>
          </a:p>
        </p:txBody>
      </p:sp>
      <p:sp>
        <p:nvSpPr>
          <p:cNvPr id="102" name="직사각형 101"/>
          <p:cNvSpPr/>
          <p:nvPr/>
        </p:nvSpPr>
        <p:spPr>
          <a:xfrm>
            <a:off x="5406211" y="4267711"/>
            <a:ext cx="572058" cy="3545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87" name="직사각형 86"/>
          <p:cNvSpPr/>
          <p:nvPr/>
        </p:nvSpPr>
        <p:spPr>
          <a:xfrm>
            <a:off x="2216074" y="4756455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88" name="직사각형 87"/>
          <p:cNvSpPr/>
          <p:nvPr/>
        </p:nvSpPr>
        <p:spPr>
          <a:xfrm>
            <a:off x="2847249" y="4756455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89" name="직사각형 88"/>
          <p:cNvSpPr/>
          <p:nvPr/>
        </p:nvSpPr>
        <p:spPr>
          <a:xfrm>
            <a:off x="3488478" y="4753783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</a:t>
            </a:r>
            <a:endParaRPr lang="ko-KR" altLang="en-US" dirty="0"/>
          </a:p>
        </p:txBody>
      </p:sp>
      <p:sp>
        <p:nvSpPr>
          <p:cNvPr id="90" name="직사각형 89"/>
          <p:cNvSpPr/>
          <p:nvPr/>
        </p:nvSpPr>
        <p:spPr>
          <a:xfrm>
            <a:off x="4131177" y="4762645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91" name="직사각형 90"/>
          <p:cNvSpPr/>
          <p:nvPr/>
        </p:nvSpPr>
        <p:spPr>
          <a:xfrm>
            <a:off x="4762352" y="4762645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1045932" y="4764843"/>
            <a:ext cx="109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49</a:t>
            </a:r>
            <a:endParaRPr lang="ko-KR" altLang="en-US" dirty="0"/>
          </a:p>
        </p:txBody>
      </p:sp>
      <p:sp>
        <p:nvSpPr>
          <p:cNvPr id="93" name="직사각형 92"/>
          <p:cNvSpPr/>
          <p:nvPr/>
        </p:nvSpPr>
        <p:spPr>
          <a:xfrm>
            <a:off x="5406211" y="4772227"/>
            <a:ext cx="572058" cy="3545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113" name="직사각형 112"/>
          <p:cNvSpPr/>
          <p:nvPr/>
        </p:nvSpPr>
        <p:spPr>
          <a:xfrm>
            <a:off x="6059233" y="4772227"/>
            <a:ext cx="572058" cy="3545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34346" y="5693886"/>
            <a:ext cx="8327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※</a:t>
            </a:r>
            <a:r>
              <a:rPr lang="ko-KR" altLang="en-US" dirty="0">
                <a:solidFill>
                  <a:srgbClr val="FF0000"/>
                </a:solidFill>
              </a:rPr>
              <a:t>생성시에 크기를 지정하고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중간에 변경이 가능하다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  </a:t>
            </a:r>
            <a:r>
              <a:rPr lang="ko-KR" altLang="en-US" dirty="0">
                <a:solidFill>
                  <a:srgbClr val="FF0000"/>
                </a:solidFill>
              </a:rPr>
              <a:t>그러나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 배열의 특성을 고려할 때 이는 좋은 활용방법으로 보기 어렵다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45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#</a:t>
            </a:r>
            <a:r>
              <a:rPr lang="ko-KR" altLang="en-US" dirty="0"/>
              <a:t>크기가 변경될 때 알고리즘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0019"/>
          </a:xfrm>
        </p:spPr>
        <p:txBody>
          <a:bodyPr/>
          <a:lstStyle/>
          <a:p>
            <a:r>
              <a:rPr lang="ko-KR" altLang="en-US" dirty="0"/>
              <a:t>자료구조크기 변경 시 최악의 경우에는 다음과 같이 작동한다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4" name="직사각형 73"/>
          <p:cNvSpPr/>
          <p:nvPr/>
        </p:nvSpPr>
        <p:spPr>
          <a:xfrm>
            <a:off x="2221225" y="3102836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75" name="직사각형 74"/>
          <p:cNvSpPr/>
          <p:nvPr/>
        </p:nvSpPr>
        <p:spPr>
          <a:xfrm>
            <a:off x="2852400" y="3102836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76" name="직사각형 75"/>
          <p:cNvSpPr/>
          <p:nvPr/>
        </p:nvSpPr>
        <p:spPr>
          <a:xfrm>
            <a:off x="3493629" y="3128933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</a:t>
            </a:r>
            <a:endParaRPr lang="ko-KR" altLang="en-US" dirty="0"/>
          </a:p>
        </p:txBody>
      </p:sp>
      <p:sp>
        <p:nvSpPr>
          <p:cNvPr id="77" name="직사각형 76"/>
          <p:cNvSpPr/>
          <p:nvPr/>
        </p:nvSpPr>
        <p:spPr>
          <a:xfrm>
            <a:off x="4136328" y="3109026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78" name="직사각형 77"/>
          <p:cNvSpPr/>
          <p:nvPr/>
        </p:nvSpPr>
        <p:spPr>
          <a:xfrm>
            <a:off x="4767503" y="3109026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96" name="직사각형 95"/>
          <p:cNvSpPr/>
          <p:nvPr/>
        </p:nvSpPr>
        <p:spPr>
          <a:xfrm>
            <a:off x="6146413" y="4314608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97" name="직사각형 96"/>
          <p:cNvSpPr/>
          <p:nvPr/>
        </p:nvSpPr>
        <p:spPr>
          <a:xfrm>
            <a:off x="6777588" y="4314608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98" name="직사각형 97"/>
          <p:cNvSpPr/>
          <p:nvPr/>
        </p:nvSpPr>
        <p:spPr>
          <a:xfrm>
            <a:off x="7418817" y="4311936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</a:t>
            </a:r>
            <a:endParaRPr lang="ko-KR" altLang="en-US" dirty="0"/>
          </a:p>
        </p:txBody>
      </p:sp>
      <p:sp>
        <p:nvSpPr>
          <p:cNvPr id="99" name="직사각형 98"/>
          <p:cNvSpPr/>
          <p:nvPr/>
        </p:nvSpPr>
        <p:spPr>
          <a:xfrm>
            <a:off x="8061516" y="4320798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100" name="직사각형 99"/>
          <p:cNvSpPr/>
          <p:nvPr/>
        </p:nvSpPr>
        <p:spPr>
          <a:xfrm>
            <a:off x="8692691" y="4320798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102" name="직사각형 101"/>
          <p:cNvSpPr/>
          <p:nvPr/>
        </p:nvSpPr>
        <p:spPr>
          <a:xfrm>
            <a:off x="9336550" y="4330380"/>
            <a:ext cx="572058" cy="3545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34346" y="5693886"/>
            <a:ext cx="1065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※</a:t>
            </a:r>
            <a:r>
              <a:rPr lang="ko-KR" altLang="en-US" dirty="0" err="1">
                <a:solidFill>
                  <a:srgbClr val="FF0000"/>
                </a:solidFill>
              </a:rPr>
              <a:t>백터가</a:t>
            </a:r>
            <a:r>
              <a:rPr lang="ko-KR" altLang="en-US" dirty="0">
                <a:solidFill>
                  <a:srgbClr val="FF0000"/>
                </a:solidFill>
              </a:rPr>
              <a:t> 동적 배열이지만 리스트처럼 추가나 삽입삭제를 자유롭게 하면 </a:t>
            </a:r>
            <a:r>
              <a:rPr lang="en-US" altLang="ko-KR" dirty="0">
                <a:solidFill>
                  <a:srgbClr val="FF0000"/>
                </a:solidFill>
              </a:rPr>
              <a:t>*</a:t>
            </a:r>
            <a:r>
              <a:rPr lang="ko-KR" altLang="en-US" dirty="0">
                <a:solidFill>
                  <a:srgbClr val="FF0000"/>
                </a:solidFill>
              </a:rPr>
              <a:t>오버헤드가 발생한다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C877E6F-F37B-462A-BE6A-2CBBAC6668B7}"/>
              </a:ext>
            </a:extLst>
          </p:cNvPr>
          <p:cNvCxnSpPr/>
          <p:nvPr/>
        </p:nvCxnSpPr>
        <p:spPr>
          <a:xfrm>
            <a:off x="2169894" y="2873392"/>
            <a:ext cx="0" cy="852256"/>
          </a:xfrm>
          <a:prstGeom prst="straightConnector1">
            <a:avLst/>
          </a:prstGeom>
          <a:ln w="508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A8AEC00-B029-46A6-9FDB-AF649D15EB1E}"/>
              </a:ext>
            </a:extLst>
          </p:cNvPr>
          <p:cNvSpPr txBox="1"/>
          <p:nvPr/>
        </p:nvSpPr>
        <p:spPr>
          <a:xfrm>
            <a:off x="1953087" y="3775839"/>
            <a:ext cx="83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0x01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33B734-9C40-42AA-9829-011EC1822A9C}"/>
              </a:ext>
            </a:extLst>
          </p:cNvPr>
          <p:cNvSpPr txBox="1"/>
          <p:nvPr/>
        </p:nvSpPr>
        <p:spPr>
          <a:xfrm>
            <a:off x="5048381" y="3716412"/>
            <a:ext cx="83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0x21</a:t>
            </a:r>
            <a:endParaRPr lang="ko-KR" altLang="en-US" dirty="0"/>
          </a:p>
        </p:txBody>
      </p:sp>
      <p:sp>
        <p:nvSpPr>
          <p:cNvPr id="10" name="화살표: 왼쪽/오른쪽 9">
            <a:extLst>
              <a:ext uri="{FF2B5EF4-FFF2-40B4-BE49-F238E27FC236}">
                <a16:creationId xmlns:a16="http://schemas.microsoft.com/office/drawing/2014/main" id="{E231762B-03A2-4899-9B8E-94DB26179F8E}"/>
              </a:ext>
            </a:extLst>
          </p:cNvPr>
          <p:cNvSpPr/>
          <p:nvPr/>
        </p:nvSpPr>
        <p:spPr>
          <a:xfrm>
            <a:off x="2299317" y="2590289"/>
            <a:ext cx="3035092" cy="32098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Size:5</a:t>
            </a:r>
            <a:endParaRPr lang="ko-KR" altLang="en-US" sz="1200" dirty="0"/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53840305-4112-4839-9196-15E6B0F704C3}"/>
              </a:ext>
            </a:extLst>
          </p:cNvPr>
          <p:cNvCxnSpPr/>
          <p:nvPr/>
        </p:nvCxnSpPr>
        <p:spPr>
          <a:xfrm>
            <a:off x="5398526" y="2911277"/>
            <a:ext cx="0" cy="85225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7B8BC26-8F22-4CA5-A168-1F2307C8BF21}"/>
              </a:ext>
            </a:extLst>
          </p:cNvPr>
          <p:cNvSpPr/>
          <p:nvPr/>
        </p:nvSpPr>
        <p:spPr>
          <a:xfrm>
            <a:off x="5430083" y="3102835"/>
            <a:ext cx="572058" cy="3545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etc</a:t>
            </a:r>
            <a:endParaRPr lang="ko-KR" altLang="en-US" dirty="0"/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01D41919-891B-466C-83D5-4FF34FF1CFFE}"/>
              </a:ext>
            </a:extLst>
          </p:cNvPr>
          <p:cNvCxnSpPr/>
          <p:nvPr/>
        </p:nvCxnSpPr>
        <p:spPr>
          <a:xfrm>
            <a:off x="6059233" y="2880086"/>
            <a:ext cx="0" cy="85225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5C023A0-579F-4111-B164-CEEC5FDA8282}"/>
              </a:ext>
            </a:extLst>
          </p:cNvPr>
          <p:cNvSpPr txBox="1"/>
          <p:nvPr/>
        </p:nvSpPr>
        <p:spPr>
          <a:xfrm>
            <a:off x="5883426" y="3736319"/>
            <a:ext cx="83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0x25</a:t>
            </a:r>
            <a:endParaRPr lang="ko-KR" altLang="en-US" dirty="0"/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05D58904-34E7-4114-B986-BF7D43FA0807}"/>
              </a:ext>
            </a:extLst>
          </p:cNvPr>
          <p:cNvCxnSpPr/>
          <p:nvPr/>
        </p:nvCxnSpPr>
        <p:spPr>
          <a:xfrm>
            <a:off x="6070864" y="4120317"/>
            <a:ext cx="0" cy="852256"/>
          </a:xfrm>
          <a:prstGeom prst="straightConnector1">
            <a:avLst/>
          </a:prstGeom>
          <a:ln w="508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1CBB07D4-9430-4BA4-B8D1-524048F48980}"/>
              </a:ext>
            </a:extLst>
          </p:cNvPr>
          <p:cNvCxnSpPr/>
          <p:nvPr/>
        </p:nvCxnSpPr>
        <p:spPr>
          <a:xfrm>
            <a:off x="9989572" y="4148413"/>
            <a:ext cx="0" cy="85225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09E8E0AB-5987-4CE2-8667-0E1CEA75E229}"/>
              </a:ext>
            </a:extLst>
          </p:cNvPr>
          <p:cNvSpPr txBox="1"/>
          <p:nvPr/>
        </p:nvSpPr>
        <p:spPr>
          <a:xfrm>
            <a:off x="5883425" y="5015486"/>
            <a:ext cx="83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0x25</a:t>
            </a:r>
            <a:endParaRPr lang="ko-KR" alt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21691F1-3EA7-4818-8258-EE9F71DC69FD}"/>
              </a:ext>
            </a:extLst>
          </p:cNvPr>
          <p:cNvSpPr txBox="1"/>
          <p:nvPr/>
        </p:nvSpPr>
        <p:spPr>
          <a:xfrm>
            <a:off x="9813764" y="5008798"/>
            <a:ext cx="83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0x49</a:t>
            </a:r>
            <a:endParaRPr lang="ko-KR" altLang="en-US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0CE43937-DA31-4727-8DDC-A445D52C9227}"/>
              </a:ext>
            </a:extLst>
          </p:cNvPr>
          <p:cNvSpPr/>
          <p:nvPr/>
        </p:nvSpPr>
        <p:spPr>
          <a:xfrm>
            <a:off x="2189668" y="4302887"/>
            <a:ext cx="572058" cy="3545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483949C-7382-4570-A0A9-4651F2BB9A6E}"/>
              </a:ext>
            </a:extLst>
          </p:cNvPr>
          <p:cNvSpPr/>
          <p:nvPr/>
        </p:nvSpPr>
        <p:spPr>
          <a:xfrm>
            <a:off x="2820843" y="4302887"/>
            <a:ext cx="572058" cy="3545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CC1A58A6-003D-4A92-96DD-F7F9E13E6D19}"/>
              </a:ext>
            </a:extLst>
          </p:cNvPr>
          <p:cNvSpPr/>
          <p:nvPr/>
        </p:nvSpPr>
        <p:spPr>
          <a:xfrm>
            <a:off x="3462072" y="4302350"/>
            <a:ext cx="572058" cy="3545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74B394A-4BF7-4F5B-8504-B755FDD3AAE2}"/>
              </a:ext>
            </a:extLst>
          </p:cNvPr>
          <p:cNvSpPr/>
          <p:nvPr/>
        </p:nvSpPr>
        <p:spPr>
          <a:xfrm>
            <a:off x="4104771" y="4309077"/>
            <a:ext cx="572058" cy="3545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22BB7F49-465C-4677-B9C0-C64F30F9D1BD}"/>
              </a:ext>
            </a:extLst>
          </p:cNvPr>
          <p:cNvSpPr/>
          <p:nvPr/>
        </p:nvSpPr>
        <p:spPr>
          <a:xfrm>
            <a:off x="4735946" y="4309077"/>
            <a:ext cx="572058" cy="3545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35AB269-ABCB-436D-AA97-3278DD640E5A}"/>
              </a:ext>
            </a:extLst>
          </p:cNvPr>
          <p:cNvSpPr/>
          <p:nvPr/>
        </p:nvSpPr>
        <p:spPr>
          <a:xfrm>
            <a:off x="5398526" y="4302886"/>
            <a:ext cx="572058" cy="3545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etc</a:t>
            </a:r>
            <a:endParaRPr lang="ko-KR" altLang="en-US" dirty="0"/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BE22FB3F-4D4E-4106-80B2-3979F35C9BA0}"/>
              </a:ext>
            </a:extLst>
          </p:cNvPr>
          <p:cNvCxnSpPr/>
          <p:nvPr/>
        </p:nvCxnSpPr>
        <p:spPr>
          <a:xfrm>
            <a:off x="2134101" y="4100783"/>
            <a:ext cx="0" cy="85225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C04EA737-22B0-4F80-8828-FDCF73144CC9}"/>
              </a:ext>
            </a:extLst>
          </p:cNvPr>
          <p:cNvSpPr txBox="1"/>
          <p:nvPr/>
        </p:nvSpPr>
        <p:spPr>
          <a:xfrm>
            <a:off x="1917294" y="5003230"/>
            <a:ext cx="83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0x01</a:t>
            </a:r>
            <a:endParaRPr lang="ko-KR" altLang="en-US" dirty="0"/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DA79E52A-D7E0-4903-9DB4-EAFBE817C4A2}"/>
              </a:ext>
            </a:extLst>
          </p:cNvPr>
          <p:cNvCxnSpPr/>
          <p:nvPr/>
        </p:nvCxnSpPr>
        <p:spPr>
          <a:xfrm>
            <a:off x="5365982" y="4145171"/>
            <a:ext cx="0" cy="85225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6A7594E3-3E61-4CEC-9F13-5DF01543978B}"/>
              </a:ext>
            </a:extLst>
          </p:cNvPr>
          <p:cNvSpPr txBox="1"/>
          <p:nvPr/>
        </p:nvSpPr>
        <p:spPr>
          <a:xfrm>
            <a:off x="5012588" y="5038930"/>
            <a:ext cx="83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0x21</a:t>
            </a:r>
            <a:endParaRPr lang="ko-KR" altLang="en-US" dirty="0"/>
          </a:p>
        </p:txBody>
      </p:sp>
      <p:sp>
        <p:nvSpPr>
          <p:cNvPr id="118" name="화살표: 왼쪽/오른쪽 117">
            <a:extLst>
              <a:ext uri="{FF2B5EF4-FFF2-40B4-BE49-F238E27FC236}">
                <a16:creationId xmlns:a16="http://schemas.microsoft.com/office/drawing/2014/main" id="{F395F541-CC60-45C8-A405-F188F32B0ADF}"/>
              </a:ext>
            </a:extLst>
          </p:cNvPr>
          <p:cNvSpPr/>
          <p:nvPr/>
        </p:nvSpPr>
        <p:spPr>
          <a:xfrm>
            <a:off x="6162267" y="3933964"/>
            <a:ext cx="3762193" cy="32098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Resize:6</a:t>
            </a:r>
            <a:endParaRPr lang="ko-KR" altLang="en-US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81865D8-8A7C-4887-BFE6-ED30D446B3E2}"/>
              </a:ext>
            </a:extLst>
          </p:cNvPr>
          <p:cNvSpPr txBox="1"/>
          <p:nvPr/>
        </p:nvSpPr>
        <p:spPr>
          <a:xfrm>
            <a:off x="7316886" y="6496457"/>
            <a:ext cx="4993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*</a:t>
            </a:r>
            <a:r>
              <a:rPr lang="ko-KR" altLang="en-US" sz="1200" dirty="0">
                <a:solidFill>
                  <a:srgbClr val="FF0000"/>
                </a:solidFill>
              </a:rPr>
              <a:t>오버헤드</a:t>
            </a:r>
            <a:r>
              <a:rPr lang="en-US" altLang="ko-KR" sz="1200" dirty="0">
                <a:solidFill>
                  <a:srgbClr val="FF0000"/>
                </a:solidFill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</a:rPr>
              <a:t>컴퓨터가 불필요한 연산을 수행하여 작업이 느려짐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46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#find(), insert()</a:t>
            </a:r>
            <a:endParaRPr lang="ko-KR" altLang="en-US" dirty="0"/>
          </a:p>
        </p:txBody>
      </p:sp>
      <p:sp>
        <p:nvSpPr>
          <p:cNvPr id="104" name="내용 개체 틀 6"/>
          <p:cNvSpPr txBox="1">
            <a:spLocks/>
          </p:cNvSpPr>
          <p:nvPr/>
        </p:nvSpPr>
        <p:spPr>
          <a:xfrm>
            <a:off x="823202" y="1861061"/>
            <a:ext cx="12101489" cy="520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찾기</a:t>
            </a:r>
            <a:r>
              <a:rPr lang="en-US" altLang="ko-KR" dirty="0"/>
              <a:t>: being()</a:t>
            </a:r>
            <a:r>
              <a:rPr lang="ko-KR" altLang="en-US" dirty="0"/>
              <a:t>과 </a:t>
            </a:r>
            <a:r>
              <a:rPr lang="en-US" altLang="ko-KR" dirty="0"/>
              <a:t>End()</a:t>
            </a:r>
            <a:r>
              <a:rPr lang="ko-KR" altLang="en-US" dirty="0"/>
              <a:t>를 이용하여 </a:t>
            </a:r>
            <a:r>
              <a:rPr lang="ko-KR" altLang="en-US" dirty="0" err="1"/>
              <a:t>찾는값을</a:t>
            </a:r>
            <a:r>
              <a:rPr lang="en-US" altLang="ko-KR" dirty="0"/>
              <a:t> </a:t>
            </a:r>
            <a:r>
              <a:rPr lang="ko-KR" altLang="en-US" dirty="0"/>
              <a:t>가진 </a:t>
            </a:r>
            <a:r>
              <a:rPr lang="ko-KR" altLang="en-US" dirty="0" err="1"/>
              <a:t>참조값을</a:t>
            </a:r>
            <a:r>
              <a:rPr lang="ko-KR" altLang="en-US" dirty="0"/>
              <a:t> 찾는다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5" name="직사각형 104"/>
          <p:cNvSpPr/>
          <p:nvPr/>
        </p:nvSpPr>
        <p:spPr>
          <a:xfrm>
            <a:off x="2201078" y="2427888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106" name="직사각형 105"/>
          <p:cNvSpPr/>
          <p:nvPr/>
        </p:nvSpPr>
        <p:spPr>
          <a:xfrm>
            <a:off x="2832253" y="2427888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107" name="직사각형 106"/>
          <p:cNvSpPr/>
          <p:nvPr/>
        </p:nvSpPr>
        <p:spPr>
          <a:xfrm>
            <a:off x="3473482" y="2425216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</a:t>
            </a:r>
            <a:endParaRPr lang="ko-KR" altLang="en-US" dirty="0"/>
          </a:p>
        </p:txBody>
      </p:sp>
      <p:sp>
        <p:nvSpPr>
          <p:cNvPr id="108" name="직사각형 107"/>
          <p:cNvSpPr/>
          <p:nvPr/>
        </p:nvSpPr>
        <p:spPr>
          <a:xfrm>
            <a:off x="4116181" y="2434078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109" name="직사각형 108"/>
          <p:cNvSpPr/>
          <p:nvPr/>
        </p:nvSpPr>
        <p:spPr>
          <a:xfrm>
            <a:off x="4747356" y="2434078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110" name="TextBox 109"/>
          <p:cNvSpPr txBox="1"/>
          <p:nvPr/>
        </p:nvSpPr>
        <p:spPr>
          <a:xfrm>
            <a:off x="1030936" y="2436276"/>
            <a:ext cx="109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111" name="직사각형 110"/>
          <p:cNvSpPr/>
          <p:nvPr/>
        </p:nvSpPr>
        <p:spPr>
          <a:xfrm>
            <a:off x="5391215" y="2443660"/>
            <a:ext cx="572058" cy="3545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112" name="직사각형 111"/>
          <p:cNvSpPr/>
          <p:nvPr/>
        </p:nvSpPr>
        <p:spPr>
          <a:xfrm>
            <a:off x="6044237" y="2443660"/>
            <a:ext cx="572058" cy="3545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6681078" y="2233429"/>
            <a:ext cx="0" cy="87292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>
            <a:off x="2149084" y="2181226"/>
            <a:ext cx="0" cy="87292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66097" y="3178456"/>
            <a:ext cx="97950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begin()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767552" y="3121634"/>
            <a:ext cx="81119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end()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85" name="직선 화살표 연결선 84"/>
          <p:cNvCxnSpPr/>
          <p:nvPr/>
        </p:nvCxnSpPr>
        <p:spPr>
          <a:xfrm>
            <a:off x="4097086" y="2225956"/>
            <a:ext cx="0" cy="880397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58499" y="3121634"/>
            <a:ext cx="897603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itFind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030935" y="3585651"/>
            <a:ext cx="9906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 startAt="61"/>
            </a:pPr>
            <a:r>
              <a:rPr lang="en-US" altLang="ko-KR" dirty="0"/>
              <a:t>if(</a:t>
            </a:r>
            <a:r>
              <a:rPr lang="en-US" altLang="ko-KR" dirty="0" err="1">
                <a:solidFill>
                  <a:srgbClr val="92D050"/>
                </a:solidFill>
              </a:rPr>
              <a:t>itFind</a:t>
            </a:r>
            <a:r>
              <a:rPr lang="en-US" altLang="ko-KR" dirty="0"/>
              <a:t> != </a:t>
            </a:r>
            <a:r>
              <a:rPr lang="en-US" altLang="ko-KR" dirty="0">
                <a:solidFill>
                  <a:schemeClr val="accent1"/>
                </a:solidFill>
              </a:rPr>
              <a:t>end()</a:t>
            </a:r>
            <a:r>
              <a:rPr lang="en-US" altLang="ko-KR" dirty="0"/>
              <a:t>) //</a:t>
            </a:r>
            <a:r>
              <a:rPr lang="ko-KR" altLang="en-US" dirty="0"/>
              <a:t>참조하는 위치가 같지않다</a:t>
            </a:r>
            <a:r>
              <a:rPr lang="en-US" altLang="ko-KR" dirty="0"/>
              <a:t>. </a:t>
            </a:r>
            <a:r>
              <a:rPr lang="ko-KR" altLang="en-US" dirty="0"/>
              <a:t>그러므로</a:t>
            </a:r>
            <a:r>
              <a:rPr lang="en-US" altLang="ko-KR" dirty="0"/>
              <a:t>, </a:t>
            </a:r>
            <a:r>
              <a:rPr lang="ko-KR" altLang="en-US" dirty="0"/>
              <a:t>참이다</a:t>
            </a:r>
            <a:r>
              <a:rPr lang="en-US" altLang="ko-KR" dirty="0"/>
              <a:t>.</a:t>
            </a:r>
          </a:p>
          <a:p>
            <a:pPr marL="342900" indent="-342900">
              <a:buAutoNum type="arabicPlain" startAt="61"/>
            </a:pPr>
            <a:r>
              <a:rPr lang="en-US" altLang="ko-KR" dirty="0"/>
              <a:t> *</a:t>
            </a:r>
            <a:r>
              <a:rPr lang="en-US" altLang="ko-KR" dirty="0" err="1"/>
              <a:t>itFind</a:t>
            </a:r>
            <a:r>
              <a:rPr lang="en-US" altLang="ko-KR" dirty="0"/>
              <a:t>             //</a:t>
            </a:r>
            <a:r>
              <a:rPr lang="ko-KR" altLang="en-US" dirty="0" err="1"/>
              <a:t>참조위치가</a:t>
            </a:r>
            <a:r>
              <a:rPr lang="ko-KR" altLang="en-US" dirty="0"/>
              <a:t> </a:t>
            </a:r>
            <a:r>
              <a:rPr lang="en-US" altLang="ko-KR" dirty="0"/>
              <a:t>70</a:t>
            </a:r>
            <a:r>
              <a:rPr lang="ko-KR" altLang="en-US" dirty="0"/>
              <a:t>의 시작하는 위치이므로</a:t>
            </a:r>
            <a:r>
              <a:rPr lang="en-US" altLang="ko-KR" dirty="0"/>
              <a:t>,  </a:t>
            </a:r>
            <a:r>
              <a:rPr lang="ko-KR" altLang="en-US" dirty="0"/>
              <a:t>결과는 </a:t>
            </a:r>
            <a:r>
              <a:rPr lang="en-US" altLang="ko-KR" dirty="0"/>
              <a:t>70</a:t>
            </a:r>
            <a:r>
              <a:rPr lang="ko-KR" altLang="en-US" dirty="0"/>
              <a:t>이 나온다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8" name="직선 화살표 연결선 7"/>
          <p:cNvCxnSpPr>
            <a:stCxn id="86" idx="1"/>
            <a:endCxn id="108" idx="1"/>
          </p:cNvCxnSpPr>
          <p:nvPr/>
        </p:nvCxnSpPr>
        <p:spPr>
          <a:xfrm flipH="1" flipV="1">
            <a:off x="4116181" y="2611360"/>
            <a:ext cx="142318" cy="6949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내용 개체 틀 6"/>
          <p:cNvSpPr txBox="1">
            <a:spLocks/>
          </p:cNvSpPr>
          <p:nvPr/>
        </p:nvSpPr>
        <p:spPr>
          <a:xfrm>
            <a:off x="823202" y="4381389"/>
            <a:ext cx="11486027" cy="520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삽입</a:t>
            </a:r>
            <a:r>
              <a:rPr lang="en-US" altLang="ko-KR" dirty="0"/>
              <a:t>: </a:t>
            </a:r>
            <a:r>
              <a:rPr lang="ko-KR" altLang="en-US" dirty="0"/>
              <a:t>찾은 위치에 해당 값을 삽입한다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9" name="직사각형 88"/>
          <p:cNvSpPr/>
          <p:nvPr/>
        </p:nvSpPr>
        <p:spPr>
          <a:xfrm>
            <a:off x="2201078" y="5115325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90" name="직사각형 89"/>
          <p:cNvSpPr/>
          <p:nvPr/>
        </p:nvSpPr>
        <p:spPr>
          <a:xfrm>
            <a:off x="2832253" y="5115325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91" name="직사각형 90"/>
          <p:cNvSpPr/>
          <p:nvPr/>
        </p:nvSpPr>
        <p:spPr>
          <a:xfrm>
            <a:off x="3473482" y="5112653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</a:t>
            </a:r>
            <a:endParaRPr lang="ko-KR" altLang="en-US" dirty="0"/>
          </a:p>
        </p:txBody>
      </p:sp>
      <p:sp>
        <p:nvSpPr>
          <p:cNvPr id="92" name="직사각형 91"/>
          <p:cNvSpPr/>
          <p:nvPr/>
        </p:nvSpPr>
        <p:spPr>
          <a:xfrm>
            <a:off x="4788731" y="5112653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93" name="직사각형 92"/>
          <p:cNvSpPr/>
          <p:nvPr/>
        </p:nvSpPr>
        <p:spPr>
          <a:xfrm>
            <a:off x="5419906" y="5112653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113" name="직사각형 112"/>
          <p:cNvSpPr/>
          <p:nvPr/>
        </p:nvSpPr>
        <p:spPr>
          <a:xfrm>
            <a:off x="6063765" y="5122235"/>
            <a:ext cx="572058" cy="3545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114" name="직사각형 113"/>
          <p:cNvSpPr/>
          <p:nvPr/>
        </p:nvSpPr>
        <p:spPr>
          <a:xfrm>
            <a:off x="6716787" y="5122235"/>
            <a:ext cx="572058" cy="3545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cxnSp>
        <p:nvCxnSpPr>
          <p:cNvPr id="116" name="직선 화살표 연결선 115"/>
          <p:cNvCxnSpPr/>
          <p:nvPr/>
        </p:nvCxnSpPr>
        <p:spPr>
          <a:xfrm>
            <a:off x="4745706" y="4941645"/>
            <a:ext cx="0" cy="88114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4738607" y="5851770"/>
            <a:ext cx="897603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chemeClr val="bg1"/>
                </a:solidFill>
              </a:rPr>
              <a:t>itFind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4135243" y="5122235"/>
            <a:ext cx="572058" cy="3545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-20</a:t>
            </a:r>
            <a:endParaRPr lang="ko-KR" altLang="en-US" dirty="0"/>
          </a:p>
        </p:txBody>
      </p:sp>
      <p:cxnSp>
        <p:nvCxnSpPr>
          <p:cNvPr id="120" name="직선 화살표 연결선 119"/>
          <p:cNvCxnSpPr/>
          <p:nvPr/>
        </p:nvCxnSpPr>
        <p:spPr>
          <a:xfrm>
            <a:off x="4080180" y="4941645"/>
            <a:ext cx="0" cy="881146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3702425" y="5872894"/>
            <a:ext cx="943934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chemeClr val="bg1"/>
                </a:solidFill>
              </a:rPr>
              <a:t>itInsert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47357" y="4719851"/>
            <a:ext cx="5795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*</a:t>
            </a:r>
            <a:r>
              <a:rPr lang="en-US" altLang="ko-KR" dirty="0" err="1">
                <a:solidFill>
                  <a:srgbClr val="FF0000"/>
                </a:solidFill>
              </a:rPr>
              <a:t>itFind</a:t>
            </a:r>
            <a:r>
              <a:rPr lang="ko-KR" altLang="en-US" dirty="0">
                <a:solidFill>
                  <a:srgbClr val="FF0000"/>
                </a:solidFill>
              </a:rPr>
              <a:t> 자료구조가 변경되었으므로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 무효한 값이다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037441" y="5107466"/>
            <a:ext cx="109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64</a:t>
            </a:r>
            <a:endParaRPr lang="ko-KR" altLang="en-US" dirty="0"/>
          </a:p>
        </p:txBody>
      </p:sp>
      <p:sp>
        <p:nvSpPr>
          <p:cNvPr id="123" name="직사각형 122"/>
          <p:cNvSpPr/>
          <p:nvPr/>
        </p:nvSpPr>
        <p:spPr>
          <a:xfrm>
            <a:off x="6697259" y="2452830"/>
            <a:ext cx="572058" cy="35456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cxnSp>
        <p:nvCxnSpPr>
          <p:cNvPr id="124" name="직선 화살표 연결선 123"/>
          <p:cNvCxnSpPr>
            <a:stCxn id="84" idx="1"/>
            <a:endCxn id="123" idx="1"/>
          </p:cNvCxnSpPr>
          <p:nvPr/>
        </p:nvCxnSpPr>
        <p:spPr>
          <a:xfrm flipH="1" flipV="1">
            <a:off x="6697259" y="2630112"/>
            <a:ext cx="70293" cy="6761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/>
          <p:cNvCxnSpPr>
            <a:stCxn id="12" idx="1"/>
            <a:endCxn id="105" idx="1"/>
          </p:cNvCxnSpPr>
          <p:nvPr/>
        </p:nvCxnSpPr>
        <p:spPr>
          <a:xfrm flipH="1" flipV="1">
            <a:off x="2201078" y="2605170"/>
            <a:ext cx="165019" cy="7579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009925" y="6212098"/>
            <a:ext cx="9906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65 if(</a:t>
            </a:r>
            <a:r>
              <a:rPr lang="en-US" altLang="ko-KR" dirty="0" err="1">
                <a:solidFill>
                  <a:srgbClr val="92D050"/>
                </a:solidFill>
              </a:rPr>
              <a:t>itInsert</a:t>
            </a:r>
            <a:r>
              <a:rPr lang="en-US" altLang="ko-KR" dirty="0"/>
              <a:t> != </a:t>
            </a:r>
            <a:r>
              <a:rPr lang="en-US" altLang="ko-KR" dirty="0">
                <a:solidFill>
                  <a:schemeClr val="accent1"/>
                </a:solidFill>
              </a:rPr>
              <a:t>end()</a:t>
            </a:r>
            <a:r>
              <a:rPr lang="en-US" altLang="ko-KR" dirty="0"/>
              <a:t>) //</a:t>
            </a:r>
            <a:r>
              <a:rPr lang="ko-KR" altLang="en-US" dirty="0"/>
              <a:t>참조하는 위치가 같지않다</a:t>
            </a:r>
            <a:r>
              <a:rPr lang="en-US" altLang="ko-KR" dirty="0"/>
              <a:t>. </a:t>
            </a:r>
            <a:r>
              <a:rPr lang="ko-KR" altLang="en-US" dirty="0"/>
              <a:t>그러므로</a:t>
            </a:r>
            <a:r>
              <a:rPr lang="en-US" altLang="ko-KR" dirty="0"/>
              <a:t>, </a:t>
            </a:r>
            <a:r>
              <a:rPr lang="ko-KR" altLang="en-US" dirty="0"/>
              <a:t>참이다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66   *</a:t>
            </a:r>
            <a:r>
              <a:rPr lang="en-US" altLang="ko-KR" dirty="0" err="1"/>
              <a:t>itInsert</a:t>
            </a:r>
            <a:r>
              <a:rPr lang="en-US" altLang="ko-KR" dirty="0"/>
              <a:t>            //</a:t>
            </a:r>
            <a:r>
              <a:rPr lang="ko-KR" altLang="en-US" dirty="0" err="1"/>
              <a:t>삽입된위치이므로</a:t>
            </a:r>
            <a:r>
              <a:rPr lang="en-US" altLang="ko-KR" dirty="0"/>
              <a:t>, </a:t>
            </a:r>
            <a:r>
              <a:rPr lang="ko-KR" altLang="en-US" dirty="0"/>
              <a:t>결과는 </a:t>
            </a:r>
            <a:r>
              <a:rPr lang="en-US" altLang="ko-KR" dirty="0"/>
              <a:t>-20</a:t>
            </a:r>
            <a:r>
              <a:rPr lang="ko-KR" altLang="en-US" dirty="0"/>
              <a:t>이 나온다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131" name="직선 화살표 연결선 130"/>
          <p:cNvCxnSpPr/>
          <p:nvPr/>
        </p:nvCxnSpPr>
        <p:spPr>
          <a:xfrm>
            <a:off x="7337704" y="4913172"/>
            <a:ext cx="0" cy="87292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7424178" y="5801377"/>
            <a:ext cx="81119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end()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7353885" y="5132573"/>
            <a:ext cx="572058" cy="35456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cxnSp>
        <p:nvCxnSpPr>
          <p:cNvPr id="134" name="직선 화살표 연결선 133"/>
          <p:cNvCxnSpPr>
            <a:stCxn id="132" idx="1"/>
            <a:endCxn id="133" idx="1"/>
          </p:cNvCxnSpPr>
          <p:nvPr/>
        </p:nvCxnSpPr>
        <p:spPr>
          <a:xfrm flipH="1" flipV="1">
            <a:off x="7353885" y="5309855"/>
            <a:ext cx="70293" cy="6761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6678687" y="237154"/>
            <a:ext cx="55580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※</a:t>
            </a:r>
            <a:r>
              <a:rPr lang="ko-KR" altLang="en-US" b="1" dirty="0">
                <a:solidFill>
                  <a:srgbClr val="FF0000"/>
                </a:solidFill>
              </a:rPr>
              <a:t>왜 구조가 바뀌면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 err="1">
                <a:solidFill>
                  <a:srgbClr val="FF0000"/>
                </a:solidFill>
              </a:rPr>
              <a:t>참조값은</a:t>
            </a:r>
            <a:r>
              <a:rPr lang="ko-KR" altLang="en-US" b="1" dirty="0">
                <a:solidFill>
                  <a:srgbClr val="FF0000"/>
                </a:solidFill>
              </a:rPr>
              <a:t> 무효할까</a:t>
            </a:r>
            <a:r>
              <a:rPr lang="en-US" altLang="ko-KR" b="1" dirty="0">
                <a:solidFill>
                  <a:srgbClr val="FF0000"/>
                </a:solidFill>
              </a:rPr>
              <a:t>?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  배열의 연속성을 </a:t>
            </a:r>
            <a:r>
              <a:rPr lang="ko-KR" altLang="en-US" dirty="0" err="1">
                <a:solidFill>
                  <a:srgbClr val="FF0000"/>
                </a:solidFill>
              </a:rPr>
              <a:t>고려할때</a:t>
            </a:r>
            <a:r>
              <a:rPr lang="ko-KR" altLang="en-US" dirty="0">
                <a:solidFill>
                  <a:srgbClr val="FF0000"/>
                </a:solidFill>
              </a:rPr>
              <a:t> 이를 성립시키위해서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  </a:t>
            </a:r>
            <a:r>
              <a:rPr lang="ko-KR" altLang="en-US" dirty="0">
                <a:solidFill>
                  <a:srgbClr val="FF0000"/>
                </a:solidFill>
              </a:rPr>
              <a:t>메모리가 변경되는 것이 일반적이다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504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#erase(),it</a:t>
            </a:r>
            <a:r>
              <a:rPr lang="ko-KR" altLang="en-US" dirty="0"/>
              <a:t> 임의접근</a:t>
            </a:r>
          </a:p>
        </p:txBody>
      </p:sp>
      <p:sp>
        <p:nvSpPr>
          <p:cNvPr id="88" name="내용 개체 틀 6"/>
          <p:cNvSpPr txBox="1">
            <a:spLocks/>
          </p:cNvSpPr>
          <p:nvPr/>
        </p:nvSpPr>
        <p:spPr>
          <a:xfrm>
            <a:off x="823202" y="1835407"/>
            <a:ext cx="11486027" cy="520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지우기</a:t>
            </a:r>
            <a:r>
              <a:rPr lang="en-US" altLang="ko-KR" dirty="0"/>
              <a:t>: </a:t>
            </a:r>
            <a:r>
              <a:rPr lang="ko-KR" altLang="en-US" dirty="0"/>
              <a:t>찾은 위치에 해당 값을 삽입한다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9" name="직사각형 88"/>
          <p:cNvSpPr/>
          <p:nvPr/>
        </p:nvSpPr>
        <p:spPr>
          <a:xfrm>
            <a:off x="2201078" y="2569343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90" name="직사각형 89"/>
          <p:cNvSpPr/>
          <p:nvPr/>
        </p:nvSpPr>
        <p:spPr>
          <a:xfrm>
            <a:off x="2832253" y="2569343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91" name="직사각형 90"/>
          <p:cNvSpPr/>
          <p:nvPr/>
        </p:nvSpPr>
        <p:spPr>
          <a:xfrm>
            <a:off x="3473482" y="2566671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</a:t>
            </a:r>
            <a:endParaRPr lang="ko-KR" altLang="en-US" dirty="0"/>
          </a:p>
        </p:txBody>
      </p:sp>
      <p:sp>
        <p:nvSpPr>
          <p:cNvPr id="92" name="직사각형 91"/>
          <p:cNvSpPr/>
          <p:nvPr/>
        </p:nvSpPr>
        <p:spPr>
          <a:xfrm>
            <a:off x="4788731" y="2566671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93" name="직사각형 92"/>
          <p:cNvSpPr/>
          <p:nvPr/>
        </p:nvSpPr>
        <p:spPr>
          <a:xfrm>
            <a:off x="5419906" y="2566671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113" name="직사각형 112"/>
          <p:cNvSpPr/>
          <p:nvPr/>
        </p:nvSpPr>
        <p:spPr>
          <a:xfrm>
            <a:off x="6063765" y="2576253"/>
            <a:ext cx="572058" cy="3545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114" name="직사각형 113"/>
          <p:cNvSpPr/>
          <p:nvPr/>
        </p:nvSpPr>
        <p:spPr>
          <a:xfrm>
            <a:off x="6716787" y="2576253"/>
            <a:ext cx="572058" cy="3545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3953662" y="3294112"/>
            <a:ext cx="980875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itInsert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4135243" y="2576253"/>
            <a:ext cx="572058" cy="354563"/>
          </a:xfrm>
          <a:prstGeom prst="rect">
            <a:avLst/>
          </a:prstGeom>
          <a:solidFill>
            <a:srgbClr val="FF9999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-20</a:t>
            </a:r>
            <a:endParaRPr lang="ko-KR" altLang="en-US" dirty="0"/>
          </a:p>
        </p:txBody>
      </p:sp>
      <p:cxnSp>
        <p:nvCxnSpPr>
          <p:cNvPr id="120" name="직선 화살표 연결선 119"/>
          <p:cNvCxnSpPr/>
          <p:nvPr/>
        </p:nvCxnSpPr>
        <p:spPr>
          <a:xfrm>
            <a:off x="4109676" y="2395663"/>
            <a:ext cx="0" cy="88114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51182" y="5038700"/>
            <a:ext cx="5795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*</a:t>
            </a:r>
            <a:r>
              <a:rPr lang="en-US" altLang="ko-KR" dirty="0" err="1">
                <a:solidFill>
                  <a:srgbClr val="FF0000"/>
                </a:solidFill>
              </a:rPr>
              <a:t>itInsert</a:t>
            </a:r>
            <a:r>
              <a:rPr lang="ko-KR" altLang="en-US" dirty="0">
                <a:solidFill>
                  <a:srgbClr val="FF0000"/>
                </a:solidFill>
              </a:rPr>
              <a:t> 자료구조가 변경되었으므로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 무효한 값이다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037441" y="2561484"/>
            <a:ext cx="109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64</a:t>
            </a:r>
            <a:endParaRPr lang="ko-KR" altLang="en-US" dirty="0"/>
          </a:p>
        </p:txBody>
      </p:sp>
      <p:cxnSp>
        <p:nvCxnSpPr>
          <p:cNvPr id="131" name="직선 화살표 연결선 130"/>
          <p:cNvCxnSpPr/>
          <p:nvPr/>
        </p:nvCxnSpPr>
        <p:spPr>
          <a:xfrm>
            <a:off x="7328739" y="2367190"/>
            <a:ext cx="0" cy="87292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7219631" y="3289649"/>
            <a:ext cx="81119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end()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7358897" y="2586668"/>
            <a:ext cx="572058" cy="35456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cxnSp>
        <p:nvCxnSpPr>
          <p:cNvPr id="134" name="직선 화살표 연결선 133"/>
          <p:cNvCxnSpPr>
            <a:stCxn id="132" idx="1"/>
            <a:endCxn id="133" idx="1"/>
          </p:cNvCxnSpPr>
          <p:nvPr/>
        </p:nvCxnSpPr>
        <p:spPr>
          <a:xfrm flipV="1">
            <a:off x="7219631" y="2763950"/>
            <a:ext cx="139266" cy="7103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endCxn id="119" idx="1"/>
          </p:cNvCxnSpPr>
          <p:nvPr/>
        </p:nvCxnSpPr>
        <p:spPr>
          <a:xfrm flipV="1">
            <a:off x="3939474" y="2753535"/>
            <a:ext cx="195769" cy="7606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2203718" y="3878947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74" name="직사각형 73"/>
          <p:cNvSpPr/>
          <p:nvPr/>
        </p:nvSpPr>
        <p:spPr>
          <a:xfrm>
            <a:off x="2834893" y="3878947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75" name="직사각형 74"/>
          <p:cNvSpPr/>
          <p:nvPr/>
        </p:nvSpPr>
        <p:spPr>
          <a:xfrm>
            <a:off x="3476122" y="3876275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</a:t>
            </a:r>
            <a:endParaRPr lang="ko-KR" altLang="en-US" dirty="0"/>
          </a:p>
        </p:txBody>
      </p:sp>
      <p:sp>
        <p:nvSpPr>
          <p:cNvPr id="76" name="직사각형 75"/>
          <p:cNvSpPr/>
          <p:nvPr/>
        </p:nvSpPr>
        <p:spPr>
          <a:xfrm>
            <a:off x="4154876" y="3876275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77" name="직사각형 76"/>
          <p:cNvSpPr/>
          <p:nvPr/>
        </p:nvSpPr>
        <p:spPr>
          <a:xfrm>
            <a:off x="4786051" y="3876275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78" name="직사각형 77"/>
          <p:cNvSpPr/>
          <p:nvPr/>
        </p:nvSpPr>
        <p:spPr>
          <a:xfrm>
            <a:off x="5429910" y="3885857"/>
            <a:ext cx="572058" cy="3545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79" name="직사각형 78"/>
          <p:cNvSpPr/>
          <p:nvPr/>
        </p:nvSpPr>
        <p:spPr>
          <a:xfrm>
            <a:off x="6082932" y="3885857"/>
            <a:ext cx="572058" cy="3545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3953662" y="4543669"/>
            <a:ext cx="980875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itInsert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577836" y="4543669"/>
            <a:ext cx="81119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end()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6730865" y="3878946"/>
            <a:ext cx="572058" cy="35456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6694467" y="3617094"/>
            <a:ext cx="0" cy="87292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>
            <a:stCxn id="83" idx="1"/>
            <a:endCxn id="94" idx="1"/>
          </p:cNvCxnSpPr>
          <p:nvPr/>
        </p:nvCxnSpPr>
        <p:spPr>
          <a:xfrm flipV="1">
            <a:off x="6577836" y="4056228"/>
            <a:ext cx="153029" cy="6721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7348" y="5646389"/>
            <a:ext cx="9220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※</a:t>
            </a:r>
            <a:r>
              <a:rPr lang="ko-KR" altLang="en-US" b="1" dirty="0">
                <a:solidFill>
                  <a:srgbClr val="FF0000"/>
                </a:solidFill>
              </a:rPr>
              <a:t>만약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리스트였다면 </a:t>
            </a:r>
            <a:r>
              <a:rPr lang="en-US" altLang="ko-KR" b="1" dirty="0" err="1">
                <a:solidFill>
                  <a:srgbClr val="FF0000"/>
                </a:solidFill>
              </a:rPr>
              <a:t>itInsert</a:t>
            </a:r>
            <a:r>
              <a:rPr lang="ko-KR" altLang="en-US" b="1" dirty="0">
                <a:solidFill>
                  <a:srgbClr val="FF0000"/>
                </a:solidFill>
              </a:rPr>
              <a:t>의 값은 유효 할 수 도 있지않을까</a:t>
            </a:r>
            <a:r>
              <a:rPr lang="en-US" altLang="ko-KR" b="1" dirty="0">
                <a:solidFill>
                  <a:srgbClr val="FF0000"/>
                </a:solidFill>
              </a:rPr>
              <a:t>?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  </a:t>
            </a:r>
            <a:r>
              <a:rPr lang="ko-KR" altLang="en-US" dirty="0">
                <a:solidFill>
                  <a:srgbClr val="FF0000"/>
                </a:solidFill>
              </a:rPr>
              <a:t>사라진 값에 의한 정보는 자료구조의 유형에 따라 유효할 수 도 있으나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ko-KR" altLang="en-US" dirty="0">
                <a:solidFill>
                  <a:srgbClr val="FF0000"/>
                </a:solidFill>
              </a:rPr>
              <a:t>  라이브러리 </a:t>
            </a:r>
            <a:r>
              <a:rPr lang="en-US" altLang="ko-KR" dirty="0" err="1">
                <a:solidFill>
                  <a:srgbClr val="FF0000"/>
                </a:solidFill>
              </a:rPr>
              <a:t>api</a:t>
            </a:r>
            <a:r>
              <a:rPr lang="ko-KR" altLang="en-US" dirty="0">
                <a:solidFill>
                  <a:srgbClr val="FF0000"/>
                </a:solidFill>
              </a:rPr>
              <a:t>적 특성을 고려할 때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 호출된 개념의 유효성만으로 따지는 것이 좋다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CEFFE2B8-4C35-8961-1684-BC62FC804FB8}"/>
              </a:ext>
            </a:extLst>
          </p:cNvPr>
          <p:cNvCxnSpPr/>
          <p:nvPr/>
        </p:nvCxnSpPr>
        <p:spPr>
          <a:xfrm>
            <a:off x="2149084" y="2328706"/>
            <a:ext cx="0" cy="87292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B83C7F9-C315-0F25-10B2-965C69210928}"/>
              </a:ext>
            </a:extLst>
          </p:cNvPr>
          <p:cNvSpPr txBox="1"/>
          <p:nvPr/>
        </p:nvSpPr>
        <p:spPr>
          <a:xfrm>
            <a:off x="2366097" y="3325936"/>
            <a:ext cx="97950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begin()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5A6DE57-F30F-C935-364B-FB4615D6055A}"/>
              </a:ext>
            </a:extLst>
          </p:cNvPr>
          <p:cNvCxnSpPr>
            <a:cxnSpLocks/>
            <a:stCxn id="59" idx="1"/>
            <a:endCxn id="89" idx="1"/>
          </p:cNvCxnSpPr>
          <p:nvPr/>
        </p:nvCxnSpPr>
        <p:spPr>
          <a:xfrm flipH="1" flipV="1">
            <a:off x="2201078" y="2746625"/>
            <a:ext cx="165019" cy="7639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26AD253-D7B3-1EA7-ABAB-6A1F24C6686C}"/>
              </a:ext>
            </a:extLst>
          </p:cNvPr>
          <p:cNvCxnSpPr/>
          <p:nvPr/>
        </p:nvCxnSpPr>
        <p:spPr>
          <a:xfrm>
            <a:off x="2124020" y="3618289"/>
            <a:ext cx="0" cy="87292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257F34F-D863-CD45-B4A8-3BB862BDDC85}"/>
              </a:ext>
            </a:extLst>
          </p:cNvPr>
          <p:cNvSpPr txBox="1"/>
          <p:nvPr/>
        </p:nvSpPr>
        <p:spPr>
          <a:xfrm>
            <a:off x="2341033" y="4615519"/>
            <a:ext cx="97950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begin()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AB11CBD1-B492-ED34-2D33-E1D9A77D060C}"/>
              </a:ext>
            </a:extLst>
          </p:cNvPr>
          <p:cNvCxnSpPr>
            <a:cxnSpLocks/>
            <a:stCxn id="62" idx="1"/>
            <a:endCxn id="72" idx="1"/>
          </p:cNvCxnSpPr>
          <p:nvPr/>
        </p:nvCxnSpPr>
        <p:spPr>
          <a:xfrm flipH="1" flipV="1">
            <a:off x="2203718" y="4056229"/>
            <a:ext cx="137315" cy="7439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7601BA6F-B956-A138-AD18-276FDA80D51A}"/>
              </a:ext>
            </a:extLst>
          </p:cNvPr>
          <p:cNvCxnSpPr/>
          <p:nvPr/>
        </p:nvCxnSpPr>
        <p:spPr>
          <a:xfrm>
            <a:off x="4109676" y="3670745"/>
            <a:ext cx="0" cy="872924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932EAE6-8611-3440-AFB4-60575F1344B0}"/>
              </a:ext>
            </a:extLst>
          </p:cNvPr>
          <p:cNvSpPr txBox="1"/>
          <p:nvPr/>
        </p:nvSpPr>
        <p:spPr>
          <a:xfrm>
            <a:off x="2437548" y="4205599"/>
            <a:ext cx="177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it = Begin()+3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77CAF7E-BD74-C926-4F15-78965C611A8B}"/>
              </a:ext>
            </a:extLst>
          </p:cNvPr>
          <p:cNvSpPr txBox="1"/>
          <p:nvPr/>
        </p:nvSpPr>
        <p:spPr>
          <a:xfrm>
            <a:off x="4812254" y="4215553"/>
            <a:ext cx="1643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it = End()-3</a:t>
            </a:r>
            <a:endParaRPr lang="ko-KR" altLang="en-US" dirty="0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89C6379B-BFF9-3B5B-7104-249CA6C02BC7}"/>
              </a:ext>
            </a:extLst>
          </p:cNvPr>
          <p:cNvCxnSpPr/>
          <p:nvPr/>
        </p:nvCxnSpPr>
        <p:spPr>
          <a:xfrm>
            <a:off x="4757733" y="3658981"/>
            <a:ext cx="0" cy="872924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38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#reverse(), clear()</a:t>
            </a:r>
            <a:endParaRPr lang="ko-KR" altLang="en-US" dirty="0"/>
          </a:p>
        </p:txBody>
      </p:sp>
      <p:sp>
        <p:nvSpPr>
          <p:cNvPr id="88" name="내용 개체 틀 6"/>
          <p:cNvSpPr txBox="1">
            <a:spLocks/>
          </p:cNvSpPr>
          <p:nvPr/>
        </p:nvSpPr>
        <p:spPr>
          <a:xfrm>
            <a:off x="823202" y="1835407"/>
            <a:ext cx="11486027" cy="520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뒤집기</a:t>
            </a:r>
            <a:r>
              <a:rPr lang="en-US" altLang="ko-KR" dirty="0"/>
              <a:t>: </a:t>
            </a:r>
            <a:r>
              <a:rPr lang="ko-KR" altLang="en-US" dirty="0"/>
              <a:t>모든 원소를 거꾸로 뒤집는다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2" name="TextBox 121"/>
          <p:cNvSpPr txBox="1"/>
          <p:nvPr/>
        </p:nvSpPr>
        <p:spPr>
          <a:xfrm>
            <a:off x="1080000" y="3995608"/>
            <a:ext cx="109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78</a:t>
            </a:r>
            <a:endParaRPr lang="ko-KR" altLang="en-US" dirty="0"/>
          </a:p>
        </p:txBody>
      </p:sp>
      <p:sp>
        <p:nvSpPr>
          <p:cNvPr id="72" name="직사각형 71"/>
          <p:cNvSpPr/>
          <p:nvPr/>
        </p:nvSpPr>
        <p:spPr>
          <a:xfrm>
            <a:off x="2315741" y="2596588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74" name="직사각형 73"/>
          <p:cNvSpPr/>
          <p:nvPr/>
        </p:nvSpPr>
        <p:spPr>
          <a:xfrm>
            <a:off x="2946916" y="2596588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75" name="직사각형 74"/>
          <p:cNvSpPr/>
          <p:nvPr/>
        </p:nvSpPr>
        <p:spPr>
          <a:xfrm>
            <a:off x="3588145" y="2593916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</a:t>
            </a:r>
            <a:endParaRPr lang="ko-KR" altLang="en-US" dirty="0"/>
          </a:p>
        </p:txBody>
      </p:sp>
      <p:sp>
        <p:nvSpPr>
          <p:cNvPr id="76" name="직사각형 75"/>
          <p:cNvSpPr/>
          <p:nvPr/>
        </p:nvSpPr>
        <p:spPr>
          <a:xfrm>
            <a:off x="4266899" y="2593916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77" name="직사각형 76"/>
          <p:cNvSpPr/>
          <p:nvPr/>
        </p:nvSpPr>
        <p:spPr>
          <a:xfrm>
            <a:off x="4898074" y="2593916"/>
            <a:ext cx="572058" cy="354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78" name="직사각형 77"/>
          <p:cNvSpPr/>
          <p:nvPr/>
        </p:nvSpPr>
        <p:spPr>
          <a:xfrm>
            <a:off x="5541933" y="2603498"/>
            <a:ext cx="572058" cy="3545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79" name="직사각형 78"/>
          <p:cNvSpPr/>
          <p:nvPr/>
        </p:nvSpPr>
        <p:spPr>
          <a:xfrm>
            <a:off x="6194955" y="2603498"/>
            <a:ext cx="572058" cy="3545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6941500" y="3324963"/>
            <a:ext cx="81119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end()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6842888" y="2596587"/>
            <a:ext cx="572058" cy="35456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6806490" y="2334735"/>
            <a:ext cx="0" cy="87292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>
            <a:stCxn id="83" idx="1"/>
            <a:endCxn id="94" idx="1"/>
          </p:cNvCxnSpPr>
          <p:nvPr/>
        </p:nvCxnSpPr>
        <p:spPr>
          <a:xfrm flipH="1" flipV="1">
            <a:off x="6842888" y="2773869"/>
            <a:ext cx="98612" cy="7357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521481" y="3337014"/>
            <a:ext cx="106666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begin()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59" name="직선 화살표 연결선 58"/>
          <p:cNvCxnSpPr/>
          <p:nvPr/>
        </p:nvCxnSpPr>
        <p:spPr>
          <a:xfrm>
            <a:off x="2288333" y="2398417"/>
            <a:ext cx="0" cy="87292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58" idx="1"/>
            <a:endCxn id="72" idx="1"/>
          </p:cNvCxnSpPr>
          <p:nvPr/>
        </p:nvCxnSpPr>
        <p:spPr>
          <a:xfrm flipH="1" flipV="1">
            <a:off x="2315741" y="2773870"/>
            <a:ext cx="205740" cy="7478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2315741" y="3988698"/>
            <a:ext cx="572058" cy="3545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68" name="직사각형 67"/>
          <p:cNvSpPr/>
          <p:nvPr/>
        </p:nvSpPr>
        <p:spPr>
          <a:xfrm>
            <a:off x="2946916" y="3988698"/>
            <a:ext cx="572058" cy="3545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70" name="직사각형 69"/>
          <p:cNvSpPr/>
          <p:nvPr/>
        </p:nvSpPr>
        <p:spPr>
          <a:xfrm>
            <a:off x="3588145" y="3986026"/>
            <a:ext cx="572058" cy="3545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71" name="직사각형 70"/>
          <p:cNvSpPr/>
          <p:nvPr/>
        </p:nvSpPr>
        <p:spPr>
          <a:xfrm>
            <a:off x="4266899" y="3986026"/>
            <a:ext cx="572058" cy="3545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73" name="직사각형 72"/>
          <p:cNvSpPr/>
          <p:nvPr/>
        </p:nvSpPr>
        <p:spPr>
          <a:xfrm>
            <a:off x="4898074" y="3986026"/>
            <a:ext cx="572058" cy="3545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</a:t>
            </a:r>
            <a:endParaRPr lang="ko-KR" altLang="en-US" dirty="0"/>
          </a:p>
        </p:txBody>
      </p:sp>
      <p:sp>
        <p:nvSpPr>
          <p:cNvPr id="81" name="직사각형 80"/>
          <p:cNvSpPr/>
          <p:nvPr/>
        </p:nvSpPr>
        <p:spPr>
          <a:xfrm>
            <a:off x="5541933" y="3995608"/>
            <a:ext cx="572058" cy="3545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82" name="직사각형 81"/>
          <p:cNvSpPr/>
          <p:nvPr/>
        </p:nvSpPr>
        <p:spPr>
          <a:xfrm>
            <a:off x="6194955" y="3995608"/>
            <a:ext cx="572058" cy="3545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84" name="직사각형 83"/>
          <p:cNvSpPr/>
          <p:nvPr/>
        </p:nvSpPr>
        <p:spPr>
          <a:xfrm>
            <a:off x="6842888" y="3988697"/>
            <a:ext cx="572058" cy="35456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cxnSp>
        <p:nvCxnSpPr>
          <p:cNvPr id="85" name="직선 화살표 연결선 84"/>
          <p:cNvCxnSpPr/>
          <p:nvPr/>
        </p:nvCxnSpPr>
        <p:spPr>
          <a:xfrm>
            <a:off x="6806490" y="3726845"/>
            <a:ext cx="0" cy="872924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>
            <a:off x="2288333" y="3790527"/>
            <a:ext cx="0" cy="872924"/>
          </a:xfrm>
          <a:prstGeom prst="straightConnector1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6927866" y="4678530"/>
            <a:ext cx="811195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end()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96" name="직선 화살표 연결선 95"/>
          <p:cNvCxnSpPr>
            <a:stCxn id="87" idx="1"/>
          </p:cNvCxnSpPr>
          <p:nvPr/>
        </p:nvCxnSpPr>
        <p:spPr>
          <a:xfrm flipH="1" flipV="1">
            <a:off x="6829254" y="4127436"/>
            <a:ext cx="98612" cy="7357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2507847" y="4690581"/>
            <a:ext cx="1066664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begin()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99" name="직선 화살표 연결선 98"/>
          <p:cNvCxnSpPr>
            <a:stCxn id="98" idx="1"/>
          </p:cNvCxnSpPr>
          <p:nvPr/>
        </p:nvCxnSpPr>
        <p:spPr>
          <a:xfrm flipH="1" flipV="1">
            <a:off x="2302107" y="4127437"/>
            <a:ext cx="205740" cy="7478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051122" y="5756932"/>
            <a:ext cx="109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78</a:t>
            </a:r>
            <a:endParaRPr lang="ko-KR" altLang="en-US" dirty="0"/>
          </a:p>
        </p:txBody>
      </p:sp>
      <p:sp>
        <p:nvSpPr>
          <p:cNvPr id="101" name="직사각형 100"/>
          <p:cNvSpPr/>
          <p:nvPr/>
        </p:nvSpPr>
        <p:spPr>
          <a:xfrm>
            <a:off x="2286863" y="5750022"/>
            <a:ext cx="572058" cy="354563"/>
          </a:xfrm>
          <a:prstGeom prst="rect">
            <a:avLst/>
          </a:prstGeom>
          <a:solidFill>
            <a:srgbClr val="FF9999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102" name="직사각형 101"/>
          <p:cNvSpPr/>
          <p:nvPr/>
        </p:nvSpPr>
        <p:spPr>
          <a:xfrm>
            <a:off x="2918038" y="5750022"/>
            <a:ext cx="572058" cy="354563"/>
          </a:xfrm>
          <a:prstGeom prst="rect">
            <a:avLst/>
          </a:prstGeom>
          <a:solidFill>
            <a:srgbClr val="FF9999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103" name="직사각형 102"/>
          <p:cNvSpPr/>
          <p:nvPr/>
        </p:nvSpPr>
        <p:spPr>
          <a:xfrm>
            <a:off x="3559267" y="5747350"/>
            <a:ext cx="572058" cy="354563"/>
          </a:xfrm>
          <a:prstGeom prst="rect">
            <a:avLst/>
          </a:prstGeom>
          <a:solidFill>
            <a:srgbClr val="FF9999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104" name="직사각형 103"/>
          <p:cNvSpPr/>
          <p:nvPr/>
        </p:nvSpPr>
        <p:spPr>
          <a:xfrm>
            <a:off x="4238021" y="5747350"/>
            <a:ext cx="572058" cy="354563"/>
          </a:xfrm>
          <a:prstGeom prst="rect">
            <a:avLst/>
          </a:prstGeom>
          <a:solidFill>
            <a:srgbClr val="FF9999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105" name="직사각형 104"/>
          <p:cNvSpPr/>
          <p:nvPr/>
        </p:nvSpPr>
        <p:spPr>
          <a:xfrm>
            <a:off x="4869196" y="5747350"/>
            <a:ext cx="572058" cy="354563"/>
          </a:xfrm>
          <a:prstGeom prst="rect">
            <a:avLst/>
          </a:prstGeom>
          <a:solidFill>
            <a:srgbClr val="FF9999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80</a:t>
            </a:r>
            <a:endParaRPr lang="ko-KR" altLang="en-US" dirty="0"/>
          </a:p>
        </p:txBody>
      </p:sp>
      <p:sp>
        <p:nvSpPr>
          <p:cNvPr id="106" name="직사각형 105"/>
          <p:cNvSpPr/>
          <p:nvPr/>
        </p:nvSpPr>
        <p:spPr>
          <a:xfrm>
            <a:off x="5513055" y="5756932"/>
            <a:ext cx="572058" cy="354563"/>
          </a:xfrm>
          <a:prstGeom prst="rect">
            <a:avLst/>
          </a:prstGeom>
          <a:solidFill>
            <a:srgbClr val="FF9999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107" name="직사각형 106"/>
          <p:cNvSpPr/>
          <p:nvPr/>
        </p:nvSpPr>
        <p:spPr>
          <a:xfrm>
            <a:off x="6166077" y="5756932"/>
            <a:ext cx="572058" cy="354563"/>
          </a:xfrm>
          <a:prstGeom prst="rect">
            <a:avLst/>
          </a:prstGeom>
          <a:solidFill>
            <a:srgbClr val="FF9999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108" name="직사각형 107"/>
          <p:cNvSpPr/>
          <p:nvPr/>
        </p:nvSpPr>
        <p:spPr>
          <a:xfrm>
            <a:off x="6814010" y="5750021"/>
            <a:ext cx="572058" cy="35456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-10</a:t>
            </a:r>
            <a:endParaRPr lang="ko-KR" altLang="en-US" dirty="0"/>
          </a:p>
        </p:txBody>
      </p:sp>
      <p:cxnSp>
        <p:nvCxnSpPr>
          <p:cNvPr id="109" name="직선 화살표 연결선 108"/>
          <p:cNvCxnSpPr/>
          <p:nvPr/>
        </p:nvCxnSpPr>
        <p:spPr>
          <a:xfrm>
            <a:off x="2259455" y="5551851"/>
            <a:ext cx="0" cy="87292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6898988" y="6439854"/>
            <a:ext cx="811195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end()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478969" y="6451905"/>
            <a:ext cx="1066664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begin()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15" name="직선 화살표 연결선 114"/>
          <p:cNvCxnSpPr>
            <a:stCxn id="112" idx="1"/>
          </p:cNvCxnSpPr>
          <p:nvPr/>
        </p:nvCxnSpPr>
        <p:spPr>
          <a:xfrm flipH="1" flipV="1">
            <a:off x="2273229" y="5888761"/>
            <a:ext cx="205740" cy="7478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내용 개체 틀 6"/>
          <p:cNvSpPr txBox="1">
            <a:spLocks/>
          </p:cNvSpPr>
          <p:nvPr/>
        </p:nvSpPr>
        <p:spPr>
          <a:xfrm>
            <a:off x="823201" y="5056108"/>
            <a:ext cx="11486027" cy="520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모두삭제</a:t>
            </a:r>
            <a:r>
              <a:rPr lang="en-US" altLang="ko-KR" dirty="0"/>
              <a:t>: </a:t>
            </a:r>
            <a:r>
              <a:rPr lang="ko-KR" altLang="en-US" dirty="0"/>
              <a:t>모든 원소를 제거한다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118" name="직선 화살표 연결선 117"/>
          <p:cNvCxnSpPr/>
          <p:nvPr/>
        </p:nvCxnSpPr>
        <p:spPr>
          <a:xfrm>
            <a:off x="6800376" y="5488169"/>
            <a:ext cx="0" cy="87292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>
            <a:stCxn id="110" idx="1"/>
          </p:cNvCxnSpPr>
          <p:nvPr/>
        </p:nvCxnSpPr>
        <p:spPr>
          <a:xfrm flipH="1" flipV="1">
            <a:off x="6800376" y="5888760"/>
            <a:ext cx="98612" cy="7357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30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#</a:t>
            </a:r>
            <a:r>
              <a:rPr lang="ko-KR" altLang="en-US" dirty="0" err="1"/>
              <a:t>기초문제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62037"/>
          </a:xfrm>
        </p:spPr>
        <p:txBody>
          <a:bodyPr>
            <a:normAutofit/>
          </a:bodyPr>
          <a:lstStyle/>
          <a:p>
            <a:r>
              <a:rPr lang="ko-KR" altLang="en-US" dirty="0"/>
              <a:t>벡터와 배열의 차이점은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벡터</a:t>
            </a:r>
            <a:r>
              <a:rPr lang="en-US" altLang="ko-KR" dirty="0"/>
              <a:t>(STL)</a:t>
            </a:r>
            <a:r>
              <a:rPr lang="ko-KR" altLang="en-US" dirty="0"/>
              <a:t>에서 만약 원하는 데이터를 찾지 못 한다면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어떤 값이 반환되는가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벡터</a:t>
            </a:r>
            <a:r>
              <a:rPr lang="en-US" altLang="ko-KR" dirty="0"/>
              <a:t>(STL)</a:t>
            </a:r>
            <a:r>
              <a:rPr lang="ko-KR" altLang="en-US" dirty="0"/>
              <a:t>에서 삽입</a:t>
            </a:r>
            <a:r>
              <a:rPr lang="en-US" altLang="ko-KR" dirty="0"/>
              <a:t>(insert)</a:t>
            </a:r>
            <a:r>
              <a:rPr lang="ko-KR" altLang="en-US" dirty="0"/>
              <a:t>시 어디에 추가되는가</a:t>
            </a:r>
            <a:r>
              <a:rPr lang="en-US" altLang="ko-KR" dirty="0"/>
              <a:t>? </a:t>
            </a:r>
            <a:br>
              <a:rPr lang="en-US" altLang="ko-KR" dirty="0"/>
            </a:br>
            <a:r>
              <a:rPr lang="ko-KR" altLang="en-US" dirty="0"/>
              <a:t>그 이유는 무엇인가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벡터</a:t>
            </a:r>
            <a:r>
              <a:rPr lang="en-US" altLang="ko-KR" dirty="0"/>
              <a:t>(STL)</a:t>
            </a:r>
            <a:r>
              <a:rPr lang="ko-KR" altLang="en-US" dirty="0"/>
              <a:t>에 </a:t>
            </a:r>
            <a:r>
              <a:rPr lang="en-US" altLang="ko-KR" dirty="0"/>
              <a:t>begin()</a:t>
            </a:r>
            <a:r>
              <a:rPr lang="ko-KR" altLang="en-US" dirty="0"/>
              <a:t>은 연결리스트의 </a:t>
            </a:r>
            <a:r>
              <a:rPr lang="en-US" altLang="ko-KR" dirty="0" err="1"/>
              <a:t>pBegin</a:t>
            </a:r>
            <a:r>
              <a:rPr lang="ko-KR" altLang="en-US" dirty="0"/>
              <a:t>과 같지만 </a:t>
            </a:r>
            <a:r>
              <a:rPr lang="en-US" altLang="ko-KR" dirty="0"/>
              <a:t>end()</a:t>
            </a:r>
            <a:r>
              <a:rPr lang="ko-KR" altLang="en-US" dirty="0"/>
              <a:t>와 </a:t>
            </a:r>
            <a:r>
              <a:rPr lang="en-US" altLang="ko-KR" dirty="0" err="1"/>
              <a:t>pEnd</a:t>
            </a:r>
            <a:r>
              <a:rPr lang="ko-KR" altLang="en-US" dirty="0"/>
              <a:t>는 다르다 무엇이 다른가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벡터</a:t>
            </a:r>
            <a:r>
              <a:rPr lang="en-US" altLang="ko-KR" dirty="0"/>
              <a:t>(STL)</a:t>
            </a:r>
            <a:r>
              <a:rPr lang="ko-KR" altLang="en-US" dirty="0"/>
              <a:t>에 </a:t>
            </a:r>
            <a:r>
              <a:rPr lang="ko-KR" altLang="en-US" dirty="0" err="1"/>
              <a:t>비어있다는</a:t>
            </a:r>
            <a:r>
              <a:rPr lang="ko-KR" altLang="en-US" dirty="0"/>
              <a:t> 것은 어떻게 알 수 있을까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 err="1"/>
              <a:t>확인할수있는</a:t>
            </a:r>
            <a:r>
              <a:rPr lang="ko-KR" altLang="en-US" dirty="0"/>
              <a:t> 논리적방법과 호출함수를 찾아보자</a:t>
            </a:r>
            <a:r>
              <a:rPr lang="en-US" altLang="ko-KR" dirty="0"/>
              <a:t>.)</a:t>
            </a:r>
          </a:p>
          <a:p>
            <a:r>
              <a:rPr lang="ko-KR" altLang="en-US" dirty="0" err="1"/>
              <a:t>이터레이터는</a:t>
            </a:r>
            <a:r>
              <a:rPr lang="ko-KR" altLang="en-US" dirty="0"/>
              <a:t> 포인터와 유사하다 차이점은 무엇인가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7068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 #</a:t>
            </a:r>
            <a:r>
              <a:rPr lang="ko-KR" altLang="en-US" dirty="0"/>
              <a:t>학습목표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71127"/>
          </a:xfrm>
        </p:spPr>
        <p:txBody>
          <a:bodyPr>
            <a:normAutofit/>
          </a:bodyPr>
          <a:lstStyle/>
          <a:p>
            <a:r>
              <a:rPr lang="ko-KR" altLang="en-US" dirty="0"/>
              <a:t>자료구조에 </a:t>
            </a:r>
            <a:r>
              <a:rPr lang="ko-KR" altLang="en-US" dirty="0">
                <a:solidFill>
                  <a:schemeClr val="accent5"/>
                </a:solidFill>
              </a:rPr>
              <a:t>이중연결리스트</a:t>
            </a:r>
            <a:r>
              <a:rPr lang="ko-KR" altLang="en-US" dirty="0"/>
              <a:t>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STL</a:t>
            </a:r>
            <a:r>
              <a:rPr lang="ko-KR" altLang="en-US" dirty="0"/>
              <a:t>은 기본적으로 호출하는 </a:t>
            </a:r>
            <a:r>
              <a:rPr lang="en-US" altLang="ko-KR" dirty="0" err="1"/>
              <a:t>api</a:t>
            </a:r>
            <a:r>
              <a:rPr lang="ko-KR" altLang="en-US" dirty="0"/>
              <a:t>가 </a:t>
            </a:r>
            <a:r>
              <a:rPr lang="ko-KR" altLang="en-US" dirty="0" err="1"/>
              <a:t>통합되어있으므로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기존의 </a:t>
            </a:r>
            <a:r>
              <a:rPr lang="en-US" altLang="ko-KR" dirty="0"/>
              <a:t>vector</a:t>
            </a:r>
            <a:r>
              <a:rPr lang="ko-KR" altLang="en-US" dirty="0"/>
              <a:t>예제를 그대로 이용하여 </a:t>
            </a:r>
            <a:r>
              <a:rPr lang="en-US" altLang="ko-KR" dirty="0" err="1"/>
              <a:t>ListMain</a:t>
            </a:r>
            <a:r>
              <a:rPr lang="en-US" altLang="ko-KR" dirty="0"/>
              <a:t>()</a:t>
            </a:r>
            <a:r>
              <a:rPr lang="ko-KR" altLang="en-US" dirty="0"/>
              <a:t>을 만든다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컨테이너만 </a:t>
            </a:r>
            <a:r>
              <a:rPr lang="en-US" altLang="ko-KR" dirty="0"/>
              <a:t>list</a:t>
            </a:r>
            <a:r>
              <a:rPr lang="ko-KR" altLang="en-US" dirty="0"/>
              <a:t>로 변경하고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컴파일 </a:t>
            </a:r>
            <a:r>
              <a:rPr lang="ko-KR" altLang="en-US" dirty="0" err="1"/>
              <a:t>오류나는</a:t>
            </a:r>
            <a:r>
              <a:rPr lang="ko-KR" altLang="en-US" dirty="0"/>
              <a:t> 부분을 고치면서</a:t>
            </a:r>
            <a:r>
              <a:rPr lang="en-US" altLang="ko-KR" dirty="0"/>
              <a:t>, </a:t>
            </a:r>
            <a:r>
              <a:rPr lang="ko-KR" altLang="en-US" dirty="0"/>
              <a:t>리스트와 배열의 차이에 대하여 생각해보고</a:t>
            </a:r>
            <a:r>
              <a:rPr lang="en-US" altLang="ko-KR" dirty="0"/>
              <a:t>, </a:t>
            </a:r>
            <a:r>
              <a:rPr lang="ko-KR" altLang="en-US" dirty="0"/>
              <a:t>추가</a:t>
            </a:r>
            <a:r>
              <a:rPr lang="en-US" altLang="ko-KR" dirty="0"/>
              <a:t>/</a:t>
            </a:r>
            <a:r>
              <a:rPr lang="ko-KR" altLang="en-US" dirty="0"/>
              <a:t>삭제된 </a:t>
            </a:r>
            <a:r>
              <a:rPr lang="en-US" altLang="ko-KR" dirty="0" err="1"/>
              <a:t>api</a:t>
            </a:r>
            <a:r>
              <a:rPr lang="ko-KR" altLang="en-US" dirty="0"/>
              <a:t>가 무엇이 있는지 확인해보자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661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 #</a:t>
            </a:r>
            <a:r>
              <a:rPr lang="ko-KR" altLang="en-US" dirty="0"/>
              <a:t>학습 과제</a:t>
            </a:r>
          </a:p>
        </p:txBody>
      </p:sp>
      <p:sp>
        <p:nvSpPr>
          <p:cNvPr id="88" name="내용 개체 틀 6"/>
          <p:cNvSpPr txBox="1">
            <a:spLocks/>
          </p:cNvSpPr>
          <p:nvPr/>
        </p:nvSpPr>
        <p:spPr>
          <a:xfrm>
            <a:off x="823202" y="1835407"/>
            <a:ext cx="11486027" cy="4407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리스트는 배열처럼 연속적이지 않으므로</a:t>
            </a:r>
            <a:r>
              <a:rPr lang="en-US" altLang="ko-KR" dirty="0"/>
              <a:t>, </a:t>
            </a:r>
            <a:r>
              <a:rPr lang="ko-KR" altLang="en-US" dirty="0"/>
              <a:t>인덱스를 이용한 접근은 불가능하므로 </a:t>
            </a:r>
            <a:r>
              <a:rPr lang="ko-KR" altLang="en-US" dirty="0" err="1">
                <a:solidFill>
                  <a:schemeClr val="accent5"/>
                </a:solidFill>
              </a:rPr>
              <a:t>이터레이터</a:t>
            </a:r>
            <a:r>
              <a:rPr lang="ko-KR" altLang="en-US" dirty="0" err="1"/>
              <a:t>만</a:t>
            </a:r>
            <a:r>
              <a:rPr lang="ko-KR" altLang="en-US" dirty="0"/>
              <a:t> 사용 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이중 </a:t>
            </a:r>
            <a:r>
              <a:rPr lang="ko-KR" altLang="en-US" dirty="0" err="1"/>
              <a:t>연결리스트이므로</a:t>
            </a:r>
            <a:r>
              <a:rPr lang="ko-KR" altLang="en-US" dirty="0"/>
              <a:t> 이전 노드에 접근도 가능하다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어떻게 하면 </a:t>
            </a:r>
            <a:r>
              <a:rPr lang="ko-KR" altLang="en-US" dirty="0">
                <a:solidFill>
                  <a:schemeClr val="accent5"/>
                </a:solidFill>
              </a:rPr>
              <a:t>이전 노드에 접근 </a:t>
            </a:r>
            <a:r>
              <a:rPr lang="ko-KR" altLang="en-US" dirty="0"/>
              <a:t>가능할까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리스트는 삽입이 자유로우므로 뒤 뿐만 아니라 </a:t>
            </a:r>
            <a:r>
              <a:rPr lang="ko-KR" altLang="en-US" dirty="0">
                <a:solidFill>
                  <a:schemeClr val="accent5"/>
                </a:solidFill>
              </a:rPr>
              <a:t>앞도 추가 </a:t>
            </a:r>
            <a:r>
              <a:rPr lang="ko-KR" altLang="en-US" dirty="0"/>
              <a:t>가능하다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510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STL Library #</a:t>
            </a:r>
            <a:r>
              <a:rPr lang="ko-KR" altLang="en-US" dirty="0"/>
              <a:t>학습 과제</a:t>
            </a:r>
          </a:p>
        </p:txBody>
      </p:sp>
      <p:sp>
        <p:nvSpPr>
          <p:cNvPr id="88" name="내용 개체 틀 6"/>
          <p:cNvSpPr txBox="1">
            <a:spLocks/>
          </p:cNvSpPr>
          <p:nvPr/>
        </p:nvSpPr>
        <p:spPr>
          <a:xfrm>
            <a:off x="823202" y="1835407"/>
            <a:ext cx="11486027" cy="4407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Deque:</a:t>
            </a:r>
            <a:r>
              <a:rPr lang="ko-KR" altLang="en-US" dirty="0"/>
              <a:t> 앞뒤로 추가 가능하며</a:t>
            </a:r>
            <a:r>
              <a:rPr lang="en-US" altLang="ko-KR" dirty="0"/>
              <a:t>, </a:t>
            </a:r>
            <a:r>
              <a:rPr lang="ko-KR" altLang="en-US" dirty="0" err="1"/>
              <a:t>랜덤엑세스를</a:t>
            </a:r>
            <a:r>
              <a:rPr lang="ko-KR" altLang="en-US" dirty="0"/>
              <a:t> 지원한다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리스트는 삽입이 자유로우므로 뒤 뿐만 아니라 앞도 추가 가능하다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Queue: </a:t>
            </a:r>
            <a:r>
              <a:rPr lang="ko-KR" altLang="en-US" dirty="0"/>
              <a:t>앞에 추가되고</a:t>
            </a:r>
            <a:r>
              <a:rPr lang="en-US" altLang="ko-KR" dirty="0"/>
              <a:t>,</a:t>
            </a:r>
            <a:r>
              <a:rPr lang="ko-KR" altLang="en-US" dirty="0"/>
              <a:t> 뒤에서 삭제된다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Stack:</a:t>
            </a:r>
            <a:r>
              <a:rPr lang="ko-KR" altLang="en-US" dirty="0"/>
              <a:t> 뒤에 추가되고</a:t>
            </a:r>
            <a:r>
              <a:rPr lang="en-US" altLang="ko-KR" dirty="0"/>
              <a:t>, </a:t>
            </a:r>
            <a:r>
              <a:rPr lang="ko-KR" altLang="en-US" dirty="0"/>
              <a:t>뒤에 삭제된다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Priority Queue: </a:t>
            </a:r>
            <a:r>
              <a:rPr lang="ko-KR" altLang="en-US" dirty="0"/>
              <a:t>첫번째 값은 가장 큰 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Set: </a:t>
            </a:r>
            <a:r>
              <a:rPr lang="ko-KR" altLang="en-US" dirty="0"/>
              <a:t>추가 삭제가 가능하다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Map:</a:t>
            </a:r>
            <a:r>
              <a:rPr lang="ko-KR" altLang="en-US" dirty="0"/>
              <a:t> 키 값을 주면 해당 값을 찾을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Unordered Map(HashMap): </a:t>
            </a:r>
            <a:r>
              <a:rPr lang="ko-KR" altLang="en-US" dirty="0" err="1"/>
              <a:t>해시맵</a:t>
            </a:r>
            <a:r>
              <a:rPr lang="en-US" altLang="ko-KR" dirty="0"/>
              <a:t>(</a:t>
            </a:r>
            <a:r>
              <a:rPr lang="ko-KR" altLang="en-US" dirty="0"/>
              <a:t>인터페이스는 </a:t>
            </a:r>
            <a:r>
              <a:rPr lang="en-US" altLang="ko-KR" dirty="0"/>
              <a:t>Map</a:t>
            </a:r>
            <a:r>
              <a:rPr lang="ko-KR" altLang="en-US" dirty="0"/>
              <a:t>과 같다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285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8000" dirty="0"/>
              <a:t>Q&amp;A</a:t>
            </a:r>
            <a:endParaRPr lang="ko-KR" altLang="en-US" sz="8000" dirty="0"/>
          </a:p>
        </p:txBody>
      </p:sp>
      <p:sp>
        <p:nvSpPr>
          <p:cNvPr id="72" name="내용 개체 틀 2"/>
          <p:cNvSpPr txBox="1">
            <a:spLocks/>
          </p:cNvSpPr>
          <p:nvPr/>
        </p:nvSpPr>
        <p:spPr>
          <a:xfrm>
            <a:off x="5815474" y="2335442"/>
            <a:ext cx="6376526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/>
          </a:p>
        </p:txBody>
      </p:sp>
      <p:sp>
        <p:nvSpPr>
          <p:cNvPr id="82" name="내용 개체 틀 2"/>
          <p:cNvSpPr>
            <a:spLocks noGrp="1"/>
          </p:cNvSpPr>
          <p:nvPr>
            <p:ph idx="1"/>
          </p:nvPr>
        </p:nvSpPr>
        <p:spPr>
          <a:xfrm>
            <a:off x="838200" y="3047999"/>
            <a:ext cx="10515600" cy="12446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sz="6000" dirty="0"/>
              <a:t>감사합니다</a:t>
            </a:r>
            <a:r>
              <a:rPr lang="en-US" altLang="ko-KR" sz="6000" dirty="0"/>
              <a:t>!</a:t>
            </a:r>
            <a:endParaRPr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12549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2" grpId="0" build="p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50800"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4150</TotalTime>
  <Words>1235</Words>
  <Application>Microsoft Office PowerPoint</Application>
  <PresentationFormat>와이드스크린</PresentationFormat>
  <Paragraphs>430</Paragraphs>
  <Slides>14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STL 라이브러리 #정의</vt:lpstr>
      <vt:lpstr>STL 라이브러리 #용어</vt:lpstr>
      <vt:lpstr>STL 라이브러리 #학습목표</vt:lpstr>
      <vt:lpstr>Vector #학습목표</vt:lpstr>
      <vt:lpstr>Vector #resize(), push_back()</vt:lpstr>
      <vt:lpstr>Vector #크기가 변경될 때 알고리즘.</vt:lpstr>
      <vt:lpstr>Vector #find(), insert()</vt:lpstr>
      <vt:lpstr>Vector #erase(),it 임의접근</vt:lpstr>
      <vt:lpstr>Vector #reverse(), clear()</vt:lpstr>
      <vt:lpstr>Vector #기초문제</vt:lpstr>
      <vt:lpstr>List #학습목표</vt:lpstr>
      <vt:lpstr>List #학습 과제</vt:lpstr>
      <vt:lpstr>STL Library #학습 과제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자료구조</dc:title>
  <dc:creator>khg</dc:creator>
  <cp:lastModifiedBy>김 홍규</cp:lastModifiedBy>
  <cp:revision>193</cp:revision>
  <dcterms:created xsi:type="dcterms:W3CDTF">2017-05-19T03:02:09Z</dcterms:created>
  <dcterms:modified xsi:type="dcterms:W3CDTF">2025-05-14T00:23:18Z</dcterms:modified>
</cp:coreProperties>
</file>