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C5D71-4FF1-4A75-B503-9F4BE4E0920F}" v="1" dt="2022-04-12T04:06:19.713"/>
  </p1510:revLst>
</p1510:revInfo>
</file>

<file path=ppt/tableStyles.xml><?xml version="1.0" encoding="utf-8"?>
<a:tblStyleLst xmlns:a="http://schemas.openxmlformats.org/drawingml/2006/main" def="{0E042B12-1521-4C4B-8206-C116F1896D26}">
  <a:tblStyle styleId="{0E042B12-1521-4C4B-8206-C116F1896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096C5D71-4FF1-4A75-B503-9F4BE4E0920F}"/>
    <pc:docChg chg="custSel modSld">
      <pc:chgData name="김 홍규" userId="6d16d8e1c579a2a2" providerId="LiveId" clId="{096C5D71-4FF1-4A75-B503-9F4BE4E0920F}" dt="2022-04-12T04:06:21.242" v="3" actId="27636"/>
      <pc:docMkLst>
        <pc:docMk/>
      </pc:docMkLst>
      <pc:sldChg chg="modSp mod">
        <pc:chgData name="김 홍규" userId="6d16d8e1c579a2a2" providerId="LiveId" clId="{096C5D71-4FF1-4A75-B503-9F4BE4E0920F}" dt="2022-04-12T04:06:21.242" v="3" actId="27636"/>
        <pc:sldMkLst>
          <pc:docMk/>
          <pc:sldMk cId="0" sldId="257"/>
        </pc:sldMkLst>
        <pc:spChg chg="mod">
          <ac:chgData name="김 홍규" userId="6d16d8e1c579a2a2" providerId="LiveId" clId="{096C5D71-4FF1-4A75-B503-9F4BE4E0920F}" dt="2022-04-12T04:06:21.242" v="3" actId="27636"/>
          <ac:spMkLst>
            <pc:docMk/>
            <pc:sldMk cId="0" sldId="257"/>
            <ac:spMk id="62" creationId="{00000000-0000-0000-0000-000000000000}"/>
          </ac:spMkLst>
        </pc:spChg>
      </pc:sldChg>
      <pc:sldChg chg="modSp mod">
        <pc:chgData name="김 홍규" userId="6d16d8e1c579a2a2" providerId="LiveId" clId="{096C5D71-4FF1-4A75-B503-9F4BE4E0920F}" dt="2022-04-12T04:06:20.258" v="0" actId="27636"/>
        <pc:sldMkLst>
          <pc:docMk/>
          <pc:sldMk cId="0" sldId="259"/>
        </pc:sldMkLst>
        <pc:spChg chg="mod">
          <ac:chgData name="김 홍규" userId="6d16d8e1c579a2a2" providerId="LiveId" clId="{096C5D71-4FF1-4A75-B503-9F4BE4E0920F}" dt="2022-04-12T04:06:20.258" v="0" actId="27636"/>
          <ac:spMkLst>
            <pc:docMk/>
            <pc:sldMk cId="0" sldId="259"/>
            <ac:spMk id="149" creationId="{00000000-0000-0000-0000-000000000000}"/>
          </ac:spMkLst>
        </pc:spChg>
      </pc:sldChg>
      <pc:sldChg chg="modSp mod">
        <pc:chgData name="김 홍규" userId="6d16d8e1c579a2a2" providerId="LiveId" clId="{096C5D71-4FF1-4A75-B503-9F4BE4E0920F}" dt="2022-04-12T04:06:21.182" v="1" actId="27636"/>
        <pc:sldMkLst>
          <pc:docMk/>
          <pc:sldMk cId="0" sldId="262"/>
        </pc:sldMkLst>
        <pc:spChg chg="mod">
          <ac:chgData name="김 홍규" userId="6d16d8e1c579a2a2" providerId="LiveId" clId="{096C5D71-4FF1-4A75-B503-9F4BE4E0920F}" dt="2022-04-12T04:06:21.182" v="1" actId="27636"/>
          <ac:spMkLst>
            <pc:docMk/>
            <pc:sldMk cId="0" sldId="262"/>
            <ac:spMk id="240" creationId="{00000000-0000-0000-0000-000000000000}"/>
          </ac:spMkLst>
        </pc:spChg>
      </pc:sldChg>
      <pc:sldChg chg="modSp mod">
        <pc:chgData name="김 홍규" userId="6d16d8e1c579a2a2" providerId="LiveId" clId="{096C5D71-4FF1-4A75-B503-9F4BE4E0920F}" dt="2022-04-12T04:06:21.227" v="2" actId="27636"/>
        <pc:sldMkLst>
          <pc:docMk/>
          <pc:sldMk cId="0" sldId="263"/>
        </pc:sldMkLst>
        <pc:spChg chg="mod">
          <ac:chgData name="김 홍규" userId="6d16d8e1c579a2a2" providerId="LiveId" clId="{096C5D71-4FF1-4A75-B503-9F4BE4E0920F}" dt="2022-04-12T04:06:21.227" v="2" actId="27636"/>
          <ac:spMkLst>
            <pc:docMk/>
            <pc:sldMk cId="0" sldId="263"/>
            <ac:spMk id="2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ee53b8ea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ee53b8ea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ee53b8ea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ee53b8ea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e53b8ea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e53b8ea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ee53b8ea4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ee53b8ea4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e53b8ea4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ee53b8ea4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ee53b8ea41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ee53b8ea41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e53b8ea41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e53b8ea41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ownkhg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자료구조와 알고리즘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141700" y="4336000"/>
            <a:ext cx="200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Ver. 0.1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downkhg@gmail.com</a:t>
            </a:r>
            <a:br>
              <a:rPr lang="ko"/>
            </a:br>
            <a:r>
              <a:rPr lang="ko"/>
              <a:t>김홍규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79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584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노드간에 연결이 되어있는 것</a:t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6202266" y="696335"/>
            <a:ext cx="2584068" cy="3470496"/>
            <a:chOff x="4983050" y="315325"/>
            <a:chExt cx="3284275" cy="4410900"/>
          </a:xfrm>
        </p:grpSpPr>
        <p:sp>
          <p:nvSpPr>
            <p:cNvPr id="64" name="Google Shape;64;p14"/>
            <p:cNvSpPr/>
            <p:nvPr/>
          </p:nvSpPr>
          <p:spPr>
            <a:xfrm>
              <a:off x="6483025" y="3153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A</a:t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5652750" y="12218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B</a:t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217925" y="12218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C</a:t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4983050" y="22669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</a:t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652750" y="33568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</a:t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6483025" y="42015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H</a:t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126050" y="33568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G</a:t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7742625" y="22669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</a:t>
              </a:r>
              <a:endParaRPr/>
            </a:p>
          </p:txBody>
        </p:sp>
        <p:cxnSp>
          <p:nvCxnSpPr>
            <p:cNvPr id="72" name="Google Shape;72;p14"/>
            <p:cNvCxnSpPr>
              <a:stCxn id="64" idx="3"/>
              <a:endCxn id="65" idx="7"/>
            </p:cNvCxnSpPr>
            <p:nvPr/>
          </p:nvCxnSpPr>
          <p:spPr>
            <a:xfrm flipH="1">
              <a:off x="6100566" y="763184"/>
              <a:ext cx="459300" cy="535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" name="Google Shape;73;p14"/>
            <p:cNvCxnSpPr>
              <a:stCxn id="65" idx="3"/>
              <a:endCxn id="67" idx="0"/>
            </p:cNvCxnSpPr>
            <p:nvPr/>
          </p:nvCxnSpPr>
          <p:spPr>
            <a:xfrm flipH="1">
              <a:off x="5245391" y="1669709"/>
              <a:ext cx="484200" cy="59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" name="Google Shape;74;p14"/>
            <p:cNvCxnSpPr>
              <a:stCxn id="65" idx="4"/>
              <a:endCxn id="68" idx="0"/>
            </p:cNvCxnSpPr>
            <p:nvPr/>
          </p:nvCxnSpPr>
          <p:spPr>
            <a:xfrm>
              <a:off x="5915100" y="1746550"/>
              <a:ext cx="0" cy="1610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Google Shape;75;p14"/>
            <p:cNvCxnSpPr>
              <a:stCxn id="66" idx="2"/>
              <a:endCxn id="65" idx="6"/>
            </p:cNvCxnSpPr>
            <p:nvPr/>
          </p:nvCxnSpPr>
          <p:spPr>
            <a:xfrm rot="10800000">
              <a:off x="6177525" y="1484200"/>
              <a:ext cx="1040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Google Shape;76;p14"/>
            <p:cNvCxnSpPr>
              <a:stCxn id="67" idx="3"/>
              <a:endCxn id="69" idx="3"/>
            </p:cNvCxnSpPr>
            <p:nvPr/>
          </p:nvCxnSpPr>
          <p:spPr>
            <a:xfrm rot="-5400000" flipH="1">
              <a:off x="4842541" y="2932159"/>
              <a:ext cx="1934700" cy="1500000"/>
            </a:xfrm>
            <a:prstGeom prst="curvedConnector3">
              <a:avLst>
                <a:gd name="adj1" fmla="val 11960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" name="Google Shape;77;p14"/>
            <p:cNvCxnSpPr>
              <a:stCxn id="71" idx="5"/>
              <a:endCxn id="69" idx="5"/>
            </p:cNvCxnSpPr>
            <p:nvPr/>
          </p:nvCxnSpPr>
          <p:spPr>
            <a:xfrm rot="5400000">
              <a:off x="6593284" y="3052309"/>
              <a:ext cx="1934700" cy="1259700"/>
            </a:xfrm>
            <a:prstGeom prst="curvedConnector3">
              <a:avLst>
                <a:gd name="adj1" fmla="val 11960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" name="Google Shape;78;p14"/>
            <p:cNvCxnSpPr>
              <a:stCxn id="71" idx="0"/>
              <a:endCxn id="66" idx="5"/>
            </p:cNvCxnSpPr>
            <p:nvPr/>
          </p:nvCxnSpPr>
          <p:spPr>
            <a:xfrm rot="10800000">
              <a:off x="7665675" y="1669650"/>
              <a:ext cx="339300" cy="59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79;p14"/>
            <p:cNvCxnSpPr>
              <a:stCxn id="68" idx="6"/>
              <a:endCxn id="70" idx="2"/>
            </p:cNvCxnSpPr>
            <p:nvPr/>
          </p:nvCxnSpPr>
          <p:spPr>
            <a:xfrm>
              <a:off x="6177450" y="3619175"/>
              <a:ext cx="948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4"/>
            <p:cNvCxnSpPr>
              <a:stCxn id="68" idx="1"/>
              <a:endCxn id="67" idx="4"/>
            </p:cNvCxnSpPr>
            <p:nvPr/>
          </p:nvCxnSpPr>
          <p:spPr>
            <a:xfrm rot="10800000">
              <a:off x="5245391" y="2791666"/>
              <a:ext cx="484200" cy="64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" name="Google Shape;81;p14"/>
            <p:cNvCxnSpPr>
              <a:stCxn id="68" idx="5"/>
              <a:endCxn id="69" idx="1"/>
            </p:cNvCxnSpPr>
            <p:nvPr/>
          </p:nvCxnSpPr>
          <p:spPr>
            <a:xfrm>
              <a:off x="6100609" y="3804684"/>
              <a:ext cx="459300" cy="47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" name="Google Shape;82;p14"/>
            <p:cNvCxnSpPr>
              <a:stCxn id="70" idx="3"/>
              <a:endCxn id="69" idx="7"/>
            </p:cNvCxnSpPr>
            <p:nvPr/>
          </p:nvCxnSpPr>
          <p:spPr>
            <a:xfrm flipH="1">
              <a:off x="6930791" y="3804684"/>
              <a:ext cx="272100" cy="47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Google Shape;83;p14"/>
            <p:cNvCxnSpPr>
              <a:stCxn id="70" idx="1"/>
              <a:endCxn id="68" idx="7"/>
            </p:cNvCxnSpPr>
            <p:nvPr/>
          </p:nvCxnSpPr>
          <p:spPr>
            <a:xfrm rot="5400000">
              <a:off x="6651491" y="2882866"/>
              <a:ext cx="600" cy="1102200"/>
            </a:xfrm>
            <a:prstGeom prst="curvedConnector3">
              <a:avLst>
                <a:gd name="adj1" fmla="val -6324841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4" name="Google Shape;84;p14"/>
            <p:cNvCxnSpPr>
              <a:stCxn id="70" idx="7"/>
              <a:endCxn id="71" idx="4"/>
            </p:cNvCxnSpPr>
            <p:nvPr/>
          </p:nvCxnSpPr>
          <p:spPr>
            <a:xfrm rot="10800000" flipH="1">
              <a:off x="7573909" y="2791666"/>
              <a:ext cx="431100" cy="64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5" name="Google Shape;85;p14"/>
          <p:cNvSpPr txBox="1"/>
          <p:nvPr/>
        </p:nvSpPr>
        <p:spPr>
          <a:xfrm>
            <a:off x="621650" y="2227625"/>
            <a:ext cx="267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4"/>
          <p:cNvGrpSpPr/>
          <p:nvPr/>
        </p:nvGrpSpPr>
        <p:grpSpPr>
          <a:xfrm>
            <a:off x="3509152" y="732751"/>
            <a:ext cx="2456309" cy="3298912"/>
            <a:chOff x="4983050" y="315325"/>
            <a:chExt cx="3284275" cy="4410900"/>
          </a:xfrm>
        </p:grpSpPr>
        <p:sp>
          <p:nvSpPr>
            <p:cNvPr id="87" name="Google Shape;87;p14"/>
            <p:cNvSpPr/>
            <p:nvPr/>
          </p:nvSpPr>
          <p:spPr>
            <a:xfrm>
              <a:off x="6483025" y="3153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A</a:t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5652750" y="12218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B</a:t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7217925" y="12218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C</a:t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983050" y="22669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D</a:t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652750" y="33568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F</a:t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483025" y="42015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H</a:t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7126050" y="3356825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G</a:t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7742625" y="2266950"/>
              <a:ext cx="524700" cy="5247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E</a:t>
              </a:r>
              <a:endParaRPr/>
            </a:p>
          </p:txBody>
        </p:sp>
        <p:cxnSp>
          <p:nvCxnSpPr>
            <p:cNvPr id="95" name="Google Shape;95;p14"/>
            <p:cNvCxnSpPr>
              <a:stCxn id="87" idx="3"/>
              <a:endCxn id="88" idx="7"/>
            </p:cNvCxnSpPr>
            <p:nvPr/>
          </p:nvCxnSpPr>
          <p:spPr>
            <a:xfrm flipH="1">
              <a:off x="6100566" y="763184"/>
              <a:ext cx="459300" cy="535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14"/>
            <p:cNvCxnSpPr>
              <a:stCxn id="88" idx="3"/>
              <a:endCxn id="90" idx="0"/>
            </p:cNvCxnSpPr>
            <p:nvPr/>
          </p:nvCxnSpPr>
          <p:spPr>
            <a:xfrm flipH="1">
              <a:off x="5245391" y="1669709"/>
              <a:ext cx="484200" cy="59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4"/>
            <p:cNvCxnSpPr>
              <a:stCxn id="88" idx="4"/>
              <a:endCxn id="91" idx="0"/>
            </p:cNvCxnSpPr>
            <p:nvPr/>
          </p:nvCxnSpPr>
          <p:spPr>
            <a:xfrm>
              <a:off x="5915100" y="1746550"/>
              <a:ext cx="0" cy="1610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14"/>
            <p:cNvCxnSpPr>
              <a:stCxn id="89" idx="2"/>
              <a:endCxn id="88" idx="6"/>
            </p:cNvCxnSpPr>
            <p:nvPr/>
          </p:nvCxnSpPr>
          <p:spPr>
            <a:xfrm rot="10800000">
              <a:off x="6177525" y="1484200"/>
              <a:ext cx="1040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14"/>
            <p:cNvCxnSpPr>
              <a:stCxn id="90" idx="3"/>
              <a:endCxn id="92" idx="3"/>
            </p:cNvCxnSpPr>
            <p:nvPr/>
          </p:nvCxnSpPr>
          <p:spPr>
            <a:xfrm rot="-5400000" flipH="1">
              <a:off x="4842541" y="2932159"/>
              <a:ext cx="1934700" cy="1500000"/>
            </a:xfrm>
            <a:prstGeom prst="curvedConnector3">
              <a:avLst>
                <a:gd name="adj1" fmla="val 12042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14"/>
            <p:cNvCxnSpPr>
              <a:stCxn id="94" idx="5"/>
              <a:endCxn id="92" idx="5"/>
            </p:cNvCxnSpPr>
            <p:nvPr/>
          </p:nvCxnSpPr>
          <p:spPr>
            <a:xfrm rot="5400000">
              <a:off x="6593284" y="3052309"/>
              <a:ext cx="1934700" cy="1259700"/>
            </a:xfrm>
            <a:prstGeom prst="curvedConnector3">
              <a:avLst>
                <a:gd name="adj1" fmla="val 12042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14"/>
            <p:cNvCxnSpPr>
              <a:stCxn id="94" idx="0"/>
              <a:endCxn id="89" idx="5"/>
            </p:cNvCxnSpPr>
            <p:nvPr/>
          </p:nvCxnSpPr>
          <p:spPr>
            <a:xfrm rot="10800000">
              <a:off x="7665675" y="1669650"/>
              <a:ext cx="339300" cy="59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14"/>
            <p:cNvCxnSpPr>
              <a:stCxn id="91" idx="6"/>
              <a:endCxn id="93" idx="2"/>
            </p:cNvCxnSpPr>
            <p:nvPr/>
          </p:nvCxnSpPr>
          <p:spPr>
            <a:xfrm>
              <a:off x="6177450" y="3619175"/>
              <a:ext cx="948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>
              <a:stCxn id="91" idx="1"/>
              <a:endCxn id="90" idx="4"/>
            </p:cNvCxnSpPr>
            <p:nvPr/>
          </p:nvCxnSpPr>
          <p:spPr>
            <a:xfrm rot="10800000">
              <a:off x="5245391" y="2791666"/>
              <a:ext cx="484200" cy="64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>
              <a:stCxn id="91" idx="5"/>
              <a:endCxn id="92" idx="1"/>
            </p:cNvCxnSpPr>
            <p:nvPr/>
          </p:nvCxnSpPr>
          <p:spPr>
            <a:xfrm>
              <a:off x="6100609" y="3804684"/>
              <a:ext cx="459300" cy="47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14"/>
            <p:cNvCxnSpPr>
              <a:stCxn id="93" idx="3"/>
              <a:endCxn id="92" idx="7"/>
            </p:cNvCxnSpPr>
            <p:nvPr/>
          </p:nvCxnSpPr>
          <p:spPr>
            <a:xfrm flipH="1">
              <a:off x="6930791" y="3804684"/>
              <a:ext cx="272100" cy="47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14"/>
            <p:cNvCxnSpPr>
              <a:stCxn id="93" idx="7"/>
              <a:endCxn id="94" idx="4"/>
            </p:cNvCxnSpPr>
            <p:nvPr/>
          </p:nvCxnSpPr>
          <p:spPr>
            <a:xfrm rot="10800000" flipH="1">
              <a:off x="7573909" y="2791666"/>
              <a:ext cx="431100" cy="64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" name="Google Shape;107;p14"/>
          <p:cNvSpPr txBox="1"/>
          <p:nvPr/>
        </p:nvSpPr>
        <p:spPr>
          <a:xfrm>
            <a:off x="3618950" y="4477425"/>
            <a:ext cx="174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#무방향성 그래프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07375" y="4533625"/>
            <a:ext cx="174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#방향성 그래프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 순회(DFS)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340500" y="1182075"/>
            <a:ext cx="2101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b="1"/>
              <a:t>#스택</a:t>
            </a:r>
            <a:br>
              <a:rPr lang="ko"/>
            </a:br>
            <a:r>
              <a:rPr lang="ko"/>
              <a:t>A,B,D,</a:t>
            </a:r>
            <a:r>
              <a:rPr lang="ko">
                <a:solidFill>
                  <a:srgbClr val="FF0000"/>
                </a:solidFill>
              </a:rPr>
              <a:t>H</a:t>
            </a:r>
            <a:br>
              <a:rPr lang="ko"/>
            </a:br>
            <a:r>
              <a:rPr lang="ko"/>
              <a:t>A,B,</a:t>
            </a:r>
            <a:r>
              <a:rPr lang="ko">
                <a:solidFill>
                  <a:srgbClr val="FF0000"/>
                </a:solidFill>
              </a:rPr>
              <a:t>D</a:t>
            </a:r>
            <a:br>
              <a:rPr lang="ko">
                <a:solidFill>
                  <a:srgbClr val="434343"/>
                </a:solidFill>
              </a:rPr>
            </a:br>
            <a:r>
              <a:rPr lang="ko">
                <a:solidFill>
                  <a:srgbClr val="434343"/>
                </a:solidFill>
              </a:rPr>
              <a:t>A,B,F,G,E,</a:t>
            </a:r>
            <a:r>
              <a:rPr lang="ko">
                <a:solidFill>
                  <a:srgbClr val="FF0000"/>
                </a:solidFill>
              </a:rPr>
              <a:t>C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434343"/>
                </a:solidFill>
              </a:rPr>
              <a:t>A,B,F,G,</a:t>
            </a:r>
            <a:r>
              <a:rPr lang="ko">
                <a:solidFill>
                  <a:srgbClr val="FF0000"/>
                </a:solidFill>
              </a:rPr>
              <a:t>E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434343"/>
                </a:solidFill>
              </a:rPr>
              <a:t>A,B,F,</a:t>
            </a:r>
            <a:r>
              <a:rPr lang="ko">
                <a:solidFill>
                  <a:srgbClr val="FF0000"/>
                </a:solidFill>
              </a:rPr>
              <a:t>G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434343"/>
                </a:solidFill>
              </a:rPr>
              <a:t>A,B,</a:t>
            </a:r>
            <a:r>
              <a:rPr lang="ko">
                <a:solidFill>
                  <a:srgbClr val="FF0000"/>
                </a:solidFill>
              </a:rPr>
              <a:t>F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434343"/>
                </a:solidFill>
              </a:rPr>
              <a:t>A,</a:t>
            </a:r>
            <a:r>
              <a:rPr lang="ko">
                <a:solidFill>
                  <a:srgbClr val="FF0000"/>
                </a:solidFill>
              </a:rPr>
              <a:t>B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559225" y="867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559225" y="92387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134700" y="17610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993825" y="17610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cxnSp>
        <p:nvCxnSpPr>
          <p:cNvPr id="119" name="Google Shape;119;p15"/>
          <p:cNvCxnSpPr>
            <a:stCxn id="115" idx="4"/>
            <a:endCxn id="116" idx="0"/>
          </p:cNvCxnSpPr>
          <p:nvPr/>
        </p:nvCxnSpPr>
        <p:spPr>
          <a:xfrm>
            <a:off x="6821575" y="611425"/>
            <a:ext cx="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5"/>
          <p:cNvCxnSpPr>
            <a:stCxn id="116" idx="3"/>
            <a:endCxn id="117" idx="0"/>
          </p:cNvCxnSpPr>
          <p:nvPr/>
        </p:nvCxnSpPr>
        <p:spPr>
          <a:xfrm flipH="1">
            <a:off x="6396966" y="1371734"/>
            <a:ext cx="239100" cy="38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5"/>
          <p:cNvCxnSpPr>
            <a:stCxn id="116" idx="5"/>
            <a:endCxn id="118" idx="0"/>
          </p:cNvCxnSpPr>
          <p:nvPr/>
        </p:nvCxnSpPr>
        <p:spPr>
          <a:xfrm>
            <a:off x="7007084" y="1371734"/>
            <a:ext cx="249000" cy="38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5507900" y="248630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23" name="Google Shape;123;p15"/>
          <p:cNvCxnSpPr>
            <a:stCxn id="117" idx="3"/>
            <a:endCxn id="122" idx="7"/>
          </p:cNvCxnSpPr>
          <p:nvPr/>
        </p:nvCxnSpPr>
        <p:spPr>
          <a:xfrm flipH="1">
            <a:off x="5955641" y="2208884"/>
            <a:ext cx="255900" cy="3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" name="Google Shape;124;p15"/>
          <p:cNvSpPr/>
          <p:nvPr/>
        </p:nvSpPr>
        <p:spPr>
          <a:xfrm>
            <a:off x="6423750" y="2521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993825" y="25214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563900" y="2521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27" name="Google Shape;127;p15"/>
          <p:cNvCxnSpPr>
            <a:stCxn id="118" idx="3"/>
            <a:endCxn id="124" idx="0"/>
          </p:cNvCxnSpPr>
          <p:nvPr/>
        </p:nvCxnSpPr>
        <p:spPr>
          <a:xfrm flipH="1">
            <a:off x="6686066" y="2208884"/>
            <a:ext cx="3846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28;p15"/>
          <p:cNvCxnSpPr>
            <a:stCxn id="118" idx="4"/>
            <a:endCxn id="125" idx="0"/>
          </p:cNvCxnSpPr>
          <p:nvPr/>
        </p:nvCxnSpPr>
        <p:spPr>
          <a:xfrm>
            <a:off x="7256175" y="2285725"/>
            <a:ext cx="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129;p15"/>
          <p:cNvCxnSpPr>
            <a:stCxn id="118" idx="5"/>
            <a:endCxn id="126" idx="0"/>
          </p:cNvCxnSpPr>
          <p:nvPr/>
        </p:nvCxnSpPr>
        <p:spPr>
          <a:xfrm>
            <a:off x="7441684" y="2208884"/>
            <a:ext cx="3846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" name="Google Shape;130;p15"/>
          <p:cNvSpPr/>
          <p:nvPr/>
        </p:nvSpPr>
        <p:spPr>
          <a:xfrm>
            <a:off x="6396975" y="3353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6993825" y="3353850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563900" y="3353850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33" name="Google Shape;133;p15"/>
          <p:cNvCxnSpPr>
            <a:stCxn id="125" idx="4"/>
            <a:endCxn id="131" idx="0"/>
          </p:cNvCxnSpPr>
          <p:nvPr/>
        </p:nvCxnSpPr>
        <p:spPr>
          <a:xfrm>
            <a:off x="7256175" y="30461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15"/>
          <p:cNvCxnSpPr>
            <a:stCxn id="125" idx="3"/>
            <a:endCxn id="130" idx="0"/>
          </p:cNvCxnSpPr>
          <p:nvPr/>
        </p:nvCxnSpPr>
        <p:spPr>
          <a:xfrm flipH="1">
            <a:off x="6659366" y="2969284"/>
            <a:ext cx="411300" cy="38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35;p15"/>
          <p:cNvCxnSpPr>
            <a:stCxn id="125" idx="5"/>
            <a:endCxn id="132" idx="0"/>
          </p:cNvCxnSpPr>
          <p:nvPr/>
        </p:nvCxnSpPr>
        <p:spPr>
          <a:xfrm>
            <a:off x="7441684" y="2969284"/>
            <a:ext cx="384600" cy="38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" name="Google Shape;136;p15"/>
          <p:cNvSpPr/>
          <p:nvPr/>
        </p:nvSpPr>
        <p:spPr>
          <a:xfrm>
            <a:off x="6000050" y="40374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6686075" y="4037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38" name="Google Shape;138;p15"/>
          <p:cNvCxnSpPr>
            <a:stCxn id="130" idx="3"/>
            <a:endCxn id="136" idx="0"/>
          </p:cNvCxnSpPr>
          <p:nvPr/>
        </p:nvCxnSpPr>
        <p:spPr>
          <a:xfrm flipH="1">
            <a:off x="6262316" y="3801709"/>
            <a:ext cx="21150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139;p15"/>
          <p:cNvCxnSpPr>
            <a:stCxn id="130" idx="5"/>
            <a:endCxn id="137" idx="0"/>
          </p:cNvCxnSpPr>
          <p:nvPr/>
        </p:nvCxnSpPr>
        <p:spPr>
          <a:xfrm>
            <a:off x="6844834" y="3801709"/>
            <a:ext cx="10350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" name="Google Shape;140;p15"/>
          <p:cNvSpPr/>
          <p:nvPr/>
        </p:nvSpPr>
        <p:spPr>
          <a:xfrm>
            <a:off x="5475350" y="45621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cxnSp>
        <p:nvCxnSpPr>
          <p:cNvPr id="141" name="Google Shape;141;p15"/>
          <p:cNvCxnSpPr>
            <a:stCxn id="136" idx="3"/>
            <a:endCxn id="140" idx="7"/>
          </p:cNvCxnSpPr>
          <p:nvPr/>
        </p:nvCxnSpPr>
        <p:spPr>
          <a:xfrm flipH="1">
            <a:off x="5923291" y="4485284"/>
            <a:ext cx="153600" cy="1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" name="Google Shape;142;p15"/>
          <p:cNvSpPr txBox="1"/>
          <p:nvPr/>
        </p:nvSpPr>
        <p:spPr>
          <a:xfrm>
            <a:off x="2834475" y="1145525"/>
            <a:ext cx="149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434343"/>
                </a:solidFill>
              </a:rPr>
              <a:t>노드: 방문중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노드: 방문완료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387450" y="4300775"/>
            <a:ext cx="39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A,B,D,H,F,G,E,C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93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 순회(BFS)</a:t>
            </a:r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138100" cy="30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b="1">
                <a:solidFill>
                  <a:srgbClr val="434343"/>
                </a:solidFill>
              </a:rPr>
              <a:t>#큐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A</a:t>
            </a:r>
            <a:r>
              <a:rPr lang="ko">
                <a:solidFill>
                  <a:srgbClr val="434343"/>
                </a:solidFill>
              </a:rPr>
              <a:t>,B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B</a:t>
            </a:r>
            <a:r>
              <a:rPr lang="ko"/>
              <a:t>,D,F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D</a:t>
            </a:r>
            <a:r>
              <a:rPr lang="ko"/>
              <a:t>,F,H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F</a:t>
            </a:r>
            <a:r>
              <a:rPr lang="ko"/>
              <a:t>,H,G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H</a:t>
            </a:r>
            <a:r>
              <a:rPr lang="ko"/>
              <a:t>,G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G</a:t>
            </a:r>
            <a:r>
              <a:rPr lang="ko"/>
              <a:t>,E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E</a:t>
            </a:r>
            <a:r>
              <a:rPr lang="ko"/>
              <a:t>,C</a:t>
            </a:r>
            <a:br>
              <a:rPr lang="ko"/>
            </a:br>
            <a:r>
              <a:rPr lang="ko">
                <a:solidFill>
                  <a:srgbClr val="FF0000"/>
                </a:solidFill>
              </a:rPr>
              <a:t>C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2834475" y="1145525"/>
            <a:ext cx="149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434343"/>
                </a:solidFill>
              </a:rPr>
              <a:t>노드: 방문중</a:t>
            </a:r>
            <a:br>
              <a:rPr lang="ko">
                <a:solidFill>
                  <a:srgbClr val="FF0000"/>
                </a:solidFill>
              </a:rPr>
            </a:br>
            <a:r>
              <a:rPr lang="ko">
                <a:solidFill>
                  <a:srgbClr val="FF0000"/>
                </a:solidFill>
              </a:rPr>
              <a:t>노드: 방문완료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559225" y="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6559225" y="92387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134700" y="17610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993825" y="17610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cxnSp>
        <p:nvCxnSpPr>
          <p:cNvPr id="155" name="Google Shape;155;p16"/>
          <p:cNvCxnSpPr>
            <a:stCxn id="151" idx="4"/>
            <a:endCxn id="152" idx="0"/>
          </p:cNvCxnSpPr>
          <p:nvPr/>
        </p:nvCxnSpPr>
        <p:spPr>
          <a:xfrm>
            <a:off x="6821575" y="524700"/>
            <a:ext cx="0" cy="39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16"/>
          <p:cNvCxnSpPr>
            <a:stCxn id="152" idx="3"/>
            <a:endCxn id="153" idx="0"/>
          </p:cNvCxnSpPr>
          <p:nvPr/>
        </p:nvCxnSpPr>
        <p:spPr>
          <a:xfrm flipH="1">
            <a:off x="6396966" y="1371734"/>
            <a:ext cx="239100" cy="38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16"/>
          <p:cNvCxnSpPr>
            <a:stCxn id="152" idx="5"/>
            <a:endCxn id="154" idx="0"/>
          </p:cNvCxnSpPr>
          <p:nvPr/>
        </p:nvCxnSpPr>
        <p:spPr>
          <a:xfrm>
            <a:off x="7007084" y="1371734"/>
            <a:ext cx="249000" cy="38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16"/>
          <p:cNvSpPr/>
          <p:nvPr/>
        </p:nvSpPr>
        <p:spPr>
          <a:xfrm>
            <a:off x="5507900" y="248630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59" name="Google Shape;159;p16"/>
          <p:cNvCxnSpPr>
            <a:stCxn id="153" idx="3"/>
            <a:endCxn id="158" idx="7"/>
          </p:cNvCxnSpPr>
          <p:nvPr/>
        </p:nvCxnSpPr>
        <p:spPr>
          <a:xfrm flipH="1">
            <a:off x="5955641" y="2208884"/>
            <a:ext cx="255900" cy="3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" name="Google Shape;160;p16"/>
          <p:cNvSpPr/>
          <p:nvPr/>
        </p:nvSpPr>
        <p:spPr>
          <a:xfrm>
            <a:off x="6423750" y="2521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993825" y="25214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7563900" y="2521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63" name="Google Shape;163;p16"/>
          <p:cNvCxnSpPr>
            <a:stCxn id="154" idx="3"/>
            <a:endCxn id="160" idx="0"/>
          </p:cNvCxnSpPr>
          <p:nvPr/>
        </p:nvCxnSpPr>
        <p:spPr>
          <a:xfrm flipH="1">
            <a:off x="6686066" y="2208884"/>
            <a:ext cx="3846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6"/>
          <p:cNvCxnSpPr>
            <a:stCxn id="154" idx="4"/>
            <a:endCxn id="161" idx="0"/>
          </p:cNvCxnSpPr>
          <p:nvPr/>
        </p:nvCxnSpPr>
        <p:spPr>
          <a:xfrm>
            <a:off x="7256175" y="2285725"/>
            <a:ext cx="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6"/>
          <p:cNvCxnSpPr>
            <a:stCxn id="154" idx="5"/>
            <a:endCxn id="162" idx="0"/>
          </p:cNvCxnSpPr>
          <p:nvPr/>
        </p:nvCxnSpPr>
        <p:spPr>
          <a:xfrm>
            <a:off x="7441684" y="2208884"/>
            <a:ext cx="3846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16"/>
          <p:cNvSpPr/>
          <p:nvPr/>
        </p:nvSpPr>
        <p:spPr>
          <a:xfrm>
            <a:off x="6396975" y="3353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993825" y="3353850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7563900" y="3353850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69" name="Google Shape;169;p16"/>
          <p:cNvCxnSpPr>
            <a:stCxn id="161" idx="4"/>
            <a:endCxn id="167" idx="0"/>
          </p:cNvCxnSpPr>
          <p:nvPr/>
        </p:nvCxnSpPr>
        <p:spPr>
          <a:xfrm>
            <a:off x="7256175" y="30461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6"/>
          <p:cNvCxnSpPr>
            <a:stCxn id="161" idx="3"/>
            <a:endCxn id="166" idx="0"/>
          </p:cNvCxnSpPr>
          <p:nvPr/>
        </p:nvCxnSpPr>
        <p:spPr>
          <a:xfrm flipH="1">
            <a:off x="6659366" y="2969284"/>
            <a:ext cx="411300" cy="38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6"/>
          <p:cNvCxnSpPr>
            <a:stCxn id="161" idx="5"/>
            <a:endCxn id="168" idx="0"/>
          </p:cNvCxnSpPr>
          <p:nvPr/>
        </p:nvCxnSpPr>
        <p:spPr>
          <a:xfrm>
            <a:off x="7441684" y="2969284"/>
            <a:ext cx="384600" cy="38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" name="Google Shape;172;p16"/>
          <p:cNvSpPr/>
          <p:nvPr/>
        </p:nvSpPr>
        <p:spPr>
          <a:xfrm>
            <a:off x="6000050" y="40374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686075" y="40374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cxnSp>
        <p:nvCxnSpPr>
          <p:cNvPr id="174" name="Google Shape;174;p16"/>
          <p:cNvCxnSpPr>
            <a:stCxn id="166" idx="3"/>
            <a:endCxn id="172" idx="0"/>
          </p:cNvCxnSpPr>
          <p:nvPr/>
        </p:nvCxnSpPr>
        <p:spPr>
          <a:xfrm flipH="1">
            <a:off x="6262316" y="3801709"/>
            <a:ext cx="21150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6"/>
          <p:cNvCxnSpPr>
            <a:stCxn id="166" idx="5"/>
            <a:endCxn id="173" idx="0"/>
          </p:cNvCxnSpPr>
          <p:nvPr/>
        </p:nvCxnSpPr>
        <p:spPr>
          <a:xfrm>
            <a:off x="6844834" y="3801709"/>
            <a:ext cx="103500" cy="23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16"/>
          <p:cNvSpPr/>
          <p:nvPr/>
        </p:nvSpPr>
        <p:spPr>
          <a:xfrm>
            <a:off x="5475350" y="4562125"/>
            <a:ext cx="524700" cy="524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cxnSp>
        <p:nvCxnSpPr>
          <p:cNvPr id="177" name="Google Shape;177;p16"/>
          <p:cNvCxnSpPr>
            <a:stCxn id="172" idx="3"/>
            <a:endCxn id="176" idx="7"/>
          </p:cNvCxnSpPr>
          <p:nvPr/>
        </p:nvCxnSpPr>
        <p:spPr>
          <a:xfrm flipH="1">
            <a:off x="5923291" y="4485284"/>
            <a:ext cx="153600" cy="1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8" name="Google Shape;178;p16"/>
          <p:cNvSpPr txBox="1"/>
          <p:nvPr/>
        </p:nvSpPr>
        <p:spPr>
          <a:xfrm>
            <a:off x="311700" y="4361975"/>
            <a:ext cx="35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A,B,D,F,H,G,E,C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79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 - 행렬기반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483025" y="3153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5652750" y="1221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7217925" y="1221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4983050" y="22669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652750" y="33568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483025" y="42015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7126050" y="33568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7742625" y="22669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</a:t>
            </a:r>
            <a:endParaRPr/>
          </a:p>
        </p:txBody>
      </p:sp>
      <p:cxnSp>
        <p:nvCxnSpPr>
          <p:cNvPr id="192" name="Google Shape;192;p17"/>
          <p:cNvCxnSpPr>
            <a:stCxn id="184" idx="3"/>
            <a:endCxn id="185" idx="7"/>
          </p:cNvCxnSpPr>
          <p:nvPr/>
        </p:nvCxnSpPr>
        <p:spPr>
          <a:xfrm flipH="1">
            <a:off x="6100566" y="763184"/>
            <a:ext cx="459300" cy="53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7"/>
          <p:cNvCxnSpPr>
            <a:stCxn id="185" idx="3"/>
            <a:endCxn id="187" idx="0"/>
          </p:cNvCxnSpPr>
          <p:nvPr/>
        </p:nvCxnSpPr>
        <p:spPr>
          <a:xfrm flipH="1">
            <a:off x="5245391" y="1669709"/>
            <a:ext cx="484200" cy="5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7"/>
          <p:cNvCxnSpPr>
            <a:stCxn id="185" idx="4"/>
            <a:endCxn id="188" idx="0"/>
          </p:cNvCxnSpPr>
          <p:nvPr/>
        </p:nvCxnSpPr>
        <p:spPr>
          <a:xfrm>
            <a:off x="5915100" y="1746550"/>
            <a:ext cx="0" cy="161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7"/>
          <p:cNvCxnSpPr>
            <a:stCxn id="186" idx="2"/>
            <a:endCxn id="185" idx="6"/>
          </p:cNvCxnSpPr>
          <p:nvPr/>
        </p:nvCxnSpPr>
        <p:spPr>
          <a:xfrm rot="10800000">
            <a:off x="6177525" y="1484200"/>
            <a:ext cx="104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7"/>
          <p:cNvCxnSpPr>
            <a:stCxn id="187" idx="3"/>
            <a:endCxn id="189" idx="3"/>
          </p:cNvCxnSpPr>
          <p:nvPr/>
        </p:nvCxnSpPr>
        <p:spPr>
          <a:xfrm rot="-5400000" flipH="1">
            <a:off x="4842541" y="2932159"/>
            <a:ext cx="1934700" cy="1500000"/>
          </a:xfrm>
          <a:prstGeom prst="curvedConnector3">
            <a:avLst>
              <a:gd name="adj1" fmla="val 11627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17"/>
          <p:cNvCxnSpPr>
            <a:stCxn id="191" idx="5"/>
            <a:endCxn id="189" idx="5"/>
          </p:cNvCxnSpPr>
          <p:nvPr/>
        </p:nvCxnSpPr>
        <p:spPr>
          <a:xfrm rot="5400000">
            <a:off x="6593284" y="3052309"/>
            <a:ext cx="1934700" cy="1259700"/>
          </a:xfrm>
          <a:prstGeom prst="curvedConnector3">
            <a:avLst>
              <a:gd name="adj1" fmla="val 11627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17"/>
          <p:cNvCxnSpPr>
            <a:stCxn id="191" idx="0"/>
            <a:endCxn id="186" idx="5"/>
          </p:cNvCxnSpPr>
          <p:nvPr/>
        </p:nvCxnSpPr>
        <p:spPr>
          <a:xfrm rot="10800000">
            <a:off x="7665675" y="1669650"/>
            <a:ext cx="339300" cy="5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17"/>
          <p:cNvCxnSpPr>
            <a:stCxn id="188" idx="6"/>
            <a:endCxn id="190" idx="2"/>
          </p:cNvCxnSpPr>
          <p:nvPr/>
        </p:nvCxnSpPr>
        <p:spPr>
          <a:xfrm>
            <a:off x="6177450" y="3619175"/>
            <a:ext cx="948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17"/>
          <p:cNvCxnSpPr>
            <a:stCxn id="188" idx="1"/>
            <a:endCxn id="187" idx="4"/>
          </p:cNvCxnSpPr>
          <p:nvPr/>
        </p:nvCxnSpPr>
        <p:spPr>
          <a:xfrm rot="10800000">
            <a:off x="5245391" y="2791666"/>
            <a:ext cx="484200" cy="64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17"/>
          <p:cNvCxnSpPr>
            <a:stCxn id="188" idx="5"/>
            <a:endCxn id="189" idx="1"/>
          </p:cNvCxnSpPr>
          <p:nvPr/>
        </p:nvCxnSpPr>
        <p:spPr>
          <a:xfrm>
            <a:off x="6100609" y="3804684"/>
            <a:ext cx="459300" cy="47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7"/>
          <p:cNvCxnSpPr>
            <a:stCxn id="190" idx="3"/>
            <a:endCxn id="189" idx="7"/>
          </p:cNvCxnSpPr>
          <p:nvPr/>
        </p:nvCxnSpPr>
        <p:spPr>
          <a:xfrm flipH="1">
            <a:off x="6930791" y="3804684"/>
            <a:ext cx="272100" cy="47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17"/>
          <p:cNvCxnSpPr>
            <a:stCxn id="190" idx="1"/>
            <a:endCxn id="188" idx="7"/>
          </p:cNvCxnSpPr>
          <p:nvPr/>
        </p:nvCxnSpPr>
        <p:spPr>
          <a:xfrm rot="5400000">
            <a:off x="6651491" y="2882866"/>
            <a:ext cx="600" cy="1102200"/>
          </a:xfrm>
          <a:prstGeom prst="curvedConnector3">
            <a:avLst>
              <a:gd name="adj1" fmla="val -5249425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204;p17"/>
          <p:cNvCxnSpPr>
            <a:stCxn id="190" idx="7"/>
            <a:endCxn id="191" idx="4"/>
          </p:cNvCxnSpPr>
          <p:nvPr/>
        </p:nvCxnSpPr>
        <p:spPr>
          <a:xfrm rot="10800000" flipH="1">
            <a:off x="7573909" y="2791666"/>
            <a:ext cx="431100" cy="64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5" name="Google Shape;205;p17"/>
          <p:cNvGraphicFramePr/>
          <p:nvPr/>
        </p:nvGraphicFramePr>
        <p:xfrm>
          <a:off x="431488" y="1298050"/>
          <a:ext cx="3445650" cy="3017250"/>
        </p:xfrm>
        <a:graphic>
          <a:graphicData uri="http://schemas.openxmlformats.org/drawingml/2006/table">
            <a:tbl>
              <a:tblPr>
                <a:noFill/>
                <a:tableStyleId>{0E042B12-1521-4C4B-8206-C116F1896D26}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B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C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E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F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G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H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B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C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E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F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G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O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H</a:t>
                      </a:r>
                      <a:endParaRPr sz="10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6" name="Google Shape;206;p17"/>
          <p:cNvSpPr txBox="1"/>
          <p:nvPr/>
        </p:nvSpPr>
        <p:spPr>
          <a:xfrm>
            <a:off x="387900" y="898475"/>
            <a:ext cx="3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각 노드를 연결 상태를 행렬로 나타냄.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79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 - 인접노드 기반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483025" y="3153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652750" y="1221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7217925" y="12218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4983050" y="22669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652750" y="33568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483025" y="42015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126050" y="3356825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7742625" y="2266950"/>
            <a:ext cx="524700" cy="524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</a:t>
            </a:r>
            <a:endParaRPr/>
          </a:p>
        </p:txBody>
      </p:sp>
      <p:cxnSp>
        <p:nvCxnSpPr>
          <p:cNvPr id="220" name="Google Shape;220;p18"/>
          <p:cNvCxnSpPr>
            <a:stCxn id="212" idx="3"/>
            <a:endCxn id="213" idx="7"/>
          </p:cNvCxnSpPr>
          <p:nvPr/>
        </p:nvCxnSpPr>
        <p:spPr>
          <a:xfrm flipH="1">
            <a:off x="6100566" y="763184"/>
            <a:ext cx="459300" cy="53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8"/>
          <p:cNvCxnSpPr>
            <a:stCxn id="213" idx="3"/>
            <a:endCxn id="215" idx="0"/>
          </p:cNvCxnSpPr>
          <p:nvPr/>
        </p:nvCxnSpPr>
        <p:spPr>
          <a:xfrm flipH="1">
            <a:off x="5245391" y="1669709"/>
            <a:ext cx="484200" cy="5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8"/>
          <p:cNvCxnSpPr>
            <a:stCxn id="213" idx="4"/>
            <a:endCxn id="216" idx="0"/>
          </p:cNvCxnSpPr>
          <p:nvPr/>
        </p:nvCxnSpPr>
        <p:spPr>
          <a:xfrm>
            <a:off x="5915100" y="1746550"/>
            <a:ext cx="0" cy="161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18"/>
          <p:cNvCxnSpPr>
            <a:stCxn id="214" idx="2"/>
            <a:endCxn id="213" idx="6"/>
          </p:cNvCxnSpPr>
          <p:nvPr/>
        </p:nvCxnSpPr>
        <p:spPr>
          <a:xfrm rot="10800000">
            <a:off x="6177525" y="1484200"/>
            <a:ext cx="104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8"/>
          <p:cNvCxnSpPr>
            <a:stCxn id="215" idx="3"/>
            <a:endCxn id="217" idx="3"/>
          </p:cNvCxnSpPr>
          <p:nvPr/>
        </p:nvCxnSpPr>
        <p:spPr>
          <a:xfrm rot="-5400000" flipH="1">
            <a:off x="4842541" y="2932159"/>
            <a:ext cx="1934700" cy="1500000"/>
          </a:xfrm>
          <a:prstGeom prst="curvedConnector3">
            <a:avLst>
              <a:gd name="adj1" fmla="val 11627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18"/>
          <p:cNvCxnSpPr>
            <a:stCxn id="219" idx="5"/>
            <a:endCxn id="217" idx="5"/>
          </p:cNvCxnSpPr>
          <p:nvPr/>
        </p:nvCxnSpPr>
        <p:spPr>
          <a:xfrm rot="5400000">
            <a:off x="6593284" y="3052309"/>
            <a:ext cx="1934700" cy="1259700"/>
          </a:xfrm>
          <a:prstGeom prst="curvedConnector3">
            <a:avLst>
              <a:gd name="adj1" fmla="val 11627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18"/>
          <p:cNvCxnSpPr>
            <a:stCxn id="219" idx="0"/>
            <a:endCxn id="214" idx="5"/>
          </p:cNvCxnSpPr>
          <p:nvPr/>
        </p:nvCxnSpPr>
        <p:spPr>
          <a:xfrm rot="10800000">
            <a:off x="7665675" y="1669650"/>
            <a:ext cx="339300" cy="5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8"/>
          <p:cNvCxnSpPr>
            <a:stCxn id="216" idx="6"/>
            <a:endCxn id="218" idx="2"/>
          </p:cNvCxnSpPr>
          <p:nvPr/>
        </p:nvCxnSpPr>
        <p:spPr>
          <a:xfrm>
            <a:off x="6177450" y="3619175"/>
            <a:ext cx="948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18"/>
          <p:cNvCxnSpPr>
            <a:stCxn id="216" idx="1"/>
            <a:endCxn id="215" idx="4"/>
          </p:cNvCxnSpPr>
          <p:nvPr/>
        </p:nvCxnSpPr>
        <p:spPr>
          <a:xfrm rot="10800000">
            <a:off x="5245391" y="2791666"/>
            <a:ext cx="484200" cy="64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29;p18"/>
          <p:cNvCxnSpPr>
            <a:stCxn id="216" idx="5"/>
            <a:endCxn id="217" idx="1"/>
          </p:cNvCxnSpPr>
          <p:nvPr/>
        </p:nvCxnSpPr>
        <p:spPr>
          <a:xfrm>
            <a:off x="6100609" y="3804684"/>
            <a:ext cx="459300" cy="47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" name="Google Shape;230;p18"/>
          <p:cNvCxnSpPr>
            <a:stCxn id="218" idx="3"/>
            <a:endCxn id="217" idx="7"/>
          </p:cNvCxnSpPr>
          <p:nvPr/>
        </p:nvCxnSpPr>
        <p:spPr>
          <a:xfrm flipH="1">
            <a:off x="6930791" y="3804684"/>
            <a:ext cx="272100" cy="47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18"/>
          <p:cNvCxnSpPr>
            <a:stCxn id="218" idx="1"/>
            <a:endCxn id="216" idx="7"/>
          </p:cNvCxnSpPr>
          <p:nvPr/>
        </p:nvCxnSpPr>
        <p:spPr>
          <a:xfrm rot="5400000">
            <a:off x="6651491" y="2882866"/>
            <a:ext cx="600" cy="1102200"/>
          </a:xfrm>
          <a:prstGeom prst="curvedConnector3">
            <a:avLst>
              <a:gd name="adj1" fmla="val -5249425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18"/>
          <p:cNvCxnSpPr>
            <a:stCxn id="218" idx="7"/>
            <a:endCxn id="219" idx="4"/>
          </p:cNvCxnSpPr>
          <p:nvPr/>
        </p:nvCxnSpPr>
        <p:spPr>
          <a:xfrm rot="10800000" flipH="1">
            <a:off x="7573909" y="2791666"/>
            <a:ext cx="431100" cy="64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33" name="Google Shape;233;p18"/>
          <p:cNvGraphicFramePr/>
          <p:nvPr/>
        </p:nvGraphicFramePr>
        <p:xfrm>
          <a:off x="456650" y="1474320"/>
          <a:ext cx="1615850" cy="3565890"/>
        </p:xfrm>
        <a:graphic>
          <a:graphicData uri="http://schemas.openxmlformats.org/drawingml/2006/table">
            <a:tbl>
              <a:tblPr>
                <a:noFill/>
                <a:tableStyleId>{0E042B12-1521-4C4B-8206-C116F1896D26}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/>
                        <a:t>노드</a:t>
                      </a:r>
                      <a:endParaRPr sz="700"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인접노드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D,F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C,H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D,G,H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E,F,H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4" name="Google Shape;234;p18"/>
          <p:cNvSpPr txBox="1"/>
          <p:nvPr/>
        </p:nvSpPr>
        <p:spPr>
          <a:xfrm>
            <a:off x="387900" y="898475"/>
            <a:ext cx="394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각 노드를 연결된 노드를 가짐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그래프 #문제</a:t>
            </a: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그래프를 만들때, 자료구조가 필요하다면 STL이용하기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인접노드 방식의 그래프 그리기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DFS를 재귀/스택 방식으로 구현해보기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BFS를 큐방식으로 구현해보기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BFS는 재귀를 사용 할 수 있는가?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그래프에서 최단거리 계산하기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6020"/>
              <a:t>Q</a:t>
            </a:r>
            <a:r>
              <a:rPr lang="ko" sz="5420"/>
              <a:t>&amp;</a:t>
            </a:r>
            <a:r>
              <a:rPr lang="ko" sz="6020"/>
              <a:t>A</a:t>
            </a:r>
            <a:endParaRPr sz="6020"/>
          </a:p>
        </p:txBody>
      </p:sp>
      <p:sp>
        <p:nvSpPr>
          <p:cNvPr id="246" name="Google Shape;246;p20"/>
          <p:cNvSpPr txBox="1">
            <a:spLocks noGrp="1"/>
          </p:cNvSpPr>
          <p:nvPr>
            <p:ph type="body" idx="1"/>
          </p:nvPr>
        </p:nvSpPr>
        <p:spPr>
          <a:xfrm>
            <a:off x="311700" y="2013000"/>
            <a:ext cx="85206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6200"/>
              <a:t>감사합니다!</a:t>
            </a:r>
            <a:endParaRPr sz="6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화면 슬라이드 쇼(16:9)</PresentationFormat>
  <Paragraphs>186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그래프</vt:lpstr>
      <vt:lpstr>그래프</vt:lpstr>
      <vt:lpstr>그래프 순회(DFS)</vt:lpstr>
      <vt:lpstr>그래프 순회(BFS)</vt:lpstr>
      <vt:lpstr>그래프 - 행렬기반</vt:lpstr>
      <vt:lpstr>그래프 - 인접노드 기반</vt:lpstr>
      <vt:lpstr>그래프 #문제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</dc:title>
  <dc:creator>KHG</dc:creator>
  <cp:lastModifiedBy>김 홍규</cp:lastModifiedBy>
  <cp:revision>1</cp:revision>
  <dcterms:modified xsi:type="dcterms:W3CDTF">2022-04-12T04:06:24Z</dcterms:modified>
</cp:coreProperties>
</file>