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1361C-B245-64DB-A7F8-8192EF528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8E014D-1D0F-B700-869E-C232773FC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896B6-03A9-E7F9-AA21-E0BD5B53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AADC52-B9AF-4393-BF19-7BE7B682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4B5D4-244B-4079-2EC8-C28D667A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4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9C2B0-15B6-4C0C-E632-99113B20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ED01C-960B-4825-A25A-26D4D2235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4E9A4-C75A-107F-59F2-34A2AE77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AB00F-3579-0C42-328A-1DB75441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FCADA-BAC5-2AAE-B207-17468FA3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09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B2FF1-3AF8-DA80-65F7-1A1E9714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3D4489-BAD4-B083-182D-7745575B3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4A88A-9516-EAD3-8CA6-038FBD6E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5EDC97-C273-2F8E-8CD8-482273A2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AF3DF-552F-56E1-A97C-8064935A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06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9677B-405F-4324-4A6B-3AC1F82C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9C6AEB-FA4B-2935-ADC4-37B0F6D65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78571F-47F0-0585-43AC-3A9616C8E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812564-D4B4-D7D2-7267-D90F417D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3D4523-D9AA-A655-F658-06D457C0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04492E-C0C8-258D-E5C3-45F5BD9C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98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B8CAF-2963-7B1A-3D08-13059676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C5297B-CD45-73E7-A704-75C208BAD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509BEE-5ABA-A4C3-296C-E48B95E79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966B39-8CCE-6AFA-3690-28FE1154B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7DF163-D3BD-BA96-9E0C-4CF74A97C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30FB23-54CF-6E4E-22D9-EC304D5E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C03C21-C864-9752-6B19-E3F31311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B0A9A9-B504-4F41-8D71-D4D974B4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75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D81A8-1253-9BF6-65B3-6F54EB72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0A1531-E063-BDAE-966A-54A45924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1F2EC4-761B-B364-5890-E8E3FCD4B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2F3914-4826-D7E6-8958-CBBD8247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08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D91B7A-A811-5312-E92B-B1DDAF53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10F43-DDBB-1291-ACC8-745D9E69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77DDA-363A-E61A-97E0-A7B3EC23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0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75686-F9C5-C892-E020-1525209B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09EDE-D7FA-27A8-418B-21537888C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862D6E-C65E-0C7D-BCEB-24FC354BA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2C3E5F-5A1E-3BB7-2F11-FDAB3989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810281-C3CE-7021-F33D-2C39FA7F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EF944B-5427-302F-2DEC-6F1F659C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8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16275-AF7D-7A48-8C78-FA6B5928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23D48A-B056-F2C0-BB5C-DB137B85C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323D9F-2564-2224-6A28-D673F6EE0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1B3429-D640-A489-936E-323370E0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60F81D-5653-D65E-59B4-56A39884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280C0-5E36-44EB-7CD1-8D0E4B18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93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EEAFC-724E-F18D-E025-A473D39B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62ED31-D09B-71AA-D11E-737163D93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78604-7D0B-F22B-AC1B-77488D95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77DDC5-26D2-46D7-9D54-4623730E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2AB8E-30C4-D896-7584-C682CE46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20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515D4-B4E9-F7AF-FC59-833C65DE0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4F9FD9-FD87-AEA8-2189-678589403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62D91A-842E-521A-DD95-AE744325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4DD88E-98AD-A9EC-5AE5-9A9550E1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EB3A6-F8EC-302D-55EB-79935D36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74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EF823A-6431-A2FA-D1ED-7A5833F5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A6939-5F33-D07A-CA6A-1FA3C1942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0C110-A7AF-EA5C-14E2-8C349E856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E0FFB-4649-4AA9-8F63-47B1B07E2E4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9D816B-FE57-AC8C-FDF0-41D1023E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D9655D-8188-DCE9-4A70-088A54463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1B5D4-58C9-4C3E-AE88-7CFC0F548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78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DBB4CCF0-A668-FA00-9F08-424F07F78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78" y="1349808"/>
            <a:ext cx="74580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40947E-5E9F-7AD8-AA19-B7ED860C90BE}"/>
              </a:ext>
            </a:extLst>
          </p:cNvPr>
          <p:cNvGrpSpPr/>
          <p:nvPr/>
        </p:nvGrpSpPr>
        <p:grpSpPr>
          <a:xfrm>
            <a:off x="8340437" y="1199719"/>
            <a:ext cx="1625600" cy="925441"/>
            <a:chOff x="9938328" y="1270794"/>
            <a:chExt cx="1625600" cy="92544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6533782-C931-57A5-169D-141957ABBC0B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0F1C62D-9A3A-C124-BC63-D7736632AF50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54C4F6F-932B-539D-B20C-6E3D3A17053A}"/>
              </a:ext>
            </a:extLst>
          </p:cNvPr>
          <p:cNvGrpSpPr/>
          <p:nvPr/>
        </p:nvGrpSpPr>
        <p:grpSpPr>
          <a:xfrm>
            <a:off x="10222201" y="1199719"/>
            <a:ext cx="1625600" cy="925441"/>
            <a:chOff x="9938328" y="1270794"/>
            <a:chExt cx="1625600" cy="925441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C5D03A4-A993-D5CE-1D46-1C6EAE327495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6E0D1F4F-FA09-AD81-A500-431E470A051E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nDataB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9B46FA4-DF23-7D82-C4DD-D3E7E8FDDCAE}"/>
              </a:ext>
            </a:extLst>
          </p:cNvPr>
          <p:cNvGrpSpPr/>
          <p:nvPr/>
        </p:nvGrpSpPr>
        <p:grpSpPr>
          <a:xfrm>
            <a:off x="10535622" y="1508940"/>
            <a:ext cx="998755" cy="515829"/>
            <a:chOff x="9938328" y="1270794"/>
            <a:chExt cx="1625600" cy="925441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8CB1D73-3FF3-D512-4027-8C5877BA32D5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10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EA1AA56-EB7A-1848-D92A-E877F930CD62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20F5639-DAEE-6F96-ED07-8FD7784B89F8}"/>
              </a:ext>
            </a:extLst>
          </p:cNvPr>
          <p:cNvGrpSpPr/>
          <p:nvPr/>
        </p:nvGrpSpPr>
        <p:grpSpPr>
          <a:xfrm>
            <a:off x="10275779" y="2755121"/>
            <a:ext cx="1625600" cy="925441"/>
            <a:chOff x="9938328" y="1270794"/>
            <a:chExt cx="1625600" cy="92544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27117F5-7069-FA88-48AA-0F6172C14AB5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 + 1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CB17129F-8FBD-E61F-952B-9D0AD1BAA986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BC78A43-BC5C-0313-41A4-ED2833636AA4}"/>
              </a:ext>
            </a:extLst>
          </p:cNvPr>
          <p:cNvGrpSpPr/>
          <p:nvPr/>
        </p:nvGrpSpPr>
        <p:grpSpPr>
          <a:xfrm>
            <a:off x="8365692" y="2753158"/>
            <a:ext cx="1625600" cy="925441"/>
            <a:chOff x="9938326" y="1270794"/>
            <a:chExt cx="1625600" cy="925441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E0BCDE9-7186-0927-7D24-277D8ADDF908}"/>
                </a:ext>
              </a:extLst>
            </p:cNvPr>
            <p:cNvSpPr/>
            <p:nvPr/>
          </p:nvSpPr>
          <p:spPr>
            <a:xfrm>
              <a:off x="9938326" y="1393681"/>
              <a:ext cx="1625600" cy="80255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	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497C78E-3A9A-D3E0-B11A-D11207269B08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nDataB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25E309-15AB-DAE5-B6A4-89920EA13D81}"/>
              </a:ext>
            </a:extLst>
          </p:cNvPr>
          <p:cNvGrpSpPr/>
          <p:nvPr/>
        </p:nvGrpSpPr>
        <p:grpSpPr>
          <a:xfrm>
            <a:off x="8711298" y="3080851"/>
            <a:ext cx="998755" cy="515829"/>
            <a:chOff x="9938328" y="1270794"/>
            <a:chExt cx="1625600" cy="92544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296EA4C-0397-729A-185D-0576F824DA4F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10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B68FB51-33F2-00CE-91A3-57B8D865D973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F0EB2C-B82D-7BA9-C047-7A51B6708FD5}"/>
              </a:ext>
            </a:extLst>
          </p:cNvPr>
          <p:cNvGrpSpPr/>
          <p:nvPr/>
        </p:nvGrpSpPr>
        <p:grpSpPr>
          <a:xfrm>
            <a:off x="10275779" y="3909666"/>
            <a:ext cx="1625600" cy="925441"/>
            <a:chOff x="9938328" y="1270794"/>
            <a:chExt cx="1625600" cy="92544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178D073-EDB7-AA08-2228-610AFF90598C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D026A72C-5DC0-1215-45DD-D227F31AACAD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AB92C76-EC57-562D-5E44-DEA3349B11E8}"/>
              </a:ext>
            </a:extLst>
          </p:cNvPr>
          <p:cNvGrpSpPr/>
          <p:nvPr/>
        </p:nvGrpSpPr>
        <p:grpSpPr>
          <a:xfrm>
            <a:off x="8365692" y="3907703"/>
            <a:ext cx="1625600" cy="925441"/>
            <a:chOff x="9938326" y="1270794"/>
            <a:chExt cx="1625600" cy="92544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C8A8F56-D5E8-D15D-90C5-4B1C82786B36}"/>
                </a:ext>
              </a:extLst>
            </p:cNvPr>
            <p:cNvSpPr/>
            <p:nvPr/>
          </p:nvSpPr>
          <p:spPr>
            <a:xfrm>
              <a:off x="9938326" y="1393681"/>
              <a:ext cx="1625600" cy="80255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	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C29896E-7EA0-7B91-1925-80090604CEBA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ysClr val="windowText" lastClr="000000"/>
                  </a:solidFill>
                </a:rPr>
                <a:t>nDataB</a:t>
              </a:r>
              <a:endParaRPr lang="ko-KR" alt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727176-7659-4AE5-3AF7-9B38FEAEFE9F}"/>
              </a:ext>
            </a:extLst>
          </p:cNvPr>
          <p:cNvGrpSpPr/>
          <p:nvPr/>
        </p:nvGrpSpPr>
        <p:grpSpPr>
          <a:xfrm>
            <a:off x="8711298" y="4235396"/>
            <a:ext cx="998755" cy="515829"/>
            <a:chOff x="9938328" y="1270794"/>
            <a:chExt cx="1625600" cy="92544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4BAA89A-20FC-FAEC-88BB-C2ABDAB9A5CF}"/>
                </a:ext>
              </a:extLst>
            </p:cNvPr>
            <p:cNvSpPr/>
            <p:nvPr/>
          </p:nvSpPr>
          <p:spPr>
            <a:xfrm>
              <a:off x="9938328" y="1393681"/>
              <a:ext cx="1625600" cy="8025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11 - 1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9A8BA85-1938-D6B1-2114-54D47961C338}"/>
                </a:ext>
              </a:extLst>
            </p:cNvPr>
            <p:cNvSpPr/>
            <p:nvPr/>
          </p:nvSpPr>
          <p:spPr>
            <a:xfrm>
              <a:off x="10312400" y="1270794"/>
              <a:ext cx="877455" cy="2457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ysClr val="windowText" lastClr="000000"/>
                  </a:solidFill>
                </a:rPr>
                <a:t>nDataA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24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김진웅</dc:creator>
  <cp:lastModifiedBy>김진웅</cp:lastModifiedBy>
  <cp:revision>1</cp:revision>
  <dcterms:created xsi:type="dcterms:W3CDTF">2026-01-04T20:09:02Z</dcterms:created>
  <dcterms:modified xsi:type="dcterms:W3CDTF">2026-01-04T20:20:19Z</dcterms:modified>
</cp:coreProperties>
</file>