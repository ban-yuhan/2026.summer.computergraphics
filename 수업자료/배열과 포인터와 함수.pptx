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6" r:id="rId5"/>
    <p:sldId id="267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1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변수와 포인터와 배열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A5BE355-3CC1-44EB-8868-913832FCE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653790"/>
              </p:ext>
            </p:extLst>
          </p:nvPr>
        </p:nvGraphicFramePr>
        <p:xfrm>
          <a:off x="10377715" y="490583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식별부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83F331B-753E-11D9-444B-AC3B69DA2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905584"/>
              </p:ext>
            </p:extLst>
          </p:nvPr>
        </p:nvGraphicFramePr>
        <p:xfrm>
          <a:off x="1660435" y="3320869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9ED6683-5346-CCE3-72DC-2C26764E516D}"/>
              </a:ext>
            </a:extLst>
          </p:cNvPr>
          <p:cNvSpPr txBox="1"/>
          <p:nvPr/>
        </p:nvSpPr>
        <p:spPr>
          <a:xfrm>
            <a:off x="491029" y="33208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21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75D54-E380-9921-C242-FEBE45058B69}"/>
              </a:ext>
            </a:extLst>
          </p:cNvPr>
          <p:cNvSpPr txBox="1"/>
          <p:nvPr/>
        </p:nvSpPr>
        <p:spPr>
          <a:xfrm>
            <a:off x="491029" y="481874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22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059413F-D81D-0396-C592-44173107B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564484"/>
              </p:ext>
            </p:extLst>
          </p:nvPr>
        </p:nvGraphicFramePr>
        <p:xfrm>
          <a:off x="1660435" y="4808576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8395A71-4D02-3611-103D-FDA8C34BFF3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120353" y="4300577"/>
            <a:ext cx="0" cy="99785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1725D8E-8E94-7E6B-7C5F-61BBFE647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13773"/>
              </p:ext>
            </p:extLst>
          </p:nvPr>
        </p:nvGraphicFramePr>
        <p:xfrm>
          <a:off x="5636081" y="3320869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F0A35F5-83AC-E55F-30B2-72CCD63EF9B5}"/>
              </a:ext>
            </a:extLst>
          </p:cNvPr>
          <p:cNvSpPr txBox="1"/>
          <p:nvPr/>
        </p:nvSpPr>
        <p:spPr>
          <a:xfrm>
            <a:off x="4466675" y="33208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26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F7C243-2D19-152C-4EAC-8151B039228C}"/>
              </a:ext>
            </a:extLst>
          </p:cNvPr>
          <p:cNvSpPr txBox="1"/>
          <p:nvPr/>
        </p:nvSpPr>
        <p:spPr>
          <a:xfrm>
            <a:off x="491028" y="2188755"/>
            <a:ext cx="30098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21~22 </a:t>
            </a:r>
          </a:p>
          <a:p>
            <a:r>
              <a:rPr lang="en-US" altLang="ko-KR" dirty="0" err="1">
                <a:ea typeface="맑은 고딕"/>
              </a:rPr>
              <a:t>nDataA</a:t>
            </a:r>
            <a:r>
              <a:rPr lang="ko-KR" altLang="en-US" dirty="0">
                <a:ea typeface="맑은 고딕"/>
              </a:rPr>
              <a:t>를 </a:t>
            </a:r>
            <a:r>
              <a:rPr lang="en-US" altLang="ko-KR" dirty="0" err="1">
                <a:ea typeface="맑은 고딕"/>
              </a:rPr>
              <a:t>nDataB</a:t>
            </a:r>
            <a:r>
              <a:rPr lang="ko-KR" altLang="en-US" dirty="0">
                <a:ea typeface="맑은 고딕"/>
              </a:rPr>
              <a:t>에 복사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C00A6-3D5C-8FB0-A00F-F7447E485937}"/>
              </a:ext>
            </a:extLst>
          </p:cNvPr>
          <p:cNvSpPr txBox="1"/>
          <p:nvPr/>
        </p:nvSpPr>
        <p:spPr>
          <a:xfrm>
            <a:off x="4200058" y="2188755"/>
            <a:ext cx="30098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26 </a:t>
            </a:r>
          </a:p>
          <a:p>
            <a:r>
              <a:rPr lang="en-US" altLang="ko-KR" dirty="0" err="1">
                <a:ea typeface="맑은 고딕"/>
              </a:rPr>
              <a:t>nDataA</a:t>
            </a:r>
            <a:r>
              <a:rPr lang="ko-KR" altLang="en-US" dirty="0">
                <a:ea typeface="맑은 고딕"/>
              </a:rPr>
              <a:t>를 후위로 증가 후 복사변수에 대입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182AEE0-65AB-F078-F4A6-6D381DE6D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9618"/>
              </p:ext>
            </p:extLst>
          </p:nvPr>
        </p:nvGraphicFramePr>
        <p:xfrm>
          <a:off x="5636081" y="4808576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E3059C0-205C-BE1F-4CEB-51728A0C472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095999" y="4300577"/>
            <a:ext cx="0" cy="99785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3322BA-3B4E-FDB3-4D8A-31B7351FFF34}"/>
              </a:ext>
            </a:extLst>
          </p:cNvPr>
          <p:cNvSpPr txBox="1"/>
          <p:nvPr/>
        </p:nvSpPr>
        <p:spPr>
          <a:xfrm>
            <a:off x="6173555" y="438330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ea typeface="맑은 고딕"/>
              </a:rPr>
              <a:t>① </a:t>
            </a:r>
            <a:r>
              <a:rPr lang="en-US" altLang="ko-KR" dirty="0">
                <a:ea typeface="맑은 고딕"/>
              </a:rPr>
              <a:t>=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6749CA-EB69-DC2C-912B-EE6C2E8B0572}"/>
              </a:ext>
            </a:extLst>
          </p:cNvPr>
          <p:cNvSpPr txBox="1"/>
          <p:nvPr/>
        </p:nvSpPr>
        <p:spPr>
          <a:xfrm>
            <a:off x="6555918" y="380056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ea typeface="맑은 고딕"/>
              </a:rPr>
              <a:t>② </a:t>
            </a:r>
            <a:r>
              <a:rPr lang="en-US" altLang="ko-KR" dirty="0">
                <a:ea typeface="맑은 고딕"/>
              </a:rPr>
              <a:t>++</a:t>
            </a:r>
            <a:endParaRPr lang="ko-KR" altLang="en-US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010A802-0A26-CF3F-61EA-24D29DCA4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95558"/>
              </p:ext>
            </p:extLst>
          </p:nvPr>
        </p:nvGraphicFramePr>
        <p:xfrm>
          <a:off x="9376673" y="3320869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3B1927D-F374-E5D9-1EFD-D668F82FCA16}"/>
              </a:ext>
            </a:extLst>
          </p:cNvPr>
          <p:cNvSpPr txBox="1"/>
          <p:nvPr/>
        </p:nvSpPr>
        <p:spPr>
          <a:xfrm>
            <a:off x="8207267" y="33208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26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9FD546-2563-EADF-46AE-65F0BD192A68}"/>
              </a:ext>
            </a:extLst>
          </p:cNvPr>
          <p:cNvSpPr txBox="1"/>
          <p:nvPr/>
        </p:nvSpPr>
        <p:spPr>
          <a:xfrm>
            <a:off x="7940650" y="2188755"/>
            <a:ext cx="30098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26 </a:t>
            </a:r>
          </a:p>
          <a:p>
            <a:r>
              <a:rPr lang="en-US" altLang="ko-KR" dirty="0" err="1">
                <a:ea typeface="맑은 고딕"/>
              </a:rPr>
              <a:t>nDataA</a:t>
            </a:r>
            <a:r>
              <a:rPr lang="ko-KR" altLang="en-US" dirty="0">
                <a:ea typeface="맑은 고딕"/>
              </a:rPr>
              <a:t>를 전위로 증가 후 복사변수에 대입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5FAED7B-4A9C-30BF-455D-F7CF5F24E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146853"/>
              </p:ext>
            </p:extLst>
          </p:nvPr>
        </p:nvGraphicFramePr>
        <p:xfrm>
          <a:off x="9376673" y="4808576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8B5631E7-5873-C8BD-F17A-15906703F2D9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9836591" y="4300577"/>
            <a:ext cx="0" cy="99785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6B54EEC-FB91-9E9C-4F12-0C484071F55E}"/>
              </a:ext>
            </a:extLst>
          </p:cNvPr>
          <p:cNvSpPr txBox="1"/>
          <p:nvPr/>
        </p:nvSpPr>
        <p:spPr>
          <a:xfrm>
            <a:off x="9991702" y="438330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② </a:t>
            </a:r>
            <a:r>
              <a:rPr lang="en-US" altLang="ko-KR" dirty="0">
                <a:ea typeface="맑은 고딕"/>
              </a:rPr>
              <a:t>=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178D43-C5E6-42CB-1ED8-DBC93F497266}"/>
              </a:ext>
            </a:extLst>
          </p:cNvPr>
          <p:cNvSpPr txBox="1"/>
          <p:nvPr/>
        </p:nvSpPr>
        <p:spPr>
          <a:xfrm>
            <a:off x="10374065" y="380056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① </a:t>
            </a:r>
            <a:r>
              <a:rPr lang="en-US" altLang="ko-KR" dirty="0">
                <a:ea typeface="맑은 고딕"/>
              </a:rPr>
              <a:t>--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7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A500B50-8755-9CA6-7FCA-0DBC37494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429899"/>
              </p:ext>
            </p:extLst>
          </p:nvPr>
        </p:nvGraphicFramePr>
        <p:xfrm>
          <a:off x="10290628" y="420914"/>
          <a:ext cx="142120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0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식별부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6ED158B-B753-569D-B3B9-FC3ADF1DF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446593"/>
              </p:ext>
            </p:extLst>
          </p:nvPr>
        </p:nvGraphicFramePr>
        <p:xfrm>
          <a:off x="1717557" y="1524993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n</a:t>
                      </a:r>
                      <a:r>
                        <a:rPr lang="ko-KR" altLang="en-US" sz="1200" dirty="0"/>
                        <a:t>Data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(0x01)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10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3BB309-FB29-7733-4EB5-E216331F7D46}"/>
              </a:ext>
            </a:extLst>
          </p:cNvPr>
          <p:cNvSpPr txBox="1"/>
          <p:nvPr/>
        </p:nvSpPr>
        <p:spPr>
          <a:xfrm>
            <a:off x="349306" y="1522202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102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71F2073-1ECC-0F20-0886-A308AE8478D4}"/>
              </a:ext>
            </a:extLst>
          </p:cNvPr>
          <p:cNvCxnSpPr>
            <a:cxnSpLocks/>
          </p:cNvCxnSpPr>
          <p:nvPr/>
        </p:nvCxnSpPr>
        <p:spPr>
          <a:xfrm>
            <a:off x="7359588" y="463117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9BADBD9-F3B5-E40D-4664-709A40CA0418}"/>
              </a:ext>
            </a:extLst>
          </p:cNvPr>
          <p:cNvCxnSpPr>
            <a:cxnSpLocks/>
          </p:cNvCxnSpPr>
          <p:nvPr/>
        </p:nvCxnSpPr>
        <p:spPr>
          <a:xfrm>
            <a:off x="7359588" y="1053402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AACAB9-DB88-F9CE-3818-009788BF285A}"/>
              </a:ext>
            </a:extLst>
          </p:cNvPr>
          <p:cNvSpPr txBox="1"/>
          <p:nvPr/>
        </p:nvSpPr>
        <p:spPr>
          <a:xfrm>
            <a:off x="6245441" y="28023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 err="1">
                <a:ea typeface="맑은 고딕"/>
              </a:rPr>
              <a:t>참조선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10D7DE-9827-5BC1-99FF-BC806C432586}"/>
              </a:ext>
            </a:extLst>
          </p:cNvPr>
          <p:cNvSpPr txBox="1"/>
          <p:nvPr/>
        </p:nvSpPr>
        <p:spPr>
          <a:xfrm>
            <a:off x="6245441" y="82887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ea typeface="맑은 고딕"/>
              </a:rPr>
              <a:t>복사선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D1AFA6-3FBC-2397-F473-D07178D54455}"/>
              </a:ext>
            </a:extLst>
          </p:cNvPr>
          <p:cNvSpPr txBox="1"/>
          <p:nvPr/>
        </p:nvSpPr>
        <p:spPr>
          <a:xfrm>
            <a:off x="252867" y="257344"/>
            <a:ext cx="274320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500" dirty="0" err="1">
                <a:ea typeface="맑은 고딕"/>
              </a:rPr>
              <a:t>PointerTestMain</a:t>
            </a:r>
            <a:endParaRPr lang="ko-KR" altLang="en-US" sz="25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3199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24B9-B074-1BEF-555A-1560EC843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18A9E3C-14B7-8FB7-1CBE-A212DEBCBD56}"/>
              </a:ext>
            </a:extLst>
          </p:cNvPr>
          <p:cNvGraphicFramePr>
            <a:graphicFrameLocks noGrp="1"/>
          </p:cNvGraphicFramePr>
          <p:nvPr/>
        </p:nvGraphicFramePr>
        <p:xfrm>
          <a:off x="10290629" y="42091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식별부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EFBE649-8800-E2FA-B263-39127B20F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290851"/>
              </p:ext>
            </p:extLst>
          </p:nvPr>
        </p:nvGraphicFramePr>
        <p:xfrm>
          <a:off x="1717557" y="1524993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n</a:t>
                      </a:r>
                      <a:r>
                        <a:rPr lang="ko-KR" altLang="en-US" sz="1200" dirty="0"/>
                        <a:t>Data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(0x01)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382E31C-DDD8-CE94-70DD-30F43636EB63}"/>
              </a:ext>
            </a:extLst>
          </p:cNvPr>
          <p:cNvSpPr txBox="1"/>
          <p:nvPr/>
        </p:nvSpPr>
        <p:spPr>
          <a:xfrm>
            <a:off x="349306" y="1522202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F1E97A3-71B6-BB38-3E6B-19AF4DA30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896170"/>
              </p:ext>
            </p:extLst>
          </p:nvPr>
        </p:nvGraphicFramePr>
        <p:xfrm>
          <a:off x="1717557" y="2833132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f</a:t>
                      </a:r>
                      <a:r>
                        <a:rPr lang="ko-KR" altLang="en-US" sz="1200" dirty="0"/>
                        <a:t>Data</a:t>
                      </a:r>
                      <a:endParaRPr lang="en-US" altLang="ko-KR" sz="1200" dirty="0"/>
                    </a:p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8.314</a:t>
                      </a:r>
                      <a:endParaRPr lang="ko-KR" altLang="en-US" sz="1200" dirty="0"/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F45246D-C66A-1D69-BCFE-3097E7B1DEF6}"/>
              </a:ext>
            </a:extLst>
          </p:cNvPr>
          <p:cNvSpPr txBox="1"/>
          <p:nvPr/>
        </p:nvSpPr>
        <p:spPr>
          <a:xfrm>
            <a:off x="349306" y="2939199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103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AFCF053-C9C1-56C0-67D8-95314546323B}"/>
              </a:ext>
            </a:extLst>
          </p:cNvPr>
          <p:cNvCxnSpPr>
            <a:cxnSpLocks/>
          </p:cNvCxnSpPr>
          <p:nvPr/>
        </p:nvCxnSpPr>
        <p:spPr>
          <a:xfrm>
            <a:off x="7359588" y="463117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F2785E3-FEC4-57D7-6883-999E4838A0AA}"/>
              </a:ext>
            </a:extLst>
          </p:cNvPr>
          <p:cNvCxnSpPr>
            <a:cxnSpLocks/>
          </p:cNvCxnSpPr>
          <p:nvPr/>
        </p:nvCxnSpPr>
        <p:spPr>
          <a:xfrm>
            <a:off x="7359588" y="1053402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E4C258D-FA68-F450-CD9B-F45A044D12CD}"/>
              </a:ext>
            </a:extLst>
          </p:cNvPr>
          <p:cNvSpPr txBox="1"/>
          <p:nvPr/>
        </p:nvSpPr>
        <p:spPr>
          <a:xfrm>
            <a:off x="6245441" y="28023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 err="1">
                <a:ea typeface="맑은 고딕"/>
              </a:rPr>
              <a:t>참조선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641570-CF37-242A-4524-19233EAFFD81}"/>
              </a:ext>
            </a:extLst>
          </p:cNvPr>
          <p:cNvSpPr txBox="1"/>
          <p:nvPr/>
        </p:nvSpPr>
        <p:spPr>
          <a:xfrm>
            <a:off x="6245441" y="82887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ea typeface="맑은 고딕"/>
              </a:rPr>
              <a:t>복사선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4F994E-8F66-FC88-E8B9-480DE8BB8975}"/>
              </a:ext>
            </a:extLst>
          </p:cNvPr>
          <p:cNvSpPr txBox="1"/>
          <p:nvPr/>
        </p:nvSpPr>
        <p:spPr>
          <a:xfrm>
            <a:off x="252867" y="25734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PointerTestMain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2557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7DE2-D25F-E1DD-3C1E-A96B07E0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E89470-42B7-5A7D-5221-273716CEC93D}"/>
              </a:ext>
            </a:extLst>
          </p:cNvPr>
          <p:cNvGraphicFramePr>
            <a:graphicFrameLocks noGrp="1"/>
          </p:cNvGraphicFramePr>
          <p:nvPr/>
        </p:nvGraphicFramePr>
        <p:xfrm>
          <a:off x="10290629" y="42091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식별부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5858D48-BBF3-B7DE-F710-893B28F295A6}"/>
              </a:ext>
            </a:extLst>
          </p:cNvPr>
          <p:cNvGraphicFramePr>
            <a:graphicFrameLocks noGrp="1"/>
          </p:cNvGraphicFramePr>
          <p:nvPr/>
        </p:nvGraphicFramePr>
        <p:xfrm>
          <a:off x="1717557" y="1524993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 err="1"/>
                        <a:t>NData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(0x01)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0C45FF-C8F5-F758-E7A2-8108AC5C6688}"/>
              </a:ext>
            </a:extLst>
          </p:cNvPr>
          <p:cNvSpPr txBox="1"/>
          <p:nvPr/>
        </p:nvSpPr>
        <p:spPr>
          <a:xfrm>
            <a:off x="349306" y="1522202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0B63F40-9356-A208-7B42-310D546FA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403280"/>
              </p:ext>
            </p:extLst>
          </p:nvPr>
        </p:nvGraphicFramePr>
        <p:xfrm>
          <a:off x="1717557" y="2833132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f</a:t>
                      </a:r>
                      <a:r>
                        <a:rPr lang="ko-KR" altLang="en-US" sz="1200" dirty="0"/>
                        <a:t>Data</a:t>
                      </a:r>
                      <a:endParaRPr lang="en-US" altLang="ko-KR" sz="1200" dirty="0"/>
                    </a:p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8.314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AD87E03-536E-7A12-C05D-90F1D748B45C}"/>
              </a:ext>
            </a:extLst>
          </p:cNvPr>
          <p:cNvSpPr txBox="1"/>
          <p:nvPr/>
        </p:nvSpPr>
        <p:spPr>
          <a:xfrm>
            <a:off x="349306" y="2939199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103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68E6DE7-734F-17E4-E435-2DB458F905D7}"/>
              </a:ext>
            </a:extLst>
          </p:cNvPr>
          <p:cNvCxnSpPr>
            <a:cxnSpLocks/>
          </p:cNvCxnSpPr>
          <p:nvPr/>
        </p:nvCxnSpPr>
        <p:spPr>
          <a:xfrm>
            <a:off x="7359588" y="463117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2BEA579-9098-7551-2E1B-41E0E865516F}"/>
              </a:ext>
            </a:extLst>
          </p:cNvPr>
          <p:cNvCxnSpPr>
            <a:cxnSpLocks/>
          </p:cNvCxnSpPr>
          <p:nvPr/>
        </p:nvCxnSpPr>
        <p:spPr>
          <a:xfrm>
            <a:off x="7359588" y="1053402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E1E6B6-D2EB-F02A-FD4B-0DB09728EFE9}"/>
              </a:ext>
            </a:extLst>
          </p:cNvPr>
          <p:cNvSpPr txBox="1"/>
          <p:nvPr/>
        </p:nvSpPr>
        <p:spPr>
          <a:xfrm>
            <a:off x="6245441" y="28023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 err="1">
                <a:ea typeface="맑은 고딕"/>
              </a:rPr>
              <a:t>참조선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0D1900-DEFF-EEA3-581B-7D84AEDEFDFE}"/>
              </a:ext>
            </a:extLst>
          </p:cNvPr>
          <p:cNvSpPr txBox="1"/>
          <p:nvPr/>
        </p:nvSpPr>
        <p:spPr>
          <a:xfrm>
            <a:off x="6245441" y="82887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ea typeface="맑은 고딕"/>
              </a:rPr>
              <a:t>복사선</a:t>
            </a:r>
            <a:endParaRPr lang="ko-KR" altLang="en-US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8AAAD81-4644-D6A9-FC61-B9A3A5BBC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794675"/>
              </p:ext>
            </p:extLst>
          </p:nvPr>
        </p:nvGraphicFramePr>
        <p:xfrm>
          <a:off x="4756334" y="2014847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 err="1"/>
                        <a:t>pintData</a:t>
                      </a:r>
                      <a:endParaRPr lang="ko-KR" altLang="en-US" sz="1200" dirty="0"/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0x01</a:t>
                      </a:r>
                      <a:endParaRPr lang="ko-KR" altLang="en-US" sz="1200" dirty="0"/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3425A37-588A-547F-7EB9-4253FE621C11}"/>
              </a:ext>
            </a:extLst>
          </p:cNvPr>
          <p:cNvCxnSpPr>
            <a:cxnSpLocks/>
          </p:cNvCxnSpPr>
          <p:nvPr/>
        </p:nvCxnSpPr>
        <p:spPr>
          <a:xfrm>
            <a:off x="2480153" y="1991639"/>
            <a:ext cx="3056351" cy="531089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80B6870-8150-C9D6-2FCF-286F238E8C1B}"/>
              </a:ext>
            </a:extLst>
          </p:cNvPr>
          <p:cNvSpPr txBox="1"/>
          <p:nvPr/>
        </p:nvSpPr>
        <p:spPr>
          <a:xfrm>
            <a:off x="3931681" y="1831967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105</a:t>
            </a:r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1A59420-85CE-E204-52C8-3CEF3E40B0DA}"/>
              </a:ext>
            </a:extLst>
          </p:cNvPr>
          <p:cNvCxnSpPr>
            <a:cxnSpLocks/>
          </p:cNvCxnSpPr>
          <p:nvPr/>
        </p:nvCxnSpPr>
        <p:spPr>
          <a:xfrm flipH="1" flipV="1">
            <a:off x="3169085" y="1831967"/>
            <a:ext cx="1587249" cy="9112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2FCC4F5-14B1-47B6-FFA8-7B37686AE7CA}"/>
              </a:ext>
            </a:extLst>
          </p:cNvPr>
          <p:cNvSpPr txBox="1"/>
          <p:nvPr/>
        </p:nvSpPr>
        <p:spPr>
          <a:xfrm>
            <a:off x="252867" y="25734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PointerTestMain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803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DF46-BB78-5114-615A-9C3AF51DD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23401E1-F5B2-FB61-2B48-3C3E140192E5}"/>
              </a:ext>
            </a:extLst>
          </p:cNvPr>
          <p:cNvGraphicFramePr>
            <a:graphicFrameLocks noGrp="1"/>
          </p:cNvGraphicFramePr>
          <p:nvPr/>
        </p:nvGraphicFramePr>
        <p:xfrm>
          <a:off x="10290629" y="42091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식별부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46A5A5D-3906-B587-0E31-02F4DC37C2F8}"/>
              </a:ext>
            </a:extLst>
          </p:cNvPr>
          <p:cNvGraphicFramePr>
            <a:graphicFrameLocks noGrp="1"/>
          </p:cNvGraphicFramePr>
          <p:nvPr/>
        </p:nvGraphicFramePr>
        <p:xfrm>
          <a:off x="1717557" y="1524993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 err="1"/>
                        <a:t>NData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(0x01)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F29C74-B0E9-D126-7FFD-A784F8508D73}"/>
              </a:ext>
            </a:extLst>
          </p:cNvPr>
          <p:cNvSpPr txBox="1"/>
          <p:nvPr/>
        </p:nvSpPr>
        <p:spPr>
          <a:xfrm>
            <a:off x="349306" y="1522202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6938158-302D-A653-1024-274071F894C3}"/>
              </a:ext>
            </a:extLst>
          </p:cNvPr>
          <p:cNvGraphicFramePr>
            <a:graphicFrameLocks noGrp="1"/>
          </p:cNvGraphicFramePr>
          <p:nvPr/>
        </p:nvGraphicFramePr>
        <p:xfrm>
          <a:off x="1717557" y="2833132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 err="1"/>
                        <a:t>pData</a:t>
                      </a:r>
                      <a:endParaRPr lang="en-US" altLang="ko-KR" sz="1200" dirty="0"/>
                    </a:p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8.314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3A42AE1-F704-FE78-E881-396E98F2375B}"/>
              </a:ext>
            </a:extLst>
          </p:cNvPr>
          <p:cNvSpPr txBox="1"/>
          <p:nvPr/>
        </p:nvSpPr>
        <p:spPr>
          <a:xfrm>
            <a:off x="349306" y="2939199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103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B23627D-2536-3956-3737-43653E2A77D7}"/>
              </a:ext>
            </a:extLst>
          </p:cNvPr>
          <p:cNvCxnSpPr>
            <a:cxnSpLocks/>
          </p:cNvCxnSpPr>
          <p:nvPr/>
        </p:nvCxnSpPr>
        <p:spPr>
          <a:xfrm>
            <a:off x="7359588" y="463117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8619E88-001A-BD1E-7738-E16F3C300140}"/>
              </a:ext>
            </a:extLst>
          </p:cNvPr>
          <p:cNvCxnSpPr>
            <a:cxnSpLocks/>
          </p:cNvCxnSpPr>
          <p:nvPr/>
        </p:nvCxnSpPr>
        <p:spPr>
          <a:xfrm>
            <a:off x="7359588" y="1053402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7B5651-1A58-C62D-644D-7B2A0BBA9646}"/>
              </a:ext>
            </a:extLst>
          </p:cNvPr>
          <p:cNvSpPr txBox="1"/>
          <p:nvPr/>
        </p:nvSpPr>
        <p:spPr>
          <a:xfrm>
            <a:off x="6245441" y="28023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 err="1">
                <a:ea typeface="맑은 고딕"/>
              </a:rPr>
              <a:t>참조선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351AF7-102F-0B1B-8D62-9F034ED95E28}"/>
              </a:ext>
            </a:extLst>
          </p:cNvPr>
          <p:cNvSpPr txBox="1"/>
          <p:nvPr/>
        </p:nvSpPr>
        <p:spPr>
          <a:xfrm>
            <a:off x="6245441" y="82887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ea typeface="맑은 고딕"/>
              </a:rPr>
              <a:t>복사선</a:t>
            </a:r>
            <a:endParaRPr lang="ko-KR" altLang="en-US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3C587F4A-8703-2BB4-6F43-2CDA2B538257}"/>
              </a:ext>
            </a:extLst>
          </p:cNvPr>
          <p:cNvGraphicFramePr>
            <a:graphicFrameLocks noGrp="1"/>
          </p:cNvGraphicFramePr>
          <p:nvPr/>
        </p:nvGraphicFramePr>
        <p:xfrm>
          <a:off x="4756334" y="2014847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 err="1"/>
                        <a:t>pintData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0x01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58044DE-C7CC-462D-006F-6071541D6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524428"/>
              </p:ext>
            </p:extLst>
          </p:nvPr>
        </p:nvGraphicFramePr>
        <p:xfrm>
          <a:off x="4756334" y="3304959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 err="1"/>
                        <a:t>pfloatData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(0x01)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0x05</a:t>
                      </a:r>
                      <a:endParaRPr lang="ko-KR" altLang="en-US" sz="1200" dirty="0"/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E3EF8B6-D125-DC67-A713-2D3FB9E202C8}"/>
              </a:ext>
            </a:extLst>
          </p:cNvPr>
          <p:cNvCxnSpPr>
            <a:cxnSpLocks/>
          </p:cNvCxnSpPr>
          <p:nvPr/>
        </p:nvCxnSpPr>
        <p:spPr>
          <a:xfrm>
            <a:off x="2480153" y="1991639"/>
            <a:ext cx="3056351" cy="531089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9EA0C96-584E-F5C9-6F9E-9267BF448205}"/>
              </a:ext>
            </a:extLst>
          </p:cNvPr>
          <p:cNvSpPr txBox="1"/>
          <p:nvPr/>
        </p:nvSpPr>
        <p:spPr>
          <a:xfrm>
            <a:off x="3931681" y="1831967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105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C41736A-0A40-C182-2DD5-78140DE19FD3}"/>
              </a:ext>
            </a:extLst>
          </p:cNvPr>
          <p:cNvCxnSpPr>
            <a:cxnSpLocks/>
          </p:cNvCxnSpPr>
          <p:nvPr/>
        </p:nvCxnSpPr>
        <p:spPr>
          <a:xfrm>
            <a:off x="2480153" y="3332357"/>
            <a:ext cx="3056351" cy="471827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FD9FD14-7FF3-D177-89E0-D85F2B07BD4A}"/>
              </a:ext>
            </a:extLst>
          </p:cNvPr>
          <p:cNvSpPr txBox="1"/>
          <p:nvPr/>
        </p:nvSpPr>
        <p:spPr>
          <a:xfrm>
            <a:off x="3931681" y="3172685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106</a:t>
            </a:r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DA7BBC7-3209-656F-BDC4-18AECDC27871}"/>
              </a:ext>
            </a:extLst>
          </p:cNvPr>
          <p:cNvCxnSpPr>
            <a:cxnSpLocks/>
          </p:cNvCxnSpPr>
          <p:nvPr/>
        </p:nvCxnSpPr>
        <p:spPr>
          <a:xfrm flipH="1" flipV="1">
            <a:off x="3169085" y="1831967"/>
            <a:ext cx="1587249" cy="911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27CD3EF-BC7D-0596-D718-48EDC1FD75B7}"/>
              </a:ext>
            </a:extLst>
          </p:cNvPr>
          <p:cNvCxnSpPr>
            <a:cxnSpLocks/>
          </p:cNvCxnSpPr>
          <p:nvPr/>
        </p:nvCxnSpPr>
        <p:spPr>
          <a:xfrm flipH="1" flipV="1">
            <a:off x="3169085" y="3084487"/>
            <a:ext cx="1587249" cy="9112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83047D0-3A10-0C41-7B66-95E06FB36E3B}"/>
              </a:ext>
            </a:extLst>
          </p:cNvPr>
          <p:cNvSpPr txBox="1"/>
          <p:nvPr/>
        </p:nvSpPr>
        <p:spPr>
          <a:xfrm>
            <a:off x="252867" y="25734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PointerTestMain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6925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559D-FA32-B075-36FD-F4F0E3A1C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EE9BE4A-0BF9-1B17-627C-8C6081222071}"/>
              </a:ext>
            </a:extLst>
          </p:cNvPr>
          <p:cNvGraphicFramePr>
            <a:graphicFrameLocks noGrp="1"/>
          </p:cNvGraphicFramePr>
          <p:nvPr/>
        </p:nvGraphicFramePr>
        <p:xfrm>
          <a:off x="10290629" y="42091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식별부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164ACAC-3522-98C5-8DF2-A3DEC43AAD3D}"/>
              </a:ext>
            </a:extLst>
          </p:cNvPr>
          <p:cNvGraphicFramePr>
            <a:graphicFrameLocks noGrp="1"/>
          </p:cNvGraphicFramePr>
          <p:nvPr/>
        </p:nvGraphicFramePr>
        <p:xfrm>
          <a:off x="1717557" y="1524993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 err="1"/>
                        <a:t>NData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(0x01)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A351D8-F4A7-8A72-3C57-32924BE88A19}"/>
              </a:ext>
            </a:extLst>
          </p:cNvPr>
          <p:cNvSpPr txBox="1"/>
          <p:nvPr/>
        </p:nvSpPr>
        <p:spPr>
          <a:xfrm>
            <a:off x="349306" y="1522202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A48F94-D00B-365E-C356-38A9A17B83D3}"/>
              </a:ext>
            </a:extLst>
          </p:cNvPr>
          <p:cNvGraphicFramePr>
            <a:graphicFrameLocks noGrp="1"/>
          </p:cNvGraphicFramePr>
          <p:nvPr/>
        </p:nvGraphicFramePr>
        <p:xfrm>
          <a:off x="1717557" y="2833132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 err="1"/>
                        <a:t>pData</a:t>
                      </a:r>
                      <a:endParaRPr lang="en-US" altLang="ko-KR" sz="1200" dirty="0"/>
                    </a:p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/>
                        <a:t>8.314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D6EA613-9105-2890-A8CD-AA0921632799}"/>
              </a:ext>
            </a:extLst>
          </p:cNvPr>
          <p:cNvSpPr txBox="1"/>
          <p:nvPr/>
        </p:nvSpPr>
        <p:spPr>
          <a:xfrm>
            <a:off x="349306" y="2939199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103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C19AB5F-E340-47D6-98D4-863197BF00C4}"/>
              </a:ext>
            </a:extLst>
          </p:cNvPr>
          <p:cNvCxnSpPr>
            <a:cxnSpLocks/>
          </p:cNvCxnSpPr>
          <p:nvPr/>
        </p:nvCxnSpPr>
        <p:spPr>
          <a:xfrm>
            <a:off x="7359588" y="463117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D16EFF5-B774-595D-9309-A304718D898C}"/>
              </a:ext>
            </a:extLst>
          </p:cNvPr>
          <p:cNvCxnSpPr>
            <a:cxnSpLocks/>
          </p:cNvCxnSpPr>
          <p:nvPr/>
        </p:nvCxnSpPr>
        <p:spPr>
          <a:xfrm>
            <a:off x="7359588" y="1053402"/>
            <a:ext cx="173489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8D196C-1840-B6B8-7B55-E0B7407EA20A}"/>
              </a:ext>
            </a:extLst>
          </p:cNvPr>
          <p:cNvSpPr txBox="1"/>
          <p:nvPr/>
        </p:nvSpPr>
        <p:spPr>
          <a:xfrm>
            <a:off x="6245441" y="28023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 err="1">
                <a:ea typeface="맑은 고딕"/>
              </a:rPr>
              <a:t>참조선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1C0283-F236-D444-C1AF-CE198FB6ED3D}"/>
              </a:ext>
            </a:extLst>
          </p:cNvPr>
          <p:cNvSpPr txBox="1"/>
          <p:nvPr/>
        </p:nvSpPr>
        <p:spPr>
          <a:xfrm>
            <a:off x="6245441" y="828877"/>
            <a:ext cx="91983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ea typeface="맑은 고딕"/>
              </a:rPr>
              <a:t>복사선</a:t>
            </a:r>
            <a:endParaRPr lang="ko-KR" altLang="en-US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5B64B18-C540-82FD-BB44-B35E9F768127}"/>
              </a:ext>
            </a:extLst>
          </p:cNvPr>
          <p:cNvGraphicFramePr>
            <a:graphicFrameLocks noGrp="1"/>
          </p:cNvGraphicFramePr>
          <p:nvPr/>
        </p:nvGraphicFramePr>
        <p:xfrm>
          <a:off x="4756334" y="2014847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 err="1"/>
                        <a:t>pintData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0x01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59272C7-D3B2-A82E-F012-64A277F4367F}"/>
              </a:ext>
            </a:extLst>
          </p:cNvPr>
          <p:cNvGraphicFramePr>
            <a:graphicFrameLocks noGrp="1"/>
          </p:cNvGraphicFramePr>
          <p:nvPr/>
        </p:nvGraphicFramePr>
        <p:xfrm>
          <a:off x="4756334" y="3304959"/>
          <a:ext cx="1451528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8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dirty="0" err="1"/>
                        <a:t>pfloatData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(0x01)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0x05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F4E966A-C855-0745-A615-379E261D9673}"/>
              </a:ext>
            </a:extLst>
          </p:cNvPr>
          <p:cNvCxnSpPr>
            <a:cxnSpLocks/>
          </p:cNvCxnSpPr>
          <p:nvPr/>
        </p:nvCxnSpPr>
        <p:spPr>
          <a:xfrm>
            <a:off x="2480153" y="1991639"/>
            <a:ext cx="3056351" cy="531089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12974DD-BF83-673F-EC45-D096C4EA4938}"/>
              </a:ext>
            </a:extLst>
          </p:cNvPr>
          <p:cNvSpPr txBox="1"/>
          <p:nvPr/>
        </p:nvSpPr>
        <p:spPr>
          <a:xfrm>
            <a:off x="3931681" y="1831967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105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516F12C-6965-F988-672B-9159CB62B556}"/>
              </a:ext>
            </a:extLst>
          </p:cNvPr>
          <p:cNvCxnSpPr>
            <a:cxnSpLocks/>
          </p:cNvCxnSpPr>
          <p:nvPr/>
        </p:nvCxnSpPr>
        <p:spPr>
          <a:xfrm>
            <a:off x="2480153" y="3332357"/>
            <a:ext cx="3056351" cy="47182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7CCDDB5-87F7-479C-D44B-AB529F742FBB}"/>
              </a:ext>
            </a:extLst>
          </p:cNvPr>
          <p:cNvSpPr txBox="1"/>
          <p:nvPr/>
        </p:nvSpPr>
        <p:spPr>
          <a:xfrm>
            <a:off x="3931681" y="3172685"/>
            <a:ext cx="75298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ea typeface="맑은 고딕"/>
              </a:rPr>
              <a:t>106</a:t>
            </a:r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FC81A33-3741-E033-56A3-DC331107B534}"/>
              </a:ext>
            </a:extLst>
          </p:cNvPr>
          <p:cNvCxnSpPr>
            <a:cxnSpLocks/>
          </p:cNvCxnSpPr>
          <p:nvPr/>
        </p:nvCxnSpPr>
        <p:spPr>
          <a:xfrm flipH="1" flipV="1">
            <a:off x="3169085" y="1831967"/>
            <a:ext cx="1587249" cy="911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6DC2686-C0E0-F598-7B3C-554BC06533EC}"/>
              </a:ext>
            </a:extLst>
          </p:cNvPr>
          <p:cNvCxnSpPr>
            <a:cxnSpLocks/>
          </p:cNvCxnSpPr>
          <p:nvPr/>
        </p:nvCxnSpPr>
        <p:spPr>
          <a:xfrm flipH="1" flipV="1">
            <a:off x="3169085" y="3084487"/>
            <a:ext cx="1587249" cy="911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6672F85-CC85-3C11-1D5D-FD8C016AE49A}"/>
              </a:ext>
            </a:extLst>
          </p:cNvPr>
          <p:cNvSpPr txBox="1"/>
          <p:nvPr/>
        </p:nvSpPr>
        <p:spPr>
          <a:xfrm>
            <a:off x="349305" y="4931643"/>
            <a:ext cx="112247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solidFill>
                  <a:srgbClr val="FF0000"/>
                </a:solidFill>
                <a:ea typeface="맑은 고딕"/>
              </a:rPr>
              <a:t>108 </a:t>
            </a:r>
            <a:r>
              <a:rPr lang="en-US" altLang="ko-KR" dirty="0" err="1">
                <a:solidFill>
                  <a:srgbClr val="FF0000"/>
                </a:solidFill>
                <a:ea typeface="맑은 고딕"/>
              </a:rPr>
              <a:t>nData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[10,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 </a:t>
            </a:r>
            <a:r>
              <a:rPr lang="ko-KR" altLang="en-US" dirty="0" err="1">
                <a:solidFill>
                  <a:srgbClr val="FF0000"/>
                </a:solidFill>
                <a:ea typeface="맑은 고딕"/>
              </a:rPr>
              <a:t>주솟값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(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임의 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0x01)]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2A79E6-6A67-CCA1-9AFF-BADC097A815B}"/>
              </a:ext>
            </a:extLst>
          </p:cNvPr>
          <p:cNvSpPr txBox="1"/>
          <p:nvPr/>
        </p:nvSpPr>
        <p:spPr>
          <a:xfrm>
            <a:off x="349305" y="5333007"/>
            <a:ext cx="112247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solidFill>
                  <a:srgbClr val="FF0000"/>
                </a:solidFill>
                <a:ea typeface="맑은 고딕"/>
              </a:rPr>
              <a:t>109 </a:t>
            </a:r>
            <a:r>
              <a:rPr lang="en-US" altLang="ko-KR" dirty="0" err="1">
                <a:solidFill>
                  <a:srgbClr val="FF0000"/>
                </a:solidFill>
                <a:ea typeface="맑은 고딕"/>
              </a:rPr>
              <a:t>pintData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[</a:t>
            </a:r>
            <a:r>
              <a:rPr lang="ko-KR" altLang="en-US" dirty="0" err="1">
                <a:solidFill>
                  <a:srgbClr val="FF0000"/>
                </a:solidFill>
                <a:ea typeface="맑은 고딕"/>
              </a:rPr>
              <a:t>주솟값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(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임의 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0x01), 10]	//*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이 있으면 화살표를 따라가 값을 가져온다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6F6116-4AC5-9BF6-708C-3298D2A221B9}"/>
              </a:ext>
            </a:extLst>
          </p:cNvPr>
          <p:cNvSpPr txBox="1"/>
          <p:nvPr/>
        </p:nvSpPr>
        <p:spPr>
          <a:xfrm>
            <a:off x="349305" y="5763387"/>
            <a:ext cx="112247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solidFill>
                  <a:srgbClr val="FF0000"/>
                </a:solidFill>
                <a:ea typeface="맑은 고딕"/>
              </a:rPr>
              <a:t>110 </a:t>
            </a:r>
            <a:r>
              <a:rPr lang="en-US" altLang="ko-KR" dirty="0" err="1">
                <a:solidFill>
                  <a:srgbClr val="FF0000"/>
                </a:solidFill>
                <a:ea typeface="맑은 고딕"/>
              </a:rPr>
              <a:t>fData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[8.314, </a:t>
            </a:r>
            <a:r>
              <a:rPr lang="ko-KR" altLang="en-US" dirty="0" err="1">
                <a:solidFill>
                  <a:srgbClr val="FF0000"/>
                </a:solidFill>
                <a:ea typeface="맑은 고딕"/>
              </a:rPr>
              <a:t>주솟값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(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임의 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0x05)]	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D91379-4103-368F-EBC7-5F2155BCAF23}"/>
              </a:ext>
            </a:extLst>
          </p:cNvPr>
          <p:cNvSpPr txBox="1"/>
          <p:nvPr/>
        </p:nvSpPr>
        <p:spPr>
          <a:xfrm>
            <a:off x="349305" y="6196783"/>
            <a:ext cx="112247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dirty="0">
                <a:solidFill>
                  <a:srgbClr val="FF0000"/>
                </a:solidFill>
                <a:ea typeface="맑은 고딕"/>
              </a:rPr>
              <a:t>111 </a:t>
            </a:r>
            <a:r>
              <a:rPr lang="en-US" altLang="ko-KR" dirty="0" err="1">
                <a:solidFill>
                  <a:srgbClr val="FF0000"/>
                </a:solidFill>
                <a:ea typeface="맑은 고딕"/>
              </a:rPr>
              <a:t>pfloatData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[</a:t>
            </a:r>
            <a:r>
              <a:rPr lang="ko-KR" altLang="en-US" dirty="0" err="1">
                <a:solidFill>
                  <a:srgbClr val="FF0000"/>
                </a:solidFill>
                <a:ea typeface="맑은 고딕"/>
              </a:rPr>
              <a:t>주솟값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(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임의 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0x05), 8.314]	//*</a:t>
            </a:r>
            <a:r>
              <a:rPr lang="ko-KR" altLang="en-US" dirty="0">
                <a:solidFill>
                  <a:srgbClr val="FF0000"/>
                </a:solidFill>
                <a:ea typeface="맑은 고딕"/>
              </a:rPr>
              <a:t>이 있으면 화살표를 따라가 값을 가져온다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F0D845-7EBD-F5F8-8974-094DF0B31703}"/>
              </a:ext>
            </a:extLst>
          </p:cNvPr>
          <p:cNvSpPr txBox="1"/>
          <p:nvPr/>
        </p:nvSpPr>
        <p:spPr>
          <a:xfrm>
            <a:off x="252867" y="25734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PointerTestMain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2469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B7F142C-7FD0-E255-9AEC-3EE13EB44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789852"/>
              </p:ext>
            </p:extLst>
          </p:nvPr>
        </p:nvGraphicFramePr>
        <p:xfrm>
          <a:off x="587565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(0x01)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622C053-8A26-6FAB-A139-709DFFBFD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548153"/>
              </p:ext>
            </p:extLst>
          </p:nvPr>
        </p:nvGraphicFramePr>
        <p:xfrm>
          <a:off x="2759350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A18B630-CA92-F8E7-8743-C003EBD29FD9}"/>
              </a:ext>
            </a:extLst>
          </p:cNvPr>
          <p:cNvSpPr/>
          <p:nvPr/>
        </p:nvSpPr>
        <p:spPr>
          <a:xfrm>
            <a:off x="5007429" y="1378131"/>
            <a:ext cx="6418217" cy="3733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B9014-AE3E-4309-64B3-235C983A06F4}"/>
              </a:ext>
            </a:extLst>
          </p:cNvPr>
          <p:cNvSpPr txBox="1"/>
          <p:nvPr/>
        </p:nvSpPr>
        <p:spPr>
          <a:xfrm>
            <a:off x="5141404" y="147330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SwapVal</a:t>
            </a:r>
            <a:r>
              <a:rPr lang="en-US" altLang="ko-KR" dirty="0">
                <a:ea typeface="맑은 고딕"/>
              </a:rPr>
              <a:t>()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83016A5-B4AC-232A-FD20-7D28A3162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50386"/>
              </p:ext>
            </p:extLst>
          </p:nvPr>
        </p:nvGraphicFramePr>
        <p:xfrm>
          <a:off x="7730309" y="1927652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(0x50)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C0422CC-F80F-7389-797F-D4525129D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23710"/>
              </p:ext>
            </p:extLst>
          </p:nvPr>
        </p:nvGraphicFramePr>
        <p:xfrm>
          <a:off x="9577977" y="1927652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(0x54)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21CC813-60EF-069C-CF1E-BF33143D0612}"/>
              </a:ext>
            </a:extLst>
          </p:cNvPr>
          <p:cNvSpPr txBox="1"/>
          <p:nvPr/>
        </p:nvSpPr>
        <p:spPr>
          <a:xfrm>
            <a:off x="328023" y="46311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Call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by Value</a:t>
            </a:r>
            <a:endParaRPr lang="ko-KR" altLang="en-US" dirty="0">
              <a:ea typeface="맑은 고딕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5233353-66B8-FD2F-968C-38C40D9431B0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1047483" y="2417506"/>
            <a:ext cx="7280814" cy="59608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7EBCA84-AF6F-F966-C974-A7064F4B5C0A}"/>
              </a:ext>
            </a:extLst>
          </p:cNvPr>
          <p:cNvCxnSpPr>
            <a:cxnSpLocks/>
            <a:stCxn id="6" idx="2"/>
          </p:cNvCxnSpPr>
          <p:nvPr/>
        </p:nvCxnSpPr>
        <p:spPr>
          <a:xfrm flipV="1">
            <a:off x="3219268" y="2431232"/>
            <a:ext cx="6956697" cy="5823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36DB289-C5D2-7A4B-0742-80926B35F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283356"/>
              </p:ext>
            </p:extLst>
          </p:nvPr>
        </p:nvGraphicFramePr>
        <p:xfrm>
          <a:off x="5918927" y="359093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Temp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(0x58)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3E97629-3E13-D82A-AD7D-000D430C1AFD}"/>
              </a:ext>
            </a:extLst>
          </p:cNvPr>
          <p:cNvSpPr txBox="1"/>
          <p:nvPr/>
        </p:nvSpPr>
        <p:spPr>
          <a:xfrm>
            <a:off x="-4354" y="2033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327</a:t>
            </a:r>
            <a:endParaRPr lang="ko-KR" altLang="en-US" dirty="0"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B52CB-FFB4-7276-54C3-2ACC1DF1A7F0}"/>
              </a:ext>
            </a:extLst>
          </p:cNvPr>
          <p:cNvSpPr txBox="1"/>
          <p:nvPr/>
        </p:nvSpPr>
        <p:spPr>
          <a:xfrm>
            <a:off x="2178590" y="2033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328</a:t>
            </a:r>
            <a:endParaRPr lang="ko-KR" altLang="en-US" dirty="0">
              <a:ea typeface="맑은 고딕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AED9D2F-E746-7E42-5874-8E466B658C0D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378845" y="2907360"/>
            <a:ext cx="1949452" cy="1173428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17D70E38-9BBC-532C-7BE7-70F67C74D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475313"/>
              </p:ext>
            </p:extLst>
          </p:nvPr>
        </p:nvGraphicFramePr>
        <p:xfrm>
          <a:off x="10432870" y="123663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매개변수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데이터부</a:t>
                      </a:r>
                      <a:endParaRPr lang="en-US" altLang="ko-KR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0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12E6-E5F9-E22F-B0AD-2B663C3C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41AD2B6-67DA-8979-3A50-38A0A3324DDB}"/>
              </a:ext>
            </a:extLst>
          </p:cNvPr>
          <p:cNvGraphicFramePr>
            <a:graphicFrameLocks noGrp="1"/>
          </p:cNvGraphicFramePr>
          <p:nvPr/>
        </p:nvGraphicFramePr>
        <p:xfrm>
          <a:off x="587565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(0x01)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9C734FF-3EA4-1FBE-6680-CD233E14C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883282"/>
              </p:ext>
            </p:extLst>
          </p:nvPr>
        </p:nvGraphicFramePr>
        <p:xfrm>
          <a:off x="2759350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F191D29D-26B8-D58D-63E7-2983B23AEBDF}"/>
              </a:ext>
            </a:extLst>
          </p:cNvPr>
          <p:cNvSpPr/>
          <p:nvPr/>
        </p:nvSpPr>
        <p:spPr>
          <a:xfrm>
            <a:off x="5007429" y="1378131"/>
            <a:ext cx="6418217" cy="3733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F4F79-1948-B712-23B7-42072E7344C9}"/>
              </a:ext>
            </a:extLst>
          </p:cNvPr>
          <p:cNvSpPr txBox="1"/>
          <p:nvPr/>
        </p:nvSpPr>
        <p:spPr>
          <a:xfrm>
            <a:off x="5141404" y="147330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SwapVal</a:t>
            </a:r>
            <a:r>
              <a:rPr lang="en-US" altLang="ko-KR" dirty="0">
                <a:ea typeface="맑은 고딕"/>
              </a:rPr>
              <a:t>()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1FAC4AA-94B5-90AA-437C-E8DE57A40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511076"/>
              </p:ext>
            </p:extLst>
          </p:nvPr>
        </p:nvGraphicFramePr>
        <p:xfrm>
          <a:off x="7730309" y="1927652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(0x50)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280E61B-5F6E-FF1E-ECCE-BC48C41A6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172387"/>
              </p:ext>
            </p:extLst>
          </p:nvPr>
        </p:nvGraphicFramePr>
        <p:xfrm>
          <a:off x="9577977" y="1927652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(0x54)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31B8267-BC05-4699-9D7E-8B3806EDCCF0}"/>
              </a:ext>
            </a:extLst>
          </p:cNvPr>
          <p:cNvSpPr txBox="1"/>
          <p:nvPr/>
        </p:nvSpPr>
        <p:spPr>
          <a:xfrm>
            <a:off x="328023" y="46311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Call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by Value</a:t>
            </a:r>
            <a:endParaRPr lang="ko-KR" altLang="en-US" dirty="0">
              <a:ea typeface="맑은 고딕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3B0B70F-CD96-0922-FDD6-D1D285E577C7}"/>
              </a:ext>
            </a:extLst>
          </p:cNvPr>
          <p:cNvCxnSpPr>
            <a:cxnSpLocks/>
          </p:cNvCxnSpPr>
          <p:nvPr/>
        </p:nvCxnSpPr>
        <p:spPr>
          <a:xfrm flipH="1">
            <a:off x="8926286" y="2717074"/>
            <a:ext cx="65169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7F5447F-B4F1-E776-ADED-662C4290CBA2}"/>
              </a:ext>
            </a:extLst>
          </p:cNvPr>
          <p:cNvGraphicFramePr>
            <a:graphicFrameLocks noGrp="1"/>
          </p:cNvGraphicFramePr>
          <p:nvPr/>
        </p:nvGraphicFramePr>
        <p:xfrm>
          <a:off x="5918927" y="359093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Temp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(0x58)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8FFD90C-DA50-6291-98F8-F074BC6CA8F7}"/>
              </a:ext>
            </a:extLst>
          </p:cNvPr>
          <p:cNvSpPr txBox="1"/>
          <p:nvPr/>
        </p:nvSpPr>
        <p:spPr>
          <a:xfrm>
            <a:off x="-4354" y="2033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327</a:t>
            </a:r>
            <a:endParaRPr lang="ko-KR" altLang="en-US" dirty="0"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81D5F5-EE2C-EDD5-867D-4A534F3CF9BF}"/>
              </a:ext>
            </a:extLst>
          </p:cNvPr>
          <p:cNvSpPr txBox="1"/>
          <p:nvPr/>
        </p:nvSpPr>
        <p:spPr>
          <a:xfrm>
            <a:off x="2178590" y="2033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328</a:t>
            </a:r>
            <a:endParaRPr lang="ko-KR" altLang="en-US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0A7CA-6C08-9267-DE53-9BD7F245C89F}"/>
              </a:ext>
            </a:extLst>
          </p:cNvPr>
          <p:cNvSpPr txBox="1"/>
          <p:nvPr/>
        </p:nvSpPr>
        <p:spPr>
          <a:xfrm>
            <a:off x="9008292" y="27541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308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329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E4AC-FB97-C3AE-2179-1E4F4C30A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0CC760-E994-01E2-284A-9FA27DB01526}"/>
              </a:ext>
            </a:extLst>
          </p:cNvPr>
          <p:cNvGraphicFramePr>
            <a:graphicFrameLocks noGrp="1"/>
          </p:cNvGraphicFramePr>
          <p:nvPr/>
        </p:nvGraphicFramePr>
        <p:xfrm>
          <a:off x="587565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(0x01)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C2E3BF6-59BD-D19B-43DB-4E05818E2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47807"/>
              </p:ext>
            </p:extLst>
          </p:nvPr>
        </p:nvGraphicFramePr>
        <p:xfrm>
          <a:off x="2759350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61F8B65-5434-3ADF-5B6E-3B413B9E501C}"/>
              </a:ext>
            </a:extLst>
          </p:cNvPr>
          <p:cNvSpPr/>
          <p:nvPr/>
        </p:nvSpPr>
        <p:spPr>
          <a:xfrm>
            <a:off x="5007429" y="1378131"/>
            <a:ext cx="6418217" cy="3733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AA1898-D849-DDE6-6E33-67148C1A610C}"/>
              </a:ext>
            </a:extLst>
          </p:cNvPr>
          <p:cNvSpPr txBox="1"/>
          <p:nvPr/>
        </p:nvSpPr>
        <p:spPr>
          <a:xfrm>
            <a:off x="5141404" y="147330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SwapVal</a:t>
            </a:r>
            <a:r>
              <a:rPr lang="en-US" altLang="ko-KR" dirty="0">
                <a:ea typeface="맑은 고딕"/>
              </a:rPr>
              <a:t>()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CCC74BB-6EAC-C7F9-FF5F-CEB86329E6E3}"/>
              </a:ext>
            </a:extLst>
          </p:cNvPr>
          <p:cNvGraphicFramePr>
            <a:graphicFrameLocks noGrp="1"/>
          </p:cNvGraphicFramePr>
          <p:nvPr/>
        </p:nvGraphicFramePr>
        <p:xfrm>
          <a:off x="7730309" y="1927652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(0x50)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1ECE6F0-C107-DBBC-E1C0-B96E9BDA4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537343"/>
              </p:ext>
            </p:extLst>
          </p:nvPr>
        </p:nvGraphicFramePr>
        <p:xfrm>
          <a:off x="9577977" y="1927652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(0x54)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EAD9055-4615-FF9D-ACD4-3F50F80361B3}"/>
              </a:ext>
            </a:extLst>
          </p:cNvPr>
          <p:cNvSpPr txBox="1"/>
          <p:nvPr/>
        </p:nvSpPr>
        <p:spPr>
          <a:xfrm>
            <a:off x="328023" y="46311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Call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by Value</a:t>
            </a:r>
            <a:endParaRPr lang="ko-KR" altLang="en-US" dirty="0">
              <a:ea typeface="맑은 고딕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7912335-BDD5-2DAF-8D7A-554864BAB317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6838764" y="2907360"/>
            <a:ext cx="3337201" cy="144692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150261A-F529-FC52-3940-8CDC377C8979}"/>
              </a:ext>
            </a:extLst>
          </p:cNvPr>
          <p:cNvGraphicFramePr>
            <a:graphicFrameLocks noGrp="1"/>
          </p:cNvGraphicFramePr>
          <p:nvPr/>
        </p:nvGraphicFramePr>
        <p:xfrm>
          <a:off x="5918927" y="359093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Temp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(0x58)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3EABAF6-5CF5-7A3E-8AA2-71F9D3E83FE8}"/>
              </a:ext>
            </a:extLst>
          </p:cNvPr>
          <p:cNvSpPr txBox="1"/>
          <p:nvPr/>
        </p:nvSpPr>
        <p:spPr>
          <a:xfrm>
            <a:off x="-4354" y="2033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327</a:t>
            </a:r>
            <a:endParaRPr lang="ko-KR" altLang="en-US" dirty="0"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C46893-89BC-F550-8B91-9035F24D125C}"/>
              </a:ext>
            </a:extLst>
          </p:cNvPr>
          <p:cNvSpPr txBox="1"/>
          <p:nvPr/>
        </p:nvSpPr>
        <p:spPr>
          <a:xfrm>
            <a:off x="2178590" y="2033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328</a:t>
            </a:r>
            <a:endParaRPr lang="ko-KR" altLang="en-US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8804E-C854-B425-C79F-49EF346DC38D}"/>
              </a:ext>
            </a:extLst>
          </p:cNvPr>
          <p:cNvSpPr txBox="1"/>
          <p:nvPr/>
        </p:nvSpPr>
        <p:spPr>
          <a:xfrm>
            <a:off x="8425543" y="382497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309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6230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CCE8D-B365-8E1D-659F-153D92D8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71B2DCC-2A4C-F430-1618-FAF88E051FF3}"/>
              </a:ext>
            </a:extLst>
          </p:cNvPr>
          <p:cNvGraphicFramePr>
            <a:graphicFrameLocks noGrp="1"/>
          </p:cNvGraphicFramePr>
          <p:nvPr/>
        </p:nvGraphicFramePr>
        <p:xfrm>
          <a:off x="587565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(0x01)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E69C832-D846-F570-3F13-D8DD880F8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643001"/>
              </p:ext>
            </p:extLst>
          </p:nvPr>
        </p:nvGraphicFramePr>
        <p:xfrm>
          <a:off x="2759350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FA7055A-3D18-DFB9-5C3B-370DD40598FA}"/>
              </a:ext>
            </a:extLst>
          </p:cNvPr>
          <p:cNvSpPr/>
          <p:nvPr/>
        </p:nvSpPr>
        <p:spPr>
          <a:xfrm>
            <a:off x="5007429" y="1378131"/>
            <a:ext cx="6418217" cy="3733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0B905-F68B-DAF0-E8BC-6448F1A2A43E}"/>
              </a:ext>
            </a:extLst>
          </p:cNvPr>
          <p:cNvSpPr txBox="1"/>
          <p:nvPr/>
        </p:nvSpPr>
        <p:spPr>
          <a:xfrm>
            <a:off x="5141404" y="147330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SwapVal</a:t>
            </a:r>
            <a:r>
              <a:rPr lang="en-US" altLang="ko-KR" dirty="0">
                <a:ea typeface="맑은 고딕"/>
              </a:rPr>
              <a:t>()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F2381AE-7CBA-4C84-9175-D4C2F54D2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041229"/>
              </p:ext>
            </p:extLst>
          </p:nvPr>
        </p:nvGraphicFramePr>
        <p:xfrm>
          <a:off x="8709470" y="1610657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Pa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(0x62)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C3A3102-311C-4C69-AA37-184A74F27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263305"/>
              </p:ext>
            </p:extLst>
          </p:nvPr>
        </p:nvGraphicFramePr>
        <p:xfrm>
          <a:off x="8715829" y="2840706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pB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(0x66)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2BFDC3A-A8C3-5323-0A45-ED17FF2C60AE}"/>
              </a:ext>
            </a:extLst>
          </p:cNvPr>
          <p:cNvSpPr txBox="1"/>
          <p:nvPr/>
        </p:nvSpPr>
        <p:spPr>
          <a:xfrm>
            <a:off x="328023" y="46311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Call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by Pointer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426DA67-CCE0-0D5E-1811-8711C9D71C91}"/>
              </a:ext>
            </a:extLst>
          </p:cNvPr>
          <p:cNvGraphicFramePr>
            <a:graphicFrameLocks noGrp="1"/>
          </p:cNvGraphicFramePr>
          <p:nvPr/>
        </p:nvGraphicFramePr>
        <p:xfrm>
          <a:off x="5918927" y="359093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Temp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(0x58)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0976462-EB77-E567-6C64-BD96AD0596FC}"/>
              </a:ext>
            </a:extLst>
          </p:cNvPr>
          <p:cNvSpPr txBox="1"/>
          <p:nvPr/>
        </p:nvSpPr>
        <p:spPr>
          <a:xfrm>
            <a:off x="-4354" y="2033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327</a:t>
            </a:r>
            <a:endParaRPr lang="ko-KR" altLang="en-US" dirty="0"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DC3B95-DAD2-F5BD-D64F-3BEF1833071F}"/>
              </a:ext>
            </a:extLst>
          </p:cNvPr>
          <p:cNvSpPr txBox="1"/>
          <p:nvPr/>
        </p:nvSpPr>
        <p:spPr>
          <a:xfrm>
            <a:off x="2178590" y="203388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328</a:t>
            </a:r>
            <a:endParaRPr lang="ko-KR" altLang="en-US" dirty="0">
              <a:ea typeface="맑은 고딕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A3730EE-8653-786E-F0E0-D45020677859}"/>
              </a:ext>
            </a:extLst>
          </p:cNvPr>
          <p:cNvCxnSpPr>
            <a:cxnSpLocks/>
          </p:cNvCxnSpPr>
          <p:nvPr/>
        </p:nvCxnSpPr>
        <p:spPr>
          <a:xfrm flipV="1">
            <a:off x="1080498" y="2087568"/>
            <a:ext cx="8233319" cy="43617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3F1AA84-CFEE-E8BA-218F-B23671891140}"/>
              </a:ext>
            </a:extLst>
          </p:cNvPr>
          <p:cNvCxnSpPr>
            <a:cxnSpLocks/>
          </p:cNvCxnSpPr>
          <p:nvPr/>
        </p:nvCxnSpPr>
        <p:spPr>
          <a:xfrm>
            <a:off x="3219268" y="2534767"/>
            <a:ext cx="6115053" cy="79579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3114BBC-1423-5042-8289-A304F8C07696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047483" y="3013595"/>
            <a:ext cx="5331362" cy="106719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0FBFB92-9817-A528-3DD5-9D9993BB1AC3}"/>
              </a:ext>
            </a:extLst>
          </p:cNvPr>
          <p:cNvSpPr txBox="1"/>
          <p:nvPr/>
        </p:nvSpPr>
        <p:spPr>
          <a:xfrm>
            <a:off x="5141404" y="408078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315</a:t>
            </a:r>
            <a:endParaRPr lang="ko-KR" altLang="en-US" dirty="0">
              <a:ea typeface="맑은 고딕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CCB6101-C594-12BD-0F94-92368737ACDF}"/>
              </a:ext>
            </a:extLst>
          </p:cNvPr>
          <p:cNvCxnSpPr>
            <a:cxnSpLocks/>
          </p:cNvCxnSpPr>
          <p:nvPr/>
        </p:nvCxnSpPr>
        <p:spPr>
          <a:xfrm flipH="1" flipV="1">
            <a:off x="1507402" y="2290354"/>
            <a:ext cx="7202068" cy="112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8148560-0F2C-16DA-77A4-09EF379C4620}"/>
              </a:ext>
            </a:extLst>
          </p:cNvPr>
          <p:cNvCxnSpPr>
            <a:cxnSpLocks/>
          </p:cNvCxnSpPr>
          <p:nvPr/>
        </p:nvCxnSpPr>
        <p:spPr>
          <a:xfrm flipH="1" flipV="1">
            <a:off x="3679187" y="2319358"/>
            <a:ext cx="5015268" cy="12847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217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735E-B208-BEAF-DD75-918D43C0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B67AE9D-D63F-5B59-44B6-664833C70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457853"/>
              </p:ext>
            </p:extLst>
          </p:nvPr>
        </p:nvGraphicFramePr>
        <p:xfrm>
          <a:off x="587565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(0x01)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5F9DAB8-9DCD-2AA7-A7AA-CD9CD48F5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207027"/>
              </p:ext>
            </p:extLst>
          </p:nvPr>
        </p:nvGraphicFramePr>
        <p:xfrm>
          <a:off x="2759350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0C979BB1-486D-C752-CD10-47E227BF943A}"/>
              </a:ext>
            </a:extLst>
          </p:cNvPr>
          <p:cNvSpPr/>
          <p:nvPr/>
        </p:nvSpPr>
        <p:spPr>
          <a:xfrm>
            <a:off x="5007429" y="1378131"/>
            <a:ext cx="6418217" cy="3733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33653-F7B1-FFA6-A953-6B25C00F9086}"/>
              </a:ext>
            </a:extLst>
          </p:cNvPr>
          <p:cNvSpPr txBox="1"/>
          <p:nvPr/>
        </p:nvSpPr>
        <p:spPr>
          <a:xfrm>
            <a:off x="5141404" y="147330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SwapVal</a:t>
            </a:r>
            <a:r>
              <a:rPr lang="en-US" altLang="ko-KR" dirty="0">
                <a:ea typeface="맑은 고딕"/>
              </a:rPr>
              <a:t>()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B8EC74D-0494-47D0-AFC0-908F407A5C4D}"/>
              </a:ext>
            </a:extLst>
          </p:cNvPr>
          <p:cNvGraphicFramePr>
            <a:graphicFrameLocks noGrp="1"/>
          </p:cNvGraphicFramePr>
          <p:nvPr/>
        </p:nvGraphicFramePr>
        <p:xfrm>
          <a:off x="8709470" y="1610657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Pa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(0x62)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7A7D4E5-0805-A3FC-57DD-F26AC9A0B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103513"/>
              </p:ext>
            </p:extLst>
          </p:nvPr>
        </p:nvGraphicFramePr>
        <p:xfrm>
          <a:off x="8715829" y="2840706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pB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(0x66)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0E631C3-AA1F-2C4C-5DEB-E53C5CAC8DAA}"/>
              </a:ext>
            </a:extLst>
          </p:cNvPr>
          <p:cNvSpPr txBox="1"/>
          <p:nvPr/>
        </p:nvSpPr>
        <p:spPr>
          <a:xfrm>
            <a:off x="328023" y="46311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Call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by Pointer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46E62A-D9AB-7ED7-855F-4AD2FACAE60C}"/>
              </a:ext>
            </a:extLst>
          </p:cNvPr>
          <p:cNvGraphicFramePr>
            <a:graphicFrameLocks noGrp="1"/>
          </p:cNvGraphicFramePr>
          <p:nvPr/>
        </p:nvGraphicFramePr>
        <p:xfrm>
          <a:off x="5918927" y="359093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Temp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(0x58)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30E38FC-5570-A1C8-26D9-749600858DCB}"/>
              </a:ext>
            </a:extLst>
          </p:cNvPr>
          <p:cNvSpPr txBox="1"/>
          <p:nvPr/>
        </p:nvSpPr>
        <p:spPr>
          <a:xfrm>
            <a:off x="2034270" y="276866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316</a:t>
            </a:r>
            <a:endParaRPr lang="ko-KR" altLang="en-US" dirty="0">
              <a:ea typeface="맑은 고딕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C55D02-B334-426E-95B7-29725FB29E88}"/>
              </a:ext>
            </a:extLst>
          </p:cNvPr>
          <p:cNvCxnSpPr>
            <a:cxnSpLocks/>
          </p:cNvCxnSpPr>
          <p:nvPr/>
        </p:nvCxnSpPr>
        <p:spPr>
          <a:xfrm flipH="1" flipV="1">
            <a:off x="1507402" y="2290354"/>
            <a:ext cx="7202068" cy="112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A8684AA3-90EC-07EB-F721-262AD6C6E927}"/>
              </a:ext>
            </a:extLst>
          </p:cNvPr>
          <p:cNvCxnSpPr>
            <a:cxnSpLocks/>
          </p:cNvCxnSpPr>
          <p:nvPr/>
        </p:nvCxnSpPr>
        <p:spPr>
          <a:xfrm>
            <a:off x="1047483" y="3013595"/>
            <a:ext cx="5331362" cy="106719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43EEB6E-ABFA-A896-E272-5F5CA2E9A320}"/>
              </a:ext>
            </a:extLst>
          </p:cNvPr>
          <p:cNvCxnSpPr>
            <a:cxnSpLocks/>
          </p:cNvCxnSpPr>
          <p:nvPr/>
        </p:nvCxnSpPr>
        <p:spPr>
          <a:xfrm flipH="1" flipV="1">
            <a:off x="3679187" y="2290354"/>
            <a:ext cx="5036642" cy="13250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8AE3B0E-1591-D78E-92FE-E7ACB6CE1B7F}"/>
              </a:ext>
            </a:extLst>
          </p:cNvPr>
          <p:cNvCxnSpPr>
            <a:cxnSpLocks/>
          </p:cNvCxnSpPr>
          <p:nvPr/>
        </p:nvCxnSpPr>
        <p:spPr>
          <a:xfrm flipH="1">
            <a:off x="1593041" y="2768668"/>
            <a:ext cx="1166309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7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58C8-6972-AC0A-928C-F356271F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08B2498-0EE8-B194-6710-642EB7AD6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70669"/>
              </p:ext>
            </p:extLst>
          </p:nvPr>
        </p:nvGraphicFramePr>
        <p:xfrm>
          <a:off x="587565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nDataA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(0x01)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BF9707C-C3C4-01AC-6B93-E49E0291C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93583"/>
              </p:ext>
            </p:extLst>
          </p:nvPr>
        </p:nvGraphicFramePr>
        <p:xfrm>
          <a:off x="2759350" y="2033887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nDataB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(0x05)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6ED9883-B5A7-6F94-65E3-48172507BBB4}"/>
              </a:ext>
            </a:extLst>
          </p:cNvPr>
          <p:cNvSpPr/>
          <p:nvPr/>
        </p:nvSpPr>
        <p:spPr>
          <a:xfrm>
            <a:off x="5007429" y="1378131"/>
            <a:ext cx="6418217" cy="3733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3525E-502E-AA8F-D862-51341BFDAD92}"/>
              </a:ext>
            </a:extLst>
          </p:cNvPr>
          <p:cNvSpPr txBox="1"/>
          <p:nvPr/>
        </p:nvSpPr>
        <p:spPr>
          <a:xfrm>
            <a:off x="5141404" y="147330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err="1">
                <a:ea typeface="맑은 고딕"/>
              </a:rPr>
              <a:t>SwapVal</a:t>
            </a:r>
            <a:r>
              <a:rPr lang="en-US" altLang="ko-KR" dirty="0">
                <a:ea typeface="맑은 고딕"/>
              </a:rPr>
              <a:t>()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304EF87-4DD3-2E9B-B822-7E241D29E2AC}"/>
              </a:ext>
            </a:extLst>
          </p:cNvPr>
          <p:cNvGraphicFramePr>
            <a:graphicFrameLocks noGrp="1"/>
          </p:cNvGraphicFramePr>
          <p:nvPr/>
        </p:nvGraphicFramePr>
        <p:xfrm>
          <a:off x="8709470" y="1610657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Pa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(0x62)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DCF6826-6602-D906-CEE5-E268DE827CBB}"/>
              </a:ext>
            </a:extLst>
          </p:cNvPr>
          <p:cNvGraphicFramePr>
            <a:graphicFrameLocks noGrp="1"/>
          </p:cNvGraphicFramePr>
          <p:nvPr/>
        </p:nvGraphicFramePr>
        <p:xfrm>
          <a:off x="8715829" y="2840706"/>
          <a:ext cx="119597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97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pB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(0x66)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0x05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156BD6E-0976-F583-599C-E18F007C2B96}"/>
              </a:ext>
            </a:extLst>
          </p:cNvPr>
          <p:cNvSpPr txBox="1"/>
          <p:nvPr/>
        </p:nvSpPr>
        <p:spPr>
          <a:xfrm>
            <a:off x="328023" y="46311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Call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by Pointer</a:t>
            </a:r>
            <a:endParaRPr lang="ko-KR" altLang="en-US" dirty="0">
              <a:ea typeface="맑은 고딕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952CA07-0820-F558-3D07-1C6E84BFCFA6}"/>
              </a:ext>
            </a:extLst>
          </p:cNvPr>
          <p:cNvGraphicFramePr>
            <a:graphicFrameLocks noGrp="1"/>
          </p:cNvGraphicFramePr>
          <p:nvPr/>
        </p:nvGraphicFramePr>
        <p:xfrm>
          <a:off x="5918927" y="3590934"/>
          <a:ext cx="919837" cy="9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837">
                  <a:extLst>
                    <a:ext uri="{9D8B030D-6E8A-4147-A177-3AD203B41FA5}">
                      <a16:colId xmlns:a16="http://schemas.microsoft.com/office/drawing/2014/main" val="471690676"/>
                    </a:ext>
                  </a:extLst>
                </a:gridCol>
              </a:tblGrid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Temp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(0x58)</a:t>
                      </a:r>
                      <a:endParaRPr lang="ko-KR" altLang="en-US" sz="12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94241"/>
                  </a:ext>
                </a:extLst>
              </a:tr>
              <a:tr h="489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503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B136B93-7B21-C4F8-AE38-9C0412657537}"/>
              </a:ext>
            </a:extLst>
          </p:cNvPr>
          <p:cNvSpPr txBox="1"/>
          <p:nvPr/>
        </p:nvSpPr>
        <p:spPr>
          <a:xfrm>
            <a:off x="4825908" y="303611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맑은 고딕"/>
              </a:rPr>
              <a:t>317</a:t>
            </a:r>
            <a:endParaRPr lang="ko-KR" altLang="en-US" dirty="0">
              <a:ea typeface="맑은 고딕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B039B23-ECA3-FC71-BF4C-976C211363EE}"/>
              </a:ext>
            </a:extLst>
          </p:cNvPr>
          <p:cNvCxnSpPr>
            <a:cxnSpLocks/>
          </p:cNvCxnSpPr>
          <p:nvPr/>
        </p:nvCxnSpPr>
        <p:spPr>
          <a:xfrm flipH="1" flipV="1">
            <a:off x="1507402" y="2290354"/>
            <a:ext cx="7202068" cy="112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ADB8A8D-88A8-ACF9-30AE-9B9729A70069}"/>
              </a:ext>
            </a:extLst>
          </p:cNvPr>
          <p:cNvCxnSpPr>
            <a:cxnSpLocks/>
          </p:cNvCxnSpPr>
          <p:nvPr/>
        </p:nvCxnSpPr>
        <p:spPr>
          <a:xfrm flipH="1" flipV="1">
            <a:off x="3679187" y="2767362"/>
            <a:ext cx="2239740" cy="1540328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25308B2-1E8B-6018-062E-9BF7DA707821}"/>
              </a:ext>
            </a:extLst>
          </p:cNvPr>
          <p:cNvCxnSpPr>
            <a:cxnSpLocks/>
          </p:cNvCxnSpPr>
          <p:nvPr/>
        </p:nvCxnSpPr>
        <p:spPr>
          <a:xfrm flipH="1" flipV="1">
            <a:off x="3679187" y="2290354"/>
            <a:ext cx="5036642" cy="13250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43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407</Words>
  <Application>Microsoft Office PowerPoint</Application>
  <PresentationFormat>와이드스크린</PresentationFormat>
  <Paragraphs>228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변수와 포인터와 배열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김진웅</dc:creator>
  <cp:lastModifiedBy>진웅 김</cp:lastModifiedBy>
  <cp:revision>54</cp:revision>
  <dcterms:created xsi:type="dcterms:W3CDTF">2026-07-15T03:31:49Z</dcterms:created>
  <dcterms:modified xsi:type="dcterms:W3CDTF">2026-07-20T03:51:27Z</dcterms:modified>
</cp:coreProperties>
</file>