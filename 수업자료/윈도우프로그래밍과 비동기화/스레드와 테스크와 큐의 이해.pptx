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70" r:id="rId5"/>
    <p:sldId id="260" r:id="rId6"/>
    <p:sldId id="261" r:id="rId7"/>
    <p:sldId id="263" r:id="rId8"/>
    <p:sldId id="266" r:id="rId9"/>
    <p:sldId id="258" r:id="rId10"/>
    <p:sldId id="268" r:id="rId11"/>
    <p:sldId id="267" r:id="rId12"/>
    <p:sldId id="26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C87A"/>
    <a:srgbClr val="FFE285"/>
    <a:srgbClr val="FFC8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C4B343-1637-4214-B0DA-DFFEAA4E9B89}" v="33" dt="2023-09-19T03:08:33.637"/>
    <p1510:client id="{95399561-1B9C-45D8-A342-C105760E1AB0}" v="62" dt="2021-11-03T09:12:50.558"/>
    <p1510:client id="{FCD11EB0-9BFB-4BAA-91D7-145AE3BB99FE}" v="14" dt="2022-02-13T02:12:24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홍규" userId="6d16d8e1c579a2a2" providerId="Windows Live" clId="Web-{FCD11EB0-9BFB-4BAA-91D7-145AE3BB99FE}"/>
    <pc:docChg chg="modSld">
      <pc:chgData name="김 홍규" userId="6d16d8e1c579a2a2" providerId="Windows Live" clId="Web-{FCD11EB0-9BFB-4BAA-91D7-145AE3BB99FE}" dt="2022-02-13T02:12:22.135" v="7" actId="20577"/>
      <pc:docMkLst>
        <pc:docMk/>
      </pc:docMkLst>
      <pc:sldChg chg="modSp">
        <pc:chgData name="김 홍규" userId="6d16d8e1c579a2a2" providerId="Windows Live" clId="Web-{FCD11EB0-9BFB-4BAA-91D7-145AE3BB99FE}" dt="2022-02-13T02:12:22.135" v="7" actId="20577"/>
        <pc:sldMkLst>
          <pc:docMk/>
          <pc:sldMk cId="2191809284" sldId="260"/>
        </pc:sldMkLst>
        <pc:spChg chg="mod">
          <ac:chgData name="김 홍규" userId="6d16d8e1c579a2a2" providerId="Windows Live" clId="Web-{FCD11EB0-9BFB-4BAA-91D7-145AE3BB99FE}" dt="2022-02-13T02:12:22.135" v="7" actId="20577"/>
          <ac:spMkLst>
            <pc:docMk/>
            <pc:sldMk cId="2191809284" sldId="260"/>
            <ac:spMk id="4" creationId="{73D4156E-F80C-4AC6-8E25-09E471AF41BC}"/>
          </ac:spMkLst>
        </pc:spChg>
      </pc:sldChg>
    </pc:docChg>
  </pc:docChgLst>
  <pc:docChgLst>
    <pc:chgData name="김 홍규" userId="6d16d8e1c579a2a2" providerId="LiveId" clId="{95399561-1B9C-45D8-A342-C105760E1AB0}"/>
    <pc:docChg chg="undo custSel addSld delSld modSld">
      <pc:chgData name="김 홍규" userId="6d16d8e1c579a2a2" providerId="LiveId" clId="{95399561-1B9C-45D8-A342-C105760E1AB0}" dt="2021-11-03T09:12:50.558" v="917"/>
      <pc:docMkLst>
        <pc:docMk/>
      </pc:docMkLst>
      <pc:sldChg chg="modSp mod">
        <pc:chgData name="김 홍규" userId="6d16d8e1c579a2a2" providerId="LiveId" clId="{95399561-1B9C-45D8-A342-C105760E1AB0}" dt="2021-11-03T09:12:50.558" v="917"/>
        <pc:sldMkLst>
          <pc:docMk/>
          <pc:sldMk cId="1234728713" sldId="257"/>
        </pc:sldMkLst>
        <pc:spChg chg="mod">
          <ac:chgData name="김 홍규" userId="6d16d8e1c579a2a2" providerId="LiveId" clId="{95399561-1B9C-45D8-A342-C105760E1AB0}" dt="2021-11-03T09:12:50.558" v="917"/>
          <ac:spMkLst>
            <pc:docMk/>
            <pc:sldMk cId="1234728713" sldId="257"/>
            <ac:spMk id="3" creationId="{00000000-0000-0000-0000-000000000000}"/>
          </ac:spMkLst>
        </pc:spChg>
      </pc:sldChg>
      <pc:sldChg chg="addSp delSp modSp mod">
        <pc:chgData name="김 홍규" userId="6d16d8e1c579a2a2" providerId="LiveId" clId="{95399561-1B9C-45D8-A342-C105760E1AB0}" dt="2021-11-03T07:33:07.397" v="861" actId="14100"/>
        <pc:sldMkLst>
          <pc:docMk/>
          <pc:sldMk cId="2191809284" sldId="260"/>
        </pc:sldMkLst>
        <pc:spChg chg="add mod">
          <ac:chgData name="김 홍규" userId="6d16d8e1c579a2a2" providerId="LiveId" clId="{95399561-1B9C-45D8-A342-C105760E1AB0}" dt="2021-11-03T07:33:05.037" v="860" actId="14100"/>
          <ac:spMkLst>
            <pc:docMk/>
            <pc:sldMk cId="2191809284" sldId="260"/>
            <ac:spMk id="4" creationId="{73D4156E-F80C-4AC6-8E25-09E471AF41BC}"/>
          </ac:spMkLst>
        </pc:spChg>
        <pc:spChg chg="mod">
          <ac:chgData name="김 홍규" userId="6d16d8e1c579a2a2" providerId="LiveId" clId="{95399561-1B9C-45D8-A342-C105760E1AB0}" dt="2021-11-03T07:20:29.517" v="41" actId="20577"/>
          <ac:spMkLst>
            <pc:docMk/>
            <pc:sldMk cId="2191809284" sldId="260"/>
            <ac:spMk id="5" creationId="{00000000-0000-0000-0000-000000000000}"/>
          </ac:spMkLst>
        </pc:spChg>
        <pc:spChg chg="add del mod">
          <ac:chgData name="김 홍규" userId="6d16d8e1c579a2a2" providerId="LiveId" clId="{95399561-1B9C-45D8-A342-C105760E1AB0}" dt="2021-11-03T07:20:21.399" v="28" actId="478"/>
          <ac:spMkLst>
            <pc:docMk/>
            <pc:sldMk cId="2191809284" sldId="260"/>
            <ac:spMk id="27" creationId="{EE5584E1-B0DB-4F87-A4B0-155031A57F6B}"/>
          </ac:spMkLst>
        </pc:spChg>
        <pc:spChg chg="add del mod">
          <ac:chgData name="김 홍규" userId="6d16d8e1c579a2a2" providerId="LiveId" clId="{95399561-1B9C-45D8-A342-C105760E1AB0}" dt="2021-11-03T07:20:44.392" v="43" actId="478"/>
          <ac:spMkLst>
            <pc:docMk/>
            <pc:sldMk cId="2191809284" sldId="260"/>
            <ac:spMk id="28" creationId="{32E26198-1BFF-409E-BCB3-48B1D3D0F3BD}"/>
          </ac:spMkLst>
        </pc:spChg>
        <pc:spChg chg="add mod">
          <ac:chgData name="김 홍규" userId="6d16d8e1c579a2a2" providerId="LiveId" clId="{95399561-1B9C-45D8-A342-C105760E1AB0}" dt="2021-11-03T07:33:07.397" v="861" actId="14100"/>
          <ac:spMkLst>
            <pc:docMk/>
            <pc:sldMk cId="2191809284" sldId="260"/>
            <ac:spMk id="30" creationId="{F1FE0D42-B37A-4601-A605-FF66ADB2C900}"/>
          </ac:spMkLst>
        </pc:spChg>
      </pc:sldChg>
      <pc:sldChg chg="modSp mod">
        <pc:chgData name="김 홍규" userId="6d16d8e1c579a2a2" providerId="LiveId" clId="{95399561-1B9C-45D8-A342-C105760E1AB0}" dt="2021-11-03T07:37:10.549" v="866" actId="20577"/>
        <pc:sldMkLst>
          <pc:docMk/>
          <pc:sldMk cId="2756820349" sldId="267"/>
        </pc:sldMkLst>
        <pc:spChg chg="mod">
          <ac:chgData name="김 홍규" userId="6d16d8e1c579a2a2" providerId="LiveId" clId="{95399561-1B9C-45D8-A342-C105760E1AB0}" dt="2021-11-03T07:37:10.549" v="866" actId="20577"/>
          <ac:spMkLst>
            <pc:docMk/>
            <pc:sldMk cId="2756820349" sldId="267"/>
            <ac:spMk id="3" creationId="{00000000-0000-0000-0000-000000000000}"/>
          </ac:spMkLst>
        </pc:spChg>
      </pc:sldChg>
      <pc:sldChg chg="modSp new del mod">
        <pc:chgData name="김 홍규" userId="6d16d8e1c579a2a2" providerId="LiveId" clId="{95399561-1B9C-45D8-A342-C105760E1AB0}" dt="2021-11-03T07:19:51.664" v="24" actId="47"/>
        <pc:sldMkLst>
          <pc:docMk/>
          <pc:sldMk cId="1835542443" sldId="270"/>
        </pc:sldMkLst>
        <pc:spChg chg="mod">
          <ac:chgData name="김 홍규" userId="6d16d8e1c579a2a2" providerId="LiveId" clId="{95399561-1B9C-45D8-A342-C105760E1AB0}" dt="2021-11-03T07:19:50.332" v="23"/>
          <ac:spMkLst>
            <pc:docMk/>
            <pc:sldMk cId="1835542443" sldId="270"/>
            <ac:spMk id="2" creationId="{2F782C03-E349-400F-BCE5-FB4F53F4AB8E}"/>
          </ac:spMkLst>
        </pc:spChg>
      </pc:sldChg>
      <pc:sldChg chg="addSp delSp modSp new mod">
        <pc:chgData name="김 홍규" userId="6d16d8e1c579a2a2" providerId="LiveId" clId="{95399561-1B9C-45D8-A342-C105760E1AB0}" dt="2021-11-03T07:30:33.843" v="602" actId="1037"/>
        <pc:sldMkLst>
          <pc:docMk/>
          <pc:sldMk cId="2746838859" sldId="270"/>
        </pc:sldMkLst>
        <pc:spChg chg="mod">
          <ac:chgData name="김 홍규" userId="6d16d8e1c579a2a2" providerId="LiveId" clId="{95399561-1B9C-45D8-A342-C105760E1AB0}" dt="2021-11-03T07:28:31.478" v="257" actId="1076"/>
          <ac:spMkLst>
            <pc:docMk/>
            <pc:sldMk cId="2746838859" sldId="270"/>
            <ac:spMk id="2" creationId="{DE56B98A-A9F1-46E4-9193-46277414B572}"/>
          </ac:spMkLst>
        </pc:spChg>
        <pc:spChg chg="del">
          <ac:chgData name="김 홍규" userId="6d16d8e1c579a2a2" providerId="LiveId" clId="{95399561-1B9C-45D8-A342-C105760E1AB0}" dt="2021-11-03T07:21:12.303" v="92" actId="478"/>
          <ac:spMkLst>
            <pc:docMk/>
            <pc:sldMk cId="2746838859" sldId="270"/>
            <ac:spMk id="3" creationId="{C7872227-5C3F-4156-9480-A4BB0AD7AA84}"/>
          </ac:spMkLst>
        </pc:spChg>
        <pc:spChg chg="add mod">
          <ac:chgData name="김 홍규" userId="6d16d8e1c579a2a2" providerId="LiveId" clId="{95399561-1B9C-45D8-A342-C105760E1AB0}" dt="2021-11-03T07:21:59.756" v="128" actId="20577"/>
          <ac:spMkLst>
            <pc:docMk/>
            <pc:sldMk cId="2746838859" sldId="270"/>
            <ac:spMk id="4" creationId="{F49FE2A4-EEC0-454A-8D06-22C49C75459C}"/>
          </ac:spMkLst>
        </pc:spChg>
        <pc:spChg chg="add del mod">
          <ac:chgData name="김 홍규" userId="6d16d8e1c579a2a2" providerId="LiveId" clId="{95399561-1B9C-45D8-A342-C105760E1AB0}" dt="2021-11-03T07:22:11.415" v="139" actId="478"/>
          <ac:spMkLst>
            <pc:docMk/>
            <pc:sldMk cId="2746838859" sldId="270"/>
            <ac:spMk id="5" creationId="{5BD1E228-E216-450D-A08A-2501141AB34D}"/>
          </ac:spMkLst>
        </pc:spChg>
        <pc:spChg chg="add mod">
          <ac:chgData name="김 홍규" userId="6d16d8e1c579a2a2" providerId="LiveId" clId="{95399561-1B9C-45D8-A342-C105760E1AB0}" dt="2021-11-03T07:22:41.675" v="160" actId="1076"/>
          <ac:spMkLst>
            <pc:docMk/>
            <pc:sldMk cId="2746838859" sldId="270"/>
            <ac:spMk id="6" creationId="{B07B9AB6-949A-4F0A-9957-6BF7BC6E85A2}"/>
          </ac:spMkLst>
        </pc:spChg>
        <pc:spChg chg="add mod">
          <ac:chgData name="김 홍규" userId="6d16d8e1c579a2a2" providerId="LiveId" clId="{95399561-1B9C-45D8-A342-C105760E1AB0}" dt="2021-11-03T07:24:34.982" v="192" actId="20577"/>
          <ac:spMkLst>
            <pc:docMk/>
            <pc:sldMk cId="2746838859" sldId="270"/>
            <ac:spMk id="7" creationId="{9E0E9C20-6003-4323-B1E2-009FD4AA9635}"/>
          </ac:spMkLst>
        </pc:spChg>
        <pc:spChg chg="add mod">
          <ac:chgData name="김 홍규" userId="6d16d8e1c579a2a2" providerId="LiveId" clId="{95399561-1B9C-45D8-A342-C105760E1AB0}" dt="2021-11-03T07:23:50.676" v="185" actId="14100"/>
          <ac:spMkLst>
            <pc:docMk/>
            <pc:sldMk cId="2746838859" sldId="270"/>
            <ac:spMk id="8" creationId="{28150C1C-17EE-40BC-92D9-484B756F25BA}"/>
          </ac:spMkLst>
        </pc:spChg>
        <pc:spChg chg="add del mod">
          <ac:chgData name="김 홍규" userId="6d16d8e1c579a2a2" providerId="LiveId" clId="{95399561-1B9C-45D8-A342-C105760E1AB0}" dt="2021-11-03T07:23:48.017" v="184" actId="478"/>
          <ac:spMkLst>
            <pc:docMk/>
            <pc:sldMk cId="2746838859" sldId="270"/>
            <ac:spMk id="9" creationId="{64AF20A4-949B-4DAA-90B8-09BEE8755E04}"/>
          </ac:spMkLst>
        </pc:spChg>
        <pc:spChg chg="add mod">
          <ac:chgData name="김 홍규" userId="6d16d8e1c579a2a2" providerId="LiveId" clId="{95399561-1B9C-45D8-A342-C105760E1AB0}" dt="2021-11-03T07:24:16.920" v="188" actId="207"/>
          <ac:spMkLst>
            <pc:docMk/>
            <pc:sldMk cId="2746838859" sldId="270"/>
            <ac:spMk id="10" creationId="{DE160BFD-F789-4716-9CA0-CCECF093CF07}"/>
          </ac:spMkLst>
        </pc:spChg>
        <pc:spChg chg="add mod">
          <ac:chgData name="김 홍규" userId="6d16d8e1c579a2a2" providerId="LiveId" clId="{95399561-1B9C-45D8-A342-C105760E1AB0}" dt="2021-11-03T07:24:20.893" v="190" actId="1076"/>
          <ac:spMkLst>
            <pc:docMk/>
            <pc:sldMk cId="2746838859" sldId="270"/>
            <ac:spMk id="11" creationId="{52B5313B-32C1-4D12-A92B-2429FB6EE0CF}"/>
          </ac:spMkLst>
        </pc:spChg>
        <pc:spChg chg="add mod">
          <ac:chgData name="김 홍규" userId="6d16d8e1c579a2a2" providerId="LiveId" clId="{95399561-1B9C-45D8-A342-C105760E1AB0}" dt="2021-11-03T07:25:03.965" v="194" actId="1076"/>
          <ac:spMkLst>
            <pc:docMk/>
            <pc:sldMk cId="2746838859" sldId="270"/>
            <ac:spMk id="12" creationId="{91E446A8-7F88-425E-A644-6258F6C8C76F}"/>
          </ac:spMkLst>
        </pc:spChg>
        <pc:spChg chg="add del mod">
          <ac:chgData name="김 홍규" userId="6d16d8e1c579a2a2" providerId="LiveId" clId="{95399561-1B9C-45D8-A342-C105760E1AB0}" dt="2021-11-03T07:27:24.468" v="249" actId="14100"/>
          <ac:spMkLst>
            <pc:docMk/>
            <pc:sldMk cId="2746838859" sldId="270"/>
            <ac:spMk id="13" creationId="{47D84267-B029-4FCC-8E9D-5B6E83D1ED84}"/>
          </ac:spMkLst>
        </pc:spChg>
        <pc:spChg chg="add mod">
          <ac:chgData name="김 홍규" userId="6d16d8e1c579a2a2" providerId="LiveId" clId="{95399561-1B9C-45D8-A342-C105760E1AB0}" dt="2021-11-03T07:25:03.965" v="194" actId="1076"/>
          <ac:spMkLst>
            <pc:docMk/>
            <pc:sldMk cId="2746838859" sldId="270"/>
            <ac:spMk id="14" creationId="{34F62ABB-1A1A-48B0-AD9A-AB916B7294F8}"/>
          </ac:spMkLst>
        </pc:spChg>
        <pc:spChg chg="add mod">
          <ac:chgData name="김 홍규" userId="6d16d8e1c579a2a2" providerId="LiveId" clId="{95399561-1B9C-45D8-A342-C105760E1AB0}" dt="2021-11-03T07:27:30.092" v="251" actId="14100"/>
          <ac:spMkLst>
            <pc:docMk/>
            <pc:sldMk cId="2746838859" sldId="270"/>
            <ac:spMk id="15" creationId="{0CCF9B79-AE22-4A02-A904-8B35148B4ECB}"/>
          </ac:spMkLst>
        </pc:spChg>
        <pc:spChg chg="add mod">
          <ac:chgData name="김 홍규" userId="6d16d8e1c579a2a2" providerId="LiveId" clId="{95399561-1B9C-45D8-A342-C105760E1AB0}" dt="2021-11-03T07:25:03.965" v="194" actId="1076"/>
          <ac:spMkLst>
            <pc:docMk/>
            <pc:sldMk cId="2746838859" sldId="270"/>
            <ac:spMk id="16" creationId="{7EDB7194-B097-46B0-B4C1-F95A64C6A2AC}"/>
          </ac:spMkLst>
        </pc:spChg>
        <pc:spChg chg="add mod">
          <ac:chgData name="김 홍규" userId="6d16d8e1c579a2a2" providerId="LiveId" clId="{95399561-1B9C-45D8-A342-C105760E1AB0}" dt="2021-11-03T07:27:27.907" v="250" actId="1076"/>
          <ac:spMkLst>
            <pc:docMk/>
            <pc:sldMk cId="2746838859" sldId="270"/>
            <ac:spMk id="17" creationId="{2253AA4B-0A33-4040-8B79-E364AC85E201}"/>
          </ac:spMkLst>
        </pc:spChg>
        <pc:spChg chg="add del mod">
          <ac:chgData name="김 홍규" userId="6d16d8e1c579a2a2" providerId="LiveId" clId="{95399561-1B9C-45D8-A342-C105760E1AB0}" dt="2021-11-03T07:26:17.071" v="215" actId="478"/>
          <ac:spMkLst>
            <pc:docMk/>
            <pc:sldMk cId="2746838859" sldId="270"/>
            <ac:spMk id="18" creationId="{A5F043F4-635A-4B05-86F0-8BA5E01DC174}"/>
          </ac:spMkLst>
        </pc:spChg>
        <pc:spChg chg="add mod">
          <ac:chgData name="김 홍규" userId="6d16d8e1c579a2a2" providerId="LiveId" clId="{95399561-1B9C-45D8-A342-C105760E1AB0}" dt="2021-11-03T07:30:33.843" v="602" actId="1037"/>
          <ac:spMkLst>
            <pc:docMk/>
            <pc:sldMk cId="2746838859" sldId="270"/>
            <ac:spMk id="19" creationId="{3D0668A4-5BE3-4073-B691-4F68598DD4B1}"/>
          </ac:spMkLst>
        </pc:spChg>
        <pc:spChg chg="add mod">
          <ac:chgData name="김 홍규" userId="6d16d8e1c579a2a2" providerId="LiveId" clId="{95399561-1B9C-45D8-A342-C105760E1AB0}" dt="2021-11-03T07:29:10.147" v="391" actId="1076"/>
          <ac:spMkLst>
            <pc:docMk/>
            <pc:sldMk cId="2746838859" sldId="270"/>
            <ac:spMk id="20" creationId="{BD4E51CF-F381-44DF-83CC-630F5FDCAAB7}"/>
          </ac:spMkLst>
        </pc:spChg>
        <pc:spChg chg="add mod">
          <ac:chgData name="김 홍규" userId="6d16d8e1c579a2a2" providerId="LiveId" clId="{95399561-1B9C-45D8-A342-C105760E1AB0}" dt="2021-11-03T07:29:49.397" v="566" actId="20577"/>
          <ac:spMkLst>
            <pc:docMk/>
            <pc:sldMk cId="2746838859" sldId="270"/>
            <ac:spMk id="21" creationId="{6C029D26-9EC3-4E33-904F-CB10419B4613}"/>
          </ac:spMkLst>
        </pc:spChg>
      </pc:sldChg>
    </pc:docChg>
  </pc:docChgLst>
  <pc:docChgLst>
    <pc:chgData name="김 홍규" userId="6d16d8e1c579a2a2" providerId="Windows Live" clId="Web-{5AC4B343-1637-4214-B0DA-DFFEAA4E9B89}"/>
    <pc:docChg chg="modSld">
      <pc:chgData name="김 홍규" userId="6d16d8e1c579a2a2" providerId="Windows Live" clId="Web-{5AC4B343-1637-4214-B0DA-DFFEAA4E9B89}" dt="2023-09-19T03:08:32.747" v="16" actId="20577"/>
      <pc:docMkLst>
        <pc:docMk/>
      </pc:docMkLst>
      <pc:sldChg chg="modSp">
        <pc:chgData name="김 홍규" userId="6d16d8e1c579a2a2" providerId="Windows Live" clId="Web-{5AC4B343-1637-4214-B0DA-DFFEAA4E9B89}" dt="2023-09-19T03:07:54.605" v="14" actId="20577"/>
        <pc:sldMkLst>
          <pc:docMk/>
          <pc:sldMk cId="1829347677" sldId="256"/>
        </pc:sldMkLst>
        <pc:spChg chg="mod">
          <ac:chgData name="김 홍규" userId="6d16d8e1c579a2a2" providerId="Windows Live" clId="Web-{5AC4B343-1637-4214-B0DA-DFFEAA4E9B89}" dt="2023-09-19T03:07:54.605" v="14" actId="20577"/>
          <ac:spMkLst>
            <pc:docMk/>
            <pc:sldMk cId="1829347677" sldId="256"/>
            <ac:spMk id="5" creationId="{00000000-0000-0000-0000-000000000000}"/>
          </ac:spMkLst>
        </pc:spChg>
      </pc:sldChg>
      <pc:sldChg chg="modSp">
        <pc:chgData name="김 홍규" userId="6d16d8e1c579a2a2" providerId="Windows Live" clId="Web-{5AC4B343-1637-4214-B0DA-DFFEAA4E9B89}" dt="2023-09-19T03:08:32.747" v="16" actId="20577"/>
        <pc:sldMkLst>
          <pc:docMk/>
          <pc:sldMk cId="678106585" sldId="268"/>
        </pc:sldMkLst>
        <pc:spChg chg="mod">
          <ac:chgData name="김 홍규" userId="6d16d8e1c579a2a2" providerId="Windows Live" clId="Web-{5AC4B343-1637-4214-B0DA-DFFEAA4E9B89}" dt="2023-09-19T03:06:43.165" v="3" actId="20577"/>
          <ac:spMkLst>
            <pc:docMk/>
            <pc:sldMk cId="678106585" sldId="268"/>
            <ac:spMk id="56" creationId="{00000000-0000-0000-0000-000000000000}"/>
          </ac:spMkLst>
        </pc:spChg>
        <pc:spChg chg="mod">
          <ac:chgData name="김 홍규" userId="6d16d8e1c579a2a2" providerId="Windows Live" clId="Web-{5AC4B343-1637-4214-B0DA-DFFEAA4E9B89}" dt="2023-09-19T03:08:32.747" v="16" actId="20577"/>
          <ac:spMkLst>
            <pc:docMk/>
            <pc:sldMk cId="678106585" sldId="268"/>
            <ac:spMk id="57" creationId="{00000000-0000-0000-0000-000000000000}"/>
          </ac:spMkLst>
        </pc:spChg>
        <pc:spChg chg="mod">
          <ac:chgData name="김 홍규" userId="6d16d8e1c579a2a2" providerId="Windows Live" clId="Web-{5AC4B343-1637-4214-B0DA-DFFEAA4E9B89}" dt="2023-09-19T03:06:40.134" v="2" actId="20577"/>
          <ac:spMkLst>
            <pc:docMk/>
            <pc:sldMk cId="678106585" sldId="268"/>
            <ac:spMk id="63" creationId="{00000000-0000-0000-0000-000000000000}"/>
          </ac:spMkLst>
        </pc:spChg>
        <pc:spChg chg="mod">
          <ac:chgData name="김 홍규" userId="6d16d8e1c579a2a2" providerId="Windows Live" clId="Web-{5AC4B343-1637-4214-B0DA-DFFEAA4E9B89}" dt="2023-09-19T03:07:03.744" v="7" actId="20577"/>
          <ac:spMkLst>
            <pc:docMk/>
            <pc:sldMk cId="678106585" sldId="268"/>
            <ac:spMk id="65" creationId="{00000000-0000-0000-0000-000000000000}"/>
          </ac:spMkLst>
        </pc:spChg>
        <pc:spChg chg="mod">
          <ac:chgData name="김 홍규" userId="6d16d8e1c579a2a2" providerId="Windows Live" clId="Web-{5AC4B343-1637-4214-B0DA-DFFEAA4E9B89}" dt="2023-09-19T03:08:29.575" v="15" actId="20577"/>
          <ac:spMkLst>
            <pc:docMk/>
            <pc:sldMk cId="678106585" sldId="268"/>
            <ac:spMk id="71" creationId="{00000000-0000-0000-0000-000000000000}"/>
          </ac:spMkLst>
        </pc:spChg>
        <pc:spChg chg="mod">
          <ac:chgData name="김 홍규" userId="6d16d8e1c579a2a2" providerId="Windows Live" clId="Web-{5AC4B343-1637-4214-B0DA-DFFEAA4E9B89}" dt="2023-09-19T03:07:11.760" v="8" actId="20577"/>
          <ac:spMkLst>
            <pc:docMk/>
            <pc:sldMk cId="678106585" sldId="268"/>
            <ac:spMk id="72" creationId="{00000000-0000-0000-0000-000000000000}"/>
          </ac:spMkLst>
        </pc:spChg>
        <pc:grpChg chg="mod">
          <ac:chgData name="김 홍규" userId="6d16d8e1c579a2a2" providerId="Windows Live" clId="Web-{5AC4B343-1637-4214-B0DA-DFFEAA4E9B89}" dt="2023-09-19T03:06:28.368" v="1" actId="1076"/>
          <ac:grpSpMkLst>
            <pc:docMk/>
            <pc:sldMk cId="678106585" sldId="268"/>
            <ac:grpSpMk id="59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8B9F-8FC6-4D37-A5F0-DB38B72CE179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097F-E292-4988-B2C6-6DE683034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65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8B9F-8FC6-4D37-A5F0-DB38B72CE179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097F-E292-4988-B2C6-6DE683034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32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8B9F-8FC6-4D37-A5F0-DB38B72CE179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097F-E292-4988-B2C6-6DE683034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34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8B9F-8FC6-4D37-A5F0-DB38B72CE179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097F-E292-4988-B2C6-6DE683034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81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8B9F-8FC6-4D37-A5F0-DB38B72CE179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097F-E292-4988-B2C6-6DE683034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03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8B9F-8FC6-4D37-A5F0-DB38B72CE179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097F-E292-4988-B2C6-6DE683034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47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8B9F-8FC6-4D37-A5F0-DB38B72CE179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097F-E292-4988-B2C6-6DE683034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917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8B9F-8FC6-4D37-A5F0-DB38B72CE179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097F-E292-4988-B2C6-6DE683034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291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8B9F-8FC6-4D37-A5F0-DB38B72CE179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097F-E292-4988-B2C6-6DE683034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55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8B9F-8FC6-4D37-A5F0-DB38B72CE179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097F-E292-4988-B2C6-6DE683034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297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8B9F-8FC6-4D37-A5F0-DB38B72CE179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097F-E292-4988-B2C6-6DE683034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88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08B9F-8FC6-4D37-A5F0-DB38B72CE179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D097F-E292-4988-B2C6-6DE683034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5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bbB9dHvVTe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amu.wiki/w/Xbox%20360" TargetMode="External"/><Relationship Id="rId2" Type="http://schemas.openxmlformats.org/officeDocument/2006/relationships/hyperlink" Target="https://namu.wiki/w/PlayStation%203?from=%ED%94%8C%EB%A0%88%EC%9D%B4%EC%8A%A4%ED%85%8C%EC%9D%B4%EC%85%98%20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M1e9nmmD3II&amp;t=1292s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US" altLang="ko-KR" dirty="0"/>
              <a:t>CPU / Job-Scheduler / Task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바람직한 멀티스레드의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26550" y="5989419"/>
            <a:ext cx="296545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altLang="ko-KR" dirty="0">
                <a:ea typeface="맑은 고딕"/>
              </a:rPr>
              <a:t>Ver. 0.5</a:t>
            </a:r>
            <a:endParaRPr lang="en-US" altLang="ko-KR" dirty="0"/>
          </a:p>
          <a:p>
            <a:pPr algn="r"/>
            <a:r>
              <a:rPr lang="en-US" altLang="ko-KR" dirty="0"/>
              <a:t>downkhg@gmail.com</a:t>
            </a:r>
          </a:p>
          <a:p>
            <a:pPr algn="r"/>
            <a:r>
              <a:rPr lang="ko-KR" altLang="en-US" dirty="0"/>
              <a:t>김홍규</a:t>
            </a:r>
          </a:p>
        </p:txBody>
      </p:sp>
    </p:spTree>
    <p:extLst>
      <p:ext uri="{BB962C8B-B14F-4D97-AF65-F5344CB8AC3E}">
        <p14:creationId xmlns:p14="http://schemas.microsoft.com/office/powerpoint/2010/main" val="1829347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CPU</a:t>
            </a:r>
            <a:r>
              <a:rPr lang="ko-KR" altLang="en-US" dirty="0"/>
              <a:t>의 역사와 게임의 처리방식</a:t>
            </a:r>
            <a:endParaRPr lang="en-US" altLang="ko-KR" dirty="0"/>
          </a:p>
          <a:p>
            <a:r>
              <a:rPr lang="ko-KR" altLang="en-US" dirty="0"/>
              <a:t>멀티코어에서 게임의 성능을 향상시키는 방법</a:t>
            </a:r>
            <a:endParaRPr lang="en-US" altLang="ko-KR" dirty="0"/>
          </a:p>
          <a:p>
            <a:r>
              <a:rPr lang="en-US" altLang="ko-KR" dirty="0"/>
              <a:t>PS3</a:t>
            </a:r>
            <a:r>
              <a:rPr lang="ko-KR" altLang="en-US" dirty="0"/>
              <a:t> </a:t>
            </a:r>
            <a:r>
              <a:rPr lang="en-US" altLang="ko-KR" dirty="0"/>
              <a:t>vs</a:t>
            </a:r>
            <a:r>
              <a:rPr lang="ko-KR" altLang="en-US" dirty="0"/>
              <a:t> </a:t>
            </a:r>
            <a:r>
              <a:rPr lang="en-US" altLang="ko-KR" dirty="0"/>
              <a:t>X-Box 360</a:t>
            </a:r>
          </a:p>
          <a:p>
            <a:r>
              <a:rPr lang="en-US" altLang="ko-KR" dirty="0"/>
              <a:t>Job-Scheduler / Task</a:t>
            </a:r>
          </a:p>
        </p:txBody>
      </p:sp>
    </p:spTree>
    <p:extLst>
      <p:ext uri="{BB962C8B-B14F-4D97-AF65-F5344CB8AC3E}">
        <p14:creationId xmlns:p14="http://schemas.microsoft.com/office/powerpoint/2010/main" val="2582539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CPU</a:t>
            </a:r>
            <a:r>
              <a:rPr lang="ko-KR" altLang="en-US" dirty="0"/>
              <a:t>의 역사와 게임의 처리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싱글코어에서</a:t>
            </a:r>
            <a:r>
              <a:rPr lang="ko-KR" altLang="en-US" dirty="0"/>
              <a:t> 스레드의 필요성</a:t>
            </a:r>
            <a:endParaRPr lang="en-US" altLang="ko-KR" dirty="0"/>
          </a:p>
          <a:p>
            <a:r>
              <a:rPr lang="ko-KR" altLang="en-US" dirty="0" err="1"/>
              <a:t>싱글코어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듀얼코어</a:t>
            </a:r>
            <a:endParaRPr lang="en-US" altLang="ko-KR" dirty="0"/>
          </a:p>
          <a:p>
            <a:r>
              <a:rPr lang="ko-KR" altLang="en-US" dirty="0"/>
              <a:t>멀티코어</a:t>
            </a:r>
          </a:p>
        </p:txBody>
      </p:sp>
    </p:spTree>
    <p:extLst>
      <p:ext uri="{BB962C8B-B14F-4D97-AF65-F5344CB8AC3E}">
        <p14:creationId xmlns:p14="http://schemas.microsoft.com/office/powerpoint/2010/main" val="1234728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6B98A-A9F1-46E4-9193-46277414B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싱글코어에서</a:t>
            </a:r>
            <a:r>
              <a:rPr lang="ko-KR" altLang="en-US" dirty="0"/>
              <a:t> 스레드의 필요성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9FE2A4-EEC0-454A-8D06-22C49C75459C}"/>
              </a:ext>
            </a:extLst>
          </p:cNvPr>
          <p:cNvSpPr/>
          <p:nvPr/>
        </p:nvSpPr>
        <p:spPr>
          <a:xfrm>
            <a:off x="838200" y="1883683"/>
            <a:ext cx="3566980" cy="401981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/>
              <a:t>Process(Web)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7B9AB6-949A-4F0A-9957-6BF7BC6E85A2}"/>
              </a:ext>
            </a:extLst>
          </p:cNvPr>
          <p:cNvSpPr/>
          <p:nvPr/>
        </p:nvSpPr>
        <p:spPr>
          <a:xfrm>
            <a:off x="838200" y="2948473"/>
            <a:ext cx="3566980" cy="9610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download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E0E9C20-6003-4323-B1E2-009FD4AA9635}"/>
              </a:ext>
            </a:extLst>
          </p:cNvPr>
          <p:cNvSpPr/>
          <p:nvPr/>
        </p:nvSpPr>
        <p:spPr>
          <a:xfrm>
            <a:off x="838200" y="2396413"/>
            <a:ext cx="3566980" cy="444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Browsing 1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150C1C-17EE-40BC-92D9-484B756F25BA}"/>
              </a:ext>
            </a:extLst>
          </p:cNvPr>
          <p:cNvSpPr/>
          <p:nvPr/>
        </p:nvSpPr>
        <p:spPr>
          <a:xfrm>
            <a:off x="838200" y="4016990"/>
            <a:ext cx="3566980" cy="1525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Browsing</a:t>
            </a:r>
            <a:endParaRPr lang="ko-KR" altLang="en-US" dirty="0"/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DE160BFD-F789-4716-9CA0-CCECF093CF07}"/>
              </a:ext>
            </a:extLst>
          </p:cNvPr>
          <p:cNvSpPr/>
          <p:nvPr/>
        </p:nvSpPr>
        <p:spPr>
          <a:xfrm>
            <a:off x="2355767" y="2768858"/>
            <a:ext cx="531845" cy="359229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52B5313B-32C1-4D12-A92B-2429FB6EE0CF}"/>
              </a:ext>
            </a:extLst>
          </p:cNvPr>
          <p:cNvSpPr/>
          <p:nvPr/>
        </p:nvSpPr>
        <p:spPr>
          <a:xfrm>
            <a:off x="2355767" y="3837375"/>
            <a:ext cx="531845" cy="359229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1E446A8-7F88-425E-A644-6258F6C8C76F}"/>
              </a:ext>
            </a:extLst>
          </p:cNvPr>
          <p:cNvSpPr/>
          <p:nvPr/>
        </p:nvSpPr>
        <p:spPr>
          <a:xfrm>
            <a:off x="5487955" y="1899620"/>
            <a:ext cx="3566980" cy="401981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/>
              <a:t>Process(Web)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D84267-B029-4FCC-8E9D-5B6E83D1ED84}"/>
              </a:ext>
            </a:extLst>
          </p:cNvPr>
          <p:cNvSpPr/>
          <p:nvPr/>
        </p:nvSpPr>
        <p:spPr>
          <a:xfrm>
            <a:off x="5487955" y="2964411"/>
            <a:ext cx="3566980" cy="405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Download(Thread)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F62ABB-1A1A-48B0-AD9A-AB916B7294F8}"/>
              </a:ext>
            </a:extLst>
          </p:cNvPr>
          <p:cNvSpPr/>
          <p:nvPr/>
        </p:nvSpPr>
        <p:spPr>
          <a:xfrm>
            <a:off x="5487955" y="2412350"/>
            <a:ext cx="3566980" cy="444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Browsing 1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CCF9B79-AE22-4A02-A904-8B35148B4ECB}"/>
              </a:ext>
            </a:extLst>
          </p:cNvPr>
          <p:cNvSpPr/>
          <p:nvPr/>
        </p:nvSpPr>
        <p:spPr>
          <a:xfrm>
            <a:off x="5487955" y="3578608"/>
            <a:ext cx="3566980" cy="1979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Browsing</a:t>
            </a:r>
            <a:endParaRPr lang="ko-KR" altLang="en-US" dirty="0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7EDB7194-B097-46B0-B4C1-F95A64C6A2AC}"/>
              </a:ext>
            </a:extLst>
          </p:cNvPr>
          <p:cNvSpPr/>
          <p:nvPr/>
        </p:nvSpPr>
        <p:spPr>
          <a:xfrm>
            <a:off x="7005522" y="2784795"/>
            <a:ext cx="531845" cy="359229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2253AA4B-0A33-4040-8B79-E364AC85E201}"/>
              </a:ext>
            </a:extLst>
          </p:cNvPr>
          <p:cNvSpPr/>
          <p:nvPr/>
        </p:nvSpPr>
        <p:spPr>
          <a:xfrm>
            <a:off x="7005522" y="3297526"/>
            <a:ext cx="531845" cy="359229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말풍선: 사각형 18">
            <a:extLst>
              <a:ext uri="{FF2B5EF4-FFF2-40B4-BE49-F238E27FC236}">
                <a16:creationId xmlns:a16="http://schemas.microsoft.com/office/drawing/2014/main" id="{3D0668A4-5BE3-4073-B691-4F68598DD4B1}"/>
              </a:ext>
            </a:extLst>
          </p:cNvPr>
          <p:cNvSpPr/>
          <p:nvPr/>
        </p:nvSpPr>
        <p:spPr>
          <a:xfrm>
            <a:off x="9281865" y="2438569"/>
            <a:ext cx="298583" cy="2264062"/>
          </a:xfrm>
          <a:prstGeom prst="wedgeRectCallout">
            <a:avLst>
              <a:gd name="adj1" fmla="val -84738"/>
              <a:gd name="adj2" fmla="val -17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Down</a:t>
            </a:r>
            <a:br>
              <a:rPr lang="en-US" altLang="ko-KR" dirty="0"/>
            </a:br>
            <a:r>
              <a:rPr lang="en-US" altLang="ko-KR" dirty="0"/>
              <a:t>load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4E51CF-F381-44DF-83CC-630F5FDCAAB7}"/>
              </a:ext>
            </a:extLst>
          </p:cNvPr>
          <p:cNvSpPr txBox="1"/>
          <p:nvPr/>
        </p:nvSpPr>
        <p:spPr>
          <a:xfrm>
            <a:off x="642258" y="6093059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다운로드 </a:t>
            </a:r>
            <a:r>
              <a:rPr lang="ko-KR" altLang="en-US" dirty="0" err="1"/>
              <a:t>프로세스세스가</a:t>
            </a:r>
            <a:r>
              <a:rPr lang="ko-KR" altLang="en-US" dirty="0"/>
              <a:t> 시작되면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다른 작업을 동시에 진행할 수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029D26-9EC3-4E33-904F-CB10419B4613}"/>
              </a:ext>
            </a:extLst>
          </p:cNvPr>
          <p:cNvSpPr txBox="1"/>
          <p:nvPr/>
        </p:nvSpPr>
        <p:spPr>
          <a:xfrm>
            <a:off x="5375989" y="6072934"/>
            <a:ext cx="5484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스레드를 만들어 다운로드를 별도로 처리한다면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다운로드 중에도 </a:t>
            </a:r>
            <a:r>
              <a:rPr lang="ko-KR" altLang="en-US" dirty="0" err="1"/>
              <a:t>브라우징을</a:t>
            </a:r>
            <a:r>
              <a:rPr lang="ko-KR" altLang="en-US" dirty="0"/>
              <a:t> 계속 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6838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싱글코어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466753" y="4529091"/>
            <a:ext cx="4608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TimeLine</a:t>
            </a:r>
            <a:endParaRPr lang="ko-KR" altLang="en-US" dirty="0"/>
          </a:p>
        </p:txBody>
      </p:sp>
      <p:grpSp>
        <p:nvGrpSpPr>
          <p:cNvPr id="42" name="그룹 41"/>
          <p:cNvGrpSpPr/>
          <p:nvPr/>
        </p:nvGrpSpPr>
        <p:grpSpPr>
          <a:xfrm>
            <a:off x="6466752" y="4952361"/>
            <a:ext cx="4013633" cy="345236"/>
            <a:chOff x="6466752" y="4952361"/>
            <a:chExt cx="4013633" cy="345236"/>
          </a:xfrm>
        </p:grpSpPr>
        <p:grpSp>
          <p:nvGrpSpPr>
            <p:cNvPr id="41" name="그룹 40"/>
            <p:cNvGrpSpPr/>
            <p:nvPr/>
          </p:nvGrpSpPr>
          <p:grpSpPr>
            <a:xfrm>
              <a:off x="6466752" y="4952362"/>
              <a:ext cx="3156856" cy="345235"/>
              <a:chOff x="6466752" y="4952362"/>
              <a:chExt cx="3156856" cy="345235"/>
            </a:xfrm>
          </p:grpSpPr>
          <p:sp>
            <p:nvSpPr>
              <p:cNvPr id="14" name="직사각형 13"/>
              <p:cNvSpPr/>
              <p:nvPr/>
            </p:nvSpPr>
            <p:spPr>
              <a:xfrm>
                <a:off x="6466752" y="4952364"/>
                <a:ext cx="856777" cy="34523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7323529" y="4952363"/>
                <a:ext cx="160995" cy="345233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7476258" y="4952363"/>
                <a:ext cx="1986355" cy="34523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9462613" y="4952362"/>
                <a:ext cx="160995" cy="345233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5" name="직사각형 24"/>
            <p:cNvSpPr/>
            <p:nvPr/>
          </p:nvSpPr>
          <p:spPr>
            <a:xfrm>
              <a:off x="9623608" y="4952361"/>
              <a:ext cx="856777" cy="3452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9462613" y="5301321"/>
            <a:ext cx="12146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Context </a:t>
            </a:r>
            <a:r>
              <a:rPr lang="en-US" altLang="ko-KR" sz="1000" dirty="0" err="1"/>
              <a:t>Swiching</a:t>
            </a:r>
            <a:endParaRPr lang="ko-KR" altLang="en-US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7290276" y="5313373"/>
            <a:ext cx="12146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Context </a:t>
            </a:r>
            <a:r>
              <a:rPr lang="en-US" altLang="ko-KR" sz="1000" dirty="0" err="1"/>
              <a:t>Swiching</a:t>
            </a:r>
            <a:endParaRPr lang="ko-KR" altLang="en-US" sz="1000" dirty="0"/>
          </a:p>
        </p:txBody>
      </p:sp>
      <p:sp>
        <p:nvSpPr>
          <p:cNvPr id="35" name="직사각형 34"/>
          <p:cNvSpPr/>
          <p:nvPr/>
        </p:nvSpPr>
        <p:spPr>
          <a:xfrm>
            <a:off x="10314850" y="799997"/>
            <a:ext cx="578498" cy="20527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11005315" y="798157"/>
            <a:ext cx="118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오버헤드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1148166" y="4392909"/>
            <a:ext cx="4182544" cy="2399780"/>
            <a:chOff x="1148166" y="4224951"/>
            <a:chExt cx="4182544" cy="2399780"/>
          </a:xfrm>
        </p:grpSpPr>
        <p:grpSp>
          <p:nvGrpSpPr>
            <p:cNvPr id="40" name="그룹 39"/>
            <p:cNvGrpSpPr/>
            <p:nvPr/>
          </p:nvGrpSpPr>
          <p:grpSpPr>
            <a:xfrm>
              <a:off x="1148166" y="4224951"/>
              <a:ext cx="4182544" cy="2202609"/>
              <a:chOff x="7453435" y="2379594"/>
              <a:chExt cx="4182544" cy="2202609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7479615" y="2878263"/>
                <a:ext cx="4156364" cy="593608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Core(Process)</a:t>
                </a:r>
                <a:endParaRPr lang="ko-KR" altLang="en-US" dirty="0"/>
              </a:p>
            </p:txBody>
          </p:sp>
          <p:sp>
            <p:nvSpPr>
              <p:cNvPr id="6" name="직사각형 5"/>
              <p:cNvSpPr/>
              <p:nvPr/>
            </p:nvSpPr>
            <p:spPr>
              <a:xfrm>
                <a:off x="8011392" y="3588173"/>
                <a:ext cx="1376266" cy="593608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i/o Thread</a:t>
                </a:r>
                <a:endParaRPr lang="ko-KR" altLang="en-US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7453435" y="3574957"/>
                <a:ext cx="58603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Read</a:t>
                </a:r>
                <a:endParaRPr lang="ko-KR" altLang="en-US" sz="1000" dirty="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9387737" y="3881238"/>
                <a:ext cx="76297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Complete</a:t>
                </a:r>
                <a:endParaRPr lang="ko-KR" altLang="en-US" sz="1000" dirty="0"/>
              </a:p>
            </p:txBody>
          </p:sp>
          <p:sp>
            <p:nvSpPr>
              <p:cNvPr id="20" name="오른쪽 화살표 19"/>
              <p:cNvSpPr/>
              <p:nvPr/>
            </p:nvSpPr>
            <p:spPr>
              <a:xfrm>
                <a:off x="7479615" y="2379594"/>
                <a:ext cx="3968055" cy="395061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/>
                  <a:t>게임 프로세스</a:t>
                </a:r>
              </a:p>
            </p:txBody>
          </p:sp>
          <p:cxnSp>
            <p:nvCxnSpPr>
              <p:cNvPr id="7" name="직선 화살표 연결선 6"/>
              <p:cNvCxnSpPr/>
              <p:nvPr/>
            </p:nvCxnSpPr>
            <p:spPr>
              <a:xfrm>
                <a:off x="8011630" y="2690676"/>
                <a:ext cx="0" cy="1891527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화살표 연결선 11"/>
              <p:cNvCxnSpPr/>
              <p:nvPr/>
            </p:nvCxnSpPr>
            <p:spPr>
              <a:xfrm flipV="1">
                <a:off x="9387896" y="2690677"/>
                <a:ext cx="0" cy="1891526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8035032" y="4204010"/>
                <a:ext cx="12531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i/o Processing</a:t>
                </a:r>
                <a:endParaRPr lang="ko-KR" altLang="en-US" sz="1000" dirty="0"/>
              </a:p>
            </p:txBody>
          </p:sp>
        </p:grpSp>
        <p:sp>
          <p:nvSpPr>
            <p:cNvPr id="43" name="오른쪽 화살표 42"/>
            <p:cNvSpPr/>
            <p:nvPr/>
          </p:nvSpPr>
          <p:spPr>
            <a:xfrm>
              <a:off x="1706283" y="6229670"/>
              <a:ext cx="1376186" cy="39506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네트워크</a:t>
              </a:r>
              <a:r>
                <a:rPr lang="en-US" altLang="ko-KR" sz="1000" dirty="0"/>
                <a:t>/</a:t>
              </a:r>
              <a:r>
                <a:rPr lang="ko-KR" altLang="en-US" sz="1000" dirty="0"/>
                <a:t>사운드</a:t>
              </a:r>
            </a:p>
          </p:txBody>
        </p:sp>
      </p:grp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825625"/>
            <a:ext cx="10946363" cy="2833664"/>
          </a:xfrm>
        </p:spPr>
        <p:txBody>
          <a:bodyPr>
            <a:normAutofit/>
          </a:bodyPr>
          <a:lstStyle/>
          <a:p>
            <a:r>
              <a:rPr lang="ko-KR" altLang="en-US" dirty="0"/>
              <a:t>코어가 </a:t>
            </a:r>
            <a:r>
              <a:rPr lang="en-US" altLang="ko-KR" dirty="0"/>
              <a:t>1</a:t>
            </a:r>
            <a:r>
              <a:rPr lang="ko-KR" altLang="en-US" dirty="0"/>
              <a:t>개에서 작업을 처리한다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파일 읽거나 간단한 작업을 할 때 화면이 정지되지않도록 </a:t>
            </a:r>
            <a:br>
              <a:rPr lang="en-US" altLang="ko-KR" dirty="0"/>
            </a:br>
            <a:r>
              <a:rPr lang="en-US" altLang="ko-KR" dirty="0"/>
              <a:t>i/o</a:t>
            </a:r>
            <a:r>
              <a:rPr lang="ko-KR" altLang="en-US" dirty="0"/>
              <a:t>스레드를 이용하여 처리하여 결과를 보여준다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스레드를 사용하면</a:t>
            </a:r>
            <a:r>
              <a:rPr lang="en-US" altLang="ko-KR" dirty="0"/>
              <a:t>, </a:t>
            </a:r>
            <a:r>
              <a:rPr lang="ko-KR" altLang="en-US" dirty="0"/>
              <a:t>작업 시작과 끝에는 데이터 교환 및 준비를 </a:t>
            </a:r>
            <a:br>
              <a:rPr lang="en-US" altLang="ko-KR" dirty="0"/>
            </a:br>
            <a:r>
              <a:rPr lang="ko-KR" altLang="en-US" dirty="0"/>
              <a:t>위한 컨텍스트 스위칭이 일어나므로 오버헤드가 발생하므로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서로 다른 작업을 맡기는 것이 좋다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D4156E-F80C-4AC6-8E25-09E471AF41BC}"/>
              </a:ext>
            </a:extLst>
          </p:cNvPr>
          <p:cNvSpPr txBox="1"/>
          <p:nvPr/>
        </p:nvSpPr>
        <p:spPr>
          <a:xfrm>
            <a:off x="5128737" y="310281"/>
            <a:ext cx="706326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ea typeface="맑은 고딕"/>
              </a:rPr>
              <a:t>※</a:t>
            </a:r>
            <a:r>
              <a:rPr lang="ko-KR" altLang="en-US" dirty="0">
                <a:solidFill>
                  <a:srgbClr val="FF0000"/>
                </a:solidFill>
                <a:ea typeface="맑은 고딕"/>
              </a:rPr>
              <a:t>오버헤드</a:t>
            </a:r>
            <a:r>
              <a:rPr lang="en-US" altLang="ko-KR" dirty="0">
                <a:solidFill>
                  <a:srgbClr val="FF0000"/>
                </a:solidFill>
                <a:ea typeface="맑은 고딕"/>
              </a:rPr>
              <a:t>: </a:t>
            </a:r>
            <a:r>
              <a:rPr lang="ko-KR" altLang="en-US" dirty="0">
                <a:solidFill>
                  <a:srgbClr val="FF0000"/>
                </a:solidFill>
                <a:ea typeface="맑은 고딕"/>
              </a:rPr>
              <a:t>작업의 목적과 상관없는 불필요한 연산을 수행하는 것</a:t>
            </a:r>
            <a:r>
              <a:rPr lang="en-US" altLang="ko-KR" dirty="0">
                <a:solidFill>
                  <a:srgbClr val="FF0000"/>
                </a:solidFill>
                <a:ea typeface="맑은 고딕"/>
              </a:rPr>
              <a:t>.</a:t>
            </a:r>
            <a:endParaRPr lang="ko-KR" altLang="en-US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FE0D42-B37A-4601-A605-FF66ADB2C900}"/>
              </a:ext>
            </a:extLst>
          </p:cNvPr>
          <p:cNvSpPr txBox="1"/>
          <p:nvPr/>
        </p:nvSpPr>
        <p:spPr>
          <a:xfrm>
            <a:off x="3398959" y="294"/>
            <a:ext cx="879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※</a:t>
            </a:r>
            <a:r>
              <a:rPr lang="ko-KR" altLang="en-US" dirty="0">
                <a:solidFill>
                  <a:srgbClr val="FF0000"/>
                </a:solidFill>
              </a:rPr>
              <a:t>컨텍스트 스위칭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작업변경하기</a:t>
            </a:r>
            <a:r>
              <a:rPr lang="en-US" altLang="ko-KR" dirty="0">
                <a:solidFill>
                  <a:srgbClr val="FF0000"/>
                </a:solidFill>
              </a:rPr>
              <a:t>. </a:t>
            </a:r>
            <a:r>
              <a:rPr lang="ko-KR" altLang="en-US" dirty="0">
                <a:solidFill>
                  <a:srgbClr val="FF0000"/>
                </a:solidFill>
              </a:rPr>
              <a:t>작업을 변경하면 그에 따른 준비과정이 필요하다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809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441302" cy="1325563"/>
          </a:xfrm>
        </p:spPr>
        <p:txBody>
          <a:bodyPr/>
          <a:lstStyle/>
          <a:p>
            <a:r>
              <a:rPr lang="ko-KR" altLang="en-US" dirty="0"/>
              <a:t>듀얼코어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45706" y="1825625"/>
            <a:ext cx="11433676" cy="1732222"/>
          </a:xfrm>
        </p:spPr>
        <p:txBody>
          <a:bodyPr/>
          <a:lstStyle/>
          <a:p>
            <a:r>
              <a:rPr lang="ko-KR" altLang="en-US" dirty="0"/>
              <a:t>기존의 방식으로는 코어</a:t>
            </a:r>
            <a:r>
              <a:rPr lang="en-US" altLang="ko-KR" dirty="0"/>
              <a:t>2</a:t>
            </a:r>
            <a:r>
              <a:rPr lang="ko-KR" altLang="en-US" dirty="0"/>
              <a:t>가 일 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게임에 </a:t>
            </a:r>
            <a:r>
              <a:rPr lang="ko-KR" altLang="en-US" dirty="0" err="1"/>
              <a:t>로직부분과</a:t>
            </a:r>
            <a:r>
              <a:rPr lang="ko-KR" altLang="en-US" dirty="0"/>
              <a:t> </a:t>
            </a:r>
            <a:r>
              <a:rPr lang="ko-KR" altLang="en-US" dirty="0" err="1"/>
              <a:t>랜더링부분을</a:t>
            </a:r>
            <a:r>
              <a:rPr lang="ko-KR" altLang="en-US" dirty="0"/>
              <a:t> 분리하여 각 코어에서 연산한다</a:t>
            </a:r>
            <a:r>
              <a:rPr lang="en-US" altLang="ko-KR" dirty="0"/>
              <a:t>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38200" y="4649811"/>
            <a:ext cx="4156364" cy="59020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Core 1</a:t>
            </a:r>
            <a:endParaRPr lang="ko-KR" altLang="en-US" dirty="0"/>
          </a:p>
        </p:txBody>
      </p:sp>
      <p:sp>
        <p:nvSpPr>
          <p:cNvPr id="20" name="오른쪽 화살표 19"/>
          <p:cNvSpPr/>
          <p:nvPr/>
        </p:nvSpPr>
        <p:spPr>
          <a:xfrm>
            <a:off x="838200" y="4067163"/>
            <a:ext cx="4156363" cy="3950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게임로직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랜더링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838200" y="5401877"/>
            <a:ext cx="4156364" cy="5902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Core 2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7107382" y="4634656"/>
            <a:ext cx="4156364" cy="59020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Core 1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7107382" y="5386722"/>
            <a:ext cx="4156364" cy="59020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Core 2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0314850" y="485192"/>
            <a:ext cx="578498" cy="20527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0314850" y="799997"/>
            <a:ext cx="578498" cy="20527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005315" y="485192"/>
            <a:ext cx="118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사용 코어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5315" y="798157"/>
            <a:ext cx="118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미사용 코어</a:t>
            </a:r>
          </a:p>
        </p:txBody>
      </p:sp>
      <p:sp>
        <p:nvSpPr>
          <p:cNvPr id="25" name="오른쪽 화살표 24"/>
          <p:cNvSpPr/>
          <p:nvPr/>
        </p:nvSpPr>
        <p:spPr>
          <a:xfrm>
            <a:off x="7107382" y="4067163"/>
            <a:ext cx="4156364" cy="3950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게임 </a:t>
            </a:r>
            <a:r>
              <a:rPr lang="ko-KR" altLang="en-US" sz="1200" dirty="0" err="1"/>
              <a:t>로직</a:t>
            </a:r>
            <a:r>
              <a:rPr lang="en-US" altLang="ko-KR" sz="1200" dirty="0"/>
              <a:t>(</a:t>
            </a:r>
            <a:r>
              <a:rPr lang="ko-KR" altLang="en-US" sz="1200" dirty="0"/>
              <a:t>물리</a:t>
            </a:r>
            <a:r>
              <a:rPr lang="en-US" altLang="ko-KR" sz="1200" dirty="0"/>
              <a:t>,</a:t>
            </a:r>
            <a:r>
              <a:rPr lang="ko-KR" altLang="en-US" sz="1200" dirty="0"/>
              <a:t>업데이트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6" name="오른쪽 화살표 25"/>
          <p:cNvSpPr/>
          <p:nvPr/>
        </p:nvSpPr>
        <p:spPr>
          <a:xfrm>
            <a:off x="7107382" y="6176963"/>
            <a:ext cx="4156363" cy="3950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랜더링</a:t>
            </a:r>
            <a:r>
              <a:rPr lang="en-US" altLang="ko-KR" sz="1200" dirty="0"/>
              <a:t>(</a:t>
            </a:r>
            <a:r>
              <a:rPr lang="ko-KR" altLang="en-US" sz="1200" dirty="0"/>
              <a:t>화면에 그리기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8" name="오른쪽 화살표 27"/>
          <p:cNvSpPr/>
          <p:nvPr/>
        </p:nvSpPr>
        <p:spPr>
          <a:xfrm>
            <a:off x="10314850" y="1131125"/>
            <a:ext cx="578498" cy="1860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11005314" y="1121692"/>
            <a:ext cx="118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프로세스</a:t>
            </a:r>
            <a:endParaRPr lang="ko-KR" altLang="en-US" sz="1000" dirty="0"/>
          </a:p>
        </p:txBody>
      </p:sp>
      <p:sp>
        <p:nvSpPr>
          <p:cNvPr id="17" name="오른쪽 화살표 16"/>
          <p:cNvSpPr/>
          <p:nvPr/>
        </p:nvSpPr>
        <p:spPr>
          <a:xfrm>
            <a:off x="5497005" y="4576781"/>
            <a:ext cx="1380931" cy="13264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183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441302" cy="1325563"/>
          </a:xfrm>
        </p:spPr>
        <p:txBody>
          <a:bodyPr/>
          <a:lstStyle/>
          <a:p>
            <a:r>
              <a:rPr lang="ko-KR" altLang="en-US" dirty="0"/>
              <a:t>멀티코어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00876" y="1825625"/>
            <a:ext cx="11002348" cy="4351338"/>
          </a:xfrm>
        </p:spPr>
        <p:txBody>
          <a:bodyPr/>
          <a:lstStyle/>
          <a:p>
            <a:r>
              <a:rPr lang="ko-KR" altLang="en-US" dirty="0"/>
              <a:t>기존 방식대로 처리하면</a:t>
            </a:r>
            <a:r>
              <a:rPr lang="en-US" altLang="ko-KR" dirty="0"/>
              <a:t>, </a:t>
            </a:r>
            <a:r>
              <a:rPr lang="ko-KR" altLang="en-US" dirty="0"/>
              <a:t>코어가 일이 없는 코어가 늘어나며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코어가 늘어날 때 마다 새로운 처리방식을 검토해야한다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071749" y="4460141"/>
            <a:ext cx="1850006" cy="59020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Core 1</a:t>
            </a:r>
            <a:endParaRPr lang="ko-KR" altLang="en-US" dirty="0"/>
          </a:p>
        </p:txBody>
      </p:sp>
      <p:sp>
        <p:nvSpPr>
          <p:cNvPr id="20" name="오른쪽 화살표 19"/>
          <p:cNvSpPr/>
          <p:nvPr/>
        </p:nvSpPr>
        <p:spPr>
          <a:xfrm>
            <a:off x="1071750" y="3877493"/>
            <a:ext cx="1850006" cy="3950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게임로직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1053088" y="5212207"/>
            <a:ext cx="1850006" cy="5902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Core 3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0314850" y="485192"/>
            <a:ext cx="578498" cy="20527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0314850" y="799997"/>
            <a:ext cx="578498" cy="20527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005315" y="485192"/>
            <a:ext cx="8818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사용 코어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5315" y="798157"/>
            <a:ext cx="8818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미사용 코어</a:t>
            </a:r>
          </a:p>
        </p:txBody>
      </p:sp>
      <p:sp>
        <p:nvSpPr>
          <p:cNvPr id="28" name="오른쪽 화살표 27"/>
          <p:cNvSpPr/>
          <p:nvPr/>
        </p:nvSpPr>
        <p:spPr>
          <a:xfrm>
            <a:off x="10314850" y="1131125"/>
            <a:ext cx="578498" cy="1860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11005315" y="1121692"/>
            <a:ext cx="8818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프로세스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3007709" y="4449571"/>
            <a:ext cx="1850006" cy="59020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Core 2</a:t>
            </a:r>
            <a:endParaRPr lang="ko-KR" altLang="en-US" dirty="0"/>
          </a:p>
        </p:txBody>
      </p:sp>
      <p:sp>
        <p:nvSpPr>
          <p:cNvPr id="18" name="오른쪽 화살표 17"/>
          <p:cNvSpPr/>
          <p:nvPr/>
        </p:nvSpPr>
        <p:spPr>
          <a:xfrm>
            <a:off x="3007709" y="3863804"/>
            <a:ext cx="1850006" cy="3950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랜더링</a:t>
            </a:r>
            <a:endParaRPr lang="ko-KR" altLang="en-US" sz="1200" dirty="0"/>
          </a:p>
        </p:txBody>
      </p:sp>
      <p:sp>
        <p:nvSpPr>
          <p:cNvPr id="19" name="직사각형 18"/>
          <p:cNvSpPr/>
          <p:nvPr/>
        </p:nvSpPr>
        <p:spPr>
          <a:xfrm>
            <a:off x="3007709" y="5196404"/>
            <a:ext cx="1850006" cy="5902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Core 4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53088" y="5943237"/>
            <a:ext cx="3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……………More Core</a:t>
            </a:r>
            <a:endParaRPr lang="ko-KR" alt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7516799" y="4278633"/>
            <a:ext cx="3773246" cy="1620620"/>
            <a:chOff x="7311522" y="4203985"/>
            <a:chExt cx="3773246" cy="1620620"/>
          </a:xfrm>
        </p:grpSpPr>
        <p:sp>
          <p:nvSpPr>
            <p:cNvPr id="9" name="TextBox 8"/>
            <p:cNvSpPr txBox="1"/>
            <p:nvPr/>
          </p:nvSpPr>
          <p:spPr>
            <a:xfrm>
              <a:off x="7340788" y="4254945"/>
              <a:ext cx="374398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600" b="1" dirty="0"/>
                <a:t>?????</a:t>
              </a:r>
              <a:endParaRPr lang="ko-KR" altLang="en-US" sz="9600" b="1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11522" y="4203985"/>
              <a:ext cx="374398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600" b="1" dirty="0">
                  <a:solidFill>
                    <a:schemeClr val="accent6"/>
                  </a:solidFill>
                </a:rPr>
                <a:t>?????</a:t>
              </a:r>
              <a:endParaRPr lang="ko-KR" altLang="en-US" sz="9600" b="1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12" name="오른쪽 화살표 11"/>
          <p:cNvSpPr/>
          <p:nvPr/>
        </p:nvSpPr>
        <p:spPr>
          <a:xfrm>
            <a:off x="5683617" y="4460141"/>
            <a:ext cx="1380931" cy="13264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459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P.S.3 vs X-Box 360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40713"/>
          </a:xfrm>
        </p:spPr>
        <p:txBody>
          <a:bodyPr/>
          <a:lstStyle/>
          <a:p>
            <a:r>
              <a:rPr lang="en-US" altLang="ko-KR" dirty="0"/>
              <a:t>PS3</a:t>
            </a:r>
            <a:r>
              <a:rPr lang="ko-KR" altLang="en-US" dirty="0"/>
              <a:t>는 </a:t>
            </a:r>
            <a:r>
              <a:rPr lang="en-US" altLang="ko-KR" dirty="0"/>
              <a:t>“CELL-Broadband Engine” </a:t>
            </a:r>
            <a:r>
              <a:rPr lang="ko-KR" altLang="en-US" dirty="0"/>
              <a:t>프로세서를 </a:t>
            </a:r>
            <a:r>
              <a:rPr lang="ko-KR" altLang="en-US" dirty="0" err="1"/>
              <a:t>탑제함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X-Box</a:t>
            </a:r>
            <a:r>
              <a:rPr lang="ko-KR" altLang="en-US" dirty="0"/>
              <a:t>는 </a:t>
            </a:r>
            <a:r>
              <a:rPr lang="en-US" altLang="ko-KR" dirty="0"/>
              <a:t>PC</a:t>
            </a:r>
            <a:r>
              <a:rPr lang="ko-KR" altLang="en-US" dirty="0"/>
              <a:t>와 동일한 구조의 </a:t>
            </a:r>
            <a:r>
              <a:rPr lang="ko-KR" altLang="en-US" dirty="0" err="1"/>
              <a:t>프로세를</a:t>
            </a:r>
            <a:r>
              <a:rPr lang="ko-KR" altLang="en-US" dirty="0"/>
              <a:t> </a:t>
            </a:r>
            <a:r>
              <a:rPr lang="ko-KR" altLang="en-US" dirty="0" err="1"/>
              <a:t>탑제함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결과 결국 독립적인 구조인 </a:t>
            </a:r>
            <a:r>
              <a:rPr lang="en-US" altLang="ko-KR" dirty="0"/>
              <a:t>PS3</a:t>
            </a:r>
            <a:r>
              <a:rPr lang="ko-KR" altLang="en-US" dirty="0"/>
              <a:t>는 </a:t>
            </a:r>
            <a:r>
              <a:rPr lang="ko-KR" altLang="en-US" dirty="0" err="1"/>
              <a:t>멀티플렛폼</a:t>
            </a:r>
            <a:r>
              <a:rPr lang="ko-KR" altLang="en-US" dirty="0"/>
              <a:t> 지원게임에서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 err="1"/>
              <a:t>특수형태에</a:t>
            </a:r>
            <a:r>
              <a:rPr lang="ko-KR" altLang="en-US" dirty="0"/>
              <a:t> 대부분의 개발사들이 대응하지않으며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초기에 성능부분에서 </a:t>
            </a:r>
            <a:r>
              <a:rPr lang="en-US" altLang="ko-KR" dirty="0"/>
              <a:t>X-box 360</a:t>
            </a:r>
            <a:r>
              <a:rPr lang="ko-KR" altLang="en-US" dirty="0"/>
              <a:t>에 뒤지는 결과를 나타내며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참패하고 말았다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이후 </a:t>
            </a:r>
            <a:r>
              <a:rPr lang="en-US" altLang="ko-KR" dirty="0"/>
              <a:t>PS3</a:t>
            </a:r>
            <a:r>
              <a:rPr lang="ko-KR" altLang="en-US" dirty="0"/>
              <a:t>에 개발 노하우들이 공개되며 </a:t>
            </a:r>
            <a:r>
              <a:rPr lang="ko-KR" altLang="en-US" dirty="0" err="1"/>
              <a:t>멀티코어에</a:t>
            </a:r>
            <a:r>
              <a:rPr lang="ko-KR" altLang="en-US" dirty="0"/>
              <a:t> </a:t>
            </a:r>
            <a:r>
              <a:rPr lang="ko-KR" altLang="en-US" dirty="0" err="1"/>
              <a:t>적응등</a:t>
            </a:r>
            <a:br>
              <a:rPr lang="en-US" altLang="ko-KR" dirty="0"/>
            </a:br>
            <a:r>
              <a:rPr lang="ko-KR" altLang="en-US" dirty="0"/>
              <a:t>여러가지 기여는 하였지만 결과적으로 실패한 프로세서다</a:t>
            </a:r>
            <a:r>
              <a:rPr lang="en-US" altLang="ko-KR" dirty="0"/>
              <a:t>.</a:t>
            </a:r>
          </a:p>
        </p:txBody>
      </p:sp>
      <p:pic>
        <p:nvPicPr>
          <p:cNvPr id="4" name="Picture 5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9969" y="5935523"/>
            <a:ext cx="702128" cy="70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062096" y="5917255"/>
            <a:ext cx="27769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Grand Theft Auto 5 / GTA 5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PS3 vs. Xbox 360 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Graphics Comparison</a:t>
            </a:r>
          </a:p>
        </p:txBody>
      </p:sp>
    </p:spTree>
    <p:extLst>
      <p:ext uri="{BB962C8B-B14F-4D97-AF65-F5344CB8AC3E}">
        <p14:creationId xmlns:p14="http://schemas.microsoft.com/office/powerpoint/2010/main" val="48801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멀티코어에서 성능을 향상시키는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46579"/>
          </a:xfrm>
        </p:spPr>
        <p:txBody>
          <a:bodyPr/>
          <a:lstStyle/>
          <a:p>
            <a:r>
              <a:rPr lang="ko-KR" altLang="en-US" dirty="0"/>
              <a:t>게임에 한프레임에서 필요한 작업을 필요한 작업들을 각각 코어 수만큼 나누어 준비한다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각 코어 마다 나눠진 작업이 완료되면</a:t>
            </a:r>
            <a:r>
              <a:rPr lang="en-US" altLang="ko-KR" dirty="0"/>
              <a:t>, </a:t>
            </a:r>
            <a:r>
              <a:rPr lang="ko-KR" altLang="en-US" dirty="0"/>
              <a:t>다음 작업을 넘겨준다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준비된 작업이 모두 완료되면 다음 프레임의 작업을 수행한다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903255" y="4441372"/>
            <a:ext cx="914400" cy="36389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Job queue</a:t>
            </a:r>
            <a:endParaRPr lang="ko-KR" altLang="en-US" sz="1200" dirty="0"/>
          </a:p>
        </p:txBody>
      </p:sp>
      <p:grpSp>
        <p:nvGrpSpPr>
          <p:cNvPr id="68" name="그룹 67"/>
          <p:cNvGrpSpPr/>
          <p:nvPr/>
        </p:nvGrpSpPr>
        <p:grpSpPr>
          <a:xfrm>
            <a:off x="903256" y="3659294"/>
            <a:ext cx="11187144" cy="3136601"/>
            <a:chOff x="903256" y="3659294"/>
            <a:chExt cx="11187144" cy="3136601"/>
          </a:xfrm>
        </p:grpSpPr>
        <p:sp>
          <p:nvSpPr>
            <p:cNvPr id="4" name="직사각형 3"/>
            <p:cNvSpPr/>
            <p:nvPr/>
          </p:nvSpPr>
          <p:spPr>
            <a:xfrm>
              <a:off x="1902409" y="4441372"/>
              <a:ext cx="914400" cy="363894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PHY.1</a:t>
              </a:r>
              <a:endParaRPr lang="ko-KR" altLang="en-US" dirty="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2866573" y="4441372"/>
              <a:ext cx="914400" cy="363894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PHY.2</a:t>
              </a:r>
              <a:endParaRPr lang="ko-KR" altLang="en-US" dirty="0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843179" y="4441372"/>
              <a:ext cx="914400" cy="363894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PHY.3</a:t>
              </a:r>
              <a:endParaRPr lang="ko-KR" altLang="en-US" dirty="0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819785" y="4441372"/>
              <a:ext cx="914400" cy="3638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ANI.1</a:t>
              </a:r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783949" y="4441372"/>
              <a:ext cx="914400" cy="3638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ANI.2</a:t>
              </a:r>
              <a:endParaRPr lang="ko-KR" altLang="en-US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760555" y="4441372"/>
              <a:ext cx="914400" cy="3638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ANI.3</a:t>
              </a:r>
              <a:endParaRPr lang="ko-KR" altLang="en-US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7737161" y="4441372"/>
              <a:ext cx="914400" cy="3638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OBJ.1</a:t>
              </a:r>
              <a:endParaRPr lang="ko-KR" altLang="en-US" dirty="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01325" y="4441372"/>
              <a:ext cx="914400" cy="3638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OBJ.2</a:t>
              </a:r>
              <a:endParaRPr lang="ko-KR" altLang="en-US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9677931" y="4441372"/>
              <a:ext cx="914400" cy="3638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OBJ.3</a:t>
              </a:r>
              <a:endParaRPr lang="ko-KR" altLang="en-US" dirty="0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1902409" y="4939059"/>
              <a:ext cx="2692205" cy="435375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Core 1</a:t>
              </a:r>
              <a:endParaRPr lang="ko-KR" altLang="en-US" dirty="0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902409" y="5436746"/>
              <a:ext cx="2855170" cy="435375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Core 2</a:t>
              </a:r>
              <a:endParaRPr lang="ko-KR" altLang="en-US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902409" y="5934433"/>
              <a:ext cx="2514354" cy="435375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Core 3</a:t>
              </a:r>
              <a:endParaRPr lang="ko-KR" altLang="en-US" dirty="0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819785" y="4939059"/>
              <a:ext cx="2855170" cy="435375"/>
            </a:xfrm>
            <a:prstGeom prst="rect">
              <a:avLst/>
            </a:prstGeom>
            <a:solidFill>
              <a:srgbClr val="9AC8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Core 1</a:t>
              </a:r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819785" y="5436746"/>
              <a:ext cx="2583408" cy="435375"/>
            </a:xfrm>
            <a:prstGeom prst="rect">
              <a:avLst/>
            </a:prstGeom>
            <a:solidFill>
              <a:srgbClr val="9AC8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Core 2</a:t>
              </a:r>
              <a:endParaRPr lang="ko-KR" altLang="en-US" dirty="0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4819785" y="5934433"/>
              <a:ext cx="2855170" cy="435375"/>
            </a:xfrm>
            <a:prstGeom prst="rect">
              <a:avLst/>
            </a:prstGeom>
            <a:solidFill>
              <a:srgbClr val="9AC8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Core 3</a:t>
              </a:r>
              <a:endParaRPr lang="ko-KR" altLang="en-US" dirty="0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737161" y="4939059"/>
              <a:ext cx="2855170" cy="435375"/>
            </a:xfrm>
            <a:prstGeom prst="rect">
              <a:avLst/>
            </a:prstGeom>
            <a:solidFill>
              <a:srgbClr val="9AC8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Core 1</a:t>
              </a:r>
              <a:endParaRPr lang="ko-KR" altLang="en-US" dirty="0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7737161" y="5436746"/>
              <a:ext cx="2855170" cy="435375"/>
            </a:xfrm>
            <a:prstGeom prst="rect">
              <a:avLst/>
            </a:prstGeom>
            <a:solidFill>
              <a:srgbClr val="9AC8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Core 2</a:t>
              </a:r>
              <a:endParaRPr lang="ko-KR" altLang="en-US" dirty="0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7737161" y="5934433"/>
              <a:ext cx="2855170" cy="435375"/>
            </a:xfrm>
            <a:prstGeom prst="rect">
              <a:avLst/>
            </a:prstGeom>
            <a:solidFill>
              <a:srgbClr val="9AC8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Core 3</a:t>
              </a:r>
              <a:endParaRPr lang="ko-KR" altLang="en-US" dirty="0"/>
            </a:p>
          </p:txBody>
        </p:sp>
        <p:cxnSp>
          <p:nvCxnSpPr>
            <p:cNvPr id="24" name="직선 화살표 연결선 23"/>
            <p:cNvCxnSpPr/>
            <p:nvPr/>
          </p:nvCxnSpPr>
          <p:spPr>
            <a:xfrm>
              <a:off x="1902409" y="3926605"/>
              <a:ext cx="0" cy="2659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직사각형 36"/>
            <p:cNvSpPr/>
            <p:nvPr/>
          </p:nvSpPr>
          <p:spPr>
            <a:xfrm>
              <a:off x="925803" y="4929729"/>
              <a:ext cx="891852" cy="144007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CPU</a:t>
              </a:r>
              <a:endParaRPr lang="ko-KR" altLang="en-US" dirty="0"/>
            </a:p>
          </p:txBody>
        </p:sp>
        <p:cxnSp>
          <p:nvCxnSpPr>
            <p:cNvPr id="38" name="직선 화살표 연결선 37"/>
            <p:cNvCxnSpPr/>
            <p:nvPr/>
          </p:nvCxnSpPr>
          <p:spPr>
            <a:xfrm>
              <a:off x="4757579" y="3926605"/>
              <a:ext cx="0" cy="265922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/>
            <p:cNvCxnSpPr/>
            <p:nvPr/>
          </p:nvCxnSpPr>
          <p:spPr>
            <a:xfrm>
              <a:off x="4819785" y="3926605"/>
              <a:ext cx="0" cy="2659225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/>
            <p:cNvCxnSpPr/>
            <p:nvPr/>
          </p:nvCxnSpPr>
          <p:spPr>
            <a:xfrm>
              <a:off x="7684280" y="3926605"/>
              <a:ext cx="0" cy="2659225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/>
            <p:cNvCxnSpPr/>
            <p:nvPr/>
          </p:nvCxnSpPr>
          <p:spPr>
            <a:xfrm>
              <a:off x="10592331" y="3934516"/>
              <a:ext cx="0" cy="2659225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/>
            <p:cNvCxnSpPr/>
            <p:nvPr/>
          </p:nvCxnSpPr>
          <p:spPr>
            <a:xfrm>
              <a:off x="7737161" y="3926604"/>
              <a:ext cx="0" cy="2659225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10693401" y="4441372"/>
              <a:ext cx="13969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More Job…</a:t>
              </a:r>
              <a:endParaRPr lang="ko-KR" altLang="en-US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587963" y="6426563"/>
              <a:ext cx="182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More Cores…</a:t>
              </a:r>
              <a:endParaRPr lang="ko-KR" altLang="en-US" dirty="0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4416763" y="5934433"/>
              <a:ext cx="340815" cy="43537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4594615" y="4939058"/>
              <a:ext cx="156418" cy="43537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7398330" y="5436746"/>
              <a:ext cx="285949" cy="430709"/>
            </a:xfrm>
            <a:prstGeom prst="rect">
              <a:avLst/>
            </a:prstGeom>
            <a:solidFill>
              <a:srgbClr val="FFE28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3256" y="3895121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Frame</a:t>
              </a:r>
              <a:endParaRPr lang="ko-KR" altLang="en-US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916017" y="3895121"/>
              <a:ext cx="2835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Physic Process</a:t>
              </a:r>
              <a:endParaRPr lang="ko-KR" altLang="en-US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787058" y="3895121"/>
              <a:ext cx="2835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Animation(Matrix)</a:t>
              </a:r>
              <a:endParaRPr lang="ko-KR" altLang="en-US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746487" y="3926604"/>
              <a:ext cx="2835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Object</a:t>
              </a:r>
              <a:endParaRPr lang="ko-KR" altLang="en-US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135742" y="3659294"/>
              <a:ext cx="7802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chemeClr val="accent5"/>
                  </a:solidFill>
                </a:rPr>
                <a:t>Populate</a:t>
              </a:r>
              <a:endParaRPr lang="ko-KR" altLang="en-US" sz="1000" b="1" dirty="0">
                <a:solidFill>
                  <a:schemeClr val="accent5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882042" y="3680383"/>
              <a:ext cx="87553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err="1">
                  <a:solidFill>
                    <a:srgbClr val="FF0000"/>
                  </a:solidFill>
                </a:rPr>
                <a:t>Berria</a:t>
              </a:r>
              <a:r>
                <a:rPr lang="en-US" altLang="ko-KR" sz="1000" b="1" dirty="0">
                  <a:solidFill>
                    <a:srgbClr val="FF0000"/>
                  </a:solidFill>
                </a:rPr>
                <a:t> Lock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7293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잡 </a:t>
            </a:r>
            <a:r>
              <a:rPr lang="ko-KR" altLang="en-US" dirty="0" err="1"/>
              <a:t>스케쥴러</a:t>
            </a:r>
            <a:r>
              <a:rPr lang="en-US" altLang="ko-KR" dirty="0"/>
              <a:t>(Job Scheduler)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 err="1"/>
              <a:t>테스크</a:t>
            </a:r>
            <a:r>
              <a:rPr lang="en-US" altLang="ko-KR" dirty="0"/>
              <a:t>(Task)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38483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잡스케쥴러는</a:t>
            </a:r>
            <a:r>
              <a:rPr lang="ko-KR" altLang="en-US" dirty="0"/>
              <a:t> 각 </a:t>
            </a:r>
            <a:r>
              <a:rPr lang="en-US" altLang="ko-KR" dirty="0"/>
              <a:t>Task</a:t>
            </a:r>
            <a:r>
              <a:rPr lang="ko-KR" altLang="en-US" dirty="0"/>
              <a:t>에서 모든 작업을 받아온다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받아온 작업을 각 코어에서 처리가능하도록 분배를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이때 </a:t>
            </a:r>
            <a:r>
              <a:rPr lang="ko-KR" altLang="en-US" dirty="0" err="1"/>
              <a:t>분배방법은</a:t>
            </a:r>
            <a:r>
              <a:rPr lang="ko-KR" altLang="en-US" dirty="0"/>
              <a:t> </a:t>
            </a:r>
            <a:r>
              <a:rPr lang="ko-KR" altLang="en-US" dirty="0" err="1"/>
              <a:t>잡스케쥴러</a:t>
            </a:r>
            <a:r>
              <a:rPr lang="ko-KR" altLang="en-US" dirty="0"/>
              <a:t> 내부에서 자동으로 수행한다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51" name="그룹 50"/>
          <p:cNvGrpSpPr/>
          <p:nvPr/>
        </p:nvGrpSpPr>
        <p:grpSpPr>
          <a:xfrm>
            <a:off x="608048" y="3894188"/>
            <a:ext cx="9417734" cy="450286"/>
            <a:chOff x="463384" y="3829999"/>
            <a:chExt cx="9417734" cy="450286"/>
          </a:xfrm>
        </p:grpSpPr>
        <p:grpSp>
          <p:nvGrpSpPr>
            <p:cNvPr id="29" name="그룹 28"/>
            <p:cNvGrpSpPr/>
            <p:nvPr/>
          </p:nvGrpSpPr>
          <p:grpSpPr>
            <a:xfrm>
              <a:off x="463384" y="3829999"/>
              <a:ext cx="9417734" cy="440270"/>
              <a:chOff x="5707189" y="3711852"/>
              <a:chExt cx="9417734" cy="440270"/>
            </a:xfrm>
          </p:grpSpPr>
          <p:sp>
            <p:nvSpPr>
              <p:cNvPr id="21" name="직사각형 20"/>
              <p:cNvSpPr/>
              <p:nvPr/>
            </p:nvSpPr>
            <p:spPr>
              <a:xfrm>
                <a:off x="5707189" y="3711852"/>
                <a:ext cx="9417734" cy="44027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r>
                  <a:rPr lang="en-US" altLang="ko-KR" dirty="0"/>
                  <a:t>Job Queue</a:t>
                </a:r>
                <a:endParaRPr lang="ko-KR" altLang="en-US" dirty="0"/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7005534" y="3783476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Physic A</a:t>
                </a:r>
                <a:endParaRPr lang="ko-KR" altLang="en-US" sz="1200" dirty="0"/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7841792" y="3783476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Physic B</a:t>
                </a:r>
                <a:endParaRPr lang="ko-KR" altLang="en-US" sz="1200" dirty="0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8679790" y="3783475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Physic C</a:t>
                </a:r>
                <a:endParaRPr lang="ko-KR" altLang="en-US" sz="1200" dirty="0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9516048" y="3783475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Ani. A</a:t>
                </a:r>
                <a:endParaRPr lang="ko-KR" altLang="en-US" sz="1200" dirty="0"/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10349638" y="3783475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Ani. B</a:t>
                </a:r>
                <a:endParaRPr lang="ko-KR" altLang="en-US" sz="1200" dirty="0"/>
              </a:p>
            </p:txBody>
          </p:sp>
          <p:sp>
            <p:nvSpPr>
              <p:cNvPr id="27" name="직사각형 26"/>
              <p:cNvSpPr/>
              <p:nvPr/>
            </p:nvSpPr>
            <p:spPr>
              <a:xfrm>
                <a:off x="11181047" y="3788150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Ani C</a:t>
                </a:r>
                <a:endParaRPr lang="ko-KR" altLang="en-US" sz="12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6768651" y="3910953"/>
              <a:ext cx="806334" cy="29094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Object A</a:t>
              </a:r>
              <a:endParaRPr lang="ko-KR" altLang="en-US" sz="1200" dirty="0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7606649" y="3910953"/>
              <a:ext cx="806334" cy="29094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Object B</a:t>
              </a:r>
              <a:endParaRPr lang="ko-KR" altLang="en-US" sz="1200" dirty="0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8445088" y="3910953"/>
              <a:ext cx="806334" cy="29094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Object C</a:t>
              </a:r>
              <a:endParaRPr lang="ko-KR" altLang="en-US" sz="1200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251422" y="3910953"/>
              <a:ext cx="6296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…..</a:t>
              </a:r>
              <a:endParaRPr lang="ko-KR" altLang="en-US" dirty="0"/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2643622" y="4757190"/>
            <a:ext cx="956980" cy="1722267"/>
            <a:chOff x="2513414" y="4504169"/>
            <a:chExt cx="956980" cy="1722267"/>
          </a:xfrm>
        </p:grpSpPr>
        <p:grpSp>
          <p:nvGrpSpPr>
            <p:cNvPr id="39" name="그룹 38"/>
            <p:cNvGrpSpPr/>
            <p:nvPr/>
          </p:nvGrpSpPr>
          <p:grpSpPr>
            <a:xfrm>
              <a:off x="2517117" y="4504169"/>
              <a:ext cx="953277" cy="1691358"/>
              <a:chOff x="4794380" y="4504730"/>
              <a:chExt cx="953277" cy="1691358"/>
            </a:xfrm>
          </p:grpSpPr>
          <p:sp>
            <p:nvSpPr>
              <p:cNvPr id="40" name="직사각형 39"/>
              <p:cNvSpPr/>
              <p:nvPr/>
            </p:nvSpPr>
            <p:spPr>
              <a:xfrm>
                <a:off x="4794380" y="4504730"/>
                <a:ext cx="953277" cy="16913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en-US" altLang="ko-KR" dirty="0"/>
                  <a:t>Task3</a:t>
                </a:r>
                <a:endParaRPr lang="ko-KR" altLang="en-US" dirty="0"/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4866000" y="4892040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Object A</a:t>
                </a:r>
                <a:endParaRPr lang="ko-KR" altLang="en-US" sz="1200" dirty="0"/>
              </a:p>
            </p:txBody>
          </p:sp>
          <p:sp>
            <p:nvSpPr>
              <p:cNvPr id="42" name="직사각형 41"/>
              <p:cNvSpPr/>
              <p:nvPr/>
            </p:nvSpPr>
            <p:spPr>
              <a:xfrm>
                <a:off x="4866000" y="5231388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Object B</a:t>
                </a:r>
                <a:endParaRPr lang="ko-KR" altLang="en-US" sz="1200" dirty="0"/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4866000" y="5584151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Object C</a:t>
                </a:r>
                <a:endParaRPr lang="ko-KR" altLang="en-US" sz="1200" dirty="0"/>
              </a:p>
            </p:txBody>
          </p:sp>
        </p:grpSp>
        <p:sp>
          <p:nvSpPr>
            <p:cNvPr id="45" name="TextBox 44"/>
            <p:cNvSpPr txBox="1"/>
            <p:nvPr/>
          </p:nvSpPr>
          <p:spPr>
            <a:xfrm>
              <a:off x="2513414" y="5857104"/>
              <a:ext cx="7970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….</a:t>
              </a:r>
              <a:endParaRPr lang="ko-KR" altLang="en-US" dirty="0"/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1622428" y="4757190"/>
            <a:ext cx="953277" cy="1708607"/>
            <a:chOff x="1492220" y="4504169"/>
            <a:chExt cx="953277" cy="1708607"/>
          </a:xfrm>
        </p:grpSpPr>
        <p:grpSp>
          <p:nvGrpSpPr>
            <p:cNvPr id="34" name="그룹 33"/>
            <p:cNvGrpSpPr/>
            <p:nvPr/>
          </p:nvGrpSpPr>
          <p:grpSpPr>
            <a:xfrm>
              <a:off x="1492220" y="4504169"/>
              <a:ext cx="953277" cy="1691358"/>
              <a:chOff x="4794380" y="4504730"/>
              <a:chExt cx="953277" cy="1691358"/>
            </a:xfrm>
          </p:grpSpPr>
          <p:sp>
            <p:nvSpPr>
              <p:cNvPr id="35" name="직사각형 34"/>
              <p:cNvSpPr/>
              <p:nvPr/>
            </p:nvSpPr>
            <p:spPr>
              <a:xfrm>
                <a:off x="4794380" y="4504730"/>
                <a:ext cx="953277" cy="16913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en-US" altLang="ko-KR" dirty="0"/>
                  <a:t>Task2</a:t>
                </a:r>
                <a:endParaRPr lang="ko-KR" altLang="en-US" dirty="0"/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4866000" y="4892040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Ani. A</a:t>
                </a:r>
                <a:endParaRPr lang="ko-KR" altLang="en-US" sz="1200" dirty="0"/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4866000" y="5231388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Ani. B</a:t>
                </a:r>
                <a:endParaRPr lang="ko-KR" altLang="en-US" sz="1200" dirty="0"/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4866000" y="5584151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Ani. C</a:t>
                </a:r>
                <a:endParaRPr lang="ko-KR" altLang="en-US" sz="1200" dirty="0"/>
              </a:p>
            </p:txBody>
          </p:sp>
        </p:grpSp>
        <p:sp>
          <p:nvSpPr>
            <p:cNvPr id="46" name="TextBox 45"/>
            <p:cNvSpPr txBox="1"/>
            <p:nvPr/>
          </p:nvSpPr>
          <p:spPr>
            <a:xfrm>
              <a:off x="1505309" y="5843444"/>
              <a:ext cx="7970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….</a:t>
              </a:r>
              <a:endParaRPr lang="ko-KR" altLang="en-US" dirty="0"/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597531" y="4748420"/>
            <a:ext cx="953277" cy="1707073"/>
            <a:chOff x="467323" y="4495399"/>
            <a:chExt cx="953277" cy="1707073"/>
          </a:xfrm>
        </p:grpSpPr>
        <p:grpSp>
          <p:nvGrpSpPr>
            <p:cNvPr id="33" name="그룹 32"/>
            <p:cNvGrpSpPr/>
            <p:nvPr/>
          </p:nvGrpSpPr>
          <p:grpSpPr>
            <a:xfrm>
              <a:off x="467323" y="4495399"/>
              <a:ext cx="953277" cy="1700127"/>
              <a:chOff x="4794380" y="4504729"/>
              <a:chExt cx="953277" cy="1700127"/>
            </a:xfrm>
          </p:grpSpPr>
          <p:sp>
            <p:nvSpPr>
              <p:cNvPr id="13" name="직사각형 12"/>
              <p:cNvSpPr/>
              <p:nvPr/>
            </p:nvSpPr>
            <p:spPr>
              <a:xfrm>
                <a:off x="4794380" y="4504729"/>
                <a:ext cx="953277" cy="170012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en-US" altLang="ko-KR" dirty="0"/>
                  <a:t>Task1</a:t>
                </a:r>
                <a:endParaRPr lang="ko-KR" altLang="en-US" dirty="0"/>
              </a:p>
            </p:txBody>
          </p:sp>
          <p:sp>
            <p:nvSpPr>
              <p:cNvPr id="4" name="직사각형 3"/>
              <p:cNvSpPr/>
              <p:nvPr/>
            </p:nvSpPr>
            <p:spPr>
              <a:xfrm>
                <a:off x="4866000" y="4892040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Physic A</a:t>
                </a:r>
                <a:endParaRPr lang="ko-KR" altLang="en-US" sz="1200" dirty="0"/>
              </a:p>
            </p:txBody>
          </p:sp>
          <p:sp>
            <p:nvSpPr>
              <p:cNvPr id="5" name="직사각형 4"/>
              <p:cNvSpPr/>
              <p:nvPr/>
            </p:nvSpPr>
            <p:spPr>
              <a:xfrm>
                <a:off x="4866000" y="5231388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Physic B</a:t>
                </a:r>
                <a:endParaRPr lang="ko-KR" altLang="en-US" sz="1200" dirty="0"/>
              </a:p>
            </p:txBody>
          </p:sp>
          <p:sp>
            <p:nvSpPr>
              <p:cNvPr id="6" name="직사각형 5"/>
              <p:cNvSpPr/>
              <p:nvPr/>
            </p:nvSpPr>
            <p:spPr>
              <a:xfrm>
                <a:off x="4866000" y="5584151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Physic C</a:t>
                </a:r>
                <a:endParaRPr lang="ko-KR" altLang="en-US" sz="1200" dirty="0"/>
              </a:p>
            </p:txBody>
          </p:sp>
        </p:grpSp>
        <p:sp>
          <p:nvSpPr>
            <p:cNvPr id="47" name="TextBox 46"/>
            <p:cNvSpPr txBox="1"/>
            <p:nvPr/>
          </p:nvSpPr>
          <p:spPr>
            <a:xfrm>
              <a:off x="497204" y="5833140"/>
              <a:ext cx="7970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….</a:t>
              </a:r>
              <a:endParaRPr lang="ko-KR" altLang="en-US" dirty="0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8287629" y="4764538"/>
            <a:ext cx="956980" cy="1722267"/>
            <a:chOff x="2513414" y="4504169"/>
            <a:chExt cx="956980" cy="1722267"/>
          </a:xfrm>
        </p:grpSpPr>
        <p:grpSp>
          <p:nvGrpSpPr>
            <p:cNvPr id="53" name="그룹 52"/>
            <p:cNvGrpSpPr/>
            <p:nvPr/>
          </p:nvGrpSpPr>
          <p:grpSpPr>
            <a:xfrm>
              <a:off x="2517117" y="4504169"/>
              <a:ext cx="953277" cy="1691358"/>
              <a:chOff x="4794380" y="4504730"/>
              <a:chExt cx="953277" cy="1691358"/>
            </a:xfrm>
          </p:grpSpPr>
          <p:sp>
            <p:nvSpPr>
              <p:cNvPr id="55" name="직사각형 54"/>
              <p:cNvSpPr/>
              <p:nvPr/>
            </p:nvSpPr>
            <p:spPr>
              <a:xfrm>
                <a:off x="4794380" y="4504730"/>
                <a:ext cx="953277" cy="16913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en-US" altLang="ko-KR" dirty="0"/>
                  <a:t>Core3</a:t>
                </a:r>
                <a:endParaRPr lang="ko-KR" altLang="en-US" dirty="0"/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4866000" y="4892040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200" dirty="0">
                    <a:latin typeface="Malgun Gothic"/>
                    <a:ea typeface="Malgun Gothic"/>
                  </a:rPr>
                  <a:t>Physic</a:t>
                </a:r>
                <a:r>
                  <a:rPr lang="en-US" altLang="ko-KR" sz="1200" dirty="0">
                    <a:ea typeface="맑은 고딕"/>
                  </a:rPr>
                  <a:t> A</a:t>
                </a:r>
                <a:endParaRPr lang="ko-KR" altLang="en-US" sz="1200" dirty="0">
                  <a:ea typeface="맑은 고딕"/>
                </a:endParaRPr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4866000" y="5231388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200" dirty="0">
                    <a:latin typeface="Malgun Gothic"/>
                    <a:ea typeface="Malgun Gothic"/>
                  </a:rPr>
                  <a:t>Ani.</a:t>
                </a:r>
                <a:r>
                  <a:rPr lang="en-US" altLang="ko-KR" sz="1200" dirty="0">
                    <a:ea typeface="맑은 고딕"/>
                  </a:rPr>
                  <a:t> B</a:t>
                </a:r>
                <a:endParaRPr lang="ko-KR" altLang="en-US" sz="1200" dirty="0">
                  <a:ea typeface="맑은 고딕"/>
                </a:endParaRPr>
              </a:p>
            </p:txBody>
          </p:sp>
          <p:sp>
            <p:nvSpPr>
              <p:cNvPr id="58" name="직사각형 57"/>
              <p:cNvSpPr/>
              <p:nvPr/>
            </p:nvSpPr>
            <p:spPr>
              <a:xfrm>
                <a:off x="4866000" y="5584151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Object C</a:t>
                </a:r>
                <a:endParaRPr lang="ko-KR" altLang="en-US" sz="1200" dirty="0"/>
              </a:p>
            </p:txBody>
          </p:sp>
        </p:grpSp>
        <p:sp>
          <p:nvSpPr>
            <p:cNvPr id="54" name="TextBox 53"/>
            <p:cNvSpPr txBox="1"/>
            <p:nvPr/>
          </p:nvSpPr>
          <p:spPr>
            <a:xfrm>
              <a:off x="2513414" y="5857104"/>
              <a:ext cx="7970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….</a:t>
              </a:r>
              <a:endParaRPr lang="ko-KR" altLang="en-US" dirty="0"/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7266435" y="4764538"/>
            <a:ext cx="953277" cy="1708607"/>
            <a:chOff x="1492220" y="4504169"/>
            <a:chExt cx="953277" cy="1708607"/>
          </a:xfrm>
        </p:grpSpPr>
        <p:grpSp>
          <p:nvGrpSpPr>
            <p:cNvPr id="60" name="그룹 59"/>
            <p:cNvGrpSpPr/>
            <p:nvPr/>
          </p:nvGrpSpPr>
          <p:grpSpPr>
            <a:xfrm>
              <a:off x="1492220" y="4504169"/>
              <a:ext cx="953277" cy="1691358"/>
              <a:chOff x="4794380" y="4504730"/>
              <a:chExt cx="953277" cy="1691358"/>
            </a:xfrm>
          </p:grpSpPr>
          <p:sp>
            <p:nvSpPr>
              <p:cNvPr id="62" name="직사각형 61"/>
              <p:cNvSpPr/>
              <p:nvPr/>
            </p:nvSpPr>
            <p:spPr>
              <a:xfrm>
                <a:off x="4794380" y="4504730"/>
                <a:ext cx="953277" cy="16913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en-US" altLang="ko-KR" dirty="0"/>
                  <a:t>Core2</a:t>
                </a:r>
                <a:endParaRPr lang="ko-KR" altLang="en-US" dirty="0"/>
              </a:p>
            </p:txBody>
          </p:sp>
          <p:sp>
            <p:nvSpPr>
              <p:cNvPr id="63" name="직사각형 62"/>
              <p:cNvSpPr/>
              <p:nvPr/>
            </p:nvSpPr>
            <p:spPr>
              <a:xfrm>
                <a:off x="4866000" y="4892040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200" dirty="0">
                    <a:latin typeface="Malgun Gothic"/>
                    <a:ea typeface="Malgun Gothic"/>
                  </a:rPr>
                  <a:t>Physic</a:t>
                </a:r>
                <a:r>
                  <a:rPr lang="en-US" altLang="ko-KR" sz="1200" dirty="0">
                    <a:ea typeface="맑은 고딕"/>
                  </a:rPr>
                  <a:t>. A</a:t>
                </a:r>
                <a:endParaRPr lang="ko-KR" altLang="en-US" sz="1200" dirty="0">
                  <a:ea typeface="맑은 고딕"/>
                </a:endParaRPr>
              </a:p>
            </p:txBody>
          </p:sp>
          <p:sp>
            <p:nvSpPr>
              <p:cNvPr id="64" name="직사각형 63"/>
              <p:cNvSpPr/>
              <p:nvPr/>
            </p:nvSpPr>
            <p:spPr>
              <a:xfrm>
                <a:off x="4866000" y="5231388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Ani. B</a:t>
                </a:r>
                <a:endParaRPr lang="ko-KR" altLang="en-US" sz="1200" dirty="0"/>
              </a:p>
            </p:txBody>
          </p:sp>
          <p:sp>
            <p:nvSpPr>
              <p:cNvPr id="65" name="직사각형 64"/>
              <p:cNvSpPr/>
              <p:nvPr/>
            </p:nvSpPr>
            <p:spPr>
              <a:xfrm>
                <a:off x="4866000" y="5584151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200" dirty="0">
                    <a:latin typeface="Malgun Gothic"/>
                    <a:ea typeface="Malgun Gothic"/>
                  </a:rPr>
                  <a:t>Object</a:t>
                </a:r>
                <a:r>
                  <a:rPr lang="en-US" altLang="ko-KR" sz="1200" dirty="0">
                    <a:ea typeface="맑은 고딕"/>
                  </a:rPr>
                  <a:t> C</a:t>
                </a:r>
                <a:endParaRPr lang="ko-KR" altLang="en-US" sz="1200" dirty="0">
                  <a:ea typeface="맑은 고딕"/>
                </a:endParaRPr>
              </a:p>
            </p:txBody>
          </p:sp>
        </p:grpSp>
        <p:sp>
          <p:nvSpPr>
            <p:cNvPr id="61" name="TextBox 60"/>
            <p:cNvSpPr txBox="1"/>
            <p:nvPr/>
          </p:nvSpPr>
          <p:spPr>
            <a:xfrm>
              <a:off x="1505309" y="5843444"/>
              <a:ext cx="7970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….</a:t>
              </a:r>
              <a:endParaRPr lang="ko-KR" altLang="en-US" dirty="0"/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6241538" y="4755768"/>
            <a:ext cx="953277" cy="1707073"/>
            <a:chOff x="467323" y="4495399"/>
            <a:chExt cx="953277" cy="1707073"/>
          </a:xfrm>
        </p:grpSpPr>
        <p:grpSp>
          <p:nvGrpSpPr>
            <p:cNvPr id="67" name="그룹 66"/>
            <p:cNvGrpSpPr/>
            <p:nvPr/>
          </p:nvGrpSpPr>
          <p:grpSpPr>
            <a:xfrm>
              <a:off x="467323" y="4495399"/>
              <a:ext cx="953277" cy="1700127"/>
              <a:chOff x="4794380" y="4504729"/>
              <a:chExt cx="953277" cy="1700127"/>
            </a:xfrm>
          </p:grpSpPr>
          <p:sp>
            <p:nvSpPr>
              <p:cNvPr id="69" name="직사각형 68"/>
              <p:cNvSpPr/>
              <p:nvPr/>
            </p:nvSpPr>
            <p:spPr>
              <a:xfrm>
                <a:off x="4794380" y="4504729"/>
                <a:ext cx="953277" cy="170012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en-US" altLang="ko-KR" dirty="0"/>
                  <a:t>Core1</a:t>
                </a:r>
                <a:endParaRPr lang="ko-KR" altLang="en-US" dirty="0"/>
              </a:p>
            </p:txBody>
          </p:sp>
          <p:sp>
            <p:nvSpPr>
              <p:cNvPr id="70" name="직사각형 69"/>
              <p:cNvSpPr/>
              <p:nvPr/>
            </p:nvSpPr>
            <p:spPr>
              <a:xfrm>
                <a:off x="4866000" y="4892040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Physic A</a:t>
                </a:r>
                <a:endParaRPr lang="ko-KR" altLang="en-US" sz="1200" dirty="0"/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4866000" y="5231388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200" dirty="0">
                    <a:latin typeface="Malgun Gothic"/>
                    <a:ea typeface="Malgun Gothic"/>
                  </a:rPr>
                  <a:t>Ani.</a:t>
                </a:r>
                <a:r>
                  <a:rPr lang="en-US" altLang="ko-KR" sz="1200" dirty="0">
                    <a:ea typeface="맑은 고딕"/>
                  </a:rPr>
                  <a:t> B</a:t>
                </a:r>
                <a:endParaRPr lang="ko-KR" altLang="en-US" sz="1200" dirty="0">
                  <a:ea typeface="맑은 고딕"/>
                </a:endParaRPr>
              </a:p>
            </p:txBody>
          </p:sp>
          <p:sp>
            <p:nvSpPr>
              <p:cNvPr id="72" name="직사각형 71"/>
              <p:cNvSpPr/>
              <p:nvPr/>
            </p:nvSpPr>
            <p:spPr>
              <a:xfrm>
                <a:off x="4866000" y="5584151"/>
                <a:ext cx="806334" cy="2909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200" dirty="0">
                    <a:latin typeface="Malgun Gothic"/>
                    <a:ea typeface="Malgun Gothic"/>
                  </a:rPr>
                  <a:t>Object</a:t>
                </a:r>
                <a:r>
                  <a:rPr lang="en-US" altLang="ko-KR" sz="1200" dirty="0">
                    <a:ea typeface="맑은 고딕"/>
                  </a:rPr>
                  <a:t> C</a:t>
                </a:r>
                <a:endParaRPr lang="ko-KR" altLang="en-US" sz="1200" dirty="0">
                  <a:ea typeface="맑은 고딕"/>
                </a:endParaRPr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497204" y="5833140"/>
              <a:ext cx="7970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….</a:t>
              </a:r>
              <a:endParaRPr lang="ko-KR" altLang="en-US" dirty="0"/>
            </a:p>
          </p:txBody>
        </p:sp>
      </p:grpSp>
      <p:sp>
        <p:nvSpPr>
          <p:cNvPr id="73" name="위쪽 화살표 72"/>
          <p:cNvSpPr/>
          <p:nvPr/>
        </p:nvSpPr>
        <p:spPr>
          <a:xfrm>
            <a:off x="1710561" y="4418639"/>
            <a:ext cx="933061" cy="195943"/>
          </a:xfrm>
          <a:prstGeom prst="upArrow">
            <a:avLst/>
          </a:prstGeom>
          <a:solidFill>
            <a:srgbClr val="9AC8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아래쪽 화살표 73"/>
          <p:cNvSpPr/>
          <p:nvPr/>
        </p:nvSpPr>
        <p:spPr>
          <a:xfrm>
            <a:off x="7287476" y="4437643"/>
            <a:ext cx="933061" cy="20179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3881534" y="5491196"/>
            <a:ext cx="1763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…More Tasks</a:t>
            </a:r>
            <a:endParaRPr lang="ko-KR" alt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9396085" y="5458510"/>
            <a:ext cx="174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…More Cores</a:t>
            </a:r>
            <a:endParaRPr lang="ko-KR" alt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2697301" y="4379837"/>
            <a:ext cx="1222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solidFill>
                  <a:srgbClr val="92D050"/>
                </a:solidFill>
              </a:rPr>
              <a:t>Enqueue</a:t>
            </a:r>
            <a:endParaRPr lang="ko-KR" altLang="en-US" b="1" dirty="0">
              <a:solidFill>
                <a:srgbClr val="92D050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184357" y="4354919"/>
            <a:ext cx="146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Dequeue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98717" y="3445446"/>
            <a:ext cx="3778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Job Scheduler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78106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40040"/>
          </a:xfrm>
        </p:spPr>
        <p:txBody>
          <a:bodyPr/>
          <a:lstStyle/>
          <a:p>
            <a:r>
              <a:rPr lang="en-US" altLang="ko-KR" sz="1800" dirty="0">
                <a:hlinkClick r:id="rId2"/>
              </a:rPr>
              <a:t>https://namu.wiki/w/PlayStation%203?from=%ED%94%8C%EB%A0%88%EC%9D%B4%EC%8A%A4%ED%85%8C%EC%9D%B4%EC%85%98%203</a:t>
            </a:r>
            <a:endParaRPr lang="en-US" altLang="ko-KR" sz="1800" dirty="0"/>
          </a:p>
          <a:p>
            <a:r>
              <a:rPr lang="en-US" altLang="ko-KR" sz="1800" dirty="0">
                <a:hlinkClick r:id="rId3"/>
              </a:rPr>
              <a:t>https://namu.wiki/w/Xbox%20360</a:t>
            </a:r>
            <a:endParaRPr lang="en-US" altLang="ko-KR" sz="1800" dirty="0"/>
          </a:p>
          <a:p>
            <a:r>
              <a:rPr lang="en-US" altLang="ko-KR" sz="1800" dirty="0">
                <a:hlinkClick r:id="rId4"/>
              </a:rPr>
              <a:t>https://www.youtube.com/watch?v=M1e9nmmD3II&amp;t=1292s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756820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6600" dirty="0"/>
              <a:t>Q&amp;A</a:t>
            </a:r>
            <a:endParaRPr lang="ko-KR" altLang="en-US" sz="6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ko-KR" altLang="en-US" sz="9600" dirty="0"/>
              <a:t>감사합니다</a:t>
            </a:r>
            <a:r>
              <a:rPr lang="en-US" altLang="ko-KR" sz="9600" dirty="0"/>
              <a:t>!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747948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2866</TotalTime>
  <Words>675</Words>
  <Application>Microsoft Office PowerPoint</Application>
  <PresentationFormat>와이드스크린</PresentationFormat>
  <Paragraphs>165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CPU / Job-Scheduler / Task</vt:lpstr>
      <vt:lpstr>목차</vt:lpstr>
      <vt:lpstr>CPU의 역사와 게임의 처리 방식</vt:lpstr>
      <vt:lpstr>싱글코어에서 스레드의 필요성</vt:lpstr>
      <vt:lpstr>싱글코어</vt:lpstr>
      <vt:lpstr>듀얼코어</vt:lpstr>
      <vt:lpstr>멀티코어</vt:lpstr>
      <vt:lpstr>P.S.3 vs X-Box 360</vt:lpstr>
      <vt:lpstr>멀티코어에서 성능을 향상시키는 방법</vt:lpstr>
      <vt:lpstr>잡 스케쥴러(Job Scheduler)와  테스크(Task)</vt:lpstr>
      <vt:lpstr>참조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스레드와 테스크와 큐의 이해</dc:title>
  <dc:creator>KHG</dc:creator>
  <cp:lastModifiedBy>김 홍규</cp:lastModifiedBy>
  <cp:revision>67</cp:revision>
  <dcterms:created xsi:type="dcterms:W3CDTF">2021-08-13T12:17:30Z</dcterms:created>
  <dcterms:modified xsi:type="dcterms:W3CDTF">2023-09-19T03:08:40Z</dcterms:modified>
</cp:coreProperties>
</file>