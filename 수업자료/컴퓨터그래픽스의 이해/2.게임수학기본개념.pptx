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84" r:id="rId3"/>
    <p:sldId id="265" r:id="rId4"/>
    <p:sldId id="270" r:id="rId5"/>
    <p:sldId id="271" r:id="rId6"/>
    <p:sldId id="273" r:id="rId7"/>
    <p:sldId id="272" r:id="rId8"/>
    <p:sldId id="274" r:id="rId9"/>
    <p:sldId id="294" r:id="rId10"/>
    <p:sldId id="292" r:id="rId11"/>
    <p:sldId id="275" r:id="rId12"/>
    <p:sldId id="288" r:id="rId13"/>
    <p:sldId id="285" r:id="rId14"/>
    <p:sldId id="281" r:id="rId15"/>
    <p:sldId id="278" r:id="rId16"/>
    <p:sldId id="293" r:id="rId17"/>
    <p:sldId id="304" r:id="rId18"/>
    <p:sldId id="277" r:id="rId19"/>
    <p:sldId id="279" r:id="rId20"/>
    <p:sldId id="282" r:id="rId21"/>
    <p:sldId id="286" r:id="rId22"/>
    <p:sldId id="289" r:id="rId23"/>
    <p:sldId id="295" r:id="rId24"/>
    <p:sldId id="290" r:id="rId25"/>
    <p:sldId id="291" r:id="rId26"/>
    <p:sldId id="300" r:id="rId27"/>
    <p:sldId id="283" r:id="rId28"/>
    <p:sldId id="305" r:id="rId29"/>
    <p:sldId id="296" r:id="rId30"/>
    <p:sldId id="297" r:id="rId31"/>
    <p:sldId id="298" r:id="rId32"/>
    <p:sldId id="299" r:id="rId33"/>
    <p:sldId id="302" r:id="rId34"/>
    <p:sldId id="301" r:id="rId35"/>
    <p:sldId id="303" r:id="rId36"/>
    <p:sldId id="260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80000"/>
    <a:srgbClr val="FF505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D4F92-FBAE-A987-654F-DB0E005CB180}" v="11" dt="2025-06-04T00:32:29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294" autoAdjust="0"/>
  </p:normalViewPr>
  <p:slideViewPr>
    <p:cSldViewPr snapToGrid="0">
      <p:cViewPr varScale="1">
        <p:scale>
          <a:sx n="109" d="100"/>
          <a:sy n="109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F7990E17-330B-4428-934A-51340EA01A98}"/>
    <pc:docChg chg="undo redo custSel addSld delSld modSld sldOrd">
      <pc:chgData name="김 홍규" userId="6d16d8e1c579a2a2" providerId="LiveId" clId="{F7990E17-330B-4428-934A-51340EA01A98}" dt="2022-01-05T10:34:03.913" v="7418"/>
      <pc:docMkLst>
        <pc:docMk/>
      </pc:docMkLst>
      <pc:sldChg chg="addSp delSp modSp mod">
        <pc:chgData name="김 홍규" userId="6d16d8e1c579a2a2" providerId="LiveId" clId="{F7990E17-330B-4428-934A-51340EA01A98}" dt="2022-01-05T10:31:51.481" v="7331" actId="20577"/>
        <pc:sldMkLst>
          <pc:docMk/>
          <pc:sldMk cId="676057737" sldId="256"/>
        </pc:sldMkLst>
        <pc:spChg chg="mod">
          <ac:chgData name="김 홍규" userId="6d16d8e1c579a2a2" providerId="LiveId" clId="{F7990E17-330B-4428-934A-51340EA01A98}" dt="2022-01-05T10:31:51.481" v="7331" actId="20577"/>
          <ac:spMkLst>
            <pc:docMk/>
            <pc:sldMk cId="676057737" sldId="256"/>
            <ac:spMk id="6" creationId="{00000000-0000-0000-0000-000000000000}"/>
          </ac:spMkLst>
        </pc:spChg>
        <pc:inkChg chg="add del">
          <ac:chgData name="김 홍규" userId="6d16d8e1c579a2a2" providerId="LiveId" clId="{F7990E17-330B-4428-934A-51340EA01A98}" dt="2021-11-19T10:09:44.411" v="1457" actId="478"/>
          <ac:inkMkLst>
            <pc:docMk/>
            <pc:sldMk cId="676057737" sldId="256"/>
            <ac:inkMk id="2" creationId="{CE6889B4-808F-401B-8B6B-B3AEBDC859B4}"/>
          </ac:inkMkLst>
        </pc:inkChg>
      </pc:sldChg>
      <pc:sldChg chg="addSp">
        <pc:chgData name="김 홍규" userId="6d16d8e1c579a2a2" providerId="LiveId" clId="{F7990E17-330B-4428-934A-51340EA01A98}" dt="2021-11-19T07:19:42.289" v="1347"/>
        <pc:sldMkLst>
          <pc:docMk/>
          <pc:sldMk cId="1425168226" sldId="265"/>
        </pc:sldMkLst>
        <pc:inkChg chg="add">
          <ac:chgData name="김 홍규" userId="6d16d8e1c579a2a2" providerId="LiveId" clId="{F7990E17-330B-4428-934A-51340EA01A98}" dt="2021-11-19T07:19:42.289" v="1347"/>
          <ac:inkMkLst>
            <pc:docMk/>
            <pc:sldMk cId="1425168226" sldId="265"/>
            <ac:inkMk id="2" creationId="{0A0EB009-D0B1-4653-AAFD-9A71ABF617C8}"/>
          </ac:inkMkLst>
        </pc:inkChg>
      </pc:sldChg>
      <pc:sldChg chg="addSp">
        <pc:chgData name="김 홍규" userId="6d16d8e1c579a2a2" providerId="LiveId" clId="{F7990E17-330B-4428-934A-51340EA01A98}" dt="2021-11-19T07:19:42.289" v="1347"/>
        <pc:sldMkLst>
          <pc:docMk/>
          <pc:sldMk cId="892925068" sldId="270"/>
        </pc:sldMkLst>
        <pc:inkChg chg="add">
          <ac:chgData name="김 홍규" userId="6d16d8e1c579a2a2" providerId="LiveId" clId="{F7990E17-330B-4428-934A-51340EA01A98}" dt="2021-11-19T07:19:42.289" v="1347"/>
          <ac:inkMkLst>
            <pc:docMk/>
            <pc:sldMk cId="892925068" sldId="270"/>
            <ac:inkMk id="5" creationId="{9A6072B2-2CCC-41D0-B681-B7A254B2469A}"/>
          </ac:inkMkLst>
        </pc:inkChg>
      </pc:sldChg>
      <pc:sldChg chg="addSp">
        <pc:chgData name="김 홍규" userId="6d16d8e1c579a2a2" providerId="LiveId" clId="{F7990E17-330B-4428-934A-51340EA01A98}" dt="2021-11-19T07:19:42.289" v="1347"/>
        <pc:sldMkLst>
          <pc:docMk/>
          <pc:sldMk cId="3030639323" sldId="271"/>
        </pc:sldMkLst>
        <pc:inkChg chg="add">
          <ac:chgData name="김 홍규" userId="6d16d8e1c579a2a2" providerId="LiveId" clId="{F7990E17-330B-4428-934A-51340EA01A98}" dt="2021-11-19T07:19:42.289" v="1347"/>
          <ac:inkMkLst>
            <pc:docMk/>
            <pc:sldMk cId="3030639323" sldId="271"/>
            <ac:inkMk id="5" creationId="{CC8F2B7C-56F2-42B3-B42E-985FA79E80EE}"/>
          </ac:inkMkLst>
        </pc:inkChg>
      </pc:sldChg>
      <pc:sldChg chg="addSp">
        <pc:chgData name="김 홍규" userId="6d16d8e1c579a2a2" providerId="LiveId" clId="{F7990E17-330B-4428-934A-51340EA01A98}" dt="2021-11-19T07:19:42.289" v="1347"/>
        <pc:sldMkLst>
          <pc:docMk/>
          <pc:sldMk cId="1388163111" sldId="272"/>
        </pc:sldMkLst>
        <pc:inkChg chg="add">
          <ac:chgData name="김 홍규" userId="6d16d8e1c579a2a2" providerId="LiveId" clId="{F7990E17-330B-4428-934A-51340EA01A98}" dt="2021-11-19T07:19:42.289" v="1347"/>
          <ac:inkMkLst>
            <pc:docMk/>
            <pc:sldMk cId="1388163111" sldId="272"/>
            <ac:inkMk id="9" creationId="{A4E2A36B-81C0-4918-B4BF-52E4E800DA4F}"/>
          </ac:inkMkLst>
        </pc:inkChg>
      </pc:sldChg>
      <pc:sldChg chg="addSp">
        <pc:chgData name="김 홍규" userId="6d16d8e1c579a2a2" providerId="LiveId" clId="{F7990E17-330B-4428-934A-51340EA01A98}" dt="2021-11-19T07:59:51.242" v="1349"/>
        <pc:sldMkLst>
          <pc:docMk/>
          <pc:sldMk cId="2124561730" sldId="273"/>
        </pc:sldMkLst>
        <pc:inkChg chg="add">
          <ac:chgData name="김 홍규" userId="6d16d8e1c579a2a2" providerId="LiveId" clId="{F7990E17-330B-4428-934A-51340EA01A98}" dt="2021-11-19T07:58:15.952" v="1348"/>
          <ac:inkMkLst>
            <pc:docMk/>
            <pc:sldMk cId="2124561730" sldId="273"/>
            <ac:inkMk id="9" creationId="{2CA1DA77-6636-4300-9C5F-1C6463CBEEC0}"/>
          </ac:inkMkLst>
        </pc:inkChg>
        <pc:inkChg chg="add">
          <ac:chgData name="김 홍규" userId="6d16d8e1c579a2a2" providerId="LiveId" clId="{F7990E17-330B-4428-934A-51340EA01A98}" dt="2021-11-19T07:59:51.242" v="1349"/>
          <ac:inkMkLst>
            <pc:docMk/>
            <pc:sldMk cId="2124561730" sldId="273"/>
            <ac:inkMk id="12" creationId="{B8323B2D-236C-4D31-88C6-503A682A48F6}"/>
          </ac:inkMkLst>
        </pc:inkChg>
      </pc:sldChg>
      <pc:sldChg chg="addSp delSp mod">
        <pc:chgData name="김 홍규" userId="6d16d8e1c579a2a2" providerId="LiveId" clId="{F7990E17-330B-4428-934A-51340EA01A98}" dt="2021-11-19T10:09:41.038" v="1456" actId="478"/>
        <pc:sldMkLst>
          <pc:docMk/>
          <pc:sldMk cId="2263913129" sldId="284"/>
        </pc:sldMkLst>
        <pc:inkChg chg="add del">
          <ac:chgData name="김 홍규" userId="6d16d8e1c579a2a2" providerId="LiveId" clId="{F7990E17-330B-4428-934A-51340EA01A98}" dt="2021-11-19T10:09:41.038" v="1456" actId="478"/>
          <ac:inkMkLst>
            <pc:docMk/>
            <pc:sldMk cId="2263913129" sldId="284"/>
            <ac:inkMk id="2" creationId="{7E32AFE2-F520-47D9-B571-5307B1621AF3}"/>
          </ac:inkMkLst>
        </pc:inkChg>
      </pc:sldChg>
      <pc:sldChg chg="addSp delSp modSp mod modAnim">
        <pc:chgData name="김 홍규" userId="6d16d8e1c579a2a2" providerId="LiveId" clId="{F7990E17-330B-4428-934A-51340EA01A98}" dt="2021-11-19T10:40:55.775" v="1593" actId="1076"/>
        <pc:sldMkLst>
          <pc:docMk/>
          <pc:sldMk cId="410158085" sldId="285"/>
        </pc:sldMkLst>
        <pc:spChg chg="mod">
          <ac:chgData name="김 홍규" userId="6d16d8e1c579a2a2" providerId="LiveId" clId="{F7990E17-330B-4428-934A-51340EA01A98}" dt="2021-11-19T10:40:01.392" v="1571" actId="164"/>
          <ac:spMkLst>
            <pc:docMk/>
            <pc:sldMk cId="410158085" sldId="285"/>
            <ac:spMk id="2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19T10:39:42.793" v="1505" actId="478"/>
          <ac:spMkLst>
            <pc:docMk/>
            <pc:sldMk cId="410158085" sldId="285"/>
            <ac:spMk id="5" creationId="{90C7A70A-2EE3-4E0E-BBA7-280DB9BF9274}"/>
          </ac:spMkLst>
        </pc:spChg>
        <pc:spChg chg="mod">
          <ac:chgData name="김 홍규" userId="6d16d8e1c579a2a2" providerId="LiveId" clId="{F7990E17-330B-4428-934A-51340EA01A98}" dt="2021-11-19T08:35:23.337" v="1382"/>
          <ac:spMkLst>
            <pc:docMk/>
            <pc:sldMk cId="410158085" sldId="285"/>
            <ac:spMk id="6" creationId="{00000000-0000-0000-0000-000000000000}"/>
          </ac:spMkLst>
        </pc:spChg>
        <pc:spChg chg="mod">
          <ac:chgData name="김 홍규" userId="6d16d8e1c579a2a2" providerId="LiveId" clId="{F7990E17-330B-4428-934A-51340EA01A98}" dt="2021-11-19T10:35:16.239" v="1461" actId="14100"/>
          <ac:spMkLst>
            <pc:docMk/>
            <pc:sldMk cId="410158085" sldId="285"/>
            <ac:spMk id="19" creationId="{00000000-0000-0000-0000-000000000000}"/>
          </ac:spMkLst>
        </pc:spChg>
        <pc:spChg chg="mod">
          <ac:chgData name="김 홍규" userId="6d16d8e1c579a2a2" providerId="LiveId" clId="{F7990E17-330B-4428-934A-51340EA01A98}" dt="2021-11-19T10:37:52.954" v="1485" actId="1076"/>
          <ac:spMkLst>
            <pc:docMk/>
            <pc:sldMk cId="410158085" sldId="285"/>
            <ac:spMk id="25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29.031" v="1583" actId="1076"/>
          <ac:spMkLst>
            <pc:docMk/>
            <pc:sldMk cId="410158085" sldId="285"/>
            <ac:spMk id="30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16.663" v="1580" actId="1076"/>
          <ac:spMkLst>
            <pc:docMk/>
            <pc:sldMk cId="410158085" sldId="285"/>
            <ac:spMk id="31" creationId="{00000000-0000-0000-0000-000000000000}"/>
          </ac:spMkLst>
        </pc:spChg>
        <pc:spChg chg="mod">
          <ac:chgData name="김 홍규" userId="6d16d8e1c579a2a2" providerId="LiveId" clId="{F7990E17-330B-4428-934A-51340EA01A98}" dt="2021-11-19T10:39:03.728" v="1495" actId="1076"/>
          <ac:spMkLst>
            <pc:docMk/>
            <pc:sldMk cId="410158085" sldId="285"/>
            <ac:spMk id="43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55.775" v="1593" actId="1076"/>
          <ac:spMkLst>
            <pc:docMk/>
            <pc:sldMk cId="410158085" sldId="285"/>
            <ac:spMk id="48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47.981" v="1591" actId="1076"/>
          <ac:spMkLst>
            <pc:docMk/>
            <pc:sldMk cId="410158085" sldId="285"/>
            <ac:spMk id="50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35.910" v="1586" actId="1076"/>
          <ac:spMkLst>
            <pc:docMk/>
            <pc:sldMk cId="410158085" sldId="285"/>
            <ac:spMk id="57" creationId="{00000000-0000-0000-0000-000000000000}"/>
          </ac:spMkLst>
        </pc:spChg>
        <pc:spChg chg="mod">
          <ac:chgData name="김 홍규" userId="6d16d8e1c579a2a2" providerId="LiveId" clId="{F7990E17-330B-4428-934A-51340EA01A98}" dt="2021-11-19T10:39:37.249" v="1503" actId="1076"/>
          <ac:spMkLst>
            <pc:docMk/>
            <pc:sldMk cId="410158085" sldId="285"/>
            <ac:spMk id="59" creationId="{00000000-0000-0000-0000-000000000000}"/>
          </ac:spMkLst>
        </pc:spChg>
        <pc:spChg chg="mod">
          <ac:chgData name="김 홍규" userId="6d16d8e1c579a2a2" providerId="LiveId" clId="{F7990E17-330B-4428-934A-51340EA01A98}" dt="2021-11-19T10:40:01.392" v="1571" actId="164"/>
          <ac:spMkLst>
            <pc:docMk/>
            <pc:sldMk cId="410158085" sldId="285"/>
            <ac:spMk id="74" creationId="{00000000-0000-0000-0000-000000000000}"/>
          </ac:spMkLst>
        </pc:spChg>
        <pc:grpChg chg="add mod">
          <ac:chgData name="김 홍규" userId="6d16d8e1c579a2a2" providerId="LiveId" clId="{F7990E17-330B-4428-934A-51340EA01A98}" dt="2021-11-19T10:40:41.119" v="1588" actId="1076"/>
          <ac:grpSpMkLst>
            <pc:docMk/>
            <pc:sldMk cId="410158085" sldId="285"/>
            <ac:grpSpMk id="21" creationId="{3F2A2120-4E2C-47A8-881A-B0A6DFE5032B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28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39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40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41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42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44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46" creationId="{00000000-0000-0000-0000-000000000000}"/>
          </ac:grpSpMkLst>
        </pc:grpChg>
        <pc:grpChg chg="mod">
          <ac:chgData name="김 홍규" userId="6d16d8e1c579a2a2" providerId="LiveId" clId="{F7990E17-330B-4428-934A-51340EA01A98}" dt="2021-11-19T10:40:01.392" v="1571" actId="164"/>
          <ac:grpSpMkLst>
            <pc:docMk/>
            <pc:sldMk cId="410158085" sldId="285"/>
            <ac:grpSpMk id="68" creationId="{00000000-0000-0000-0000-000000000000}"/>
          </ac:grpSpMkLst>
        </pc:grpChg>
        <pc:cxnChg chg="mod">
          <ac:chgData name="김 홍규" userId="6d16d8e1c579a2a2" providerId="LiveId" clId="{F7990E17-330B-4428-934A-51340EA01A98}" dt="2021-11-19T10:39:42.793" v="1505" actId="478"/>
          <ac:cxnSpMkLst>
            <pc:docMk/>
            <pc:sldMk cId="410158085" sldId="285"/>
            <ac:cxnSpMk id="14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38:53.904" v="1493" actId="14100"/>
          <ac:cxnSpMkLst>
            <pc:docMk/>
            <pc:sldMk cId="410158085" sldId="285"/>
            <ac:cxnSpMk id="16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37:28.819" v="1480" actId="1076"/>
          <ac:cxnSpMkLst>
            <pc:docMk/>
            <pc:sldMk cId="410158085" sldId="285"/>
            <ac:cxnSpMk id="22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40:21.503" v="1581" actId="14100"/>
          <ac:cxnSpMkLst>
            <pc:docMk/>
            <pc:sldMk cId="410158085" sldId="285"/>
            <ac:cxnSpMk id="32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40:13.734" v="1579" actId="14100"/>
          <ac:cxnSpMkLst>
            <pc:docMk/>
            <pc:sldMk cId="410158085" sldId="285"/>
            <ac:cxnSpMk id="33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39:42.793" v="1505" actId="478"/>
          <ac:cxnSpMkLst>
            <pc:docMk/>
            <pc:sldMk cId="410158085" sldId="285"/>
            <ac:cxnSpMk id="36" creationId="{00000000-0000-0000-0000-000000000000}"/>
          </ac:cxnSpMkLst>
        </pc:cxnChg>
        <pc:cxnChg chg="mod">
          <ac:chgData name="김 홍규" userId="6d16d8e1c579a2a2" providerId="LiveId" clId="{F7990E17-330B-4428-934A-51340EA01A98}" dt="2021-11-19T10:40:52.031" v="1592" actId="14100"/>
          <ac:cxnSpMkLst>
            <pc:docMk/>
            <pc:sldMk cId="410158085" sldId="285"/>
            <ac:cxnSpMk id="47" creationId="{00000000-0000-0000-0000-000000000000}"/>
          </ac:cxnSpMkLst>
        </pc:cxnChg>
        <pc:cxnChg chg="add del mod">
          <ac:chgData name="김 홍규" userId="6d16d8e1c579a2a2" providerId="LiveId" clId="{F7990E17-330B-4428-934A-51340EA01A98}" dt="2021-11-19T10:37:54.874" v="1486" actId="478"/>
          <ac:cxnSpMkLst>
            <pc:docMk/>
            <pc:sldMk cId="410158085" sldId="285"/>
            <ac:cxnSpMk id="49" creationId="{248AA517-9E52-4F11-AB8A-51602F4E4874}"/>
          </ac:cxnSpMkLst>
        </pc:cxnChg>
        <pc:cxnChg chg="mod">
          <ac:chgData name="김 홍규" userId="6d16d8e1c579a2a2" providerId="LiveId" clId="{F7990E17-330B-4428-934A-51340EA01A98}" dt="2021-11-19T10:38:47.378" v="1492" actId="1076"/>
          <ac:cxnSpMkLst>
            <pc:docMk/>
            <pc:sldMk cId="410158085" sldId="285"/>
            <ac:cxnSpMk id="70" creationId="{00000000-0000-0000-0000-000000000000}"/>
          </ac:cxnSpMkLst>
        </pc:cxnChg>
      </pc:sldChg>
      <pc:sldChg chg="addSp modSp ord">
        <pc:chgData name="김 홍규" userId="6d16d8e1c579a2a2" providerId="LiveId" clId="{F7990E17-330B-4428-934A-51340EA01A98}" dt="2021-11-19T08:35:00.974" v="1353"/>
        <pc:sldMkLst>
          <pc:docMk/>
          <pc:sldMk cId="919781851" sldId="288"/>
        </pc:sldMkLst>
        <pc:picChg chg="add mod">
          <ac:chgData name="김 홍규" userId="6d16d8e1c579a2a2" providerId="LiveId" clId="{F7990E17-330B-4428-934A-51340EA01A98}" dt="2021-11-19T08:32:26.890" v="1351" actId="1076"/>
          <ac:picMkLst>
            <pc:docMk/>
            <pc:sldMk cId="919781851" sldId="288"/>
            <ac:picMk id="80" creationId="{FCE02E9A-2F9C-4B84-BF4A-8F71726FC64F}"/>
          </ac:picMkLst>
        </pc:picChg>
      </pc:sldChg>
      <pc:sldChg chg="modAnim">
        <pc:chgData name="김 홍규" userId="6d16d8e1c579a2a2" providerId="LiveId" clId="{F7990E17-330B-4428-934A-51340EA01A98}" dt="2021-11-24T09:13:46.561" v="2689"/>
        <pc:sldMkLst>
          <pc:docMk/>
          <pc:sldMk cId="589599265" sldId="289"/>
        </pc:sldMkLst>
      </pc:sldChg>
      <pc:sldChg chg="modAnim">
        <pc:chgData name="김 홍규" userId="6d16d8e1c579a2a2" providerId="LiveId" clId="{F7990E17-330B-4428-934A-51340EA01A98}" dt="2021-11-24T09:13:38.625" v="2687"/>
        <pc:sldMkLst>
          <pc:docMk/>
          <pc:sldMk cId="3661618177" sldId="290"/>
        </pc:sldMkLst>
      </pc:sldChg>
      <pc:sldChg chg="modAnim">
        <pc:chgData name="김 홍규" userId="6d16d8e1c579a2a2" providerId="LiveId" clId="{F7990E17-330B-4428-934A-51340EA01A98}" dt="2021-11-24T09:13:35.826" v="2686"/>
        <pc:sldMkLst>
          <pc:docMk/>
          <pc:sldMk cId="3431667894" sldId="291"/>
        </pc:sldMkLst>
      </pc:sldChg>
      <pc:sldChg chg="addSp delSp modSp mod">
        <pc:chgData name="김 홍규" userId="6d16d8e1c579a2a2" providerId="LiveId" clId="{F7990E17-330B-4428-934A-51340EA01A98}" dt="2022-01-04T07:41:50.497" v="6554" actId="478"/>
        <pc:sldMkLst>
          <pc:docMk/>
          <pc:sldMk cId="2953368596" sldId="293"/>
        </pc:sldMkLst>
        <pc:spChg chg="mod">
          <ac:chgData name="김 홍규" userId="6d16d8e1c579a2a2" providerId="LiveId" clId="{F7990E17-330B-4428-934A-51340EA01A98}" dt="2021-11-29T09:12:52.756" v="4607" actId="20577"/>
          <ac:spMkLst>
            <pc:docMk/>
            <pc:sldMk cId="2953368596" sldId="293"/>
            <ac:spMk id="6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1:31.344" v="6539" actId="1076"/>
          <ac:spMkLst>
            <pc:docMk/>
            <pc:sldMk cId="2953368596" sldId="293"/>
            <ac:spMk id="8" creationId="{00000000-0000-0000-0000-000000000000}"/>
          </ac:spMkLst>
        </pc:spChg>
        <pc:spChg chg="add mod">
          <ac:chgData name="김 홍규" userId="6d16d8e1c579a2a2" providerId="LiveId" clId="{F7990E17-330B-4428-934A-51340EA01A98}" dt="2021-11-29T09:12:41.439" v="4604"/>
          <ac:spMkLst>
            <pc:docMk/>
            <pc:sldMk cId="2953368596" sldId="293"/>
            <ac:spMk id="46" creationId="{6EEBB572-DC76-4D68-B90B-26C654B076A2}"/>
          </ac:spMkLst>
        </pc:spChg>
        <pc:spChg chg="add del mod">
          <ac:chgData name="김 홍규" userId="6d16d8e1c579a2a2" providerId="LiveId" clId="{F7990E17-330B-4428-934A-51340EA01A98}" dt="2022-01-04T07:41:50.497" v="6554" actId="478"/>
          <ac:spMkLst>
            <pc:docMk/>
            <pc:sldMk cId="2953368596" sldId="293"/>
            <ac:spMk id="48" creationId="{515FD5EF-497E-478C-825D-4AE96BB9442A}"/>
          </ac:spMkLst>
        </pc:spChg>
        <pc:spChg chg="add del mod">
          <ac:chgData name="김 홍규" userId="6d16d8e1c579a2a2" providerId="LiveId" clId="{F7990E17-330B-4428-934A-51340EA01A98}" dt="2022-01-04T07:41:47.529" v="6549"/>
          <ac:spMkLst>
            <pc:docMk/>
            <pc:sldMk cId="2953368596" sldId="293"/>
            <ac:spMk id="49" creationId="{2198A509-3FD1-4157-85D7-7EAA92BD86DA}"/>
          </ac:spMkLst>
        </pc:spChg>
      </pc:sldChg>
      <pc:sldChg chg="addSp modSp mod modAnim">
        <pc:chgData name="김 홍규" userId="6d16d8e1c579a2a2" providerId="LiveId" clId="{F7990E17-330B-4428-934A-51340EA01A98}" dt="2021-11-24T09:13:42.550" v="2688"/>
        <pc:sldMkLst>
          <pc:docMk/>
          <pc:sldMk cId="2620309039" sldId="295"/>
        </pc:sldMkLst>
        <pc:spChg chg="add mod">
          <ac:chgData name="김 홍규" userId="6d16d8e1c579a2a2" providerId="LiveId" clId="{F7990E17-330B-4428-934A-51340EA01A98}" dt="2021-11-23T10:12:30.521" v="1601" actId="14100"/>
          <ac:spMkLst>
            <pc:docMk/>
            <pc:sldMk cId="2620309039" sldId="295"/>
            <ac:spMk id="28" creationId="{7D229A15-8B47-4E2E-A094-FA5BCA132090}"/>
          </ac:spMkLst>
        </pc:spChg>
      </pc:sldChg>
      <pc:sldChg chg="modSp mod">
        <pc:chgData name="김 홍규" userId="6d16d8e1c579a2a2" providerId="LiveId" clId="{F7990E17-330B-4428-934A-51340EA01A98}" dt="2021-11-24T10:54:56.050" v="3650" actId="1076"/>
        <pc:sldMkLst>
          <pc:docMk/>
          <pc:sldMk cId="3282992757" sldId="297"/>
        </pc:sldMkLst>
        <pc:cxnChg chg="mod">
          <ac:chgData name="김 홍규" userId="6d16d8e1c579a2a2" providerId="LiveId" clId="{F7990E17-330B-4428-934A-51340EA01A98}" dt="2021-11-24T10:54:56.050" v="3650" actId="1076"/>
          <ac:cxnSpMkLst>
            <pc:docMk/>
            <pc:sldMk cId="3282992757" sldId="297"/>
            <ac:cxnSpMk id="51" creationId="{00000000-0000-0000-0000-000000000000}"/>
          </ac:cxnSpMkLst>
        </pc:cxnChg>
      </pc:sldChg>
      <pc:sldChg chg="modSp mod">
        <pc:chgData name="김 홍규" userId="6d16d8e1c579a2a2" providerId="LiveId" clId="{F7990E17-330B-4428-934A-51340EA01A98}" dt="2021-11-24T10:48:27.964" v="3648" actId="1076"/>
        <pc:sldMkLst>
          <pc:docMk/>
          <pc:sldMk cId="4278213830" sldId="298"/>
        </pc:sldMkLst>
        <pc:spChg chg="mod">
          <ac:chgData name="김 홍규" userId="6d16d8e1c579a2a2" providerId="LiveId" clId="{F7990E17-330B-4428-934A-51340EA01A98}" dt="2021-11-24T10:48:27.964" v="3648" actId="1076"/>
          <ac:spMkLst>
            <pc:docMk/>
            <pc:sldMk cId="4278213830" sldId="298"/>
            <ac:spMk id="54" creationId="{00000000-0000-0000-0000-000000000000}"/>
          </ac:spMkLst>
        </pc:spChg>
        <pc:cxnChg chg="mod">
          <ac:chgData name="김 홍규" userId="6d16d8e1c579a2a2" providerId="LiveId" clId="{F7990E17-330B-4428-934A-51340EA01A98}" dt="2021-11-24T10:48:11.358" v="3647" actId="14100"/>
          <ac:cxnSpMkLst>
            <pc:docMk/>
            <pc:sldMk cId="4278213830" sldId="298"/>
            <ac:cxnSpMk id="27" creationId="{00000000-0000-0000-0000-000000000000}"/>
          </ac:cxnSpMkLst>
        </pc:cxnChg>
      </pc:sldChg>
      <pc:sldChg chg="addSp delSp modSp add mod setBg modAnim">
        <pc:chgData name="김 홍규" userId="6d16d8e1c579a2a2" providerId="LiveId" clId="{F7990E17-330B-4428-934A-51340EA01A98}" dt="2021-11-24T10:47:26.041" v="3646" actId="20577"/>
        <pc:sldMkLst>
          <pc:docMk/>
          <pc:sldMk cId="991572345" sldId="299"/>
        </pc:sldMkLst>
        <pc:spChg chg="del">
          <ac:chgData name="김 홍규" userId="6d16d8e1c579a2a2" providerId="LiveId" clId="{F7990E17-330B-4428-934A-51340EA01A98}" dt="2021-11-10T08:46:24.247" v="34" actId="478"/>
          <ac:spMkLst>
            <pc:docMk/>
            <pc:sldMk cId="991572345" sldId="299"/>
            <ac:spMk id="2" creationId="{00000000-0000-0000-0000-000000000000}"/>
          </ac:spMkLst>
        </pc:spChg>
        <pc:spChg chg="mod">
          <ac:chgData name="김 홍규" userId="6d16d8e1c579a2a2" providerId="LiveId" clId="{F7990E17-330B-4428-934A-51340EA01A98}" dt="2021-11-24T10:47:26.041" v="3646" actId="20577"/>
          <ac:spMkLst>
            <pc:docMk/>
            <pc:sldMk cId="991572345" sldId="299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1-11-10T08:53:52.680" v="358"/>
          <ac:spMkLst>
            <pc:docMk/>
            <pc:sldMk cId="991572345" sldId="299"/>
            <ac:spMk id="6" creationId="{00000000-0000-0000-0000-000000000000}"/>
          </ac:spMkLst>
        </pc:spChg>
        <pc:spChg chg="del">
          <ac:chgData name="김 홍규" userId="6d16d8e1c579a2a2" providerId="LiveId" clId="{F7990E17-330B-4428-934A-51340EA01A98}" dt="2021-11-10T08:46:24.247" v="34" actId="478"/>
          <ac:spMkLst>
            <pc:docMk/>
            <pc:sldMk cId="991572345" sldId="299"/>
            <ac:spMk id="14" creationId="{00000000-0000-0000-0000-000000000000}"/>
          </ac:spMkLst>
        </pc:spChg>
        <pc:spChg chg="add mod topLvl">
          <ac:chgData name="김 홍규" userId="6d16d8e1c579a2a2" providerId="LiveId" clId="{F7990E17-330B-4428-934A-51340EA01A98}" dt="2021-11-10T09:01:43.978" v="733" actId="164"/>
          <ac:spMkLst>
            <pc:docMk/>
            <pc:sldMk cId="991572345" sldId="299"/>
            <ac:spMk id="15" creationId="{B31E884E-1492-4DDC-846A-31EE0A2A4EAF}"/>
          </ac:spMkLst>
        </pc:spChg>
        <pc:spChg chg="add del mod">
          <ac:chgData name="김 홍규" userId="6d16d8e1c579a2a2" providerId="LiveId" clId="{F7990E17-330B-4428-934A-51340EA01A98}" dt="2021-11-10T08:46:43.159" v="56" actId="478"/>
          <ac:spMkLst>
            <pc:docMk/>
            <pc:sldMk cId="991572345" sldId="299"/>
            <ac:spMk id="16" creationId="{B8BEEA7F-4953-4004-8FE4-0D7D2607CD8C}"/>
          </ac:spMkLst>
        </pc:spChg>
        <pc:spChg chg="add mod topLvl">
          <ac:chgData name="김 홍규" userId="6d16d8e1c579a2a2" providerId="LiveId" clId="{F7990E17-330B-4428-934A-51340EA01A98}" dt="2021-11-10T09:01:14.697" v="727" actId="164"/>
          <ac:spMkLst>
            <pc:docMk/>
            <pc:sldMk cId="991572345" sldId="299"/>
            <ac:spMk id="17" creationId="{B0D62DF4-6246-42EF-BF15-2AC9B55F1568}"/>
          </ac:spMkLst>
        </pc:spChg>
        <pc:spChg chg="add mod topLvl">
          <ac:chgData name="김 홍규" userId="6d16d8e1c579a2a2" providerId="LiveId" clId="{F7990E17-330B-4428-934A-51340EA01A98}" dt="2021-11-10T09:01:20.359" v="728" actId="164"/>
          <ac:spMkLst>
            <pc:docMk/>
            <pc:sldMk cId="991572345" sldId="299"/>
            <ac:spMk id="22" creationId="{74A318FF-DAB3-463B-AE9F-B043D4DEE4CD}"/>
          </ac:spMkLst>
        </pc:spChg>
        <pc:spChg chg="add del mod topLvl">
          <ac:chgData name="김 홍규" userId="6d16d8e1c579a2a2" providerId="LiveId" clId="{F7990E17-330B-4428-934A-51340EA01A98}" dt="2021-11-10T09:01:47.554" v="734" actId="478"/>
          <ac:spMkLst>
            <pc:docMk/>
            <pc:sldMk cId="991572345" sldId="299"/>
            <ac:spMk id="24" creationId="{85FD20C1-D779-48E7-955E-1AEDD52D910C}"/>
          </ac:spMkLst>
        </pc:spChg>
        <pc:spChg chg="add del mod ord topLvl">
          <ac:chgData name="김 홍규" userId="6d16d8e1c579a2a2" providerId="LiveId" clId="{F7990E17-330B-4428-934A-51340EA01A98}" dt="2021-11-10T09:01:24.437" v="729" actId="478"/>
          <ac:spMkLst>
            <pc:docMk/>
            <pc:sldMk cId="991572345" sldId="299"/>
            <ac:spMk id="26" creationId="{4E05CD7C-1056-4663-A08F-64506DF8FDE2}"/>
          </ac:spMkLst>
        </pc:spChg>
        <pc:spChg chg="add del mod topLvl">
          <ac:chgData name="김 홍규" userId="6d16d8e1c579a2a2" providerId="LiveId" clId="{F7990E17-330B-4428-934A-51340EA01A98}" dt="2021-11-10T09:01:27.080" v="732" actId="478"/>
          <ac:spMkLst>
            <pc:docMk/>
            <pc:sldMk cId="991572345" sldId="299"/>
            <ac:spMk id="29" creationId="{03A15DCC-EA80-4CA5-ACA1-0599D00CE5A0}"/>
          </ac:spMkLst>
        </pc:spChg>
        <pc:spChg chg="add del mod">
          <ac:chgData name="김 홍규" userId="6d16d8e1c579a2a2" providerId="LiveId" clId="{F7990E17-330B-4428-934A-51340EA01A98}" dt="2021-11-10T08:48:04.330" v="81"/>
          <ac:spMkLst>
            <pc:docMk/>
            <pc:sldMk cId="991572345" sldId="299"/>
            <ac:spMk id="31" creationId="{DF914480-27B9-49C8-AFCD-542809948040}"/>
          </ac:spMkLst>
        </pc:spChg>
        <pc:spChg chg="del">
          <ac:chgData name="김 홍규" userId="6d16d8e1c579a2a2" providerId="LiveId" clId="{F7990E17-330B-4428-934A-51340EA01A98}" dt="2021-11-10T08:46:26.795" v="35" actId="478"/>
          <ac:spMkLst>
            <pc:docMk/>
            <pc:sldMk cId="991572345" sldId="299"/>
            <ac:spMk id="32" creationId="{00000000-0000-0000-0000-000000000000}"/>
          </ac:spMkLst>
        </pc:spChg>
        <pc:spChg chg="add del mod topLvl">
          <ac:chgData name="김 홍규" userId="6d16d8e1c579a2a2" providerId="LiveId" clId="{F7990E17-330B-4428-934A-51340EA01A98}" dt="2021-11-10T09:02:37.412" v="763" actId="478"/>
          <ac:spMkLst>
            <pc:docMk/>
            <pc:sldMk cId="991572345" sldId="299"/>
            <ac:spMk id="34" creationId="{577BB977-AC3A-4773-8509-548F1574B13F}"/>
          </ac:spMkLst>
        </pc:spChg>
        <pc:spChg chg="del">
          <ac:chgData name="김 홍규" userId="6d16d8e1c579a2a2" providerId="LiveId" clId="{F7990E17-330B-4428-934A-51340EA01A98}" dt="2021-11-10T08:46:24.247" v="34" actId="478"/>
          <ac:spMkLst>
            <pc:docMk/>
            <pc:sldMk cId="991572345" sldId="299"/>
            <ac:spMk id="37" creationId="{00000000-0000-0000-0000-000000000000}"/>
          </ac:spMkLst>
        </pc:spChg>
        <pc:spChg chg="add del mod topLvl">
          <ac:chgData name="김 홍규" userId="6d16d8e1c579a2a2" providerId="LiveId" clId="{F7990E17-330B-4428-934A-51340EA01A98}" dt="2021-11-10T09:02:35.196" v="761" actId="478"/>
          <ac:spMkLst>
            <pc:docMk/>
            <pc:sldMk cId="991572345" sldId="299"/>
            <ac:spMk id="38" creationId="{997BB80F-5E56-4B1F-A402-893E136A8D3E}"/>
          </ac:spMkLst>
        </pc:spChg>
        <pc:spChg chg="add del mod">
          <ac:chgData name="김 홍규" userId="6d16d8e1c579a2a2" providerId="LiveId" clId="{F7990E17-330B-4428-934A-51340EA01A98}" dt="2021-11-10T09:03:45.882" v="823" actId="478"/>
          <ac:spMkLst>
            <pc:docMk/>
            <pc:sldMk cId="991572345" sldId="299"/>
            <ac:spMk id="40" creationId="{621FC3BD-C324-4988-875A-31902C4B15BD}"/>
          </ac:spMkLst>
        </pc:spChg>
        <pc:spChg chg="add del mod">
          <ac:chgData name="김 홍규" userId="6d16d8e1c579a2a2" providerId="LiveId" clId="{F7990E17-330B-4428-934A-51340EA01A98}" dt="2021-11-10T09:03:42.440" v="820" actId="478"/>
          <ac:spMkLst>
            <pc:docMk/>
            <pc:sldMk cId="991572345" sldId="299"/>
            <ac:spMk id="41" creationId="{857F2D96-B3AF-4934-A608-1B70459FB3A4}"/>
          </ac:spMkLst>
        </pc:spChg>
        <pc:spChg chg="add del mod">
          <ac:chgData name="김 홍규" userId="6d16d8e1c579a2a2" providerId="LiveId" clId="{F7990E17-330B-4428-934A-51340EA01A98}" dt="2021-11-10T09:03:39.219" v="819" actId="478"/>
          <ac:spMkLst>
            <pc:docMk/>
            <pc:sldMk cId="991572345" sldId="299"/>
            <ac:spMk id="44" creationId="{44C20586-DB2F-42F3-983B-DECDC49B781D}"/>
          </ac:spMkLst>
        </pc:spChg>
        <pc:spChg chg="add del mod">
          <ac:chgData name="김 홍규" userId="6d16d8e1c579a2a2" providerId="LiveId" clId="{F7990E17-330B-4428-934A-51340EA01A98}" dt="2021-11-10T09:03:47.146" v="824" actId="478"/>
          <ac:spMkLst>
            <pc:docMk/>
            <pc:sldMk cId="991572345" sldId="299"/>
            <ac:spMk id="46" creationId="{C44DED22-F214-4E29-89B9-9D6161121B07}"/>
          </ac:spMkLst>
        </pc:spChg>
        <pc:spChg chg="add mod">
          <ac:chgData name="김 홍규" userId="6d16d8e1c579a2a2" providerId="LiveId" clId="{F7990E17-330B-4428-934A-51340EA01A98}" dt="2021-11-10T09:11:59.914" v="1255" actId="164"/>
          <ac:spMkLst>
            <pc:docMk/>
            <pc:sldMk cId="991572345" sldId="299"/>
            <ac:spMk id="48" creationId="{E9D5AEBB-4365-4145-B4A8-715CB5013CC2}"/>
          </ac:spMkLst>
        </pc:spChg>
        <pc:spChg chg="add mod ord">
          <ac:chgData name="김 홍규" userId="6d16d8e1c579a2a2" providerId="LiveId" clId="{F7990E17-330B-4428-934A-51340EA01A98}" dt="2021-11-10T09:11:59.914" v="1255" actId="164"/>
          <ac:spMkLst>
            <pc:docMk/>
            <pc:sldMk cId="991572345" sldId="299"/>
            <ac:spMk id="49" creationId="{EBB5F43C-147F-48D4-A16A-F2B89F657A31}"/>
          </ac:spMkLst>
        </pc:spChg>
        <pc:spChg chg="add mod">
          <ac:chgData name="김 홍규" userId="6d16d8e1c579a2a2" providerId="LiveId" clId="{F7990E17-330B-4428-934A-51340EA01A98}" dt="2021-11-10T09:11:59.914" v="1255" actId="164"/>
          <ac:spMkLst>
            <pc:docMk/>
            <pc:sldMk cId="991572345" sldId="299"/>
            <ac:spMk id="51" creationId="{D4A80CCC-2FCC-45F1-9E41-E6AE5EC0A985}"/>
          </ac:spMkLst>
        </pc:spChg>
        <pc:spChg chg="add mod">
          <ac:chgData name="김 홍규" userId="6d16d8e1c579a2a2" providerId="LiveId" clId="{F7990E17-330B-4428-934A-51340EA01A98}" dt="2021-11-10T09:11:59.914" v="1255" actId="164"/>
          <ac:spMkLst>
            <pc:docMk/>
            <pc:sldMk cId="991572345" sldId="299"/>
            <ac:spMk id="53" creationId="{094E1101-BA32-4704-8549-87F026F91AC5}"/>
          </ac:spMkLst>
        </pc:spChg>
        <pc:spChg chg="del">
          <ac:chgData name="김 홍규" userId="6d16d8e1c579a2a2" providerId="LiveId" clId="{F7990E17-330B-4428-934A-51340EA01A98}" dt="2021-11-10T08:46:24.247" v="34" actId="478"/>
          <ac:spMkLst>
            <pc:docMk/>
            <pc:sldMk cId="991572345" sldId="299"/>
            <ac:spMk id="54" creationId="{00000000-0000-0000-0000-000000000000}"/>
          </ac:spMkLst>
        </pc:spChg>
        <pc:spChg chg="add mod">
          <ac:chgData name="김 홍규" userId="6d16d8e1c579a2a2" providerId="LiveId" clId="{F7990E17-330B-4428-934A-51340EA01A98}" dt="2021-11-10T09:01:08.286" v="726" actId="571"/>
          <ac:spMkLst>
            <pc:docMk/>
            <pc:sldMk cId="991572345" sldId="299"/>
            <ac:spMk id="64" creationId="{438809B9-20F9-47F8-9967-BB9C6A726619}"/>
          </ac:spMkLst>
        </pc:spChg>
        <pc:spChg chg="mod">
          <ac:chgData name="김 홍규" userId="6d16d8e1c579a2a2" providerId="LiveId" clId="{F7990E17-330B-4428-934A-51340EA01A98}" dt="2021-11-10T09:01:53.290" v="737"/>
          <ac:spMkLst>
            <pc:docMk/>
            <pc:sldMk cId="991572345" sldId="299"/>
            <ac:spMk id="69" creationId="{AB87AED1-3BD6-4FC7-97B0-C29BC4FA765C}"/>
          </ac:spMkLst>
        </pc:spChg>
        <pc:spChg chg="mod">
          <ac:chgData name="김 홍규" userId="6d16d8e1c579a2a2" providerId="LiveId" clId="{F7990E17-330B-4428-934A-51340EA01A98}" dt="2021-11-10T09:02:02.126" v="739"/>
          <ac:spMkLst>
            <pc:docMk/>
            <pc:sldMk cId="991572345" sldId="299"/>
            <ac:spMk id="72" creationId="{DD32878E-8584-448A-907E-B42C62FE890D}"/>
          </ac:spMkLst>
        </pc:spChg>
        <pc:spChg chg="mod">
          <ac:chgData name="김 홍규" userId="6d16d8e1c579a2a2" providerId="LiveId" clId="{F7990E17-330B-4428-934A-51340EA01A98}" dt="2021-11-10T09:02:40.024" v="765"/>
          <ac:spMkLst>
            <pc:docMk/>
            <pc:sldMk cId="991572345" sldId="299"/>
            <ac:spMk id="75" creationId="{2C4EE063-FA40-4168-ACCF-5E6D4835B5FA}"/>
          </ac:spMkLst>
        </pc:spChg>
        <pc:spChg chg="mod">
          <ac:chgData name="김 홍규" userId="6d16d8e1c579a2a2" providerId="LiveId" clId="{F7990E17-330B-4428-934A-51340EA01A98}" dt="2021-11-10T09:02:55.034" v="772"/>
          <ac:spMkLst>
            <pc:docMk/>
            <pc:sldMk cId="991572345" sldId="299"/>
            <ac:spMk id="78" creationId="{02913212-CC1F-4EFC-9726-0224E68E48EC}"/>
          </ac:spMkLst>
        </pc:spChg>
        <pc:spChg chg="mod">
          <ac:chgData name="김 홍규" userId="6d16d8e1c579a2a2" providerId="LiveId" clId="{F7990E17-330B-4428-934A-51340EA01A98}" dt="2021-11-10T09:03:02.478" v="774"/>
          <ac:spMkLst>
            <pc:docMk/>
            <pc:sldMk cId="991572345" sldId="299"/>
            <ac:spMk id="81" creationId="{BA40111D-8100-4051-ADF4-BC9642ACFDDA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84" creationId="{3443D17D-24B4-4FF7-9918-073B07383515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87" creationId="{00B1FFEB-983B-4FA4-9C46-B626C12447A5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90" creationId="{8F217464-46FC-4245-B198-FB0E0ACA52AA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93" creationId="{91CC05A8-3961-4A5B-9DB9-F702FD36DCCE}"/>
          </ac:spMkLst>
        </pc:spChg>
        <pc:spChg chg="add mod">
          <ac:chgData name="김 홍규" userId="6d16d8e1c579a2a2" providerId="LiveId" clId="{F7990E17-330B-4428-934A-51340EA01A98}" dt="2021-11-10T09:10:26.053" v="1216" actId="164"/>
          <ac:spMkLst>
            <pc:docMk/>
            <pc:sldMk cId="991572345" sldId="299"/>
            <ac:spMk id="95" creationId="{CD3ACA4C-AFAB-4168-8837-8C4394293606}"/>
          </ac:spMkLst>
        </pc:spChg>
        <pc:spChg chg="add del mod">
          <ac:chgData name="김 홍규" userId="6d16d8e1c579a2a2" providerId="LiveId" clId="{F7990E17-330B-4428-934A-51340EA01A98}" dt="2021-11-10T09:10:30.439" v="1218" actId="478"/>
          <ac:spMkLst>
            <pc:docMk/>
            <pc:sldMk cId="991572345" sldId="299"/>
            <ac:spMk id="96" creationId="{9E3D4476-7A5A-40D5-9893-B7971297CEF0}"/>
          </ac:spMkLst>
        </pc:spChg>
        <pc:spChg chg="add del mod">
          <ac:chgData name="김 홍규" userId="6d16d8e1c579a2a2" providerId="LiveId" clId="{F7990E17-330B-4428-934A-51340EA01A98}" dt="2021-11-10T09:10:40.836" v="1223" actId="478"/>
          <ac:spMkLst>
            <pc:docMk/>
            <pc:sldMk cId="991572345" sldId="299"/>
            <ac:spMk id="97" creationId="{0E068E52-0733-4003-8877-5084C8BB211C}"/>
          </ac:spMkLst>
        </pc:spChg>
        <pc:spChg chg="add del mod">
          <ac:chgData name="김 홍규" userId="6d16d8e1c579a2a2" providerId="LiveId" clId="{F7990E17-330B-4428-934A-51340EA01A98}" dt="2021-11-10T09:10:43.526" v="1226" actId="478"/>
          <ac:spMkLst>
            <pc:docMk/>
            <pc:sldMk cId="991572345" sldId="299"/>
            <ac:spMk id="98" creationId="{3242DCCE-40C5-44E5-8891-7D358DC7D3B1}"/>
          </ac:spMkLst>
        </pc:spChg>
        <pc:spChg chg="add mod">
          <ac:chgData name="김 홍규" userId="6d16d8e1c579a2a2" providerId="LiveId" clId="{F7990E17-330B-4428-934A-51340EA01A98}" dt="2021-11-10T09:07:34.129" v="1152" actId="20577"/>
          <ac:spMkLst>
            <pc:docMk/>
            <pc:sldMk cId="991572345" sldId="299"/>
            <ac:spMk id="99" creationId="{CD4297A4-EB5B-4040-B3E1-4720F1BC7683}"/>
          </ac:spMkLst>
        </pc:spChg>
        <pc:spChg chg="add mod">
          <ac:chgData name="김 홍규" userId="6d16d8e1c579a2a2" providerId="LiveId" clId="{F7990E17-330B-4428-934A-51340EA01A98}" dt="2021-11-10T09:11:59.914" v="1255" actId="164"/>
          <ac:spMkLst>
            <pc:docMk/>
            <pc:sldMk cId="991572345" sldId="299"/>
            <ac:spMk id="100" creationId="{9C2750E5-9FEF-40F4-A90C-40434D7A6947}"/>
          </ac:spMkLst>
        </pc:spChg>
        <pc:spChg chg="mod">
          <ac:chgData name="김 홍규" userId="6d16d8e1c579a2a2" providerId="LiveId" clId="{F7990E17-330B-4428-934A-51340EA01A98}" dt="2021-11-10T09:11:14.068" v="1242" actId="20577"/>
          <ac:spMkLst>
            <pc:docMk/>
            <pc:sldMk cId="991572345" sldId="299"/>
            <ac:spMk id="110" creationId="{EA2610A4-F24F-4DD1-A506-64FE4CCF9A22}"/>
          </ac:spMkLst>
        </pc:spChg>
        <pc:spChg chg="mod">
          <ac:chgData name="김 홍규" userId="6d16d8e1c579a2a2" providerId="LiveId" clId="{F7990E17-330B-4428-934A-51340EA01A98}" dt="2021-11-10T09:11:17.028" v="1244" actId="20577"/>
          <ac:spMkLst>
            <pc:docMk/>
            <pc:sldMk cId="991572345" sldId="299"/>
            <ac:spMk id="113" creationId="{DFE9415B-27A5-45C2-9D8A-F4400DAB88E6}"/>
          </ac:spMkLst>
        </pc:spChg>
        <pc:spChg chg="mod">
          <ac:chgData name="김 홍규" userId="6d16d8e1c579a2a2" providerId="LiveId" clId="{F7990E17-330B-4428-934A-51340EA01A98}" dt="2021-11-10T09:11:20.173" v="1246" actId="20577"/>
          <ac:spMkLst>
            <pc:docMk/>
            <pc:sldMk cId="991572345" sldId="299"/>
            <ac:spMk id="116" creationId="{208904BC-21B9-48A1-9B66-D58639C40D85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119" creationId="{D02FD5C8-BB1C-41AF-AF37-193B295C13AC}"/>
          </ac:spMkLst>
        </pc:spChg>
        <pc:spChg chg="mod">
          <ac:chgData name="김 홍규" userId="6d16d8e1c579a2a2" providerId="LiveId" clId="{F7990E17-330B-4428-934A-51340EA01A98}" dt="2021-11-10T09:11:36.329" v="1247"/>
          <ac:spMkLst>
            <pc:docMk/>
            <pc:sldMk cId="991572345" sldId="299"/>
            <ac:spMk id="122" creationId="{E64A98DA-C7B5-4EB4-A686-0DEFBC6A7612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125" creationId="{19E57BDA-3739-4655-9353-6813197D2AA3}"/>
          </ac:spMkLst>
        </pc:spChg>
        <pc:spChg chg="mod">
          <ac:chgData name="김 홍규" userId="6d16d8e1c579a2a2" providerId="LiveId" clId="{F7990E17-330B-4428-934A-51340EA01A98}" dt="2021-11-10T09:11:55.296" v="1254" actId="164"/>
          <ac:spMkLst>
            <pc:docMk/>
            <pc:sldMk cId="991572345" sldId="299"/>
            <ac:spMk id="128" creationId="{75E6F9CD-6061-4B06-A6A7-C80DD4481A77}"/>
          </ac:spMkLst>
        </pc:spChg>
        <pc:spChg chg="add mod ord">
          <ac:chgData name="김 홍규" userId="6d16d8e1c579a2a2" providerId="LiveId" clId="{F7990E17-330B-4428-934A-51340EA01A98}" dt="2021-11-10T09:13:02.385" v="1336" actId="20577"/>
          <ac:spMkLst>
            <pc:docMk/>
            <pc:sldMk cId="991572345" sldId="299"/>
            <ac:spMk id="132" creationId="{638F6BB1-B91F-4339-8DEC-579C22574EE8}"/>
          </ac:spMkLst>
        </pc:spChg>
        <pc:grpChg chg="add del mod">
          <ac:chgData name="김 홍규" userId="6d16d8e1c579a2a2" providerId="LiveId" clId="{F7990E17-330B-4428-934A-51340EA01A98}" dt="2021-11-10T08:52:20.370" v="239" actId="165"/>
          <ac:grpSpMkLst>
            <pc:docMk/>
            <pc:sldMk cId="991572345" sldId="299"/>
            <ac:grpSpMk id="9" creationId="{C631295C-1373-439B-96D5-87EDA5D48DCB}"/>
          </ac:grpSpMkLst>
        </pc:grpChg>
        <pc:grpChg chg="add mod">
          <ac:chgData name="김 홍규" userId="6d16d8e1c579a2a2" providerId="LiveId" clId="{F7990E17-330B-4428-934A-51340EA01A98}" dt="2021-11-10T09:01:14.697" v="727" actId="164"/>
          <ac:grpSpMkLst>
            <pc:docMk/>
            <pc:sldMk cId="991572345" sldId="299"/>
            <ac:grpSpMk id="59" creationId="{99CA46C0-3BC3-4D17-93A0-62676F65EF58}"/>
          </ac:grpSpMkLst>
        </pc:grpChg>
        <pc:grpChg chg="add mod">
          <ac:chgData name="김 홍규" userId="6d16d8e1c579a2a2" providerId="LiveId" clId="{F7990E17-330B-4428-934A-51340EA01A98}" dt="2021-11-10T09:01:20.359" v="728" actId="164"/>
          <ac:grpSpMkLst>
            <pc:docMk/>
            <pc:sldMk cId="991572345" sldId="299"/>
            <ac:grpSpMk id="65" creationId="{200A7631-EA40-4653-8F4F-6EBE2711B3BB}"/>
          </ac:grpSpMkLst>
        </pc:grpChg>
        <pc:grpChg chg="add mod">
          <ac:chgData name="김 홍규" userId="6d16d8e1c579a2a2" providerId="LiveId" clId="{F7990E17-330B-4428-934A-51340EA01A98}" dt="2021-11-10T09:01:43.978" v="733" actId="164"/>
          <ac:grpSpMkLst>
            <pc:docMk/>
            <pc:sldMk cId="991572345" sldId="299"/>
            <ac:grpSpMk id="66" creationId="{177DA3BF-05DC-4BDA-967F-7AB8AD52DD09}"/>
          </ac:grpSpMkLst>
        </pc:grpChg>
        <pc:grpChg chg="add mod">
          <ac:chgData name="김 홍규" userId="6d16d8e1c579a2a2" providerId="LiveId" clId="{F7990E17-330B-4428-934A-51340EA01A98}" dt="2021-11-10T09:01:58.229" v="738" actId="1076"/>
          <ac:grpSpMkLst>
            <pc:docMk/>
            <pc:sldMk cId="991572345" sldId="299"/>
            <ac:grpSpMk id="68" creationId="{BDB70B2C-D32E-4B32-8EE1-602B46F00DAB}"/>
          </ac:grpSpMkLst>
        </pc:grpChg>
        <pc:grpChg chg="add mod">
          <ac:chgData name="김 홍규" userId="6d16d8e1c579a2a2" providerId="LiveId" clId="{F7990E17-330B-4428-934A-51340EA01A98}" dt="2021-11-10T09:02:32.346" v="760" actId="1036"/>
          <ac:grpSpMkLst>
            <pc:docMk/>
            <pc:sldMk cId="991572345" sldId="299"/>
            <ac:grpSpMk id="71" creationId="{AFC65792-12FC-4673-8CCA-EE1501CB33E7}"/>
          </ac:grpSpMkLst>
        </pc:grpChg>
        <pc:grpChg chg="add mod">
          <ac:chgData name="김 홍규" userId="6d16d8e1c579a2a2" providerId="LiveId" clId="{F7990E17-330B-4428-934A-51340EA01A98}" dt="2021-11-10T09:02:52.330" v="771" actId="1035"/>
          <ac:grpSpMkLst>
            <pc:docMk/>
            <pc:sldMk cId="991572345" sldId="299"/>
            <ac:grpSpMk id="74" creationId="{2620CE89-FFD9-467A-B035-B172E2AB9A00}"/>
          </ac:grpSpMkLst>
        </pc:grpChg>
        <pc:grpChg chg="add mod">
          <ac:chgData name="김 홍규" userId="6d16d8e1c579a2a2" providerId="LiveId" clId="{F7990E17-330B-4428-934A-51340EA01A98}" dt="2021-11-10T09:03:15.259" v="789" actId="1035"/>
          <ac:grpSpMkLst>
            <pc:docMk/>
            <pc:sldMk cId="991572345" sldId="299"/>
            <ac:grpSpMk id="77" creationId="{CEE6B57B-72F3-40A4-A46E-19448AFB99BC}"/>
          </ac:grpSpMkLst>
        </pc:grpChg>
        <pc:grpChg chg="add mod">
          <ac:chgData name="김 홍규" userId="6d16d8e1c579a2a2" providerId="LiveId" clId="{F7990E17-330B-4428-934A-51340EA01A98}" dt="2021-11-10T09:03:15.259" v="789" actId="1035"/>
          <ac:grpSpMkLst>
            <pc:docMk/>
            <pc:sldMk cId="991572345" sldId="299"/>
            <ac:grpSpMk id="80" creationId="{01034F38-7419-4DB0-B131-2FAA286E7BBD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83" creationId="{697FB32A-A0F7-4841-9390-5893EF0CC7AA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86" creationId="{906B1867-FFA2-4FFA-88F7-A05B3F656B85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89" creationId="{DC7A80B1-1A9C-42DA-ACBF-2F992C9A8FE4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92" creationId="{655CF163-12C0-49B7-B58B-6FD678FC6E9B}"/>
          </ac:grpSpMkLst>
        </pc:grpChg>
        <pc:grpChg chg="add mod">
          <ac:chgData name="김 홍규" userId="6d16d8e1c579a2a2" providerId="LiveId" clId="{F7990E17-330B-4428-934A-51340EA01A98}" dt="2021-11-10T09:10:26.053" v="1216" actId="164"/>
          <ac:grpSpMkLst>
            <pc:docMk/>
            <pc:sldMk cId="991572345" sldId="299"/>
            <ac:grpSpMk id="107" creationId="{3101346A-4609-4AF3-8624-7D6B2E29C090}"/>
          </ac:grpSpMkLst>
        </pc:grpChg>
        <pc:grpChg chg="add mod">
          <ac:chgData name="김 홍규" userId="6d16d8e1c579a2a2" providerId="LiveId" clId="{F7990E17-330B-4428-934A-51340EA01A98}" dt="2021-11-10T09:10:47.014" v="1231" actId="1035"/>
          <ac:grpSpMkLst>
            <pc:docMk/>
            <pc:sldMk cId="991572345" sldId="299"/>
            <ac:grpSpMk id="109" creationId="{7E6D6A5F-F6F2-4FDC-988A-29DE8718F1A9}"/>
          </ac:grpSpMkLst>
        </pc:grpChg>
        <pc:grpChg chg="add mod">
          <ac:chgData name="김 홍규" userId="6d16d8e1c579a2a2" providerId="LiveId" clId="{F7990E17-330B-4428-934A-51340EA01A98}" dt="2021-11-10T09:11:00.535" v="1236" actId="1035"/>
          <ac:grpSpMkLst>
            <pc:docMk/>
            <pc:sldMk cId="991572345" sldId="299"/>
            <ac:grpSpMk id="112" creationId="{7F4A521C-E68B-423C-8393-29530CE73B7A}"/>
          </ac:grpSpMkLst>
        </pc:grpChg>
        <pc:grpChg chg="add mod">
          <ac:chgData name="김 홍규" userId="6d16d8e1c579a2a2" providerId="LiveId" clId="{F7990E17-330B-4428-934A-51340EA01A98}" dt="2021-11-10T09:11:09.167" v="1240" actId="1037"/>
          <ac:grpSpMkLst>
            <pc:docMk/>
            <pc:sldMk cId="991572345" sldId="299"/>
            <ac:grpSpMk id="115" creationId="{B1BA776B-15D4-485E-9AB9-EAB280E1C67E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118" creationId="{DB86E43C-18F5-4BCA-8103-AE1DFDFD3BD2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121" creationId="{703F662A-0660-4B50-B319-5A686C7AB293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124" creationId="{F31984A7-A18D-4CA3-9476-995CDC2D0EAB}"/>
          </ac:grpSpMkLst>
        </pc:grpChg>
        <pc:grpChg chg="add mod">
          <ac:chgData name="김 홍규" userId="6d16d8e1c579a2a2" providerId="LiveId" clId="{F7990E17-330B-4428-934A-51340EA01A98}" dt="2021-11-10T09:11:59.914" v="1255" actId="164"/>
          <ac:grpSpMkLst>
            <pc:docMk/>
            <pc:sldMk cId="991572345" sldId="299"/>
            <ac:grpSpMk id="127" creationId="{3B3B53D3-0F4B-4DE7-BA13-D5A98DD0BA59}"/>
          </ac:grpSpMkLst>
        </pc:grpChg>
        <pc:grpChg chg="add mod">
          <ac:chgData name="김 홍규" userId="6d16d8e1c579a2a2" providerId="LiveId" clId="{F7990E17-330B-4428-934A-51340EA01A98}" dt="2021-11-10T09:11:55.296" v="1254" actId="164"/>
          <ac:grpSpMkLst>
            <pc:docMk/>
            <pc:sldMk cId="991572345" sldId="299"/>
            <ac:grpSpMk id="130" creationId="{627B7AA6-0EAE-480D-BF6D-AF076D8BFD0E}"/>
          </ac:grpSpMkLst>
        </pc:grpChg>
        <pc:grpChg chg="add mod">
          <ac:chgData name="김 홍규" userId="6d16d8e1c579a2a2" providerId="LiveId" clId="{F7990E17-330B-4428-934A-51340EA01A98}" dt="2021-11-10T09:12:10.212" v="1312" actId="1038"/>
          <ac:grpSpMkLst>
            <pc:docMk/>
            <pc:sldMk cId="991572345" sldId="299"/>
            <ac:grpSpMk id="131" creationId="{8B40E6C6-004A-471B-8613-FDE78C6292F1}"/>
          </ac:grpSpMkLst>
        </pc:grpChg>
        <pc:cxnChg chg="add mod topLvl">
          <ac:chgData name="김 홍규" userId="6d16d8e1c579a2a2" providerId="LiveId" clId="{F7990E17-330B-4428-934A-51340EA01A98}" dt="2021-11-10T09:01:14.697" v="727" actId="164"/>
          <ac:cxnSpMkLst>
            <pc:docMk/>
            <pc:sldMk cId="991572345" sldId="299"/>
            <ac:cxnSpMk id="7" creationId="{9D8EB501-66CC-44CA-9A64-189A6B33EC1E}"/>
          </ac:cxnSpMkLst>
        </pc:cxnChg>
        <pc:cxnChg chg="add del mod">
          <ac:chgData name="김 홍규" userId="6d16d8e1c579a2a2" providerId="LiveId" clId="{F7990E17-330B-4428-934A-51340EA01A98}" dt="2021-11-10T08:49:51.181" v="185" actId="478"/>
          <ac:cxnSpMkLst>
            <pc:docMk/>
            <pc:sldMk cId="991572345" sldId="299"/>
            <ac:cxnSpMk id="11" creationId="{0165AADD-3D8E-400E-B8BE-E2A2852EFFB8}"/>
          </ac:cxnSpMkLst>
        </pc:cxnChg>
        <pc:cxnChg chg="add del mod">
          <ac:chgData name="김 홍규" userId="6d16d8e1c579a2a2" providerId="LiveId" clId="{F7990E17-330B-4428-934A-51340EA01A98}" dt="2021-11-10T09:09:02.679" v="1167" actId="478"/>
          <ac:cxnSpMkLst>
            <pc:docMk/>
            <pc:sldMk cId="991572345" sldId="299"/>
            <ac:cxnSpMk id="13" creationId="{E1F03EF4-EE51-4856-B7FD-AB9E2B6ECEE1}"/>
          </ac:cxnSpMkLst>
        </pc:cxnChg>
        <pc:cxnChg chg="del">
          <ac:chgData name="김 홍규" userId="6d16d8e1c579a2a2" providerId="LiveId" clId="{F7990E17-330B-4428-934A-51340EA01A98}" dt="2021-11-10T08:46:24.247" v="34" actId="478"/>
          <ac:cxnSpMkLst>
            <pc:docMk/>
            <pc:sldMk cId="991572345" sldId="299"/>
            <ac:cxnSpMk id="19" creationId="{00000000-0000-0000-0000-000000000000}"/>
          </ac:cxnSpMkLst>
        </pc:cxnChg>
        <pc:cxnChg chg="add mod topLvl">
          <ac:chgData name="김 홍규" userId="6d16d8e1c579a2a2" providerId="LiveId" clId="{F7990E17-330B-4428-934A-51340EA01A98}" dt="2021-11-10T09:01:43.978" v="733" actId="164"/>
          <ac:cxnSpMkLst>
            <pc:docMk/>
            <pc:sldMk cId="991572345" sldId="299"/>
            <ac:cxnSpMk id="20" creationId="{160BAEF5-11FC-472D-8D5C-86B0FE2F9D36}"/>
          </ac:cxnSpMkLst>
        </pc:cxnChg>
        <pc:cxnChg chg="add mod topLvl">
          <ac:chgData name="김 홍규" userId="6d16d8e1c579a2a2" providerId="LiveId" clId="{F7990E17-330B-4428-934A-51340EA01A98}" dt="2021-11-10T09:01:20.359" v="728" actId="164"/>
          <ac:cxnSpMkLst>
            <pc:docMk/>
            <pc:sldMk cId="991572345" sldId="299"/>
            <ac:cxnSpMk id="23" creationId="{CFAC2A69-8BBA-4B63-89C8-5613F0EA503A}"/>
          </ac:cxnSpMkLst>
        </pc:cxnChg>
        <pc:cxnChg chg="add del mod topLvl">
          <ac:chgData name="김 홍규" userId="6d16d8e1c579a2a2" providerId="LiveId" clId="{F7990E17-330B-4428-934A-51340EA01A98}" dt="2021-11-10T09:01:47.554" v="734" actId="478"/>
          <ac:cxnSpMkLst>
            <pc:docMk/>
            <pc:sldMk cId="991572345" sldId="299"/>
            <ac:cxnSpMk id="25" creationId="{26AAD263-3240-4F3B-B962-C3E80ACEF8CE}"/>
          </ac:cxnSpMkLst>
        </pc:cxnChg>
        <pc:cxnChg chg="del">
          <ac:chgData name="김 홍규" userId="6d16d8e1c579a2a2" providerId="LiveId" clId="{F7990E17-330B-4428-934A-51340EA01A98}" dt="2021-11-10T08:46:24.247" v="34" actId="478"/>
          <ac:cxnSpMkLst>
            <pc:docMk/>
            <pc:sldMk cId="991572345" sldId="299"/>
            <ac:cxnSpMk id="27" creationId="{00000000-0000-0000-0000-000000000000}"/>
          </ac:cxnSpMkLst>
        </pc:cxnChg>
        <pc:cxnChg chg="add del mod ord topLvl">
          <ac:chgData name="김 홍규" userId="6d16d8e1c579a2a2" providerId="LiveId" clId="{F7990E17-330B-4428-934A-51340EA01A98}" dt="2021-11-10T09:01:25.171" v="730" actId="478"/>
          <ac:cxnSpMkLst>
            <pc:docMk/>
            <pc:sldMk cId="991572345" sldId="299"/>
            <ac:cxnSpMk id="28" creationId="{D224F775-D270-4BD9-BC58-15DBB5AE5C6E}"/>
          </ac:cxnSpMkLst>
        </pc:cxnChg>
        <pc:cxnChg chg="add del mod ord topLvl">
          <ac:chgData name="김 홍규" userId="6d16d8e1c579a2a2" providerId="LiveId" clId="{F7990E17-330B-4428-934A-51340EA01A98}" dt="2021-11-10T09:01:26.458" v="731" actId="478"/>
          <ac:cxnSpMkLst>
            <pc:docMk/>
            <pc:sldMk cId="991572345" sldId="299"/>
            <ac:cxnSpMk id="30" creationId="{0CA70325-426C-40BA-B618-8F0F5BC34B64}"/>
          </ac:cxnSpMkLst>
        </pc:cxnChg>
        <pc:cxnChg chg="add del mod">
          <ac:chgData name="김 홍규" userId="6d16d8e1c579a2a2" providerId="LiveId" clId="{F7990E17-330B-4428-934A-51340EA01A98}" dt="2021-11-10T08:48:04.330" v="81"/>
          <ac:cxnSpMkLst>
            <pc:docMk/>
            <pc:sldMk cId="991572345" sldId="299"/>
            <ac:cxnSpMk id="33" creationId="{1310328C-CB4E-4494-BA2E-2247FF7F62B5}"/>
          </ac:cxnSpMkLst>
        </pc:cxnChg>
        <pc:cxnChg chg="del">
          <ac:chgData name="김 홍규" userId="6d16d8e1c579a2a2" providerId="LiveId" clId="{F7990E17-330B-4428-934A-51340EA01A98}" dt="2021-11-10T08:46:24.247" v="34" actId="478"/>
          <ac:cxnSpMkLst>
            <pc:docMk/>
            <pc:sldMk cId="991572345" sldId="299"/>
            <ac:cxnSpMk id="35" creationId="{00000000-0000-0000-0000-000000000000}"/>
          </ac:cxnSpMkLst>
        </pc:cxnChg>
        <pc:cxnChg chg="add del mod topLvl">
          <ac:chgData name="김 홍규" userId="6d16d8e1c579a2a2" providerId="LiveId" clId="{F7990E17-330B-4428-934A-51340EA01A98}" dt="2021-11-10T09:02:38.216" v="764" actId="478"/>
          <ac:cxnSpMkLst>
            <pc:docMk/>
            <pc:sldMk cId="991572345" sldId="299"/>
            <ac:cxnSpMk id="36" creationId="{22CCB803-6C8A-4003-8B12-A1C299F26072}"/>
          </ac:cxnSpMkLst>
        </pc:cxnChg>
        <pc:cxnChg chg="add del mod topLvl">
          <ac:chgData name="김 홍규" userId="6d16d8e1c579a2a2" providerId="LiveId" clId="{F7990E17-330B-4428-934A-51340EA01A98}" dt="2021-11-10T09:02:36.352" v="762" actId="478"/>
          <ac:cxnSpMkLst>
            <pc:docMk/>
            <pc:sldMk cId="991572345" sldId="299"/>
            <ac:cxnSpMk id="39" creationId="{1A874354-3588-41E0-9C25-D5A196DCBA3F}"/>
          </ac:cxnSpMkLst>
        </pc:cxnChg>
        <pc:cxnChg chg="add del mod">
          <ac:chgData name="김 홍규" userId="6d16d8e1c579a2a2" providerId="LiveId" clId="{F7990E17-330B-4428-934A-51340EA01A98}" dt="2021-11-10T09:03:42.440" v="820" actId="478"/>
          <ac:cxnSpMkLst>
            <pc:docMk/>
            <pc:sldMk cId="991572345" sldId="299"/>
            <ac:cxnSpMk id="42" creationId="{153D15D6-57D7-4D79-9E45-5ED31E0B7AF5}"/>
          </ac:cxnSpMkLst>
        </pc:cxnChg>
        <pc:cxnChg chg="add del mod">
          <ac:chgData name="김 홍규" userId="6d16d8e1c579a2a2" providerId="LiveId" clId="{F7990E17-330B-4428-934A-51340EA01A98}" dt="2021-11-10T09:03:45.232" v="822" actId="478"/>
          <ac:cxnSpMkLst>
            <pc:docMk/>
            <pc:sldMk cId="991572345" sldId="299"/>
            <ac:cxnSpMk id="43" creationId="{E8E3385D-C931-44AD-AF18-E873BB39C254}"/>
          </ac:cxnSpMkLst>
        </pc:cxnChg>
        <pc:cxnChg chg="add del mod">
          <ac:chgData name="김 홍규" userId="6d16d8e1c579a2a2" providerId="LiveId" clId="{F7990E17-330B-4428-934A-51340EA01A98}" dt="2021-11-10T09:03:39.219" v="819" actId="478"/>
          <ac:cxnSpMkLst>
            <pc:docMk/>
            <pc:sldMk cId="991572345" sldId="299"/>
            <ac:cxnSpMk id="45" creationId="{4092F146-3802-4801-8E88-A732C77DC756}"/>
          </ac:cxnSpMkLst>
        </pc:cxnChg>
        <pc:cxnChg chg="add del mod">
          <ac:chgData name="김 홍규" userId="6d16d8e1c579a2a2" providerId="LiveId" clId="{F7990E17-330B-4428-934A-51340EA01A98}" dt="2021-11-10T09:03:47.734" v="825" actId="478"/>
          <ac:cxnSpMkLst>
            <pc:docMk/>
            <pc:sldMk cId="991572345" sldId="299"/>
            <ac:cxnSpMk id="47" creationId="{1C82ADB8-1DC6-49D1-9EC2-B7FBE65446DC}"/>
          </ac:cxnSpMkLst>
        </pc:cxnChg>
        <pc:cxnChg chg="add del mod ord">
          <ac:chgData name="김 홍규" userId="6d16d8e1c579a2a2" providerId="LiveId" clId="{F7990E17-330B-4428-934A-51340EA01A98}" dt="2021-11-10T08:58:16.591" v="705" actId="478"/>
          <ac:cxnSpMkLst>
            <pc:docMk/>
            <pc:sldMk cId="991572345" sldId="299"/>
            <ac:cxnSpMk id="50" creationId="{EDFE435E-0301-4EB2-B4CB-473814024980}"/>
          </ac:cxnSpMkLst>
        </pc:cxnChg>
        <pc:cxnChg chg="add del mod">
          <ac:chgData name="김 홍규" userId="6d16d8e1c579a2a2" providerId="LiveId" clId="{F7990E17-330B-4428-934A-51340EA01A98}" dt="2021-11-10T09:11:59.914" v="1255" actId="164"/>
          <ac:cxnSpMkLst>
            <pc:docMk/>
            <pc:sldMk cId="991572345" sldId="299"/>
            <ac:cxnSpMk id="52" creationId="{03D7AA8A-7F25-4DEA-A793-B3A5BF459050}"/>
          </ac:cxnSpMkLst>
        </pc:cxnChg>
        <pc:cxnChg chg="del">
          <ac:chgData name="김 홍규" userId="6d16d8e1c579a2a2" providerId="LiveId" clId="{F7990E17-330B-4428-934A-51340EA01A98}" dt="2021-11-10T08:46:24.247" v="34" actId="478"/>
          <ac:cxnSpMkLst>
            <pc:docMk/>
            <pc:sldMk cId="991572345" sldId="299"/>
            <ac:cxnSpMk id="55" creationId="{00000000-0000-0000-0000-000000000000}"/>
          </ac:cxnSpMkLst>
        </pc:cxnChg>
        <pc:cxnChg chg="add del mod">
          <ac:chgData name="김 홍규" userId="6d16d8e1c579a2a2" providerId="LiveId" clId="{F7990E17-330B-4428-934A-51340EA01A98}" dt="2021-11-10T08:53:58.870" v="360" actId="478"/>
          <ac:cxnSpMkLst>
            <pc:docMk/>
            <pc:sldMk cId="991572345" sldId="299"/>
            <ac:cxnSpMk id="56" creationId="{A76E6EA2-ACDB-43D1-B809-3838852A846B}"/>
          </ac:cxnSpMkLst>
        </pc:cxnChg>
        <pc:cxnChg chg="add del mod">
          <ac:chgData name="김 홍규" userId="6d16d8e1c579a2a2" providerId="LiveId" clId="{F7990E17-330B-4428-934A-51340EA01A98}" dt="2021-11-10T09:11:59.914" v="1255" actId="164"/>
          <ac:cxnSpMkLst>
            <pc:docMk/>
            <pc:sldMk cId="991572345" sldId="299"/>
            <ac:cxnSpMk id="57" creationId="{382CFEB0-292D-4848-9A3D-8B7CEF70CBE0}"/>
          </ac:cxnSpMkLst>
        </pc:cxnChg>
        <pc:cxnChg chg="add del mod">
          <ac:chgData name="김 홍규" userId="6d16d8e1c579a2a2" providerId="LiveId" clId="{F7990E17-330B-4428-934A-51340EA01A98}" dt="2021-11-10T09:00:57.244" v="722" actId="478"/>
          <ac:cxnSpMkLst>
            <pc:docMk/>
            <pc:sldMk cId="991572345" sldId="299"/>
            <ac:cxnSpMk id="58" creationId="{48DFE107-07A7-49C7-9EE1-858C927D2F74}"/>
          </ac:cxnSpMkLst>
        </pc:cxnChg>
        <pc:cxnChg chg="add del mod">
          <ac:chgData name="김 홍규" userId="6d16d8e1c579a2a2" providerId="LiveId" clId="{F7990E17-330B-4428-934A-51340EA01A98}" dt="2021-11-10T09:08:42.897" v="1160" actId="478"/>
          <ac:cxnSpMkLst>
            <pc:docMk/>
            <pc:sldMk cId="991572345" sldId="299"/>
            <ac:cxnSpMk id="60" creationId="{0897F0F9-51C1-4DD8-B558-0E63071F4661}"/>
          </ac:cxnSpMkLst>
        </pc:cxnChg>
        <pc:cxnChg chg="add del mod">
          <ac:chgData name="김 홍규" userId="6d16d8e1c579a2a2" providerId="LiveId" clId="{F7990E17-330B-4428-934A-51340EA01A98}" dt="2021-11-10T09:08:53.527" v="1164" actId="478"/>
          <ac:cxnSpMkLst>
            <pc:docMk/>
            <pc:sldMk cId="991572345" sldId="299"/>
            <ac:cxnSpMk id="61" creationId="{EFC0821A-2024-428E-B876-B201C90B5365}"/>
          </ac:cxnSpMkLst>
        </pc:cxnChg>
        <pc:cxnChg chg="add del mod">
          <ac:chgData name="김 홍규" userId="6d16d8e1c579a2a2" providerId="LiveId" clId="{F7990E17-330B-4428-934A-51340EA01A98}" dt="2021-11-10T09:10:29.773" v="1217" actId="478"/>
          <ac:cxnSpMkLst>
            <pc:docMk/>
            <pc:sldMk cId="991572345" sldId="299"/>
            <ac:cxnSpMk id="62" creationId="{3D121E4A-E8EE-480F-B872-E635CBED68E6}"/>
          </ac:cxnSpMkLst>
        </pc:cxnChg>
        <pc:cxnChg chg="del">
          <ac:chgData name="김 홍규" userId="6d16d8e1c579a2a2" providerId="LiveId" clId="{F7990E17-330B-4428-934A-51340EA01A98}" dt="2021-11-10T08:46:24.247" v="34" actId="478"/>
          <ac:cxnSpMkLst>
            <pc:docMk/>
            <pc:sldMk cId="991572345" sldId="299"/>
            <ac:cxnSpMk id="63" creationId="{00000000-0000-0000-0000-000000000000}"/>
          </ac:cxnSpMkLst>
        </pc:cxnChg>
        <pc:cxnChg chg="add del mod">
          <ac:chgData name="김 홍규" userId="6d16d8e1c579a2a2" providerId="LiveId" clId="{F7990E17-330B-4428-934A-51340EA01A98}" dt="2021-11-10T09:01:50.256" v="736"/>
          <ac:cxnSpMkLst>
            <pc:docMk/>
            <pc:sldMk cId="991572345" sldId="299"/>
            <ac:cxnSpMk id="67" creationId="{7DC73D49-E404-412F-A59D-B4CD0BFDDDC8}"/>
          </ac:cxnSpMkLst>
        </pc:cxnChg>
        <pc:cxnChg chg="mod">
          <ac:chgData name="김 홍규" userId="6d16d8e1c579a2a2" providerId="LiveId" clId="{F7990E17-330B-4428-934A-51340EA01A98}" dt="2021-11-10T09:01:53.290" v="737"/>
          <ac:cxnSpMkLst>
            <pc:docMk/>
            <pc:sldMk cId="991572345" sldId="299"/>
            <ac:cxnSpMk id="70" creationId="{6CF6BC4D-4CCF-4246-83C9-7C8CEB15A8EC}"/>
          </ac:cxnSpMkLst>
        </pc:cxnChg>
        <pc:cxnChg chg="mod">
          <ac:chgData name="김 홍규" userId="6d16d8e1c579a2a2" providerId="LiveId" clId="{F7990E17-330B-4428-934A-51340EA01A98}" dt="2021-11-10T09:02:02.126" v="739"/>
          <ac:cxnSpMkLst>
            <pc:docMk/>
            <pc:sldMk cId="991572345" sldId="299"/>
            <ac:cxnSpMk id="73" creationId="{79F4B4C6-4272-49EA-8DC4-9A7A409FAF92}"/>
          </ac:cxnSpMkLst>
        </pc:cxnChg>
        <pc:cxnChg chg="mod">
          <ac:chgData name="김 홍규" userId="6d16d8e1c579a2a2" providerId="LiveId" clId="{F7990E17-330B-4428-934A-51340EA01A98}" dt="2021-11-10T09:02:40.024" v="765"/>
          <ac:cxnSpMkLst>
            <pc:docMk/>
            <pc:sldMk cId="991572345" sldId="299"/>
            <ac:cxnSpMk id="76" creationId="{B4D879C2-0D57-4D88-9EA0-50926E572B79}"/>
          </ac:cxnSpMkLst>
        </pc:cxnChg>
        <pc:cxnChg chg="mod">
          <ac:chgData name="김 홍규" userId="6d16d8e1c579a2a2" providerId="LiveId" clId="{F7990E17-330B-4428-934A-51340EA01A98}" dt="2021-11-10T09:02:55.034" v="772"/>
          <ac:cxnSpMkLst>
            <pc:docMk/>
            <pc:sldMk cId="991572345" sldId="299"/>
            <ac:cxnSpMk id="79" creationId="{AD2E2820-F4BE-4437-A4E7-9515B41F9B1F}"/>
          </ac:cxnSpMkLst>
        </pc:cxnChg>
        <pc:cxnChg chg="mod">
          <ac:chgData name="김 홍규" userId="6d16d8e1c579a2a2" providerId="LiveId" clId="{F7990E17-330B-4428-934A-51340EA01A98}" dt="2021-11-10T09:03:02.478" v="774"/>
          <ac:cxnSpMkLst>
            <pc:docMk/>
            <pc:sldMk cId="991572345" sldId="299"/>
            <ac:cxnSpMk id="82" creationId="{66EFE77E-C7E1-4723-86F8-39A89CFF3DD8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85" creationId="{3BA127AC-64F7-4D82-8217-07B49093DE5E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88" creationId="{5982ACFF-7676-45AD-9EAC-0BBEA8CA3E39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91" creationId="{712F688D-F650-47C2-A564-97EDD12D76B7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94" creationId="{43F172EC-C7A9-4D9A-9F00-B9E928E3DAF0}"/>
          </ac:cxnSpMkLst>
        </pc:cxnChg>
        <pc:cxnChg chg="add del mod">
          <ac:chgData name="김 홍규" userId="6d16d8e1c579a2a2" providerId="LiveId" clId="{F7990E17-330B-4428-934A-51340EA01A98}" dt="2021-11-10T09:10:41.673" v="1224" actId="478"/>
          <ac:cxnSpMkLst>
            <pc:docMk/>
            <pc:sldMk cId="991572345" sldId="299"/>
            <ac:cxnSpMk id="104" creationId="{2F3F4568-7A5C-40E4-85E0-16B4AF4C2F39}"/>
          </ac:cxnSpMkLst>
        </pc:cxnChg>
        <pc:cxnChg chg="add del mod">
          <ac:chgData name="김 홍규" userId="6d16d8e1c579a2a2" providerId="LiveId" clId="{F7990E17-330B-4428-934A-51340EA01A98}" dt="2021-11-10T09:10:42.543" v="1225" actId="478"/>
          <ac:cxnSpMkLst>
            <pc:docMk/>
            <pc:sldMk cId="991572345" sldId="299"/>
            <ac:cxnSpMk id="105" creationId="{38727CD1-296A-40A1-9327-E22E585795F1}"/>
          </ac:cxnSpMkLst>
        </pc:cxnChg>
        <pc:cxnChg chg="add mod">
          <ac:chgData name="김 홍규" userId="6d16d8e1c579a2a2" providerId="LiveId" clId="{F7990E17-330B-4428-934A-51340EA01A98}" dt="2021-11-10T09:10:26.053" v="1216" actId="164"/>
          <ac:cxnSpMkLst>
            <pc:docMk/>
            <pc:sldMk cId="991572345" sldId="299"/>
            <ac:cxnSpMk id="106" creationId="{660413ED-4694-4AA0-8BBD-A98AB86A2C97}"/>
          </ac:cxnSpMkLst>
        </pc:cxnChg>
        <pc:cxnChg chg="add del mod">
          <ac:chgData name="김 홍규" userId="6d16d8e1c579a2a2" providerId="LiveId" clId="{F7990E17-330B-4428-934A-51340EA01A98}" dt="2021-11-10T09:10:32.990" v="1220"/>
          <ac:cxnSpMkLst>
            <pc:docMk/>
            <pc:sldMk cId="991572345" sldId="299"/>
            <ac:cxnSpMk id="108" creationId="{230AF39C-657E-4F0D-A90C-90949257D11B}"/>
          </ac:cxnSpMkLst>
        </pc:cxnChg>
        <pc:cxnChg chg="mod">
          <ac:chgData name="김 홍규" userId="6d16d8e1c579a2a2" providerId="LiveId" clId="{F7990E17-330B-4428-934A-51340EA01A98}" dt="2021-11-10T09:10:34.819" v="1221"/>
          <ac:cxnSpMkLst>
            <pc:docMk/>
            <pc:sldMk cId="991572345" sldId="299"/>
            <ac:cxnSpMk id="111" creationId="{7B530FCC-AA7A-44E6-8373-09AFC37AD680}"/>
          </ac:cxnSpMkLst>
        </pc:cxnChg>
        <pc:cxnChg chg="mod">
          <ac:chgData name="김 홍규" userId="6d16d8e1c579a2a2" providerId="LiveId" clId="{F7990E17-330B-4428-934A-51340EA01A98}" dt="2021-11-10T09:10:53.161" v="1232"/>
          <ac:cxnSpMkLst>
            <pc:docMk/>
            <pc:sldMk cId="991572345" sldId="299"/>
            <ac:cxnSpMk id="114" creationId="{A6DCE683-FF0C-4CD5-9D7E-3707D07B86C6}"/>
          </ac:cxnSpMkLst>
        </pc:cxnChg>
        <pc:cxnChg chg="mod">
          <ac:chgData name="김 홍규" userId="6d16d8e1c579a2a2" providerId="LiveId" clId="{F7990E17-330B-4428-934A-51340EA01A98}" dt="2021-11-10T09:11:02.112" v="1237"/>
          <ac:cxnSpMkLst>
            <pc:docMk/>
            <pc:sldMk cId="991572345" sldId="299"/>
            <ac:cxnSpMk id="117" creationId="{D746934D-DC0B-46A6-8CB5-D688762D7AAE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120" creationId="{BF40C988-7757-4649-B988-FDBE647F2B67}"/>
          </ac:cxnSpMkLst>
        </pc:cxnChg>
        <pc:cxnChg chg="mod">
          <ac:chgData name="김 홍규" userId="6d16d8e1c579a2a2" providerId="LiveId" clId="{F7990E17-330B-4428-934A-51340EA01A98}" dt="2021-11-10T09:11:36.329" v="1247"/>
          <ac:cxnSpMkLst>
            <pc:docMk/>
            <pc:sldMk cId="991572345" sldId="299"/>
            <ac:cxnSpMk id="123" creationId="{4D2B8EC0-3E0C-4738-9882-8D7C4AA81C4B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126" creationId="{2DA44D52-18C7-494B-8C86-8E90F07F3C14}"/>
          </ac:cxnSpMkLst>
        </pc:cxnChg>
        <pc:cxnChg chg="mod">
          <ac:chgData name="김 홍규" userId="6d16d8e1c579a2a2" providerId="LiveId" clId="{F7990E17-330B-4428-934A-51340EA01A98}" dt="2021-11-10T09:11:55.296" v="1254" actId="164"/>
          <ac:cxnSpMkLst>
            <pc:docMk/>
            <pc:sldMk cId="991572345" sldId="299"/>
            <ac:cxnSpMk id="129" creationId="{6CA65B31-B4B7-4AFA-ADA0-CEA066BB058F}"/>
          </ac:cxnSpMkLst>
        </pc:cxnChg>
      </pc:sldChg>
      <pc:sldChg chg="new del">
        <pc:chgData name="김 홍규" userId="6d16d8e1c579a2a2" providerId="LiveId" clId="{F7990E17-330B-4428-934A-51340EA01A98}" dt="2021-11-10T08:46:02.130" v="1" actId="680"/>
        <pc:sldMkLst>
          <pc:docMk/>
          <pc:sldMk cId="3411942242" sldId="299"/>
        </pc:sldMkLst>
      </pc:sldChg>
      <pc:sldChg chg="new del">
        <pc:chgData name="김 홍규" userId="6d16d8e1c579a2a2" providerId="LiveId" clId="{F7990E17-330B-4428-934A-51340EA01A98}" dt="2021-11-19T08:36:27.484" v="1386" actId="680"/>
        <pc:sldMkLst>
          <pc:docMk/>
          <pc:sldMk cId="172192290" sldId="300"/>
        </pc:sldMkLst>
      </pc:sldChg>
      <pc:sldChg chg="addSp delSp modSp add mod addAnim delAnim modAnim">
        <pc:chgData name="김 홍규" userId="6d16d8e1c579a2a2" providerId="LiveId" clId="{F7990E17-330B-4428-934A-51340EA01A98}" dt="2021-11-24T09:13:31.106" v="2685"/>
        <pc:sldMkLst>
          <pc:docMk/>
          <pc:sldMk cId="1501425536" sldId="300"/>
        </pc:sldMkLst>
        <pc:spChg chg="del mod">
          <ac:chgData name="김 홍규" userId="6d16d8e1c579a2a2" providerId="LiveId" clId="{F7990E17-330B-4428-934A-51340EA01A98}" dt="2021-11-24T08:46:33.137" v="1662" actId="478"/>
          <ac:spMkLst>
            <pc:docMk/>
            <pc:sldMk cId="1501425536" sldId="300"/>
            <ac:spMk id="2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24T09:13:24.624" v="2684" actId="1076"/>
          <ac:spMkLst>
            <pc:docMk/>
            <pc:sldMk cId="1501425536" sldId="300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1-11-24T08:46:25.080" v="1659" actId="20577"/>
          <ac:spMkLst>
            <pc:docMk/>
            <pc:sldMk cId="1501425536" sldId="300"/>
            <ac:spMk id="6" creationId="{00000000-0000-0000-0000-000000000000}"/>
          </ac:spMkLst>
        </pc:spChg>
        <pc:spChg chg="del">
          <ac:chgData name="김 홍규" userId="6d16d8e1c579a2a2" providerId="LiveId" clId="{F7990E17-330B-4428-934A-51340EA01A98}" dt="2021-11-24T08:46:29.620" v="1660" actId="478"/>
          <ac:spMkLst>
            <pc:docMk/>
            <pc:sldMk cId="1501425536" sldId="300"/>
            <ac:spMk id="7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24T08:46:45.201" v="1670" actId="478"/>
          <ac:spMkLst>
            <pc:docMk/>
            <pc:sldMk cId="1501425536" sldId="300"/>
            <ac:spMk id="11" creationId="{BCC6EE07-157C-424E-8868-C63F17C2D717}"/>
          </ac:spMkLst>
        </pc:spChg>
        <pc:spChg chg="add mod ord">
          <ac:chgData name="김 홍규" userId="6d16d8e1c579a2a2" providerId="LiveId" clId="{F7990E17-330B-4428-934A-51340EA01A98}" dt="2021-11-24T09:12:17.244" v="2682" actId="1076"/>
          <ac:spMkLst>
            <pc:docMk/>
            <pc:sldMk cId="1501425536" sldId="300"/>
            <ac:spMk id="13" creationId="{EE4CC835-63BD-4E5E-9C1F-429843EB4CD1}"/>
          </ac:spMkLst>
        </pc:spChg>
        <pc:spChg chg="add mod">
          <ac:chgData name="김 홍규" userId="6d16d8e1c579a2a2" providerId="LiveId" clId="{F7990E17-330B-4428-934A-51340EA01A98}" dt="2021-11-24T09:12:13.604" v="2681" actId="1076"/>
          <ac:spMkLst>
            <pc:docMk/>
            <pc:sldMk cId="1501425536" sldId="300"/>
            <ac:spMk id="14" creationId="{FE978867-2CBF-4E16-9C79-9D6C08B40C87}"/>
          </ac:spMkLst>
        </pc:spChg>
        <pc:spChg chg="add mod">
          <ac:chgData name="김 홍규" userId="6d16d8e1c579a2a2" providerId="LiveId" clId="{F7990E17-330B-4428-934A-51340EA01A98}" dt="2021-11-24T09:11:44.048" v="2674" actId="14100"/>
          <ac:spMkLst>
            <pc:docMk/>
            <pc:sldMk cId="1501425536" sldId="300"/>
            <ac:spMk id="16" creationId="{A0E36ED1-889F-40A1-B0DC-4BA5D4C5D467}"/>
          </ac:spMkLst>
        </pc:spChg>
        <pc:spChg chg="add mod ord">
          <ac:chgData name="김 홍규" userId="6d16d8e1c579a2a2" providerId="LiveId" clId="{F7990E17-330B-4428-934A-51340EA01A98}" dt="2021-11-24T09:11:44.048" v="2674" actId="14100"/>
          <ac:spMkLst>
            <pc:docMk/>
            <pc:sldMk cId="1501425536" sldId="300"/>
            <ac:spMk id="18" creationId="{41D4CA28-22B3-42CE-B607-41771F4B8F8C}"/>
          </ac:spMkLst>
        </pc:spChg>
        <pc:spChg chg="add mod">
          <ac:chgData name="김 홍규" userId="6d16d8e1c579a2a2" providerId="LiveId" clId="{F7990E17-330B-4428-934A-51340EA01A98}" dt="2021-11-24T09:10:08.424" v="2580" actId="207"/>
          <ac:spMkLst>
            <pc:docMk/>
            <pc:sldMk cId="1501425536" sldId="300"/>
            <ac:spMk id="20" creationId="{C54623FB-F5E4-4621-B8A5-872597552E39}"/>
          </ac:spMkLst>
        </pc:spChg>
        <pc:spChg chg="add mod">
          <ac:chgData name="김 홍규" userId="6d16d8e1c579a2a2" providerId="LiveId" clId="{F7990E17-330B-4428-934A-51340EA01A98}" dt="2021-11-24T08:56:25.258" v="2373" actId="20577"/>
          <ac:spMkLst>
            <pc:docMk/>
            <pc:sldMk cId="1501425536" sldId="300"/>
            <ac:spMk id="22" creationId="{B11F8703-5BF5-4182-B5CA-F846AC00F9B2}"/>
          </ac:spMkLst>
        </pc:spChg>
        <pc:spChg chg="del">
          <ac:chgData name="김 홍규" userId="6d16d8e1c579a2a2" providerId="LiveId" clId="{F7990E17-330B-4428-934A-51340EA01A98}" dt="2021-11-24T08:46:29.620" v="1660" actId="478"/>
          <ac:spMkLst>
            <pc:docMk/>
            <pc:sldMk cId="1501425536" sldId="300"/>
            <ac:spMk id="35" creationId="{00000000-0000-0000-0000-000000000000}"/>
          </ac:spMkLst>
        </pc:spChg>
        <pc:spChg chg="del">
          <ac:chgData name="김 홍규" userId="6d16d8e1c579a2a2" providerId="LiveId" clId="{F7990E17-330B-4428-934A-51340EA01A98}" dt="2021-11-24T08:46:35.457" v="1663" actId="478"/>
          <ac:spMkLst>
            <pc:docMk/>
            <pc:sldMk cId="1501425536" sldId="300"/>
            <ac:spMk id="36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24T08:47:27.456" v="1679" actId="478"/>
          <ac:spMkLst>
            <pc:docMk/>
            <pc:sldMk cId="1501425536" sldId="300"/>
            <ac:spMk id="65" creationId="{79E9AD21-B2E1-44A5-B03F-5479F156945F}"/>
          </ac:spMkLst>
        </pc:spChg>
        <pc:spChg chg="add mod">
          <ac:chgData name="김 홍규" userId="6d16d8e1c579a2a2" providerId="LiveId" clId="{F7990E17-330B-4428-934A-51340EA01A98}" dt="2021-11-24T09:11:44.048" v="2674" actId="14100"/>
          <ac:spMkLst>
            <pc:docMk/>
            <pc:sldMk cId="1501425536" sldId="300"/>
            <ac:spMk id="69" creationId="{29710FC1-A20B-4164-833E-5410867EE5C7}"/>
          </ac:spMkLst>
        </pc:spChg>
        <pc:spChg chg="add mod">
          <ac:chgData name="김 홍규" userId="6d16d8e1c579a2a2" providerId="LiveId" clId="{F7990E17-330B-4428-934A-51340EA01A98}" dt="2021-11-24T09:09:53.325" v="2579" actId="207"/>
          <ac:spMkLst>
            <pc:docMk/>
            <pc:sldMk cId="1501425536" sldId="300"/>
            <ac:spMk id="70" creationId="{F83E2DBC-4279-4973-AC4B-8B3CC4696F10}"/>
          </ac:spMkLst>
        </pc:spChg>
        <pc:spChg chg="add mod">
          <ac:chgData name="김 홍규" userId="6d16d8e1c579a2a2" providerId="LiveId" clId="{F7990E17-330B-4428-934A-51340EA01A98}" dt="2021-11-24T08:56:32.080" v="2374" actId="1076"/>
          <ac:spMkLst>
            <pc:docMk/>
            <pc:sldMk cId="1501425536" sldId="300"/>
            <ac:spMk id="72" creationId="{B950DB19-6AD9-4B5F-B4E2-5328A81FD017}"/>
          </ac:spMkLst>
        </pc:spChg>
        <pc:spChg chg="add mod">
          <ac:chgData name="김 홍규" userId="6d16d8e1c579a2a2" providerId="LiveId" clId="{F7990E17-330B-4428-934A-51340EA01A98}" dt="2021-11-24T09:11:04.311" v="2672" actId="20577"/>
          <ac:spMkLst>
            <pc:docMk/>
            <pc:sldMk cId="1501425536" sldId="300"/>
            <ac:spMk id="73" creationId="{85B8CF4B-4624-4D39-8E10-EC5603FA9709}"/>
          </ac:spMkLst>
        </pc:spChg>
        <pc:grpChg chg="del">
          <ac:chgData name="김 홍규" userId="6d16d8e1c579a2a2" providerId="LiveId" clId="{F7990E17-330B-4428-934A-51340EA01A98}" dt="2021-11-24T08:46:37.275" v="1665" actId="478"/>
          <ac:grpSpMkLst>
            <pc:docMk/>
            <pc:sldMk cId="1501425536" sldId="300"/>
            <ac:grpSpMk id="25" creationId="{00000000-0000-0000-0000-000000000000}"/>
          </ac:grpSpMkLst>
        </pc:grpChg>
        <pc:grpChg chg="del">
          <ac:chgData name="김 홍규" userId="6d16d8e1c579a2a2" providerId="LiveId" clId="{F7990E17-330B-4428-934A-51340EA01A98}" dt="2021-11-24T08:46:38.599" v="1666" actId="478"/>
          <ac:grpSpMkLst>
            <pc:docMk/>
            <pc:sldMk cId="1501425536" sldId="300"/>
            <ac:grpSpMk id="37" creationId="{00000000-0000-0000-0000-000000000000}"/>
          </ac:grpSpMkLst>
        </pc:grpChg>
        <pc:grpChg chg="del">
          <ac:chgData name="김 홍규" userId="6d16d8e1c579a2a2" providerId="LiveId" clId="{F7990E17-330B-4428-934A-51340EA01A98}" dt="2021-11-24T08:46:36.488" v="1664" actId="478"/>
          <ac:grpSpMkLst>
            <pc:docMk/>
            <pc:sldMk cId="1501425536" sldId="300"/>
            <ac:grpSpMk id="47" creationId="{00000000-0000-0000-0000-000000000000}"/>
          </ac:grpSpMkLst>
        </pc:grp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0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2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7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46" creationId="{00000000-0000-0000-0000-000000000000}"/>
          </ac:cxnSpMkLst>
        </pc:cxnChg>
        <pc:cxnChg chg="mod">
          <ac:chgData name="김 홍규" userId="6d16d8e1c579a2a2" providerId="LiveId" clId="{F7990E17-330B-4428-934A-51340EA01A98}" dt="2021-11-24T08:46:36.488" v="1664" actId="478"/>
          <ac:cxnSpMkLst>
            <pc:docMk/>
            <pc:sldMk cId="1501425536" sldId="300"/>
            <ac:cxnSpMk id="54" creationId="{00000000-0000-0000-0000-000000000000}"/>
          </ac:cxnSpMkLst>
        </pc:cxnChg>
        <pc:cxnChg chg="mod">
          <ac:chgData name="김 홍규" userId="6d16d8e1c579a2a2" providerId="LiveId" clId="{F7990E17-330B-4428-934A-51340EA01A98}" dt="2021-11-24T08:46:36.488" v="1664" actId="478"/>
          <ac:cxnSpMkLst>
            <pc:docMk/>
            <pc:sldMk cId="1501425536" sldId="300"/>
            <ac:cxnSpMk id="55" creationId="{00000000-0000-0000-0000-000000000000}"/>
          </ac:cxnSpMkLst>
        </pc:cxnChg>
        <pc:cxnChg chg="mod">
          <ac:chgData name="김 홍규" userId="6d16d8e1c579a2a2" providerId="LiveId" clId="{F7990E17-330B-4428-934A-51340EA01A98}" dt="2021-11-24T08:46:36.488" v="1664" actId="478"/>
          <ac:cxnSpMkLst>
            <pc:docMk/>
            <pc:sldMk cId="1501425536" sldId="300"/>
            <ac:cxnSpMk id="56" creationId="{00000000-0000-0000-0000-000000000000}"/>
          </ac:cxnSpMkLst>
        </pc:cxnChg>
        <pc:cxnChg chg="mod">
          <ac:chgData name="김 홍규" userId="6d16d8e1c579a2a2" providerId="LiveId" clId="{F7990E17-330B-4428-934A-51340EA01A98}" dt="2021-11-24T08:46:36.488" v="1664" actId="478"/>
          <ac:cxnSpMkLst>
            <pc:docMk/>
            <pc:sldMk cId="1501425536" sldId="300"/>
            <ac:cxnSpMk id="57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58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59" creationId="{00000000-0000-0000-0000-000000000000}"/>
          </ac:cxnSpMkLst>
        </pc:cxnChg>
        <pc:cxnChg chg="del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64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74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78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82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89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91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94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00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03" creationId="{00000000-0000-0000-0000-000000000000}"/>
          </ac:cxnSpMkLst>
        </pc:cxnChg>
        <pc:cxnChg chg="del mod">
          <ac:chgData name="김 홍규" userId="6d16d8e1c579a2a2" providerId="LiveId" clId="{F7990E17-330B-4428-934A-51340EA01A98}" dt="2021-11-24T08:46:29.620" v="1660" actId="478"/>
          <ac:cxnSpMkLst>
            <pc:docMk/>
            <pc:sldMk cId="1501425536" sldId="300"/>
            <ac:cxnSpMk id="107" creationId="{00000000-0000-0000-0000-000000000000}"/>
          </ac:cxnSpMkLst>
        </pc:cxnChg>
      </pc:sldChg>
      <pc:sldChg chg="addSp delSp modSp add del mod delAnim">
        <pc:chgData name="김 홍규" userId="6d16d8e1c579a2a2" providerId="LiveId" clId="{F7990E17-330B-4428-934A-51340EA01A98}" dt="2021-11-19T08:42:26.370" v="1455" actId="47"/>
        <pc:sldMkLst>
          <pc:docMk/>
          <pc:sldMk cId="2993732373" sldId="300"/>
        </pc:sldMkLst>
        <pc:spChg chg="del">
          <ac:chgData name="김 홍규" userId="6d16d8e1c579a2a2" providerId="LiveId" clId="{F7990E17-330B-4428-934A-51340EA01A98}" dt="2021-11-19T08:36:36.632" v="1389" actId="478"/>
          <ac:spMkLst>
            <pc:docMk/>
            <pc:sldMk cId="2993732373" sldId="300"/>
            <ac:spMk id="2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34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37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48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59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61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8.544" v="1390" actId="478"/>
          <ac:spMkLst>
            <pc:docMk/>
            <pc:sldMk cId="2993732373" sldId="300"/>
            <ac:spMk id="62" creationId="{00000000-0000-0000-0000-000000000000}"/>
          </ac:spMkLst>
        </pc:spChg>
        <pc:spChg chg="del">
          <ac:chgData name="김 홍규" userId="6d16d8e1c579a2a2" providerId="LiveId" clId="{F7990E17-330B-4428-934A-51340EA01A98}" dt="2021-11-19T08:36:34.248" v="1388" actId="478"/>
          <ac:spMkLst>
            <pc:docMk/>
            <pc:sldMk cId="2993732373" sldId="300"/>
            <ac:spMk id="74" creationId="{00000000-0000-0000-0000-000000000000}"/>
          </ac:spMkLst>
        </pc:s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28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39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40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41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42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44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46" creationId="{00000000-0000-0000-0000-000000000000}"/>
          </ac:grpSpMkLst>
        </pc:grpChg>
        <pc:grpChg chg="del">
          <ac:chgData name="김 홍규" userId="6d16d8e1c579a2a2" providerId="LiveId" clId="{F7990E17-330B-4428-934A-51340EA01A98}" dt="2021-11-19T08:36:34.248" v="1388" actId="478"/>
          <ac:grpSpMkLst>
            <pc:docMk/>
            <pc:sldMk cId="2993732373" sldId="300"/>
            <ac:grpSpMk id="68" creationId="{00000000-0000-0000-0000-000000000000}"/>
          </ac:grpSpMkLst>
        </pc:grpChg>
        <pc:cxnChg chg="add del mod">
          <ac:chgData name="김 홍규" userId="6d16d8e1c579a2a2" providerId="LiveId" clId="{F7990E17-330B-4428-934A-51340EA01A98}" dt="2021-11-19T08:37:15.556" v="1449" actId="478"/>
          <ac:cxnSpMkLst>
            <pc:docMk/>
            <pc:sldMk cId="2993732373" sldId="300"/>
            <ac:cxnSpMk id="5" creationId="{08341D37-EA9F-4AAF-A25A-FECEB0A7EB96}"/>
          </ac:cxnSpMkLst>
        </pc:cxnChg>
        <pc:cxnChg chg="add mod">
          <ac:chgData name="김 홍규" userId="6d16d8e1c579a2a2" providerId="LiveId" clId="{F7990E17-330B-4428-934A-51340EA01A98}" dt="2021-11-19T08:37:11.263" v="1448" actId="1037"/>
          <ac:cxnSpMkLst>
            <pc:docMk/>
            <pc:sldMk cId="2993732373" sldId="300"/>
            <ac:cxnSpMk id="8" creationId="{86C7F1D3-D2E8-4EC9-B005-0D7AF6D25968}"/>
          </ac:cxnSpMkLst>
        </pc:cxnChg>
        <pc:cxnChg chg="add">
          <ac:chgData name="김 홍규" userId="6d16d8e1c579a2a2" providerId="LiveId" clId="{F7990E17-330B-4428-934A-51340EA01A98}" dt="2021-11-19T08:37:21.807" v="1450" actId="11529"/>
          <ac:cxnSpMkLst>
            <pc:docMk/>
            <pc:sldMk cId="2993732373" sldId="300"/>
            <ac:cxnSpMk id="10" creationId="{649A192A-D7A6-441F-8867-EDE4D19CEE92}"/>
          </ac:cxnSpMkLst>
        </pc:cxnChg>
        <pc:cxnChg chg="add mod">
          <ac:chgData name="김 홍규" userId="6d16d8e1c579a2a2" providerId="LiveId" clId="{F7990E17-330B-4428-934A-51340EA01A98}" dt="2021-11-19T08:37:59.622" v="1454" actId="1076"/>
          <ac:cxnSpMkLst>
            <pc:docMk/>
            <pc:sldMk cId="2993732373" sldId="300"/>
            <ac:cxnSpMk id="12" creationId="{2C7AE6FE-C692-4967-96B3-131B4F748FE0}"/>
          </ac:cxnSpMkLst>
        </pc:cxnChg>
      </pc:sldChg>
      <pc:sldChg chg="new del">
        <pc:chgData name="김 홍규" userId="6d16d8e1c579a2a2" providerId="LiveId" clId="{F7990E17-330B-4428-934A-51340EA01A98}" dt="2021-11-24T10:19:28.432" v="2691" actId="47"/>
        <pc:sldMkLst>
          <pc:docMk/>
          <pc:sldMk cId="583614689" sldId="301"/>
        </pc:sldMkLst>
      </pc:sldChg>
      <pc:sldChg chg="addSp delSp modSp add mod ord delAnim">
        <pc:chgData name="김 홍규" userId="6d16d8e1c579a2a2" providerId="LiveId" clId="{F7990E17-330B-4428-934A-51340EA01A98}" dt="2021-11-24T10:46:28.356" v="3628" actId="1076"/>
        <pc:sldMkLst>
          <pc:docMk/>
          <pc:sldMk cId="1144822444" sldId="301"/>
        </pc:sldMkLst>
        <pc:spChg chg="add mod">
          <ac:chgData name="김 홍규" userId="6d16d8e1c579a2a2" providerId="LiveId" clId="{F7990E17-330B-4428-934A-51340EA01A98}" dt="2021-11-24T10:44:33.401" v="3601" actId="164"/>
          <ac:spMkLst>
            <pc:docMk/>
            <pc:sldMk cId="1144822444" sldId="301"/>
            <ac:spMk id="2" creationId="{0F0A4F0F-BC4A-4058-8DCF-A3627325812D}"/>
          </ac:spMkLst>
        </pc:spChg>
        <pc:spChg chg="mod">
          <ac:chgData name="김 홍규" userId="6d16d8e1c579a2a2" providerId="LiveId" clId="{F7990E17-330B-4428-934A-51340EA01A98}" dt="2021-11-24T10:29:32.602" v="3157" actId="20577"/>
          <ac:spMkLst>
            <pc:docMk/>
            <pc:sldMk cId="1144822444" sldId="301"/>
            <ac:spMk id="3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24T10:38:50.651" v="3490" actId="478"/>
          <ac:spMkLst>
            <pc:docMk/>
            <pc:sldMk cId="1144822444" sldId="301"/>
            <ac:spMk id="5" creationId="{E95355C1-A23C-4EE2-B2D6-B5127CF01E85}"/>
          </ac:spMkLst>
        </pc:spChg>
        <pc:spChg chg="mod">
          <ac:chgData name="김 홍규" userId="6d16d8e1c579a2a2" providerId="LiveId" clId="{F7990E17-330B-4428-934A-51340EA01A98}" dt="2021-11-24T10:23:08.751" v="2899" actId="20577"/>
          <ac:spMkLst>
            <pc:docMk/>
            <pc:sldMk cId="1144822444" sldId="301"/>
            <ac:spMk id="6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24T10:43:07.964" v="3589" actId="478"/>
          <ac:spMkLst>
            <pc:docMk/>
            <pc:sldMk cId="1144822444" sldId="301"/>
            <ac:spMk id="7" creationId="{D65FDF5B-2BC2-4639-9D19-7251AB04E530}"/>
          </ac:spMkLst>
        </pc:spChg>
        <pc:spChg chg="add mod">
          <ac:chgData name="김 홍규" userId="6d16d8e1c579a2a2" providerId="LiveId" clId="{F7990E17-330B-4428-934A-51340EA01A98}" dt="2021-11-24T10:44:49.721" v="3606" actId="1076"/>
          <ac:spMkLst>
            <pc:docMk/>
            <pc:sldMk cId="1144822444" sldId="301"/>
            <ac:spMk id="12" creationId="{FD859121-6E9D-4A9F-956C-5143AEBB6362}"/>
          </ac:spMkLst>
        </pc:spChg>
        <pc:spChg chg="del">
          <ac:chgData name="김 홍규" userId="6d16d8e1c579a2a2" providerId="LiveId" clId="{F7990E17-330B-4428-934A-51340EA01A98}" dt="2021-11-24T10:22:23.068" v="2813" actId="478"/>
          <ac:spMkLst>
            <pc:docMk/>
            <pc:sldMk cId="1144822444" sldId="301"/>
            <ac:spMk id="13" creationId="{EE4CC835-63BD-4E5E-9C1F-429843EB4CD1}"/>
          </ac:spMkLst>
        </pc:spChg>
        <pc:spChg chg="del">
          <ac:chgData name="김 홍규" userId="6d16d8e1c579a2a2" providerId="LiveId" clId="{F7990E17-330B-4428-934A-51340EA01A98}" dt="2021-11-24T10:22:23.068" v="2813" actId="478"/>
          <ac:spMkLst>
            <pc:docMk/>
            <pc:sldMk cId="1144822444" sldId="301"/>
            <ac:spMk id="14" creationId="{FE978867-2CBF-4E16-9C79-9D6C08B40C87}"/>
          </ac:spMkLst>
        </pc:spChg>
        <pc:spChg chg="del">
          <ac:chgData name="김 홍규" userId="6d16d8e1c579a2a2" providerId="LiveId" clId="{F7990E17-330B-4428-934A-51340EA01A98}" dt="2021-11-24T10:22:23.068" v="2813" actId="478"/>
          <ac:spMkLst>
            <pc:docMk/>
            <pc:sldMk cId="1144822444" sldId="301"/>
            <ac:spMk id="16" creationId="{A0E36ED1-889F-40A1-B0DC-4BA5D4C5D467}"/>
          </ac:spMkLst>
        </pc:spChg>
        <pc:spChg chg="del">
          <ac:chgData name="김 홍규" userId="6d16d8e1c579a2a2" providerId="LiveId" clId="{F7990E17-330B-4428-934A-51340EA01A98}" dt="2021-11-24T10:22:20.623" v="2812" actId="478"/>
          <ac:spMkLst>
            <pc:docMk/>
            <pc:sldMk cId="1144822444" sldId="301"/>
            <ac:spMk id="18" creationId="{41D4CA28-22B3-42CE-B607-41771F4B8F8C}"/>
          </ac:spMkLst>
        </pc:spChg>
        <pc:spChg chg="add mod">
          <ac:chgData name="김 홍규" userId="6d16d8e1c579a2a2" providerId="LiveId" clId="{F7990E17-330B-4428-934A-51340EA01A98}" dt="2021-11-24T10:46:15.815" v="3626" actId="1037"/>
          <ac:spMkLst>
            <pc:docMk/>
            <pc:sldMk cId="1144822444" sldId="301"/>
            <ac:spMk id="19" creationId="{20B77410-A2AD-4C6E-A7A4-D151A1936BAA}"/>
          </ac:spMkLst>
        </pc:spChg>
        <pc:spChg chg="del">
          <ac:chgData name="김 홍규" userId="6d16d8e1c579a2a2" providerId="LiveId" clId="{F7990E17-330B-4428-934A-51340EA01A98}" dt="2021-11-24T10:22:25.244" v="2814" actId="478"/>
          <ac:spMkLst>
            <pc:docMk/>
            <pc:sldMk cId="1144822444" sldId="301"/>
            <ac:spMk id="20" creationId="{C54623FB-F5E4-4621-B8A5-872597552E39}"/>
          </ac:spMkLst>
        </pc:spChg>
        <pc:spChg chg="del">
          <ac:chgData name="김 홍규" userId="6d16d8e1c579a2a2" providerId="LiveId" clId="{F7990E17-330B-4428-934A-51340EA01A98}" dt="2021-11-24T10:22:27.155" v="2815" actId="478"/>
          <ac:spMkLst>
            <pc:docMk/>
            <pc:sldMk cId="1144822444" sldId="301"/>
            <ac:spMk id="22" creationId="{B11F8703-5BF5-4182-B5CA-F846AC00F9B2}"/>
          </ac:spMkLst>
        </pc:spChg>
        <pc:spChg chg="add mod">
          <ac:chgData name="김 홍규" userId="6d16d8e1c579a2a2" providerId="LiveId" clId="{F7990E17-330B-4428-934A-51340EA01A98}" dt="2021-11-24T10:45:42.919" v="3614" actId="207"/>
          <ac:spMkLst>
            <pc:docMk/>
            <pc:sldMk cId="1144822444" sldId="301"/>
            <ac:spMk id="23" creationId="{4B0DC37F-AB69-4EB1-87BA-A54E175E807D}"/>
          </ac:spMkLst>
        </pc:spChg>
        <pc:spChg chg="add mod">
          <ac:chgData name="김 홍규" userId="6d16d8e1c579a2a2" providerId="LiveId" clId="{F7990E17-330B-4428-934A-51340EA01A98}" dt="2021-11-24T10:45:46.240" v="3615" actId="207"/>
          <ac:spMkLst>
            <pc:docMk/>
            <pc:sldMk cId="1144822444" sldId="301"/>
            <ac:spMk id="24" creationId="{26D3D4E6-4F65-4591-AF33-2E543874A8F5}"/>
          </ac:spMkLst>
        </pc:spChg>
        <pc:spChg chg="add del mod">
          <ac:chgData name="김 홍규" userId="6d16d8e1c579a2a2" providerId="LiveId" clId="{F7990E17-330B-4428-934A-51340EA01A98}" dt="2021-11-24T10:38:53.419" v="3492" actId="478"/>
          <ac:spMkLst>
            <pc:docMk/>
            <pc:sldMk cId="1144822444" sldId="301"/>
            <ac:spMk id="26" creationId="{321BDF8C-DAB0-4B63-B295-8721DFBB09FE}"/>
          </ac:spMkLst>
        </pc:spChg>
        <pc:spChg chg="del">
          <ac:chgData name="김 홍규" userId="6d16d8e1c579a2a2" providerId="LiveId" clId="{F7990E17-330B-4428-934A-51340EA01A98}" dt="2021-11-24T10:22:23.068" v="2813" actId="478"/>
          <ac:spMkLst>
            <pc:docMk/>
            <pc:sldMk cId="1144822444" sldId="301"/>
            <ac:spMk id="69" creationId="{29710FC1-A20B-4164-833E-5410867EE5C7}"/>
          </ac:spMkLst>
        </pc:spChg>
        <pc:spChg chg="del">
          <ac:chgData name="김 홍규" userId="6d16d8e1c579a2a2" providerId="LiveId" clId="{F7990E17-330B-4428-934A-51340EA01A98}" dt="2021-11-24T10:22:25.244" v="2814" actId="478"/>
          <ac:spMkLst>
            <pc:docMk/>
            <pc:sldMk cId="1144822444" sldId="301"/>
            <ac:spMk id="70" creationId="{F83E2DBC-4279-4973-AC4B-8B3CC4696F10}"/>
          </ac:spMkLst>
        </pc:spChg>
        <pc:spChg chg="del">
          <ac:chgData name="김 홍규" userId="6d16d8e1c579a2a2" providerId="LiveId" clId="{F7990E17-330B-4428-934A-51340EA01A98}" dt="2021-11-24T10:22:25.244" v="2814" actId="478"/>
          <ac:spMkLst>
            <pc:docMk/>
            <pc:sldMk cId="1144822444" sldId="301"/>
            <ac:spMk id="72" creationId="{B950DB19-6AD9-4B5F-B4E2-5328A81FD017}"/>
          </ac:spMkLst>
        </pc:spChg>
        <pc:spChg chg="del">
          <ac:chgData name="김 홍규" userId="6d16d8e1c579a2a2" providerId="LiveId" clId="{F7990E17-330B-4428-934A-51340EA01A98}" dt="2021-11-24T10:22:29.706" v="2816" actId="478"/>
          <ac:spMkLst>
            <pc:docMk/>
            <pc:sldMk cId="1144822444" sldId="301"/>
            <ac:spMk id="73" creationId="{85B8CF4B-4624-4D39-8E10-EC5603FA9709}"/>
          </ac:spMkLst>
        </pc:spChg>
        <pc:grpChg chg="add mod ord">
          <ac:chgData name="김 홍규" userId="6d16d8e1c579a2a2" providerId="LiveId" clId="{F7990E17-330B-4428-934A-51340EA01A98}" dt="2021-11-24T10:46:28.356" v="3628" actId="1076"/>
          <ac:grpSpMkLst>
            <pc:docMk/>
            <pc:sldMk cId="1144822444" sldId="301"/>
            <ac:grpSpMk id="37" creationId="{6349E9A9-E7C4-478F-9996-3DCB905A9556}"/>
          </ac:grpSpMkLst>
        </pc:grpChg>
        <pc:picChg chg="add del mod">
          <ac:chgData name="김 홍규" userId="6d16d8e1c579a2a2" providerId="LiveId" clId="{F7990E17-330B-4428-934A-51340EA01A98}" dt="2021-11-24T10:34:39.088" v="3172" actId="478"/>
          <ac:picMkLst>
            <pc:docMk/>
            <pc:sldMk cId="1144822444" sldId="301"/>
            <ac:picMk id="9" creationId="{D3AF419B-1DB4-4A89-820F-953835271D30}"/>
          </ac:picMkLst>
        </pc:picChg>
        <pc:picChg chg="add mod">
          <ac:chgData name="김 홍규" userId="6d16d8e1c579a2a2" providerId="LiveId" clId="{F7990E17-330B-4428-934A-51340EA01A98}" dt="2021-11-24T10:34:50.513" v="3177" actId="1076"/>
          <ac:picMkLst>
            <pc:docMk/>
            <pc:sldMk cId="1144822444" sldId="301"/>
            <ac:picMk id="11" creationId="{B835F459-D13E-4D9D-914B-4D45AEB7E74F}"/>
          </ac:picMkLst>
        </pc:picChg>
        <pc:cxnChg chg="add del mod">
          <ac:chgData name="김 홍규" userId="6d16d8e1c579a2a2" providerId="LiveId" clId="{F7990E17-330B-4428-934A-51340EA01A98}" dt="2021-11-24T10:39:21.921" v="3502" actId="478"/>
          <ac:cxnSpMkLst>
            <pc:docMk/>
            <pc:sldMk cId="1144822444" sldId="301"/>
            <ac:cxnSpMk id="17" creationId="{990E3F45-76D0-4141-AA02-C57FC3189B72}"/>
          </ac:cxnSpMkLst>
        </pc:cxnChg>
        <pc:cxnChg chg="add mod">
          <ac:chgData name="김 홍규" userId="6d16d8e1c579a2a2" providerId="LiveId" clId="{F7990E17-330B-4428-934A-51340EA01A98}" dt="2021-11-24T10:44:53.194" v="3607" actId="14100"/>
          <ac:cxnSpMkLst>
            <pc:docMk/>
            <pc:sldMk cId="1144822444" sldId="301"/>
            <ac:cxnSpMk id="25" creationId="{B055B6D5-7E5F-4D5D-83AC-66A2189DB3C1}"/>
          </ac:cxnSpMkLst>
        </pc:cxnChg>
      </pc:sldChg>
      <pc:sldChg chg="addSp delSp modSp add mod">
        <pc:chgData name="김 홍규" userId="6d16d8e1c579a2a2" providerId="LiveId" clId="{F7990E17-330B-4428-934A-51340EA01A98}" dt="2021-11-29T10:42:24.580" v="4631" actId="1076"/>
        <pc:sldMkLst>
          <pc:docMk/>
          <pc:sldMk cId="1359658483" sldId="302"/>
        </pc:sldMkLst>
        <pc:spChg chg="add mod">
          <ac:chgData name="김 홍규" userId="6d16d8e1c579a2a2" providerId="LiveId" clId="{F7990E17-330B-4428-934A-51340EA01A98}" dt="2021-11-29T08:46:42.856" v="3891" actId="1035"/>
          <ac:spMkLst>
            <pc:docMk/>
            <pc:sldMk cId="1359658483" sldId="302"/>
            <ac:spMk id="2" creationId="{03DB2B2A-A46C-4AE3-9BED-81EB6AD71CCE}"/>
          </ac:spMkLst>
        </pc:spChg>
        <pc:spChg chg="mod">
          <ac:chgData name="김 홍규" userId="6d16d8e1c579a2a2" providerId="LiveId" clId="{F7990E17-330B-4428-934A-51340EA01A98}" dt="2021-11-29T08:51:21.394" v="4152" actId="14100"/>
          <ac:spMkLst>
            <pc:docMk/>
            <pc:sldMk cId="1359658483" sldId="302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1-11-29T08:35:30.679" v="3671"/>
          <ac:spMkLst>
            <pc:docMk/>
            <pc:sldMk cId="1359658483" sldId="302"/>
            <ac:spMk id="6" creationId="{00000000-0000-0000-0000-000000000000}"/>
          </ac:spMkLst>
        </pc:spChg>
        <pc:spChg chg="add mod">
          <ac:chgData name="김 홍규" userId="6d16d8e1c579a2a2" providerId="LiveId" clId="{F7990E17-330B-4428-934A-51340EA01A98}" dt="2021-11-29T08:48:41.615" v="3922" actId="1076"/>
          <ac:spMkLst>
            <pc:docMk/>
            <pc:sldMk cId="1359658483" sldId="302"/>
            <ac:spMk id="18" creationId="{21DAC777-8027-4FBE-AAB8-B6DE82577461}"/>
          </ac:spMkLst>
        </pc:spChg>
        <pc:spChg chg="add del mod">
          <ac:chgData name="김 홍규" userId="6d16d8e1c579a2a2" providerId="LiveId" clId="{F7990E17-330B-4428-934A-51340EA01A98}" dt="2021-11-29T08:38:00.474" v="3695"/>
          <ac:spMkLst>
            <pc:docMk/>
            <pc:sldMk cId="1359658483" sldId="302"/>
            <ac:spMk id="24" creationId="{F9A2F71F-2DFC-479F-AA3E-796D45B5839A}"/>
          </ac:spMkLst>
        </pc:spChg>
        <pc:spChg chg="add mod">
          <ac:chgData name="김 홍규" userId="6d16d8e1c579a2a2" providerId="LiveId" clId="{F7990E17-330B-4428-934A-51340EA01A98}" dt="2021-11-29T08:46:42.856" v="3891" actId="1035"/>
          <ac:spMkLst>
            <pc:docMk/>
            <pc:sldMk cId="1359658483" sldId="302"/>
            <ac:spMk id="27" creationId="{69518E24-0F49-487B-919E-3E3A1864D127}"/>
          </ac:spMkLst>
        </pc:spChg>
        <pc:spChg chg="add del">
          <ac:chgData name="김 홍규" userId="6d16d8e1c579a2a2" providerId="LiveId" clId="{F7990E17-330B-4428-934A-51340EA01A98}" dt="2021-11-29T08:42:40.939" v="3781" actId="478"/>
          <ac:spMkLst>
            <pc:docMk/>
            <pc:sldMk cId="1359658483" sldId="302"/>
            <ac:spMk id="28" creationId="{59C0B99D-0EDE-4496-993D-AB2EF194E770}"/>
          </ac:spMkLst>
        </pc:spChg>
        <pc:spChg chg="add mod">
          <ac:chgData name="김 홍규" userId="6d16d8e1c579a2a2" providerId="LiveId" clId="{F7990E17-330B-4428-934A-51340EA01A98}" dt="2021-11-29T08:43:50.452" v="3833" actId="20577"/>
          <ac:spMkLst>
            <pc:docMk/>
            <pc:sldMk cId="1359658483" sldId="302"/>
            <ac:spMk id="29" creationId="{42DAB812-F8E7-4DE4-86F0-6C620CD93543}"/>
          </ac:spMkLst>
        </pc:spChg>
        <pc:spChg chg="add mod">
          <ac:chgData name="김 홍규" userId="6d16d8e1c579a2a2" providerId="LiveId" clId="{F7990E17-330B-4428-934A-51340EA01A98}" dt="2021-11-29T10:38:17.577" v="4626" actId="14100"/>
          <ac:spMkLst>
            <pc:docMk/>
            <pc:sldMk cId="1359658483" sldId="302"/>
            <ac:spMk id="31" creationId="{1C2FD500-C6E9-48C6-A3D5-B8C1C629A6AB}"/>
          </ac:spMkLst>
        </pc:spChg>
        <pc:spChg chg="add del mod">
          <ac:chgData name="김 홍규" userId="6d16d8e1c579a2a2" providerId="LiveId" clId="{F7990E17-330B-4428-934A-51340EA01A98}" dt="2021-11-29T08:37:33.183" v="3689" actId="478"/>
          <ac:spMkLst>
            <pc:docMk/>
            <pc:sldMk cId="1359658483" sldId="302"/>
            <ac:spMk id="96" creationId="{0AF0ADA8-C945-45F3-8DEC-F5EF06685FB4}"/>
          </ac:spMkLst>
        </pc:spChg>
        <pc:spChg chg="add mod">
          <ac:chgData name="김 홍규" userId="6d16d8e1c579a2a2" providerId="LiveId" clId="{F7990E17-330B-4428-934A-51340EA01A98}" dt="2021-11-29T08:46:42.856" v="3891" actId="1035"/>
          <ac:spMkLst>
            <pc:docMk/>
            <pc:sldMk cId="1359658483" sldId="302"/>
            <ac:spMk id="97" creationId="{1E09FC39-B5FD-4E80-9F77-432143C66CCB}"/>
          </ac:spMkLst>
        </pc:spChg>
        <pc:spChg chg="add mod">
          <ac:chgData name="김 홍규" userId="6d16d8e1c579a2a2" providerId="LiveId" clId="{F7990E17-330B-4428-934A-51340EA01A98}" dt="2021-11-29T10:36:53.364" v="4612" actId="20577"/>
          <ac:spMkLst>
            <pc:docMk/>
            <pc:sldMk cId="1359658483" sldId="302"/>
            <ac:spMk id="98" creationId="{D643F6AC-C84B-4BB7-9C7E-F4ED85401848}"/>
          </ac:spMkLst>
        </pc:spChg>
        <pc:spChg chg="del">
          <ac:chgData name="김 홍규" userId="6d16d8e1c579a2a2" providerId="LiveId" clId="{F7990E17-330B-4428-934A-51340EA01A98}" dt="2021-11-29T08:35:41.186" v="3674" actId="478"/>
          <ac:spMkLst>
            <pc:docMk/>
            <pc:sldMk cId="1359658483" sldId="302"/>
            <ac:spMk id="99" creationId="{CD4297A4-EB5B-4040-B3E1-4720F1BC7683}"/>
          </ac:spMkLst>
        </pc:spChg>
        <pc:spChg chg="add mod">
          <ac:chgData name="김 홍규" userId="6d16d8e1c579a2a2" providerId="LiveId" clId="{F7990E17-330B-4428-934A-51340EA01A98}" dt="2021-11-29T10:36:58.076" v="4613" actId="20577"/>
          <ac:spMkLst>
            <pc:docMk/>
            <pc:sldMk cId="1359658483" sldId="302"/>
            <ac:spMk id="101" creationId="{FF5842DE-7C2F-4F5E-B218-4EC43284A521}"/>
          </ac:spMkLst>
        </pc:spChg>
        <pc:spChg chg="add mod">
          <ac:chgData name="김 홍규" userId="6d16d8e1c579a2a2" providerId="LiveId" clId="{F7990E17-330B-4428-934A-51340EA01A98}" dt="2021-11-29T08:45:54.825" v="3846" actId="1076"/>
          <ac:spMkLst>
            <pc:docMk/>
            <pc:sldMk cId="1359658483" sldId="302"/>
            <ac:spMk id="103" creationId="{01274F8F-D412-4E7C-951A-DBFCF03CC6A3}"/>
          </ac:spMkLst>
        </pc:spChg>
        <pc:spChg chg="add mod">
          <ac:chgData name="김 홍규" userId="6d16d8e1c579a2a2" providerId="LiveId" clId="{F7990E17-330B-4428-934A-51340EA01A98}" dt="2021-11-29T08:45:11.453" v="3845" actId="14100"/>
          <ac:spMkLst>
            <pc:docMk/>
            <pc:sldMk cId="1359658483" sldId="302"/>
            <ac:spMk id="104" creationId="{AF5FAAB7-91D0-45B7-A1DC-A8F9F1D49014}"/>
          </ac:spMkLst>
        </pc:spChg>
        <pc:spChg chg="add mod">
          <ac:chgData name="김 홍규" userId="6d16d8e1c579a2a2" providerId="LiveId" clId="{F7990E17-330B-4428-934A-51340EA01A98}" dt="2021-11-29T08:47:01.063" v="3894" actId="164"/>
          <ac:spMkLst>
            <pc:docMk/>
            <pc:sldMk cId="1359658483" sldId="302"/>
            <ac:spMk id="105" creationId="{1A9FC958-CD9C-4EFF-AFAD-9E1762A75543}"/>
          </ac:spMkLst>
        </pc:spChg>
        <pc:spChg chg="del">
          <ac:chgData name="김 홍규" userId="6d16d8e1c579a2a2" providerId="LiveId" clId="{F7990E17-330B-4428-934A-51340EA01A98}" dt="2021-11-29T08:35:34.485" v="3672" actId="478"/>
          <ac:spMkLst>
            <pc:docMk/>
            <pc:sldMk cId="1359658483" sldId="302"/>
            <ac:spMk id="132" creationId="{638F6BB1-B91F-4339-8DEC-579C22574EE8}"/>
          </ac:spMkLst>
        </pc:spChg>
        <pc:spChg chg="add mod">
          <ac:chgData name="김 홍규" userId="6d16d8e1c579a2a2" providerId="LiveId" clId="{F7990E17-330B-4428-934A-51340EA01A98}" dt="2021-11-29T08:47:37.129" v="3910" actId="20577"/>
          <ac:spMkLst>
            <pc:docMk/>
            <pc:sldMk cId="1359658483" sldId="302"/>
            <ac:spMk id="135" creationId="{0021AE68-55EC-41CA-BDC4-1D4864DCEC2D}"/>
          </ac:spMkLst>
        </pc:spChg>
        <pc:spChg chg="add del mod">
          <ac:chgData name="김 홍규" userId="6d16d8e1c579a2a2" providerId="LiveId" clId="{F7990E17-330B-4428-934A-51340EA01A98}" dt="2021-11-29T08:47:44.936" v="3915" actId="478"/>
          <ac:spMkLst>
            <pc:docMk/>
            <pc:sldMk cId="1359658483" sldId="302"/>
            <ac:spMk id="136" creationId="{98E94992-1293-4C9C-96A0-5CD22B6FD121}"/>
          </ac:spMkLst>
        </pc:spChg>
        <pc:spChg chg="add del mod">
          <ac:chgData name="김 홍규" userId="6d16d8e1c579a2a2" providerId="LiveId" clId="{F7990E17-330B-4428-934A-51340EA01A98}" dt="2021-11-29T08:47:18.353" v="3900" actId="478"/>
          <ac:spMkLst>
            <pc:docMk/>
            <pc:sldMk cId="1359658483" sldId="302"/>
            <ac:spMk id="137" creationId="{0BA27C96-C9CD-4998-9452-60F13AFD5521}"/>
          </ac:spMkLst>
        </pc:spChg>
        <pc:spChg chg="add del mod">
          <ac:chgData name="김 홍규" userId="6d16d8e1c579a2a2" providerId="LiveId" clId="{F7990E17-330B-4428-934A-51340EA01A98}" dt="2021-11-29T08:47:43.524" v="3914" actId="478"/>
          <ac:spMkLst>
            <pc:docMk/>
            <pc:sldMk cId="1359658483" sldId="302"/>
            <ac:spMk id="138" creationId="{9FC4C2D9-848E-4F90-AE03-B37FCAD21342}"/>
          </ac:spMkLst>
        </pc:spChg>
        <pc:spChg chg="add del mod">
          <ac:chgData name="김 홍규" userId="6d16d8e1c579a2a2" providerId="LiveId" clId="{F7990E17-330B-4428-934A-51340EA01A98}" dt="2021-11-29T08:47:16.025" v="3899" actId="478"/>
          <ac:spMkLst>
            <pc:docMk/>
            <pc:sldMk cId="1359658483" sldId="302"/>
            <ac:spMk id="139" creationId="{3F475151-78ED-4C57-AA78-18C8C6E46F0E}"/>
          </ac:spMkLst>
        </pc:spChg>
        <pc:spChg chg="add mod">
          <ac:chgData name="김 홍규" userId="6d16d8e1c579a2a2" providerId="LiveId" clId="{F7990E17-330B-4428-934A-51340EA01A98}" dt="2021-11-29T08:48:33.391" v="3921" actId="20577"/>
          <ac:spMkLst>
            <pc:docMk/>
            <pc:sldMk cId="1359658483" sldId="302"/>
            <ac:spMk id="141" creationId="{D1932645-F308-442A-B649-DC983E8EEE18}"/>
          </ac:spMkLst>
        </pc:spChg>
        <pc:spChg chg="add mod">
          <ac:chgData name="김 홍규" userId="6d16d8e1c579a2a2" providerId="LiveId" clId="{F7990E17-330B-4428-934A-51340EA01A98}" dt="2021-11-29T09:11:20.290" v="4450" actId="14100"/>
          <ac:spMkLst>
            <pc:docMk/>
            <pc:sldMk cId="1359658483" sldId="302"/>
            <ac:spMk id="142" creationId="{2956CB10-70E2-4173-937D-C96FA1D4C2DD}"/>
          </ac:spMkLst>
        </pc:spChg>
        <pc:grpChg chg="add mod">
          <ac:chgData name="김 홍규" userId="6d16d8e1c579a2a2" providerId="LiveId" clId="{F7990E17-330B-4428-934A-51340EA01A98}" dt="2021-11-29T09:06:47.347" v="4185" actId="1076"/>
          <ac:grpSpMkLst>
            <pc:docMk/>
            <pc:sldMk cId="1359658483" sldId="302"/>
            <ac:grpSpMk id="30" creationId="{27F2DEE3-2525-4F3E-8E42-4FF0427C0239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59" creationId="{99CA46C0-3BC3-4D17-93A0-62676F65EF58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65" creationId="{200A7631-EA40-4653-8F4F-6EBE2711B3BB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66" creationId="{177DA3BF-05DC-4BDA-967F-7AB8AD52DD09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68" creationId="{BDB70B2C-D32E-4B32-8EE1-602B46F00DAB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71" creationId="{AFC65792-12FC-4673-8CCA-EE1501CB33E7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74" creationId="{2620CE89-FFD9-467A-B035-B172E2AB9A00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77" creationId="{CEE6B57B-72F3-40A4-A46E-19448AFB99BC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80" creationId="{01034F38-7419-4DB0-B131-2FAA286E7BBD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107" creationId="{3101346A-4609-4AF3-8624-7D6B2E29C090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109" creationId="{7E6D6A5F-F6F2-4FDC-988A-29DE8718F1A9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112" creationId="{7F4A521C-E68B-423C-8393-29530CE73B7A}"/>
          </ac:grpSpMkLst>
        </pc:grpChg>
        <pc:grpChg chg="del">
          <ac:chgData name="김 홍규" userId="6d16d8e1c579a2a2" providerId="LiveId" clId="{F7990E17-330B-4428-934A-51340EA01A98}" dt="2021-11-29T08:35:34.485" v="3672" actId="478"/>
          <ac:grpSpMkLst>
            <pc:docMk/>
            <pc:sldMk cId="1359658483" sldId="302"/>
            <ac:grpSpMk id="115" creationId="{B1BA776B-15D4-485E-9AB9-EAB280E1C67E}"/>
          </ac:grpSpMkLst>
        </pc:grpChg>
        <pc:grpChg chg="del">
          <ac:chgData name="김 홍규" userId="6d16d8e1c579a2a2" providerId="LiveId" clId="{F7990E17-330B-4428-934A-51340EA01A98}" dt="2021-11-29T08:35:36.895" v="3673" actId="478"/>
          <ac:grpSpMkLst>
            <pc:docMk/>
            <pc:sldMk cId="1359658483" sldId="302"/>
            <ac:grpSpMk id="131" creationId="{8B40E6C6-004A-471B-8613-FDE78C6292F1}"/>
          </ac:grpSpMkLst>
        </pc:grpChg>
        <pc:picChg chg="add mod">
          <ac:chgData name="김 홍규" userId="6d16d8e1c579a2a2" providerId="LiveId" clId="{F7990E17-330B-4428-934A-51340EA01A98}" dt="2021-11-29T09:03:38.378" v="4184" actId="1076"/>
          <ac:picMkLst>
            <pc:docMk/>
            <pc:sldMk cId="1359658483" sldId="302"/>
            <ac:picMk id="102" creationId="{CD256438-B5A8-4A4A-947F-7512ECF0343A}"/>
          </ac:picMkLst>
        </pc:picChg>
        <pc:cxnChg chg="add mod">
          <ac:chgData name="김 홍규" userId="6d16d8e1c579a2a2" providerId="LiveId" clId="{F7990E17-330B-4428-934A-51340EA01A98}" dt="2021-11-29T08:46:42.856" v="3891" actId="1035"/>
          <ac:cxnSpMkLst>
            <pc:docMk/>
            <pc:sldMk cId="1359658483" sldId="302"/>
            <ac:cxnSpMk id="8" creationId="{EFEAB5F3-A3A0-4CDC-A1F1-6C64AB6883F9}"/>
          </ac:cxnSpMkLst>
        </pc:cxnChg>
        <pc:cxnChg chg="add mod">
          <ac:chgData name="김 홍규" userId="6d16d8e1c579a2a2" providerId="LiveId" clId="{F7990E17-330B-4428-934A-51340EA01A98}" dt="2021-11-29T08:46:42.856" v="3891" actId="1035"/>
          <ac:cxnSpMkLst>
            <pc:docMk/>
            <pc:sldMk cId="1359658483" sldId="302"/>
            <ac:cxnSpMk id="10" creationId="{E3A1482F-A7EB-4CC6-B192-3B1E662A132C}"/>
          </ac:cxnSpMkLst>
        </pc:cxnChg>
        <pc:cxnChg chg="add mod">
          <ac:chgData name="김 홍규" userId="6d16d8e1c579a2a2" providerId="LiveId" clId="{F7990E17-330B-4428-934A-51340EA01A98}" dt="2021-11-29T08:46:42.856" v="3891" actId="1035"/>
          <ac:cxnSpMkLst>
            <pc:docMk/>
            <pc:sldMk cId="1359658483" sldId="302"/>
            <ac:cxnSpMk id="12" creationId="{53280EE7-ED8D-47D6-973C-5281622F638A}"/>
          </ac:cxnSpMkLst>
        </pc:cxnChg>
        <pc:cxnChg chg="add mod">
          <ac:chgData name="김 홍규" userId="6d16d8e1c579a2a2" providerId="LiveId" clId="{F7990E17-330B-4428-934A-51340EA01A98}" dt="2021-11-29T08:46:42.856" v="3891" actId="1035"/>
          <ac:cxnSpMkLst>
            <pc:docMk/>
            <pc:sldMk cId="1359658483" sldId="302"/>
            <ac:cxnSpMk id="14" creationId="{A3438F60-35D3-4372-BB81-D578D9C1AF0C}"/>
          </ac:cxnSpMkLst>
        </pc:cxnChg>
        <pc:cxnChg chg="add mod">
          <ac:chgData name="김 홍규" userId="6d16d8e1c579a2a2" providerId="LiveId" clId="{F7990E17-330B-4428-934A-51340EA01A98}" dt="2021-11-29T08:48:41.615" v="3922" actId="1076"/>
          <ac:cxnSpMkLst>
            <pc:docMk/>
            <pc:sldMk cId="1359658483" sldId="302"/>
            <ac:cxnSpMk id="21" creationId="{245D4EC5-8900-4D3D-B89B-E24CD8A68E36}"/>
          </ac:cxnSpMkLst>
        </pc:cxnChg>
        <pc:cxnChg chg="add mod">
          <ac:chgData name="김 홍규" userId="6d16d8e1c579a2a2" providerId="LiveId" clId="{F7990E17-330B-4428-934A-51340EA01A98}" dt="2021-11-29T08:47:01.063" v="3894" actId="164"/>
          <ac:cxnSpMkLst>
            <pc:docMk/>
            <pc:sldMk cId="1359658483" sldId="302"/>
            <ac:cxnSpMk id="108" creationId="{A0D97173-496C-4111-9483-B77981570999}"/>
          </ac:cxnSpMkLst>
        </pc:cxnChg>
        <pc:cxnChg chg="add mod">
          <ac:chgData name="김 홍규" userId="6d16d8e1c579a2a2" providerId="LiveId" clId="{F7990E17-330B-4428-934A-51340EA01A98}" dt="2021-11-29T08:47:01.063" v="3894" actId="164"/>
          <ac:cxnSpMkLst>
            <pc:docMk/>
            <pc:sldMk cId="1359658483" sldId="302"/>
            <ac:cxnSpMk id="130" creationId="{B94CADD9-7976-4644-8302-393122D75454}"/>
          </ac:cxnSpMkLst>
        </pc:cxnChg>
        <pc:cxnChg chg="add mod">
          <ac:chgData name="김 홍규" userId="6d16d8e1c579a2a2" providerId="LiveId" clId="{F7990E17-330B-4428-934A-51340EA01A98}" dt="2021-11-29T08:47:01.063" v="3894" actId="164"/>
          <ac:cxnSpMkLst>
            <pc:docMk/>
            <pc:sldMk cId="1359658483" sldId="302"/>
            <ac:cxnSpMk id="133" creationId="{B04A32D7-23AD-4634-BEC3-636B67BAE289}"/>
          </ac:cxnSpMkLst>
        </pc:cxnChg>
        <pc:cxnChg chg="add mod">
          <ac:chgData name="김 홍규" userId="6d16d8e1c579a2a2" providerId="LiveId" clId="{F7990E17-330B-4428-934A-51340EA01A98}" dt="2021-11-29T08:47:01.063" v="3894" actId="164"/>
          <ac:cxnSpMkLst>
            <pc:docMk/>
            <pc:sldMk cId="1359658483" sldId="302"/>
            <ac:cxnSpMk id="134" creationId="{A3FE8537-024B-40D7-A8E5-AAAD9AD25E09}"/>
          </ac:cxnSpMkLst>
        </pc:cxnChg>
        <pc:cxnChg chg="add del mod">
          <ac:chgData name="김 홍규" userId="6d16d8e1c579a2a2" providerId="LiveId" clId="{F7990E17-330B-4428-934A-51340EA01A98}" dt="2021-11-29T08:47:16.025" v="3899" actId="478"/>
          <ac:cxnSpMkLst>
            <pc:docMk/>
            <pc:sldMk cId="1359658483" sldId="302"/>
            <ac:cxnSpMk id="140" creationId="{32411D14-1C1B-468E-A1CF-A93D0F98813E}"/>
          </ac:cxnSpMkLst>
        </pc:cxnChg>
        <pc:cxnChg chg="add mod">
          <ac:chgData name="김 홍규" userId="6d16d8e1c579a2a2" providerId="LiveId" clId="{F7990E17-330B-4428-934A-51340EA01A98}" dt="2021-11-29T10:36:29.813" v="4609" actId="1076"/>
          <ac:cxnSpMkLst>
            <pc:docMk/>
            <pc:sldMk cId="1359658483" sldId="302"/>
            <ac:cxnSpMk id="143" creationId="{1716CC8B-CE07-4C04-9B8B-91196CF14741}"/>
          </ac:cxnSpMkLst>
        </pc:cxnChg>
        <pc:cxnChg chg="add mod">
          <ac:chgData name="김 홍규" userId="6d16d8e1c579a2a2" providerId="LiveId" clId="{F7990E17-330B-4428-934A-51340EA01A98}" dt="2021-11-29T10:36:50.947" v="4611" actId="1076"/>
          <ac:cxnSpMkLst>
            <pc:docMk/>
            <pc:sldMk cId="1359658483" sldId="302"/>
            <ac:cxnSpMk id="144" creationId="{068D0E65-E6C2-4F9E-93F7-9618DD986956}"/>
          </ac:cxnSpMkLst>
        </pc:cxnChg>
        <pc:cxnChg chg="add mod">
          <ac:chgData name="김 홍규" userId="6d16d8e1c579a2a2" providerId="LiveId" clId="{F7990E17-330B-4428-934A-51340EA01A98}" dt="2021-11-29T10:37:08.308" v="4615" actId="1076"/>
          <ac:cxnSpMkLst>
            <pc:docMk/>
            <pc:sldMk cId="1359658483" sldId="302"/>
            <ac:cxnSpMk id="145" creationId="{B3117779-865D-464B-B0DB-E20CB995FD9C}"/>
          </ac:cxnSpMkLst>
        </pc:cxnChg>
        <pc:cxnChg chg="add mod">
          <ac:chgData name="김 홍규" userId="6d16d8e1c579a2a2" providerId="LiveId" clId="{F7990E17-330B-4428-934A-51340EA01A98}" dt="2021-11-29T10:37:14.826" v="4617" actId="1076"/>
          <ac:cxnSpMkLst>
            <pc:docMk/>
            <pc:sldMk cId="1359658483" sldId="302"/>
            <ac:cxnSpMk id="146" creationId="{ECC3A68C-FEE8-4C37-9483-E362EFBF5A4E}"/>
          </ac:cxnSpMkLst>
        </pc:cxnChg>
        <pc:cxnChg chg="add mod">
          <ac:chgData name="김 홍규" userId="6d16d8e1c579a2a2" providerId="LiveId" clId="{F7990E17-330B-4428-934A-51340EA01A98}" dt="2021-11-29T10:41:48.780" v="4628" actId="1076"/>
          <ac:cxnSpMkLst>
            <pc:docMk/>
            <pc:sldMk cId="1359658483" sldId="302"/>
            <ac:cxnSpMk id="147" creationId="{545C5AA9-B3C8-47C1-B1E3-547C939FC2E9}"/>
          </ac:cxnSpMkLst>
        </pc:cxnChg>
        <pc:cxnChg chg="add mod">
          <ac:chgData name="김 홍규" userId="6d16d8e1c579a2a2" providerId="LiveId" clId="{F7990E17-330B-4428-934A-51340EA01A98}" dt="2021-11-29T10:42:24.580" v="4631" actId="1076"/>
          <ac:cxnSpMkLst>
            <pc:docMk/>
            <pc:sldMk cId="1359658483" sldId="302"/>
            <ac:cxnSpMk id="148" creationId="{371908A6-6523-49DC-914C-934860CD05A0}"/>
          </ac:cxnSpMkLst>
        </pc:cxnChg>
      </pc:sldChg>
      <pc:sldChg chg="addSp delSp modSp add del mod ord">
        <pc:chgData name="김 홍규" userId="6d16d8e1c579a2a2" providerId="LiveId" clId="{F7990E17-330B-4428-934A-51340EA01A98}" dt="2021-12-01T10:32:57.610" v="5407" actId="47"/>
        <pc:sldMkLst>
          <pc:docMk/>
          <pc:sldMk cId="2654740014" sldId="303"/>
        </pc:sldMkLst>
        <pc:spChg chg="mod">
          <ac:chgData name="김 홍규" userId="6d16d8e1c579a2a2" providerId="LiveId" clId="{F7990E17-330B-4428-934A-51340EA01A98}" dt="2021-11-30T07:39:48.857" v="4683" actId="6549"/>
          <ac:spMkLst>
            <pc:docMk/>
            <pc:sldMk cId="2654740014" sldId="303"/>
            <ac:spMk id="2" creationId="{0F0A4F0F-BC4A-4058-8DCF-A3627325812D}"/>
          </ac:spMkLst>
        </pc:spChg>
        <pc:spChg chg="del">
          <ac:chgData name="김 홍규" userId="6d16d8e1c579a2a2" providerId="LiveId" clId="{F7990E17-330B-4428-934A-51340EA01A98}" dt="2021-11-30T07:39:39.769" v="4679" actId="478"/>
          <ac:spMkLst>
            <pc:docMk/>
            <pc:sldMk cId="2654740014" sldId="303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1-11-30T08:12:18.099" v="5406" actId="20577"/>
          <ac:spMkLst>
            <pc:docMk/>
            <pc:sldMk cId="2654740014" sldId="303"/>
            <ac:spMk id="6" creationId="{00000000-0000-0000-0000-000000000000}"/>
          </ac:spMkLst>
        </pc:spChg>
        <pc:spChg chg="add del mod">
          <ac:chgData name="김 홍규" userId="6d16d8e1c579a2a2" providerId="LiveId" clId="{F7990E17-330B-4428-934A-51340EA01A98}" dt="2021-11-30T07:39:44.757" v="4680" actId="478"/>
          <ac:spMkLst>
            <pc:docMk/>
            <pc:sldMk cId="2654740014" sldId="303"/>
            <ac:spMk id="7" creationId="{D7FD9C7F-84E4-4992-9554-813DFAD39903}"/>
          </ac:spMkLst>
        </pc:spChg>
        <pc:spChg chg="add del mod">
          <ac:chgData name="김 홍규" userId="6d16d8e1c579a2a2" providerId="LiveId" clId="{F7990E17-330B-4428-934A-51340EA01A98}" dt="2021-11-30T08:01:23.850" v="4799" actId="478"/>
          <ac:spMkLst>
            <pc:docMk/>
            <pc:sldMk cId="2654740014" sldId="303"/>
            <ac:spMk id="8" creationId="{8576C2A6-7752-4236-AC90-A8B08AA35971}"/>
          </ac:spMkLst>
        </pc:spChg>
        <pc:spChg chg="add mod">
          <ac:chgData name="김 홍규" userId="6d16d8e1c579a2a2" providerId="LiveId" clId="{F7990E17-330B-4428-934A-51340EA01A98}" dt="2021-11-30T08:09:13.959" v="5084" actId="1076"/>
          <ac:spMkLst>
            <pc:docMk/>
            <pc:sldMk cId="2654740014" sldId="303"/>
            <ac:spMk id="9" creationId="{C9BB94AA-927A-4DD5-A3D0-BB4E509CE991}"/>
          </ac:spMkLst>
        </pc:spChg>
        <pc:spChg chg="add del">
          <ac:chgData name="김 홍규" userId="6d16d8e1c579a2a2" providerId="LiveId" clId="{F7990E17-330B-4428-934A-51340EA01A98}" dt="2021-11-30T08:01:23.850" v="4799" actId="478"/>
          <ac:spMkLst>
            <pc:docMk/>
            <pc:sldMk cId="2654740014" sldId="303"/>
            <ac:spMk id="10" creationId="{00E82AFA-D949-41EF-A5CF-31BE337CFC55}"/>
          </ac:spMkLst>
        </pc:spChg>
        <pc:spChg chg="del">
          <ac:chgData name="김 홍규" userId="6d16d8e1c579a2a2" providerId="LiveId" clId="{F7990E17-330B-4428-934A-51340EA01A98}" dt="2021-11-30T07:39:49.789" v="4684" actId="478"/>
          <ac:spMkLst>
            <pc:docMk/>
            <pc:sldMk cId="2654740014" sldId="303"/>
            <ac:spMk id="12" creationId="{FD859121-6E9D-4A9F-956C-5143AEBB6362}"/>
          </ac:spMkLst>
        </pc:spChg>
        <pc:spChg chg="add del mod">
          <ac:chgData name="김 홍규" userId="6d16d8e1c579a2a2" providerId="LiveId" clId="{F7990E17-330B-4428-934A-51340EA01A98}" dt="2021-11-30T08:01:23.850" v="4799" actId="478"/>
          <ac:spMkLst>
            <pc:docMk/>
            <pc:sldMk cId="2654740014" sldId="303"/>
            <ac:spMk id="16" creationId="{14C2A065-1F8B-4C9E-B9A5-0F581F977D7D}"/>
          </ac:spMkLst>
        </pc:spChg>
        <pc:spChg chg="add del mod">
          <ac:chgData name="김 홍규" userId="6d16d8e1c579a2a2" providerId="LiveId" clId="{F7990E17-330B-4428-934A-51340EA01A98}" dt="2021-11-30T08:01:23.850" v="4799" actId="478"/>
          <ac:spMkLst>
            <pc:docMk/>
            <pc:sldMk cId="2654740014" sldId="303"/>
            <ac:spMk id="17" creationId="{BF1BD3E0-FC13-4A6E-938A-307C43A1083A}"/>
          </ac:spMkLst>
        </pc:spChg>
        <pc:spChg chg="add del mod">
          <ac:chgData name="김 홍규" userId="6d16d8e1c579a2a2" providerId="LiveId" clId="{F7990E17-330B-4428-934A-51340EA01A98}" dt="2021-11-30T08:01:23.850" v="4799" actId="478"/>
          <ac:spMkLst>
            <pc:docMk/>
            <pc:sldMk cId="2654740014" sldId="303"/>
            <ac:spMk id="18" creationId="{E0A632F1-AB2A-4F9C-AE41-726135D7FD14}"/>
          </ac:spMkLst>
        </pc:spChg>
        <pc:spChg chg="mod">
          <ac:chgData name="김 홍규" userId="6d16d8e1c579a2a2" providerId="LiveId" clId="{F7990E17-330B-4428-934A-51340EA01A98}" dt="2021-11-30T07:39:50.813" v="4685" actId="6549"/>
          <ac:spMkLst>
            <pc:docMk/>
            <pc:sldMk cId="2654740014" sldId="303"/>
            <ac:spMk id="19" creationId="{20B77410-A2AD-4C6E-A7A4-D151A1936BAA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21" creationId="{39C41391-C1FE-40D6-979F-0C7873BD4FEE}"/>
          </ac:spMkLst>
        </pc:spChg>
        <pc:spChg chg="add mod">
          <ac:chgData name="김 홍규" userId="6d16d8e1c579a2a2" providerId="LiveId" clId="{F7990E17-330B-4428-934A-51340EA01A98}" dt="2021-11-30T08:09:13.959" v="5084" actId="1076"/>
          <ac:spMkLst>
            <pc:docMk/>
            <pc:sldMk cId="2654740014" sldId="303"/>
            <ac:spMk id="22" creationId="{E5E05D5B-7B2C-4A64-82D3-0143F5B57050}"/>
          </ac:spMkLst>
        </pc:spChg>
        <pc:spChg chg="del">
          <ac:chgData name="김 홍규" userId="6d16d8e1c579a2a2" providerId="LiveId" clId="{F7990E17-330B-4428-934A-51340EA01A98}" dt="2021-11-30T07:39:48.194" v="4682" actId="478"/>
          <ac:spMkLst>
            <pc:docMk/>
            <pc:sldMk cId="2654740014" sldId="303"/>
            <ac:spMk id="23" creationId="{4B0DC37F-AB69-4EB1-87BA-A54E175E807D}"/>
          </ac:spMkLst>
        </pc:spChg>
        <pc:spChg chg="del">
          <ac:chgData name="김 홍규" userId="6d16d8e1c579a2a2" providerId="LiveId" clId="{F7990E17-330B-4428-934A-51340EA01A98}" dt="2021-11-30T07:39:48.194" v="4682" actId="478"/>
          <ac:spMkLst>
            <pc:docMk/>
            <pc:sldMk cId="2654740014" sldId="303"/>
            <ac:spMk id="24" creationId="{26D3D4E6-4F65-4591-AF33-2E543874A8F5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26" creationId="{132C13C7-3D48-4AD8-A4C4-AA1BEE41F9BA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27" creationId="{CCB54AC7-2639-4A5F-ADE8-3CC31FB13511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28" creationId="{F1EF1EDC-FACF-4FC5-A914-2072CA1E7F57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29" creationId="{53F1BECD-4C44-4A94-9844-1DA7E149322B}"/>
          </ac:spMkLst>
        </pc:spChg>
        <pc:spChg chg="add del mod">
          <ac:chgData name="김 홍규" userId="6d16d8e1c579a2a2" providerId="LiveId" clId="{F7990E17-330B-4428-934A-51340EA01A98}" dt="2021-11-30T08:08:46.360" v="5079" actId="478"/>
          <ac:spMkLst>
            <pc:docMk/>
            <pc:sldMk cId="2654740014" sldId="303"/>
            <ac:spMk id="30" creationId="{B3F09C37-B7FC-430C-B529-997BE7B78BA4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31" creationId="{E514A3A2-A1F6-4208-9A34-CF71F64E7B7C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32" creationId="{75C28470-1383-4AF6-8265-972C3B6C66F7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33" creationId="{C74377DA-D7FF-4F86-8CB8-86D6D22D06C0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34" creationId="{46583595-5807-41AD-96F2-4C01D0EB7643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35" creationId="{6B6CF80F-3C94-4F95-B65C-4D841518322D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36" creationId="{AD449954-EFE8-4FA0-BC44-3BD6104CC410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38" creationId="{29F1358D-DF99-4D8E-8D97-108ABAEBA867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39" creationId="{ED7897D0-3CE1-4290-9376-2B33768C65FC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40" creationId="{972D63CC-D246-427E-B1B3-CFDC556B6960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41" creationId="{066A5DD3-2730-4289-ACAD-676DCA07744F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42" creationId="{A98CDC11-25ED-4EC6-8B69-E36CD1182BAF}"/>
          </ac:spMkLst>
        </pc:spChg>
        <pc:spChg chg="add del mod">
          <ac:chgData name="김 홍규" userId="6d16d8e1c579a2a2" providerId="LiveId" clId="{F7990E17-330B-4428-934A-51340EA01A98}" dt="2021-11-30T07:49:36.146" v="4753"/>
          <ac:spMkLst>
            <pc:docMk/>
            <pc:sldMk cId="2654740014" sldId="303"/>
            <ac:spMk id="43" creationId="{029D61A6-081D-4870-B9B0-3E3C7D685221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4" creationId="{9725F293-4C71-48B5-BCEB-9035EAC24D8B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5" creationId="{5EA942E6-A5C9-480A-AABC-98B938E55E94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6" creationId="{717E2B0F-D87A-4AE6-BA73-75E80BD0ADB6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7" creationId="{6C33A67E-2211-4F51-BF86-51C1791881B5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8" creationId="{5010A49C-8A1D-4906-934F-0E164EAC6DC5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49" creationId="{8D2D63C7-3E28-415D-826E-8E8CC725A3AA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50" creationId="{9732F676-8F70-4780-B1EC-159F223EF100}"/>
          </ac:spMkLst>
        </pc:spChg>
        <pc:spChg chg="add mod">
          <ac:chgData name="김 홍규" userId="6d16d8e1c579a2a2" providerId="LiveId" clId="{F7990E17-330B-4428-934A-51340EA01A98}" dt="2021-11-30T08:09:06.471" v="5083" actId="1076"/>
          <ac:spMkLst>
            <pc:docMk/>
            <pc:sldMk cId="2654740014" sldId="303"/>
            <ac:spMk id="51" creationId="{2C665C19-2E42-4834-9CE1-E2BC31CDB0B1}"/>
          </ac:spMkLst>
        </pc:spChg>
        <pc:spChg chg="add del mod">
          <ac:chgData name="김 홍규" userId="6d16d8e1c579a2a2" providerId="LiveId" clId="{F7990E17-330B-4428-934A-51340EA01A98}" dt="2021-11-30T08:02:50.735" v="4841"/>
          <ac:spMkLst>
            <pc:docMk/>
            <pc:sldMk cId="2654740014" sldId="303"/>
            <ac:spMk id="52" creationId="{BF4A284A-A2FC-4238-AEF1-8D3EA65C3139}"/>
          </ac:spMkLst>
        </pc:spChg>
        <pc:spChg chg="add del mod">
          <ac:chgData name="김 홍규" userId="6d16d8e1c579a2a2" providerId="LiveId" clId="{F7990E17-330B-4428-934A-51340EA01A98}" dt="2021-11-30T08:02:50.735" v="4841"/>
          <ac:spMkLst>
            <pc:docMk/>
            <pc:sldMk cId="2654740014" sldId="303"/>
            <ac:spMk id="53" creationId="{667F3388-14B8-4D0F-83A1-714BD53E8F49}"/>
          </ac:spMkLst>
        </pc:spChg>
        <pc:spChg chg="add del mod">
          <ac:chgData name="김 홍규" userId="6d16d8e1c579a2a2" providerId="LiveId" clId="{F7990E17-330B-4428-934A-51340EA01A98}" dt="2021-11-30T08:02:50.735" v="4841"/>
          <ac:spMkLst>
            <pc:docMk/>
            <pc:sldMk cId="2654740014" sldId="303"/>
            <ac:spMk id="54" creationId="{85D13908-920A-47F9-B7CF-A748A0456624}"/>
          </ac:spMkLst>
        </pc:spChg>
        <pc:spChg chg="add del mod">
          <ac:chgData name="김 홍규" userId="6d16d8e1c579a2a2" providerId="LiveId" clId="{F7990E17-330B-4428-934A-51340EA01A98}" dt="2021-11-30T08:02:50.735" v="4841"/>
          <ac:spMkLst>
            <pc:docMk/>
            <pc:sldMk cId="2654740014" sldId="303"/>
            <ac:spMk id="55" creationId="{0621A410-4A34-430B-BC7C-50457AB7CF15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56" creationId="{8F77359F-9B5F-4F30-A337-B82B5B371F80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57" creationId="{AAE42EBF-F709-410E-BC92-EE830329A47D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58" creationId="{5F023096-B694-40FB-80EC-C12D08A28894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59" creationId="{A03AEFEA-4340-4BB7-9035-44ACD6B05F04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0" creationId="{39904860-D3BD-41D2-A8EC-3B55F406EA79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1" creationId="{13870363-C601-46C2-8E53-D4E784320719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2" creationId="{0EFEE10A-E34D-4961-B878-FC4161A0C2D4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3" creationId="{7C1A3FB6-8763-430C-950D-F0E214DA8BFC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4" creationId="{00656B50-15B1-4175-9C5F-271D69443516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5" creationId="{72D00E24-2BE7-4574-AA81-48AFB4634E52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6" creationId="{249851C7-3FEC-46DF-BFB2-F6FF22617B0A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7" creationId="{88121997-5036-4FA7-838C-68E3C3ABBDB8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8" creationId="{75050C2B-4051-40F1-9ED4-C763C261AC43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69" creationId="{9F1AFD98-086A-43DB-82A6-54D02998DDA7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70" creationId="{A9F5F58C-0818-4179-B7DA-ABDF7FCED754}"/>
          </ac:spMkLst>
        </pc:spChg>
        <pc:spChg chg="add del mod">
          <ac:chgData name="김 홍규" userId="6d16d8e1c579a2a2" providerId="LiveId" clId="{F7990E17-330B-4428-934A-51340EA01A98}" dt="2021-11-30T08:02:57.291" v="4843"/>
          <ac:spMkLst>
            <pc:docMk/>
            <pc:sldMk cId="2654740014" sldId="303"/>
            <ac:spMk id="71" creationId="{9327E9CA-2678-4D63-99C1-F5F8A8470FF3}"/>
          </ac:spMkLst>
        </pc:spChg>
        <pc:spChg chg="add mod">
          <ac:chgData name="김 홍규" userId="6d16d8e1c579a2a2" providerId="LiveId" clId="{F7990E17-330B-4428-934A-51340EA01A98}" dt="2021-11-30T08:09:13.959" v="5084" actId="1076"/>
          <ac:spMkLst>
            <pc:docMk/>
            <pc:sldMk cId="2654740014" sldId="303"/>
            <ac:spMk id="72" creationId="{EC472BCE-776C-4EA1-A80C-8E53D0F9B0A4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3" creationId="{A95E2D74-8233-42CE-81AB-182B65655F77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4" creationId="{8BB3AA03-A901-4DEE-B2D1-A378316FB06A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5" creationId="{20B8793C-E01D-4A8A-A121-FFFB0F54B0F0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6" creationId="{57E9D0E0-CA53-49CF-A6F9-0A591B725F42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7" creationId="{B63450D9-F110-49AF-9053-EADBA2A6E4B8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8" creationId="{BD1D2B0D-F181-47E6-9CB5-5FE822953036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79" creationId="{4B4665C3-E983-4104-97C2-FD52326D6705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0" creationId="{CB0604FA-C381-4A4E-80A7-95D74361FDE8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1" creationId="{54C41CDC-46E6-4D01-98F3-359F08D7A149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2" creationId="{2E175D5E-731F-41D9-B9FC-984B039BF8AC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3" creationId="{831E3C6A-ED3B-4F8B-AD8A-F90C508CE7F4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4" creationId="{F3FBC14B-0A1D-45A5-B560-355CB1D7FD53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5" creationId="{3F8EB836-1D93-465A-8B5D-6AD96E738F6C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6" creationId="{14ED230C-D77D-44DE-B53F-9A8975F21835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7" creationId="{5290677F-057D-4A4C-B8D7-677C37399C25}"/>
          </ac:spMkLst>
        </pc:spChg>
        <pc:spChg chg="add del mod">
          <ac:chgData name="김 홍규" userId="6d16d8e1c579a2a2" providerId="LiveId" clId="{F7990E17-330B-4428-934A-51340EA01A98}" dt="2021-11-30T08:04:10.615" v="4909" actId="478"/>
          <ac:spMkLst>
            <pc:docMk/>
            <pc:sldMk cId="2654740014" sldId="303"/>
            <ac:spMk id="88" creationId="{9B8F66AA-1E3D-4367-98B4-0CC9DBB90117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89" creationId="{A422C0DC-7616-4686-AAC1-8FB194EE9D78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0" creationId="{3B6CCCB8-6B0C-4D5F-A08F-B8203F62CA0D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1" creationId="{0850D615-E184-44F1-960D-C7E5FECD29A8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2" creationId="{A09C440A-4520-43A8-AFD6-0C1075A50712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3" creationId="{8213D5B0-AA50-4119-89DA-F78D94447C54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4" creationId="{80F2790C-DA17-4C1D-9478-C319CC7C41AA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5" creationId="{04EB819C-41FD-4A8D-9D1D-7CE58C3F7D95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6" creationId="{1764AD9A-4A7C-42E0-A01A-5ED2B5FE1F78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7" creationId="{923C925F-D750-406D-9B45-4AB2DFE66EC2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8" creationId="{64290C08-BE94-4B7D-8622-02D633C694CE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99" creationId="{A0007D8E-87CE-4F33-852A-DD38679424FD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0" creationId="{C5DAECEB-8802-49D5-8F31-766204B46757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1" creationId="{5108BA87-1B1F-402D-8A41-D3F55404C445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2" creationId="{010C2A3B-8C31-456A-AF9F-F59DC5C05BD6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3" creationId="{B003C9E6-E908-4774-B229-47090ABE1513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4" creationId="{ADCA85E4-6A7A-49EB-846B-A60E3CF3F9AF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5" creationId="{F77F26BF-F119-4270-84E6-8C04973AE81A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6" creationId="{788C2ED5-9DB1-49F3-BF0D-659F669026B0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7" creationId="{08933133-3EFC-4D1D-B7C7-8940F093292E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8" creationId="{C1F434AB-E5CE-4E65-926F-3ADE538562E6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09" creationId="{F541BB77-ECBA-41FA-878E-CC6BF379F256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0" creationId="{0451856E-C0C3-4DCF-90AB-335E2769CB82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1" creationId="{0D34876B-6B22-4E74-AEB2-89A1C06A4D4E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2" creationId="{78295054-0ECF-412A-A989-F5B4A6CB1ACE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3" creationId="{9001D5B8-FF32-4AFB-9B44-221B235A5363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4" creationId="{935CFCC9-7E35-4582-9C7B-A3786215F624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5" creationId="{6D519A1F-CABA-442D-B4F0-0ACF38E6B640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6" creationId="{396E0391-33B7-4424-9CBD-8CD5A3AEDC5A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7" creationId="{74A23890-D2BD-42C9-9AC9-5C9D24A08E48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8" creationId="{EB20021C-D033-4F5B-839D-14C19BCB6367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19" creationId="{C6644212-EDD0-42E8-9E03-13144857FB5E}"/>
          </ac:spMkLst>
        </pc:spChg>
        <pc:spChg chg="add mod">
          <ac:chgData name="김 홍규" userId="6d16d8e1c579a2a2" providerId="LiveId" clId="{F7990E17-330B-4428-934A-51340EA01A98}" dt="2021-11-30T08:10:36.537" v="5275" actId="1036"/>
          <ac:spMkLst>
            <pc:docMk/>
            <pc:sldMk cId="2654740014" sldId="303"/>
            <ac:spMk id="120" creationId="{695C61A2-C412-49EC-AD4C-0235BC258BE0}"/>
          </ac:spMkLst>
        </pc:spChg>
        <pc:spChg chg="add mod">
          <ac:chgData name="김 홍규" userId="6d16d8e1c579a2a2" providerId="LiveId" clId="{F7990E17-330B-4428-934A-51340EA01A98}" dt="2021-11-30T08:12:05.530" v="5377" actId="20577"/>
          <ac:spMkLst>
            <pc:docMk/>
            <pc:sldMk cId="2654740014" sldId="303"/>
            <ac:spMk id="121" creationId="{4FC40573-9190-490F-9FA5-466F58DFD778}"/>
          </ac:spMkLst>
        </pc:spChg>
        <pc:spChg chg="add mod">
          <ac:chgData name="김 홍규" userId="6d16d8e1c579a2a2" providerId="LiveId" clId="{F7990E17-330B-4428-934A-51340EA01A98}" dt="2021-11-30T08:11:56.406" v="5376" actId="1036"/>
          <ac:spMkLst>
            <pc:docMk/>
            <pc:sldMk cId="2654740014" sldId="303"/>
            <ac:spMk id="122" creationId="{13DA3C63-E9E0-415E-A7DF-F97B144CEA83}"/>
          </ac:spMkLst>
        </pc:spChg>
        <pc:spChg chg="add mod">
          <ac:chgData name="김 홍규" userId="6d16d8e1c579a2a2" providerId="LiveId" clId="{F7990E17-330B-4428-934A-51340EA01A98}" dt="2021-11-30T08:11:30.926" v="5364" actId="20577"/>
          <ac:spMkLst>
            <pc:docMk/>
            <pc:sldMk cId="2654740014" sldId="303"/>
            <ac:spMk id="123" creationId="{FBEED4BA-F2EE-4E71-BCC9-D43250FF6F66}"/>
          </ac:spMkLst>
        </pc:spChg>
        <pc:spChg chg="add mod">
          <ac:chgData name="김 홍규" userId="6d16d8e1c579a2a2" providerId="LiveId" clId="{F7990E17-330B-4428-934A-51340EA01A98}" dt="2021-11-30T08:11:41.316" v="5366" actId="1076"/>
          <ac:spMkLst>
            <pc:docMk/>
            <pc:sldMk cId="2654740014" sldId="303"/>
            <ac:spMk id="124" creationId="{68EC3725-76F4-48CE-9092-61BA7619235C}"/>
          </ac:spMkLst>
        </pc:spChg>
        <pc:spChg chg="add mod">
          <ac:chgData name="김 홍규" userId="6d16d8e1c579a2a2" providerId="LiveId" clId="{F7990E17-330B-4428-934A-51340EA01A98}" dt="2021-11-30T08:11:48.293" v="5374"/>
          <ac:spMkLst>
            <pc:docMk/>
            <pc:sldMk cId="2654740014" sldId="303"/>
            <ac:spMk id="125" creationId="{FD49F394-7B44-4A66-9849-B01C47C5EDE7}"/>
          </ac:spMkLst>
        </pc:spChg>
        <pc:grpChg chg="del">
          <ac:chgData name="김 홍규" userId="6d16d8e1c579a2a2" providerId="LiveId" clId="{F7990E17-330B-4428-934A-51340EA01A98}" dt="2021-11-30T07:39:52.428" v="4686" actId="478"/>
          <ac:grpSpMkLst>
            <pc:docMk/>
            <pc:sldMk cId="2654740014" sldId="303"/>
            <ac:grpSpMk id="37" creationId="{6349E9A9-E7C4-478F-9996-3DCB905A9556}"/>
          </ac:grpSpMkLst>
        </pc:grpChg>
        <pc:picChg chg="del">
          <ac:chgData name="김 홍규" userId="6d16d8e1c579a2a2" providerId="LiveId" clId="{F7990E17-330B-4428-934A-51340EA01A98}" dt="2021-11-30T07:39:45.461" v="4681" actId="478"/>
          <ac:picMkLst>
            <pc:docMk/>
            <pc:sldMk cId="2654740014" sldId="303"/>
            <ac:picMk id="11" creationId="{B835F459-D13E-4D9D-914B-4D45AEB7E74F}"/>
          </ac:picMkLst>
        </pc:picChg>
        <pc:picChg chg="add mod">
          <ac:chgData name="김 홍규" userId="6d16d8e1c579a2a2" providerId="LiveId" clId="{F7990E17-330B-4428-934A-51340EA01A98}" dt="2021-11-30T08:11:11.606" v="5294" actId="1036"/>
          <ac:picMkLst>
            <pc:docMk/>
            <pc:sldMk cId="2654740014" sldId="303"/>
            <ac:picMk id="14" creationId="{BA65E41D-DCBF-4057-ADE1-6C5A5BF4C59D}"/>
          </ac:picMkLst>
        </pc:picChg>
        <pc:picChg chg="add mod">
          <ac:chgData name="김 홍규" userId="6d16d8e1c579a2a2" providerId="LiveId" clId="{F7990E17-330B-4428-934A-51340EA01A98}" dt="2021-11-30T08:11:11.606" v="5294" actId="1036"/>
          <ac:picMkLst>
            <pc:docMk/>
            <pc:sldMk cId="2654740014" sldId="303"/>
            <ac:picMk id="20" creationId="{8F84DB2B-0C53-4EE8-BF4E-ECFD7BDFE383}"/>
          </ac:picMkLst>
        </pc:picChg>
        <pc:cxnChg chg="mod">
          <ac:chgData name="김 홍규" userId="6d16d8e1c579a2a2" providerId="LiveId" clId="{F7990E17-330B-4428-934A-51340EA01A98}" dt="2021-11-30T07:39:52.428" v="4686" actId="478"/>
          <ac:cxnSpMkLst>
            <pc:docMk/>
            <pc:sldMk cId="2654740014" sldId="303"/>
            <ac:cxnSpMk id="25" creationId="{B055B6D5-7E5F-4D5D-83AC-66A2189DB3C1}"/>
          </ac:cxnSpMkLst>
        </pc:cxnChg>
      </pc:sldChg>
      <pc:sldChg chg="addSp delSp modSp add mod">
        <pc:chgData name="김 홍규" userId="6d16d8e1c579a2a2" providerId="LiveId" clId="{F7990E17-330B-4428-934A-51340EA01A98}" dt="2021-12-14T12:05:01.427" v="6535" actId="20577"/>
        <pc:sldMkLst>
          <pc:docMk/>
          <pc:sldMk cId="3629151130" sldId="303"/>
        </pc:sldMkLst>
        <pc:spChg chg="add del mod">
          <ac:chgData name="김 홍규" userId="6d16d8e1c579a2a2" providerId="LiveId" clId="{F7990E17-330B-4428-934A-51340EA01A98}" dt="2021-12-13T12:25:33.665" v="6074" actId="14100"/>
          <ac:spMkLst>
            <pc:docMk/>
            <pc:sldMk cId="3629151130" sldId="303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1-12-13T12:08:50.469" v="5450"/>
          <ac:spMkLst>
            <pc:docMk/>
            <pc:sldMk cId="3629151130" sldId="303"/>
            <ac:spMk id="6" creationId="{00000000-0000-0000-0000-000000000000}"/>
          </ac:spMkLst>
        </pc:spChg>
        <pc:spChg chg="add del mod">
          <ac:chgData name="김 홍규" userId="6d16d8e1c579a2a2" providerId="LiveId" clId="{F7990E17-330B-4428-934A-51340EA01A98}" dt="2021-12-13T12:08:58.367" v="5452" actId="478"/>
          <ac:spMkLst>
            <pc:docMk/>
            <pc:sldMk cId="3629151130" sldId="303"/>
            <ac:spMk id="7" creationId="{12292F78-68ED-40E8-95DB-3FD41F74832F}"/>
          </ac:spMkLst>
        </pc:spChg>
        <pc:spChg chg="add mod">
          <ac:chgData name="김 홍규" userId="6d16d8e1c579a2a2" providerId="LiveId" clId="{F7990E17-330B-4428-934A-51340EA01A98}" dt="2021-12-13T12:19:26.886" v="5682" actId="1036"/>
          <ac:spMkLst>
            <pc:docMk/>
            <pc:sldMk cId="3629151130" sldId="303"/>
            <ac:spMk id="8" creationId="{993478CD-1421-4601-AD89-F4E4501EE145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9" creationId="{91C4DD42-C044-43FE-B699-F4B1C1B78B36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14" creationId="{032AC4EE-AC48-4E24-A6F0-F44BF98E0357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15" creationId="{20A2B782-0834-44BC-9346-06F9C41C1F26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16" creationId="{E889E448-2638-499C-983F-C56173C9AD14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17" creationId="{521017BA-9944-48C0-BF53-EFDCC3328903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22" creationId="{C67C81E2-8364-4BA9-B097-44F24A99ED8D}"/>
          </ac:spMkLst>
        </pc:spChg>
        <pc:spChg chg="del">
          <ac:chgData name="김 홍규" userId="6d16d8e1c579a2a2" providerId="LiveId" clId="{F7990E17-330B-4428-934A-51340EA01A98}" dt="2021-12-13T12:08:27.533" v="5410" actId="478"/>
          <ac:spMkLst>
            <pc:docMk/>
            <pc:sldMk cId="3629151130" sldId="303"/>
            <ac:spMk id="23" creationId="{4B0DC37F-AB69-4EB1-87BA-A54E175E807D}"/>
          </ac:spMkLst>
        </pc:spChg>
        <pc:spChg chg="del">
          <ac:chgData name="김 홍규" userId="6d16d8e1c579a2a2" providerId="LiveId" clId="{F7990E17-330B-4428-934A-51340EA01A98}" dt="2021-12-13T12:08:28.853" v="5411" actId="478"/>
          <ac:spMkLst>
            <pc:docMk/>
            <pc:sldMk cId="3629151130" sldId="303"/>
            <ac:spMk id="24" creationId="{26D3D4E6-4F65-4591-AF33-2E543874A8F5}"/>
          </ac:spMkLst>
        </pc:spChg>
        <pc:spChg chg="add mod">
          <ac:chgData name="김 홍규" userId="6d16d8e1c579a2a2" providerId="LiveId" clId="{F7990E17-330B-4428-934A-51340EA01A98}" dt="2021-12-13T12:17:54.168" v="5651" actId="1036"/>
          <ac:spMkLst>
            <pc:docMk/>
            <pc:sldMk cId="3629151130" sldId="303"/>
            <ac:spMk id="26" creationId="{73818BA1-3BA2-48F7-8265-84FE866DA4F2}"/>
          </ac:spMkLst>
        </pc:spChg>
        <pc:spChg chg="add mod">
          <ac:chgData name="김 홍규" userId="6d16d8e1c579a2a2" providerId="LiveId" clId="{F7990E17-330B-4428-934A-51340EA01A98}" dt="2021-12-13T12:19:26.886" v="5682" actId="1036"/>
          <ac:spMkLst>
            <pc:docMk/>
            <pc:sldMk cId="3629151130" sldId="303"/>
            <ac:spMk id="29" creationId="{4A34E6D7-C4FA-4BE5-A717-2E6888642328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0" creationId="{45934F12-80D4-4EEA-A5C4-529567B8C972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2" creationId="{D59A3C0D-B657-4826-AD69-938D71D69BB3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3" creationId="{92CE5E20-B770-4A67-B106-4A00FCCC8E09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4" creationId="{EA3B8F8C-A652-4E06-BA74-1310C0B3D44C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5" creationId="{43B7D2C3-C371-4A65-8763-4B13D994ADF1}"/>
          </ac:spMkLst>
        </pc:spChg>
        <pc:spChg chg="add mod">
          <ac:chgData name="김 홍규" userId="6d16d8e1c579a2a2" providerId="LiveId" clId="{F7990E17-330B-4428-934A-51340EA01A98}" dt="2021-12-13T12:19:26.886" v="5682" actId="1036"/>
          <ac:spMkLst>
            <pc:docMk/>
            <pc:sldMk cId="3629151130" sldId="303"/>
            <ac:spMk id="36" creationId="{FEB0905F-0F98-46BE-B1D6-741D03DCE68B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38" creationId="{2F363F13-45FA-4E85-8722-486324857E7D}"/>
          </ac:spMkLst>
        </pc:spChg>
        <pc:spChg chg="add del mod">
          <ac:chgData name="김 홍규" userId="6d16d8e1c579a2a2" providerId="LiveId" clId="{F7990E17-330B-4428-934A-51340EA01A98}" dt="2021-12-13T12:17:04.533" v="5584" actId="478"/>
          <ac:spMkLst>
            <pc:docMk/>
            <pc:sldMk cId="3629151130" sldId="303"/>
            <ac:spMk id="39" creationId="{0645A750-ADFA-40AC-951A-7F81ED194CA0}"/>
          </ac:spMkLst>
        </pc:spChg>
        <pc:spChg chg="add mod">
          <ac:chgData name="김 홍규" userId="6d16d8e1c579a2a2" providerId="LiveId" clId="{F7990E17-330B-4428-934A-51340EA01A98}" dt="2021-12-13T12:19:32.404" v="5693" actId="1036"/>
          <ac:spMkLst>
            <pc:docMk/>
            <pc:sldMk cId="3629151130" sldId="303"/>
            <ac:spMk id="40" creationId="{753F93AD-EA2C-4F31-9F53-AA9451AEC0A3}"/>
          </ac:spMkLst>
        </pc:spChg>
        <pc:spChg chg="add mod">
          <ac:chgData name="김 홍규" userId="6d16d8e1c579a2a2" providerId="LiveId" clId="{F7990E17-330B-4428-934A-51340EA01A98}" dt="2021-12-13T12:19:38.470" v="5704" actId="1036"/>
          <ac:spMkLst>
            <pc:docMk/>
            <pc:sldMk cId="3629151130" sldId="303"/>
            <ac:spMk id="42" creationId="{F1884844-ECC5-424B-B815-3A6AE911BCEA}"/>
          </ac:spMkLst>
        </pc:spChg>
        <pc:spChg chg="add mod">
          <ac:chgData name="김 홍규" userId="6d16d8e1c579a2a2" providerId="LiveId" clId="{F7990E17-330B-4428-934A-51340EA01A98}" dt="2021-12-13T12:19:38.470" v="5704" actId="1036"/>
          <ac:spMkLst>
            <pc:docMk/>
            <pc:sldMk cId="3629151130" sldId="303"/>
            <ac:spMk id="43" creationId="{51B0459D-966B-40BC-A6C2-7B2C826F3976}"/>
          </ac:spMkLst>
        </pc:spChg>
        <pc:spChg chg="add mod">
          <ac:chgData name="김 홍규" userId="6d16d8e1c579a2a2" providerId="LiveId" clId="{F7990E17-330B-4428-934A-51340EA01A98}" dt="2021-12-13T12:19:38.470" v="5704" actId="1036"/>
          <ac:spMkLst>
            <pc:docMk/>
            <pc:sldMk cId="3629151130" sldId="303"/>
            <ac:spMk id="44" creationId="{32BD7C04-25CE-4BBE-A24F-CBCA144F3F72}"/>
          </ac:spMkLst>
        </pc:spChg>
        <pc:spChg chg="add mod">
          <ac:chgData name="김 홍규" userId="6d16d8e1c579a2a2" providerId="LiveId" clId="{F7990E17-330B-4428-934A-51340EA01A98}" dt="2021-12-13T12:20:40.943" v="5890" actId="121"/>
          <ac:spMkLst>
            <pc:docMk/>
            <pc:sldMk cId="3629151130" sldId="303"/>
            <ac:spMk id="46" creationId="{35ACAD1A-F476-4FF4-A8B4-2B195696B36F}"/>
          </ac:spMkLst>
        </pc:spChg>
        <pc:spChg chg="add mod">
          <ac:chgData name="김 홍규" userId="6d16d8e1c579a2a2" providerId="LiveId" clId="{F7990E17-330B-4428-934A-51340EA01A98}" dt="2021-12-13T12:20:38.135" v="5889" actId="121"/>
          <ac:spMkLst>
            <pc:docMk/>
            <pc:sldMk cId="3629151130" sldId="303"/>
            <ac:spMk id="47" creationId="{23DC2095-30D6-491D-9249-B594E4EE84CE}"/>
          </ac:spMkLst>
        </pc:spChg>
        <pc:spChg chg="add mod">
          <ac:chgData name="김 홍규" userId="6d16d8e1c579a2a2" providerId="LiveId" clId="{F7990E17-330B-4428-934A-51340EA01A98}" dt="2021-12-14T12:05:01.427" v="6535" actId="20577"/>
          <ac:spMkLst>
            <pc:docMk/>
            <pc:sldMk cId="3629151130" sldId="303"/>
            <ac:spMk id="48" creationId="{A0738192-3F44-4DF3-ACB4-E5D876301761}"/>
          </ac:spMkLst>
        </pc:spChg>
        <pc:spChg chg="add mod">
          <ac:chgData name="김 홍규" userId="6d16d8e1c579a2a2" providerId="LiveId" clId="{F7990E17-330B-4428-934A-51340EA01A98}" dt="2021-12-13T12:22:22.674" v="5964" actId="207"/>
          <ac:spMkLst>
            <pc:docMk/>
            <pc:sldMk cId="3629151130" sldId="303"/>
            <ac:spMk id="50" creationId="{68B4A7E7-47A1-4DA7-9488-3E267679A7BA}"/>
          </ac:spMkLst>
        </pc:spChg>
        <pc:spChg chg="add mod">
          <ac:chgData name="김 홍규" userId="6d16d8e1c579a2a2" providerId="LiveId" clId="{F7990E17-330B-4428-934A-51340EA01A98}" dt="2021-12-13T12:32:57.479" v="6507" actId="164"/>
          <ac:spMkLst>
            <pc:docMk/>
            <pc:sldMk cId="3629151130" sldId="303"/>
            <ac:spMk id="55" creationId="{4C71F916-2A3D-465B-BBBC-151EBEC7798E}"/>
          </ac:spMkLst>
        </pc:spChg>
        <pc:spChg chg="add mod">
          <ac:chgData name="김 홍규" userId="6d16d8e1c579a2a2" providerId="LiveId" clId="{F7990E17-330B-4428-934A-51340EA01A98}" dt="2021-12-13T12:32:57.479" v="6507" actId="164"/>
          <ac:spMkLst>
            <pc:docMk/>
            <pc:sldMk cId="3629151130" sldId="303"/>
            <ac:spMk id="57" creationId="{553D7386-AC1C-4466-8E73-55324320B11E}"/>
          </ac:spMkLst>
        </pc:spChg>
        <pc:spChg chg="add mod">
          <ac:chgData name="김 홍규" userId="6d16d8e1c579a2a2" providerId="LiveId" clId="{F7990E17-330B-4428-934A-51340EA01A98}" dt="2021-12-13T12:35:59.933" v="6533" actId="1035"/>
          <ac:spMkLst>
            <pc:docMk/>
            <pc:sldMk cId="3629151130" sldId="303"/>
            <ac:spMk id="58" creationId="{6C9A31C9-867E-4065-B4EA-2265FB7937DB}"/>
          </ac:spMkLst>
        </pc:spChg>
        <pc:spChg chg="add mod">
          <ac:chgData name="김 홍규" userId="6d16d8e1c579a2a2" providerId="LiveId" clId="{F7990E17-330B-4428-934A-51340EA01A98}" dt="2021-12-13T12:35:59.933" v="6533" actId="1035"/>
          <ac:spMkLst>
            <pc:docMk/>
            <pc:sldMk cId="3629151130" sldId="303"/>
            <ac:spMk id="59" creationId="{6D4759BD-F693-451B-AB77-27D4F7230BAA}"/>
          </ac:spMkLst>
        </pc:spChg>
        <pc:spChg chg="add mod">
          <ac:chgData name="김 홍규" userId="6d16d8e1c579a2a2" providerId="LiveId" clId="{F7990E17-330B-4428-934A-51340EA01A98}" dt="2021-12-13T12:35:59.933" v="6533" actId="1035"/>
          <ac:spMkLst>
            <pc:docMk/>
            <pc:sldMk cId="3629151130" sldId="303"/>
            <ac:spMk id="60" creationId="{DD7605A6-DD3E-476D-8DD5-35CEA2404975}"/>
          </ac:spMkLst>
        </pc:spChg>
        <pc:spChg chg="add mod">
          <ac:chgData name="김 홍규" userId="6d16d8e1c579a2a2" providerId="LiveId" clId="{F7990E17-330B-4428-934A-51340EA01A98}" dt="2021-12-13T12:27:40.691" v="6347" actId="1035"/>
          <ac:spMkLst>
            <pc:docMk/>
            <pc:sldMk cId="3629151130" sldId="303"/>
            <ac:spMk id="61" creationId="{8ABF32F2-4F6A-4FC5-A242-FA1E0283956F}"/>
          </ac:spMkLst>
        </pc:spChg>
        <pc:spChg chg="add del">
          <ac:chgData name="김 홍규" userId="6d16d8e1c579a2a2" providerId="LiveId" clId="{F7990E17-330B-4428-934A-51340EA01A98}" dt="2021-12-13T12:27:55.661" v="6349" actId="478"/>
          <ac:spMkLst>
            <pc:docMk/>
            <pc:sldMk cId="3629151130" sldId="303"/>
            <ac:spMk id="62" creationId="{9CD8A934-7861-434A-9A8E-977A08B8AD1C}"/>
          </ac:spMkLst>
        </pc:spChg>
        <pc:spChg chg="add mod">
          <ac:chgData name="김 홍규" userId="6d16d8e1c579a2a2" providerId="LiveId" clId="{F7990E17-330B-4428-934A-51340EA01A98}" dt="2021-12-13T12:31:09.388" v="6406" actId="1035"/>
          <ac:spMkLst>
            <pc:docMk/>
            <pc:sldMk cId="3629151130" sldId="303"/>
            <ac:spMk id="63" creationId="{4CC95B72-C085-4FA6-8413-B910CF20C145}"/>
          </ac:spMkLst>
        </pc:spChg>
        <pc:spChg chg="add mod">
          <ac:chgData name="김 홍규" userId="6d16d8e1c579a2a2" providerId="LiveId" clId="{F7990E17-330B-4428-934A-51340EA01A98}" dt="2021-12-13T12:31:46.039" v="6422" actId="20577"/>
          <ac:spMkLst>
            <pc:docMk/>
            <pc:sldMk cId="3629151130" sldId="303"/>
            <ac:spMk id="84" creationId="{1378ED78-7A56-4FC6-938D-A7071949399C}"/>
          </ac:spMkLst>
        </pc:spChg>
        <pc:spChg chg="add mod">
          <ac:chgData name="김 홍규" userId="6d16d8e1c579a2a2" providerId="LiveId" clId="{F7990E17-330B-4428-934A-51340EA01A98}" dt="2021-12-13T12:34:16.230" v="6510" actId="1076"/>
          <ac:spMkLst>
            <pc:docMk/>
            <pc:sldMk cId="3629151130" sldId="303"/>
            <ac:spMk id="85" creationId="{3756E289-16AE-465C-B254-1870A5E150DD}"/>
          </ac:spMkLst>
        </pc:spChg>
        <pc:grpChg chg="del">
          <ac:chgData name="김 홍규" userId="6d16d8e1c579a2a2" providerId="LiveId" clId="{F7990E17-330B-4428-934A-51340EA01A98}" dt="2021-12-13T12:08:30.352" v="5412" actId="478"/>
          <ac:grpSpMkLst>
            <pc:docMk/>
            <pc:sldMk cId="3629151130" sldId="303"/>
            <ac:grpSpMk id="37" creationId="{6349E9A9-E7C4-478F-9996-3DCB905A9556}"/>
          </ac:grpSpMkLst>
        </pc:grpChg>
        <pc:grpChg chg="add mod">
          <ac:chgData name="김 홍규" userId="6d16d8e1c579a2a2" providerId="LiveId" clId="{F7990E17-330B-4428-934A-51340EA01A98}" dt="2021-12-13T12:35:48.978" v="6522" actId="1036"/>
          <ac:grpSpMkLst>
            <pc:docMk/>
            <pc:sldMk cId="3629151130" sldId="303"/>
            <ac:grpSpMk id="86" creationId="{07AD5E8B-57FD-4DBF-9F15-5B6A1F8F2AE7}"/>
          </ac:grpSpMkLst>
        </pc:grpChg>
        <pc:picChg chg="del">
          <ac:chgData name="김 홍규" userId="6d16d8e1c579a2a2" providerId="LiveId" clId="{F7990E17-330B-4428-934A-51340EA01A98}" dt="2021-12-13T12:08:26.818" v="5409" actId="478"/>
          <ac:picMkLst>
            <pc:docMk/>
            <pc:sldMk cId="3629151130" sldId="303"/>
            <ac:picMk id="11" creationId="{B835F459-D13E-4D9D-914B-4D45AEB7E74F}"/>
          </ac:picMkLst>
        </pc:picChg>
        <pc:cxnChg chg="add mod ord">
          <ac:chgData name="김 홍규" userId="6d16d8e1c579a2a2" providerId="LiveId" clId="{F7990E17-330B-4428-934A-51340EA01A98}" dt="2021-12-13T12:17:54.168" v="5651" actId="1036"/>
          <ac:cxnSpMkLst>
            <pc:docMk/>
            <pc:sldMk cId="3629151130" sldId="303"/>
            <ac:cxnSpMk id="13" creationId="{79D73913-4ABE-4A6E-9D66-C2DD61E66DDF}"/>
          </ac:cxnSpMkLst>
        </pc:cxnChg>
        <pc:cxnChg chg="add mod">
          <ac:chgData name="김 홍규" userId="6d16d8e1c579a2a2" providerId="LiveId" clId="{F7990E17-330B-4428-934A-51340EA01A98}" dt="2021-12-13T12:19:32.404" v="5693" actId="1036"/>
          <ac:cxnSpMkLst>
            <pc:docMk/>
            <pc:sldMk cId="3629151130" sldId="303"/>
            <ac:cxnSpMk id="21" creationId="{36D505A5-11AD-42CB-8788-BC21CCA6AE5A}"/>
          </ac:cxnSpMkLst>
        </pc:cxnChg>
        <pc:cxnChg chg="mod">
          <ac:chgData name="김 홍규" userId="6d16d8e1c579a2a2" providerId="LiveId" clId="{F7990E17-330B-4428-934A-51340EA01A98}" dt="2021-12-13T12:08:30.352" v="5412" actId="478"/>
          <ac:cxnSpMkLst>
            <pc:docMk/>
            <pc:sldMk cId="3629151130" sldId="303"/>
            <ac:cxnSpMk id="25" creationId="{B055B6D5-7E5F-4D5D-83AC-66A2189DB3C1}"/>
          </ac:cxnSpMkLst>
        </pc:cxnChg>
        <pc:cxnChg chg="add del mod">
          <ac:chgData name="김 홍규" userId="6d16d8e1c579a2a2" providerId="LiveId" clId="{F7990E17-330B-4428-934A-51340EA01A98}" dt="2021-12-13T12:15:15.308" v="5552" actId="478"/>
          <ac:cxnSpMkLst>
            <pc:docMk/>
            <pc:sldMk cId="3629151130" sldId="303"/>
            <ac:cxnSpMk id="27" creationId="{11277C1B-8FE5-4664-9D1B-F6B9CB7D815C}"/>
          </ac:cxnSpMkLst>
        </pc:cxnChg>
        <pc:cxnChg chg="add mod ord">
          <ac:chgData name="김 홍규" userId="6d16d8e1c579a2a2" providerId="LiveId" clId="{F7990E17-330B-4428-934A-51340EA01A98}" dt="2021-12-13T12:19:26.886" v="5682" actId="1036"/>
          <ac:cxnSpMkLst>
            <pc:docMk/>
            <pc:sldMk cId="3629151130" sldId="303"/>
            <ac:cxnSpMk id="28" creationId="{9C7CCFED-9FF7-4A88-8BFF-7A8394FBB6E2}"/>
          </ac:cxnSpMkLst>
        </pc:cxnChg>
        <pc:cxnChg chg="add mod">
          <ac:chgData name="김 홍규" userId="6d16d8e1c579a2a2" providerId="LiveId" clId="{F7990E17-330B-4428-934A-51340EA01A98}" dt="2021-12-13T12:19:26.886" v="5682" actId="1036"/>
          <ac:cxnSpMkLst>
            <pc:docMk/>
            <pc:sldMk cId="3629151130" sldId="303"/>
            <ac:cxnSpMk id="31" creationId="{AB4D2513-0551-48B6-9812-22DC509F23AE}"/>
          </ac:cxnSpMkLst>
        </pc:cxnChg>
        <pc:cxnChg chg="add mod">
          <ac:chgData name="김 홍규" userId="6d16d8e1c579a2a2" providerId="LiveId" clId="{F7990E17-330B-4428-934A-51340EA01A98}" dt="2021-12-13T12:19:32.404" v="5693" actId="1036"/>
          <ac:cxnSpMkLst>
            <pc:docMk/>
            <pc:sldMk cId="3629151130" sldId="303"/>
            <ac:cxnSpMk id="41" creationId="{209E127D-5B91-447B-9756-A857553F8545}"/>
          </ac:cxnSpMkLst>
        </pc:cxnChg>
        <pc:cxnChg chg="add mod">
          <ac:chgData name="김 홍규" userId="6d16d8e1c579a2a2" providerId="LiveId" clId="{F7990E17-330B-4428-934A-51340EA01A98}" dt="2021-12-13T12:19:38.470" v="5704" actId="1036"/>
          <ac:cxnSpMkLst>
            <pc:docMk/>
            <pc:sldMk cId="3629151130" sldId="303"/>
            <ac:cxnSpMk id="45" creationId="{BFC585BD-9898-4714-B172-D0F998BAE313}"/>
          </ac:cxnSpMkLst>
        </pc:cxnChg>
        <pc:cxnChg chg="add mod">
          <ac:chgData name="김 홍규" userId="6d16d8e1c579a2a2" providerId="LiveId" clId="{F7990E17-330B-4428-934A-51340EA01A98}" dt="2021-12-13T12:22:16.746" v="5963" actId="692"/>
          <ac:cxnSpMkLst>
            <pc:docMk/>
            <pc:sldMk cId="3629151130" sldId="303"/>
            <ac:cxnSpMk id="49" creationId="{D2F335EA-27EC-478E-9E8A-25ED3555CF2E}"/>
          </ac:cxnSpMkLst>
        </pc:cxnChg>
        <pc:cxnChg chg="add del mod">
          <ac:chgData name="김 홍규" userId="6d16d8e1c579a2a2" providerId="LiveId" clId="{F7990E17-330B-4428-934A-51340EA01A98}" dt="2021-12-13T12:22:41.281" v="5967" actId="478"/>
          <ac:cxnSpMkLst>
            <pc:docMk/>
            <pc:sldMk cId="3629151130" sldId="303"/>
            <ac:cxnSpMk id="52" creationId="{F1B08BE3-D99D-4F22-AD0E-D95F5AEA5DEB}"/>
          </ac:cxnSpMkLst>
        </pc:cxnChg>
        <pc:cxnChg chg="add mod">
          <ac:chgData name="김 홍규" userId="6d16d8e1c579a2a2" providerId="LiveId" clId="{F7990E17-330B-4428-934A-51340EA01A98}" dt="2021-12-13T12:32:57.479" v="6507" actId="164"/>
          <ac:cxnSpMkLst>
            <pc:docMk/>
            <pc:sldMk cId="3629151130" sldId="303"/>
            <ac:cxnSpMk id="53" creationId="{F4C75257-A759-47B8-A536-E04D3523584A}"/>
          </ac:cxnSpMkLst>
        </pc:cxnChg>
        <pc:cxnChg chg="add mod">
          <ac:chgData name="김 홍규" userId="6d16d8e1c579a2a2" providerId="LiveId" clId="{F7990E17-330B-4428-934A-51340EA01A98}" dt="2021-12-13T12:32:57.479" v="6507" actId="164"/>
          <ac:cxnSpMkLst>
            <pc:docMk/>
            <pc:sldMk cId="3629151130" sldId="303"/>
            <ac:cxnSpMk id="54" creationId="{B4DE491C-D36E-43DC-9FC2-C30D9DC30B85}"/>
          </ac:cxnSpMkLst>
        </pc:cxnChg>
        <pc:cxnChg chg="add mod">
          <ac:chgData name="김 홍규" userId="6d16d8e1c579a2a2" providerId="LiveId" clId="{F7990E17-330B-4428-934A-51340EA01A98}" dt="2021-12-13T12:32:57.479" v="6507" actId="164"/>
          <ac:cxnSpMkLst>
            <pc:docMk/>
            <pc:sldMk cId="3629151130" sldId="303"/>
            <ac:cxnSpMk id="56" creationId="{C1A87EDC-FAEC-4F29-A6A1-E139507F737D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65" creationId="{061464C3-95D9-4F0F-B045-A870F93908C9}"/>
          </ac:cxnSpMkLst>
        </pc:cxnChg>
        <pc:cxnChg chg="add del mod">
          <ac:chgData name="김 홍규" userId="6d16d8e1c579a2a2" providerId="LiveId" clId="{F7990E17-330B-4428-934A-51340EA01A98}" dt="2021-12-13T12:28:43.812" v="6357" actId="478"/>
          <ac:cxnSpMkLst>
            <pc:docMk/>
            <pc:sldMk cId="3629151130" sldId="303"/>
            <ac:cxnSpMk id="66" creationId="{BDC7677C-ACE3-4DAE-AFC2-2CF2938C7BE6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67" creationId="{EBB9AC36-432F-41C7-9FCC-EEFCE4848AF2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69" creationId="{4579437D-3C22-437C-845E-93BE63B3BC56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71" creationId="{44EE7EA8-8735-435B-A804-C0FAE2D4CE78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73" creationId="{96A00B62-1F00-418E-B1D9-620ADF27EF4C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77" creationId="{76DF0AE1-7CF2-43B8-9C82-CB3012BCF934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81" creationId="{FFC9D172-C0C6-429B-83C7-B09D2CAE7843}"/>
          </ac:cxnSpMkLst>
        </pc:cxnChg>
        <pc:cxnChg chg="add mod">
          <ac:chgData name="김 홍규" userId="6d16d8e1c579a2a2" providerId="LiveId" clId="{F7990E17-330B-4428-934A-51340EA01A98}" dt="2021-12-13T12:31:09.388" v="6406" actId="1035"/>
          <ac:cxnSpMkLst>
            <pc:docMk/>
            <pc:sldMk cId="3629151130" sldId="303"/>
            <ac:cxnSpMk id="82" creationId="{C9152AD0-DF33-45C9-870C-CAEAA81CE510}"/>
          </ac:cxnSpMkLst>
        </pc:cxnChg>
        <pc:cxnChg chg="add del mod">
          <ac:chgData name="김 홍규" userId="6d16d8e1c579a2a2" providerId="LiveId" clId="{F7990E17-330B-4428-934A-51340EA01A98}" dt="2021-12-13T12:31:35.353" v="6409" actId="478"/>
          <ac:cxnSpMkLst>
            <pc:docMk/>
            <pc:sldMk cId="3629151130" sldId="303"/>
            <ac:cxnSpMk id="83" creationId="{7B9700CC-FF90-48BB-BAB4-993582B1E908}"/>
          </ac:cxnSpMkLst>
        </pc:cxnChg>
      </pc:sldChg>
      <pc:sldChg chg="modSp add mod">
        <pc:chgData name="김 홍규" userId="6d16d8e1c579a2a2" providerId="LiveId" clId="{F7990E17-330B-4428-934A-51340EA01A98}" dt="2022-01-04T07:44:51.337" v="6767" actId="20577"/>
        <pc:sldMkLst>
          <pc:docMk/>
          <pc:sldMk cId="2184221175" sldId="304"/>
        </pc:sldMkLst>
        <pc:spChg chg="mod">
          <ac:chgData name="김 홍규" userId="6d16d8e1c579a2a2" providerId="LiveId" clId="{F7990E17-330B-4428-934A-51340EA01A98}" dt="2022-01-04T07:44:19.284" v="6624" actId="20577"/>
          <ac:spMkLst>
            <pc:docMk/>
            <pc:sldMk cId="2184221175" sldId="304"/>
            <ac:spMk id="6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3:34.139" v="6607" actId="20577"/>
          <ac:spMkLst>
            <pc:docMk/>
            <pc:sldMk cId="2184221175" sldId="304"/>
            <ac:spMk id="8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4:51.337" v="6767" actId="20577"/>
          <ac:spMkLst>
            <pc:docMk/>
            <pc:sldMk cId="2184221175" sldId="304"/>
            <ac:spMk id="46" creationId="{6EEBB572-DC76-4D68-B90B-26C654B076A2}"/>
          </ac:spMkLst>
        </pc:spChg>
        <pc:spChg chg="mod">
          <ac:chgData name="김 홍규" userId="6d16d8e1c579a2a2" providerId="LiveId" clId="{F7990E17-330B-4428-934A-51340EA01A98}" dt="2022-01-04T07:44:06.697" v="6614" actId="20577"/>
          <ac:spMkLst>
            <pc:docMk/>
            <pc:sldMk cId="2184221175" sldId="304"/>
            <ac:spMk id="47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38.156" v="6588" actId="1076"/>
          <ac:spMkLst>
            <pc:docMk/>
            <pc:sldMk cId="2184221175" sldId="304"/>
            <ac:spMk id="71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40.174" v="6589" actId="1076"/>
          <ac:spMkLst>
            <pc:docMk/>
            <pc:sldMk cId="2184221175" sldId="304"/>
            <ac:spMk id="73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4:10.026" v="6616" actId="20577"/>
          <ac:spMkLst>
            <pc:docMk/>
            <pc:sldMk cId="2184221175" sldId="304"/>
            <ac:spMk id="76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50.085" v="6592" actId="1076"/>
          <ac:spMkLst>
            <pc:docMk/>
            <pc:sldMk cId="2184221175" sldId="304"/>
            <ac:spMk id="85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46.372" v="6591" actId="1076"/>
          <ac:spMkLst>
            <pc:docMk/>
            <pc:sldMk cId="2184221175" sldId="304"/>
            <ac:spMk id="86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55.116" v="6594" actId="1076"/>
          <ac:spMkLst>
            <pc:docMk/>
            <pc:sldMk cId="2184221175" sldId="304"/>
            <ac:spMk id="87" creationId="{00000000-0000-0000-0000-000000000000}"/>
          </ac:spMkLst>
        </pc:spChg>
        <pc:spChg chg="mod">
          <ac:chgData name="김 홍규" userId="6d16d8e1c579a2a2" providerId="LiveId" clId="{F7990E17-330B-4428-934A-51340EA01A98}" dt="2022-01-04T07:42:57.980" v="6595" actId="1076"/>
          <ac:spMkLst>
            <pc:docMk/>
            <pc:sldMk cId="2184221175" sldId="304"/>
            <ac:spMk id="88" creationId="{00000000-0000-0000-0000-000000000000}"/>
          </ac:spMkLst>
        </pc:spChg>
      </pc:sldChg>
      <pc:sldChg chg="addSp delSp modSp add mod ord addAnim delAnim modAnim">
        <pc:chgData name="김 홍규" userId="6d16d8e1c579a2a2" providerId="LiveId" clId="{F7990E17-330B-4428-934A-51340EA01A98}" dt="2022-01-05T10:34:03.913" v="7418"/>
        <pc:sldMkLst>
          <pc:docMk/>
          <pc:sldMk cId="2020305002" sldId="305"/>
        </pc:sldMkLst>
        <pc:spChg chg="mod">
          <ac:chgData name="김 홍규" userId="6d16d8e1c579a2a2" providerId="LiveId" clId="{F7990E17-330B-4428-934A-51340EA01A98}" dt="2022-01-05T10:28:09.800" v="7174" actId="20577"/>
          <ac:spMkLst>
            <pc:docMk/>
            <pc:sldMk cId="2020305002" sldId="305"/>
            <ac:spMk id="3" creationId="{00000000-0000-0000-0000-000000000000}"/>
          </ac:spMkLst>
        </pc:spChg>
        <pc:spChg chg="mod">
          <ac:chgData name="김 홍규" userId="6d16d8e1c579a2a2" providerId="LiveId" clId="{F7990E17-330B-4428-934A-51340EA01A98}" dt="2022-01-05T10:34:03.913" v="7418"/>
          <ac:spMkLst>
            <pc:docMk/>
            <pc:sldMk cId="2020305002" sldId="305"/>
            <ac:spMk id="6" creationId="{00000000-0000-0000-0000-000000000000}"/>
          </ac:spMkLst>
        </pc:spChg>
        <pc:spChg chg="del">
          <ac:chgData name="김 홍규" userId="6d16d8e1c579a2a2" providerId="LiveId" clId="{F7990E17-330B-4428-934A-51340EA01A98}" dt="2022-01-05T10:15:39.637" v="6833" actId="478"/>
          <ac:spMkLst>
            <pc:docMk/>
            <pc:sldMk cId="2020305002" sldId="305"/>
            <ac:spMk id="13" creationId="{EE4CC835-63BD-4E5E-9C1F-429843EB4CD1}"/>
          </ac:spMkLst>
        </pc:spChg>
        <pc:spChg chg="mod">
          <ac:chgData name="김 홍규" userId="6d16d8e1c579a2a2" providerId="LiveId" clId="{F7990E17-330B-4428-934A-51340EA01A98}" dt="2022-01-05T10:15:24.626" v="6828" actId="20577"/>
          <ac:spMkLst>
            <pc:docMk/>
            <pc:sldMk cId="2020305002" sldId="305"/>
            <ac:spMk id="14" creationId="{FE978867-2CBF-4E16-9C79-9D6C08B40C87}"/>
          </ac:spMkLst>
        </pc:spChg>
        <pc:spChg chg="add mod">
          <ac:chgData name="김 홍규" userId="6d16d8e1c579a2a2" providerId="LiveId" clId="{F7990E17-330B-4428-934A-51340EA01A98}" dt="2022-01-05T10:16:11.305" v="6845" actId="20577"/>
          <ac:spMkLst>
            <pc:docMk/>
            <pc:sldMk cId="2020305002" sldId="305"/>
            <ac:spMk id="15" creationId="{626BFBD7-BE74-4E84-8551-C60A3BE3684C}"/>
          </ac:spMkLst>
        </pc:spChg>
        <pc:spChg chg="del">
          <ac:chgData name="김 홍규" userId="6d16d8e1c579a2a2" providerId="LiveId" clId="{F7990E17-330B-4428-934A-51340EA01A98}" dt="2022-01-05T10:15:19.832" v="6825" actId="478"/>
          <ac:spMkLst>
            <pc:docMk/>
            <pc:sldMk cId="2020305002" sldId="305"/>
            <ac:spMk id="16" creationId="{A0E36ED1-889F-40A1-B0DC-4BA5D4C5D467}"/>
          </ac:spMkLst>
        </pc:spChg>
        <pc:spChg chg="add mod">
          <ac:chgData name="김 홍규" userId="6d16d8e1c579a2a2" providerId="LiveId" clId="{F7990E17-330B-4428-934A-51340EA01A98}" dt="2022-01-05T10:16:15.625" v="6849" actId="20577"/>
          <ac:spMkLst>
            <pc:docMk/>
            <pc:sldMk cId="2020305002" sldId="305"/>
            <ac:spMk id="17" creationId="{9157D20D-699C-4C81-ACFA-D0D5BF0C9411}"/>
          </ac:spMkLst>
        </pc:spChg>
        <pc:spChg chg="add del">
          <ac:chgData name="김 홍규" userId="6d16d8e1c579a2a2" providerId="LiveId" clId="{F7990E17-330B-4428-934A-51340EA01A98}" dt="2022-01-05T10:15:37.982" v="6832" actId="478"/>
          <ac:spMkLst>
            <pc:docMk/>
            <pc:sldMk cId="2020305002" sldId="305"/>
            <ac:spMk id="18" creationId="{41D4CA28-22B3-42CE-B607-41771F4B8F8C}"/>
          </ac:spMkLst>
        </pc:spChg>
        <pc:spChg chg="add mod">
          <ac:chgData name="김 홍규" userId="6d16d8e1c579a2a2" providerId="LiveId" clId="{F7990E17-330B-4428-934A-51340EA01A98}" dt="2022-01-05T10:16:07.691" v="6843" actId="1076"/>
          <ac:spMkLst>
            <pc:docMk/>
            <pc:sldMk cId="2020305002" sldId="305"/>
            <ac:spMk id="19" creationId="{55F75EC1-E7B9-4664-858F-4DF58C179FF1}"/>
          </ac:spMkLst>
        </pc:spChg>
        <pc:spChg chg="del">
          <ac:chgData name="김 홍규" userId="6d16d8e1c579a2a2" providerId="LiveId" clId="{F7990E17-330B-4428-934A-51340EA01A98}" dt="2022-01-05T10:19:41.246" v="6886" actId="478"/>
          <ac:spMkLst>
            <pc:docMk/>
            <pc:sldMk cId="2020305002" sldId="305"/>
            <ac:spMk id="20" creationId="{C54623FB-F5E4-4621-B8A5-872597552E39}"/>
          </ac:spMkLst>
        </pc:spChg>
        <pc:spChg chg="del mod">
          <ac:chgData name="김 홍규" userId="6d16d8e1c579a2a2" providerId="LiveId" clId="{F7990E17-330B-4428-934A-51340EA01A98}" dt="2022-01-05T10:19:37.278" v="6884" actId="478"/>
          <ac:spMkLst>
            <pc:docMk/>
            <pc:sldMk cId="2020305002" sldId="305"/>
            <ac:spMk id="22" creationId="{B11F8703-5BF5-4182-B5CA-F846AC00F9B2}"/>
          </ac:spMkLst>
        </pc:spChg>
        <pc:spChg chg="add mod">
          <ac:chgData name="김 홍규" userId="6d16d8e1c579a2a2" providerId="LiveId" clId="{F7990E17-330B-4428-934A-51340EA01A98}" dt="2022-01-05T10:18:18.797" v="6868" actId="692"/>
          <ac:spMkLst>
            <pc:docMk/>
            <pc:sldMk cId="2020305002" sldId="305"/>
            <ac:spMk id="23" creationId="{768A6563-1193-43B2-9E25-7C65246ADB6E}"/>
          </ac:spMkLst>
        </pc:spChg>
        <pc:spChg chg="add del">
          <ac:chgData name="김 홍규" userId="6d16d8e1c579a2a2" providerId="LiveId" clId="{F7990E17-330B-4428-934A-51340EA01A98}" dt="2022-01-05T10:18:10.007" v="6866" actId="478"/>
          <ac:spMkLst>
            <pc:docMk/>
            <pc:sldMk cId="2020305002" sldId="305"/>
            <ac:spMk id="24" creationId="{7144568E-83DB-4BAD-9FCF-FA1EC731846A}"/>
          </ac:spMkLst>
        </pc:spChg>
        <pc:spChg chg="add mod">
          <ac:chgData name="김 홍규" userId="6d16d8e1c579a2a2" providerId="LiveId" clId="{F7990E17-330B-4428-934A-51340EA01A98}" dt="2022-01-05T10:19:54.804" v="6897" actId="20577"/>
          <ac:spMkLst>
            <pc:docMk/>
            <pc:sldMk cId="2020305002" sldId="305"/>
            <ac:spMk id="31" creationId="{94EDFCDD-EB6D-40D7-BCCB-3F0CA185FD13}"/>
          </ac:spMkLst>
        </pc:spChg>
        <pc:spChg chg="add mod">
          <ac:chgData name="김 홍규" userId="6d16d8e1c579a2a2" providerId="LiveId" clId="{F7990E17-330B-4428-934A-51340EA01A98}" dt="2022-01-05T10:33:03.894" v="7337" actId="692"/>
          <ac:spMkLst>
            <pc:docMk/>
            <pc:sldMk cId="2020305002" sldId="305"/>
            <ac:spMk id="36" creationId="{A8AEFCF3-3FE3-4931-A569-40C757399571}"/>
          </ac:spMkLst>
        </pc:spChg>
        <pc:spChg chg="add mod">
          <ac:chgData name="김 홍규" userId="6d16d8e1c579a2a2" providerId="LiveId" clId="{F7990E17-330B-4428-934A-51340EA01A98}" dt="2022-01-05T10:20:08.347" v="6910" actId="1076"/>
          <ac:spMkLst>
            <pc:docMk/>
            <pc:sldMk cId="2020305002" sldId="305"/>
            <ac:spMk id="37" creationId="{AE02B65C-08E3-442E-B953-AB01EDA4A20E}"/>
          </ac:spMkLst>
        </pc:spChg>
        <pc:spChg chg="add mod">
          <ac:chgData name="김 홍규" userId="6d16d8e1c579a2a2" providerId="LiveId" clId="{F7990E17-330B-4428-934A-51340EA01A98}" dt="2022-01-05T10:25:50.809" v="6982" actId="1076"/>
          <ac:spMkLst>
            <pc:docMk/>
            <pc:sldMk cId="2020305002" sldId="305"/>
            <ac:spMk id="39" creationId="{8EADCD2C-DDCB-43DA-89E8-346B27D51B1F}"/>
          </ac:spMkLst>
        </pc:spChg>
        <pc:spChg chg="add mod">
          <ac:chgData name="김 홍규" userId="6d16d8e1c579a2a2" providerId="LiveId" clId="{F7990E17-330B-4428-934A-51340EA01A98}" dt="2022-01-05T10:20:15.684" v="6912" actId="1076"/>
          <ac:spMkLst>
            <pc:docMk/>
            <pc:sldMk cId="2020305002" sldId="305"/>
            <ac:spMk id="40" creationId="{0893F4F8-4ED2-4E9A-AB0E-84726E18B28C}"/>
          </ac:spMkLst>
        </pc:spChg>
        <pc:spChg chg="add mod">
          <ac:chgData name="김 홍규" userId="6d16d8e1c579a2a2" providerId="LiveId" clId="{F7990E17-330B-4428-934A-51340EA01A98}" dt="2022-01-05T10:21:39.545" v="6940" actId="1038"/>
          <ac:spMkLst>
            <pc:docMk/>
            <pc:sldMk cId="2020305002" sldId="305"/>
            <ac:spMk id="55" creationId="{72716269-84A6-4B46-A659-B786609A7348}"/>
          </ac:spMkLst>
        </pc:spChg>
        <pc:spChg chg="add mod">
          <ac:chgData name="김 홍규" userId="6d16d8e1c579a2a2" providerId="LiveId" clId="{F7990E17-330B-4428-934A-51340EA01A98}" dt="2022-01-05T10:29:18.294" v="7310" actId="1076"/>
          <ac:spMkLst>
            <pc:docMk/>
            <pc:sldMk cId="2020305002" sldId="305"/>
            <ac:spMk id="67" creationId="{520F7465-4B8E-49AA-B4BC-2B0AED3BE622}"/>
          </ac:spMkLst>
        </pc:spChg>
        <pc:spChg chg="mod">
          <ac:chgData name="김 홍규" userId="6d16d8e1c579a2a2" providerId="LiveId" clId="{F7990E17-330B-4428-934A-51340EA01A98}" dt="2022-01-05T10:15:46.153" v="6835" actId="20577"/>
          <ac:spMkLst>
            <pc:docMk/>
            <pc:sldMk cId="2020305002" sldId="305"/>
            <ac:spMk id="69" creationId="{29710FC1-A20B-4164-833E-5410867EE5C7}"/>
          </ac:spMkLst>
        </pc:spChg>
        <pc:spChg chg="del">
          <ac:chgData name="김 홍규" userId="6d16d8e1c579a2a2" providerId="LiveId" clId="{F7990E17-330B-4428-934A-51340EA01A98}" dt="2022-01-05T10:19:39.189" v="6885" actId="478"/>
          <ac:spMkLst>
            <pc:docMk/>
            <pc:sldMk cId="2020305002" sldId="305"/>
            <ac:spMk id="70" creationId="{F83E2DBC-4279-4973-AC4B-8B3CC4696F10}"/>
          </ac:spMkLst>
        </pc:spChg>
        <pc:spChg chg="del">
          <ac:chgData name="김 홍규" userId="6d16d8e1c579a2a2" providerId="LiveId" clId="{F7990E17-330B-4428-934A-51340EA01A98}" dt="2022-01-05T10:19:41.246" v="6886" actId="478"/>
          <ac:spMkLst>
            <pc:docMk/>
            <pc:sldMk cId="2020305002" sldId="305"/>
            <ac:spMk id="72" creationId="{B950DB19-6AD9-4B5F-B4E2-5328A81FD017}"/>
          </ac:spMkLst>
        </pc:spChg>
        <pc:spChg chg="mod">
          <ac:chgData name="김 홍규" userId="6d16d8e1c579a2a2" providerId="LiveId" clId="{F7990E17-330B-4428-934A-51340EA01A98}" dt="2022-01-05T10:29:38.268" v="7320" actId="20577"/>
          <ac:spMkLst>
            <pc:docMk/>
            <pc:sldMk cId="2020305002" sldId="305"/>
            <ac:spMk id="73" creationId="{85B8CF4B-4624-4D39-8E10-EC5603FA9709}"/>
          </ac:spMkLst>
        </pc:spChg>
        <pc:spChg chg="add mod">
          <ac:chgData name="김 홍규" userId="6d16d8e1c579a2a2" providerId="LiveId" clId="{F7990E17-330B-4428-934A-51340EA01A98}" dt="2022-01-05T10:32:58.241" v="7335" actId="207"/>
          <ac:spMkLst>
            <pc:docMk/>
            <pc:sldMk cId="2020305002" sldId="305"/>
            <ac:spMk id="78" creationId="{4C73FA00-620F-4856-AFDB-08F0FBF34D14}"/>
          </ac:spMkLst>
        </pc:spChg>
        <pc:cxnChg chg="add mod">
          <ac:chgData name="김 홍규" userId="6d16d8e1c579a2a2" providerId="LiveId" clId="{F7990E17-330B-4428-934A-51340EA01A98}" dt="2022-01-05T10:16:33.426" v="6853" actId="14100"/>
          <ac:cxnSpMkLst>
            <pc:docMk/>
            <pc:sldMk cId="2020305002" sldId="305"/>
            <ac:cxnSpMk id="5" creationId="{05E469C4-2128-4E1F-85F6-062639C820A6}"/>
          </ac:cxnSpMkLst>
        </pc:cxnChg>
        <pc:cxnChg chg="add mod">
          <ac:chgData name="김 홍규" userId="6d16d8e1c579a2a2" providerId="LiveId" clId="{F7990E17-330B-4428-934A-51340EA01A98}" dt="2022-01-05T10:17:00.989" v="6855" actId="692"/>
          <ac:cxnSpMkLst>
            <pc:docMk/>
            <pc:sldMk cId="2020305002" sldId="305"/>
            <ac:cxnSpMk id="11" creationId="{198E8649-B0FA-463D-94FA-D9394A3A562F}"/>
          </ac:cxnSpMkLst>
        </pc:cxnChg>
        <pc:cxnChg chg="add mod">
          <ac:chgData name="김 홍규" userId="6d16d8e1c579a2a2" providerId="LiveId" clId="{F7990E17-330B-4428-934A-51340EA01A98}" dt="2022-01-05T10:17:14.969" v="6858" actId="14100"/>
          <ac:cxnSpMkLst>
            <pc:docMk/>
            <pc:sldMk cId="2020305002" sldId="305"/>
            <ac:cxnSpMk id="25" creationId="{62B706FA-D67F-4492-88E0-63794C41C542}"/>
          </ac:cxnSpMkLst>
        </pc:cxnChg>
        <pc:cxnChg chg="add mod">
          <ac:chgData name="김 홍규" userId="6d16d8e1c579a2a2" providerId="LiveId" clId="{F7990E17-330B-4428-934A-51340EA01A98}" dt="2022-01-05T10:18:32.511" v="6871" actId="14100"/>
          <ac:cxnSpMkLst>
            <pc:docMk/>
            <pc:sldMk cId="2020305002" sldId="305"/>
            <ac:cxnSpMk id="30" creationId="{11CA2756-5EAA-43EA-BED0-C29774992392}"/>
          </ac:cxnSpMkLst>
        </pc:cxnChg>
        <pc:cxnChg chg="add mod">
          <ac:chgData name="김 홍규" userId="6d16d8e1c579a2a2" providerId="LiveId" clId="{F7990E17-330B-4428-934A-51340EA01A98}" dt="2022-01-05T10:18:39.101" v="6874" actId="14100"/>
          <ac:cxnSpMkLst>
            <pc:docMk/>
            <pc:sldMk cId="2020305002" sldId="305"/>
            <ac:cxnSpMk id="33" creationId="{E2982D8C-4008-4235-A4E6-B8AA09771A0C}"/>
          </ac:cxnSpMkLst>
        </pc:cxnChg>
        <pc:cxnChg chg="add mod">
          <ac:chgData name="김 홍규" userId="6d16d8e1c579a2a2" providerId="LiveId" clId="{F7990E17-330B-4428-934A-51340EA01A98}" dt="2022-01-05T10:20:51.446" v="6919" actId="692"/>
          <ac:cxnSpMkLst>
            <pc:docMk/>
            <pc:sldMk cId="2020305002" sldId="305"/>
            <ac:cxnSpMk id="38" creationId="{EEF9D105-5F0E-4D1E-98EB-A289338814B1}"/>
          </ac:cxnSpMkLst>
        </pc:cxnChg>
        <pc:cxnChg chg="add mod">
          <ac:chgData name="김 홍규" userId="6d16d8e1c579a2a2" providerId="LiveId" clId="{F7990E17-330B-4428-934A-51340EA01A98}" dt="2022-01-05T10:20:44.075" v="6918" actId="14100"/>
          <ac:cxnSpMkLst>
            <pc:docMk/>
            <pc:sldMk cId="2020305002" sldId="305"/>
            <ac:cxnSpMk id="41" creationId="{AFE99763-D227-4E52-98A2-406A504C0F1A}"/>
          </ac:cxnSpMkLst>
        </pc:cxnChg>
        <pc:cxnChg chg="add mod ord">
          <ac:chgData name="김 홍규" userId="6d16d8e1c579a2a2" providerId="LiveId" clId="{F7990E17-330B-4428-934A-51340EA01A98}" dt="2022-01-05T10:25:16.245" v="6981" actId="166"/>
          <ac:cxnSpMkLst>
            <pc:docMk/>
            <pc:sldMk cId="2020305002" sldId="305"/>
            <ac:cxnSpMk id="47" creationId="{8F7605D7-1B7F-42FF-9032-91C4F3CA3748}"/>
          </ac:cxnSpMkLst>
        </pc:cxnChg>
        <pc:cxnChg chg="add mod">
          <ac:chgData name="김 홍규" userId="6d16d8e1c579a2a2" providerId="LiveId" clId="{F7990E17-330B-4428-934A-51340EA01A98}" dt="2022-01-05T10:23:14.439" v="6956" actId="1076"/>
          <ac:cxnSpMkLst>
            <pc:docMk/>
            <pc:sldMk cId="2020305002" sldId="305"/>
            <ac:cxnSpMk id="51" creationId="{627888E6-6FEE-4DAA-AEF2-41AD97EEFD1E}"/>
          </ac:cxnSpMkLst>
        </pc:cxnChg>
        <pc:cxnChg chg="add mod ord">
          <ac:chgData name="김 홍규" userId="6d16d8e1c579a2a2" providerId="LiveId" clId="{F7990E17-330B-4428-934A-51340EA01A98}" dt="2022-01-05T10:32:36.037" v="7332" actId="692"/>
          <ac:cxnSpMkLst>
            <pc:docMk/>
            <pc:sldMk cId="2020305002" sldId="305"/>
            <ac:cxnSpMk id="52" creationId="{B74CAC1D-67B3-4674-9CD2-C84BE493334A}"/>
          </ac:cxnSpMkLst>
        </pc:cxnChg>
        <pc:cxnChg chg="add del mod">
          <ac:chgData name="김 홍규" userId="6d16d8e1c579a2a2" providerId="LiveId" clId="{F7990E17-330B-4428-934A-51340EA01A98}" dt="2022-01-05T10:23:23.550" v="6959" actId="478"/>
          <ac:cxnSpMkLst>
            <pc:docMk/>
            <pc:sldMk cId="2020305002" sldId="305"/>
            <ac:cxnSpMk id="58" creationId="{0E392AE3-EF06-4DAD-90F2-BF40F9F559F7}"/>
          </ac:cxnSpMkLst>
        </pc:cxnChg>
        <pc:cxnChg chg="add mod">
          <ac:chgData name="김 홍규" userId="6d16d8e1c579a2a2" providerId="LiveId" clId="{F7990E17-330B-4428-934A-51340EA01A98}" dt="2022-01-05T10:23:01.433" v="6952" actId="14100"/>
          <ac:cxnSpMkLst>
            <pc:docMk/>
            <pc:sldMk cId="2020305002" sldId="305"/>
            <ac:cxnSpMk id="63" creationId="{08CF994D-25B7-4637-A8F0-C330EDC62561}"/>
          </ac:cxnSpMkLst>
        </pc:cxnChg>
        <pc:cxnChg chg="add mod">
          <ac:chgData name="김 홍규" userId="6d16d8e1c579a2a2" providerId="LiveId" clId="{F7990E17-330B-4428-934A-51340EA01A98}" dt="2022-01-05T10:23:10.399" v="6955" actId="14100"/>
          <ac:cxnSpMkLst>
            <pc:docMk/>
            <pc:sldMk cId="2020305002" sldId="305"/>
            <ac:cxnSpMk id="65" creationId="{169DA3A3-AB99-4C5E-95A4-C15665D61B3D}"/>
          </ac:cxnSpMkLst>
        </pc:cxnChg>
        <pc:cxnChg chg="add mod">
          <ac:chgData name="김 홍규" userId="6d16d8e1c579a2a2" providerId="LiveId" clId="{F7990E17-330B-4428-934A-51340EA01A98}" dt="2022-01-05T10:23:20.904" v="6958" actId="1076"/>
          <ac:cxnSpMkLst>
            <pc:docMk/>
            <pc:sldMk cId="2020305002" sldId="305"/>
            <ac:cxnSpMk id="68" creationId="{3F0ABA13-18BF-4DB5-9CD9-692F865EBE2D}"/>
          </ac:cxnSpMkLst>
        </pc:cxnChg>
        <pc:cxnChg chg="add mod ord">
          <ac:chgData name="김 홍규" userId="6d16d8e1c579a2a2" providerId="LiveId" clId="{F7990E17-330B-4428-934A-51340EA01A98}" dt="2022-01-05T10:32:58.738" v="7336" actId="692"/>
          <ac:cxnSpMkLst>
            <pc:docMk/>
            <pc:sldMk cId="2020305002" sldId="305"/>
            <ac:cxnSpMk id="71" creationId="{91666712-F0AC-4DBD-8C1D-0965105B4C7F}"/>
          </ac:cxnSpMkLst>
        </pc:cxnChg>
        <pc:cxnChg chg="add mod">
          <ac:chgData name="김 홍규" userId="6d16d8e1c579a2a2" providerId="LiveId" clId="{F7990E17-330B-4428-934A-51340EA01A98}" dt="2022-01-05T10:24:46.278" v="6977" actId="692"/>
          <ac:cxnSpMkLst>
            <pc:docMk/>
            <pc:sldMk cId="2020305002" sldId="305"/>
            <ac:cxnSpMk id="74" creationId="{AAAC2B84-29B9-4B99-983D-14B8C8BE3BF8}"/>
          </ac:cxnSpMkLst>
        </pc:cxnChg>
        <pc:cxnChg chg="add mod">
          <ac:chgData name="김 홍규" userId="6d16d8e1c579a2a2" providerId="LiveId" clId="{F7990E17-330B-4428-934A-51340EA01A98}" dt="2022-01-05T10:24:58.503" v="6979" actId="692"/>
          <ac:cxnSpMkLst>
            <pc:docMk/>
            <pc:sldMk cId="2020305002" sldId="305"/>
            <ac:cxnSpMk id="75" creationId="{7BA2A4B6-840A-435C-9D43-B9101930481A}"/>
          </ac:cxnSpMkLst>
        </pc:cxnChg>
        <pc:cxnChg chg="add mod">
          <ac:chgData name="김 홍규" userId="6d16d8e1c579a2a2" providerId="LiveId" clId="{F7990E17-330B-4428-934A-51340EA01A98}" dt="2022-01-05T10:25:03.931" v="6980" actId="692"/>
          <ac:cxnSpMkLst>
            <pc:docMk/>
            <pc:sldMk cId="2020305002" sldId="305"/>
            <ac:cxnSpMk id="76" creationId="{BFCF3ECE-81AC-4A20-BB45-7E89F850DD3F}"/>
          </ac:cxnSpMkLst>
        </pc:cxnChg>
        <pc:cxnChg chg="add mod">
          <ac:chgData name="김 홍규" userId="6d16d8e1c579a2a2" providerId="LiveId" clId="{F7990E17-330B-4428-934A-51340EA01A98}" dt="2022-01-05T10:25:03.931" v="6980" actId="692"/>
          <ac:cxnSpMkLst>
            <pc:docMk/>
            <pc:sldMk cId="2020305002" sldId="305"/>
            <ac:cxnSpMk id="77" creationId="{F51675A6-B2E7-43E7-A91D-EA6650EDA9AE}"/>
          </ac:cxnSpMkLst>
        </pc:cxnChg>
      </pc:sldChg>
    </pc:docChg>
  </pc:docChgLst>
  <pc:docChgLst>
    <pc:chgData name="김 홍규" userId="6d16d8e1c579a2a2" providerId="LiveId" clId="{3EA3FFAD-FC58-4870-9D82-9150FD6DF77A}"/>
    <pc:docChg chg="custSel modSld sldOrd">
      <pc:chgData name="김 홍규" userId="6d16d8e1c579a2a2" providerId="LiveId" clId="{3EA3FFAD-FC58-4870-9D82-9150FD6DF77A}" dt="2022-07-15T05:04:15.093" v="9"/>
      <pc:docMkLst>
        <pc:docMk/>
      </pc:docMkLst>
      <pc:sldChg chg="modSp mod">
        <pc:chgData name="김 홍규" userId="6d16d8e1c579a2a2" providerId="LiveId" clId="{3EA3FFAD-FC58-4870-9D82-9150FD6DF77A}" dt="2022-07-15T04:56:52.327" v="8" actId="27636"/>
        <pc:sldMkLst>
          <pc:docMk/>
          <pc:sldMk cId="3030639323" sldId="271"/>
        </pc:sldMkLst>
        <pc:spChg chg="mod">
          <ac:chgData name="김 홍규" userId="6d16d8e1c579a2a2" providerId="LiveId" clId="{3EA3FFAD-FC58-4870-9D82-9150FD6DF77A}" dt="2022-07-15T04:56:52.327" v="8" actId="27636"/>
          <ac:spMkLst>
            <pc:docMk/>
            <pc:sldMk cId="3030639323" sldId="271"/>
            <ac:spMk id="3" creationId="{00000000-0000-0000-0000-000000000000}"/>
          </ac:spMkLst>
        </pc:spChg>
      </pc:sldChg>
      <pc:sldChg chg="ord">
        <pc:chgData name="김 홍규" userId="6d16d8e1c579a2a2" providerId="LiveId" clId="{3EA3FFAD-FC58-4870-9D82-9150FD6DF77A}" dt="2022-07-15T04:56:45.703" v="1"/>
        <pc:sldMkLst>
          <pc:docMk/>
          <pc:sldMk cId="2124561730" sldId="273"/>
        </pc:sldMkLst>
      </pc:sldChg>
      <pc:sldChg chg="addSp">
        <pc:chgData name="김 홍규" userId="6d16d8e1c579a2a2" providerId="LiveId" clId="{3EA3FFAD-FC58-4870-9D82-9150FD6DF77A}" dt="2022-07-15T05:04:15.093" v="9"/>
        <pc:sldMkLst>
          <pc:docMk/>
          <pc:sldMk cId="1266177044" sldId="274"/>
        </pc:sldMkLst>
        <pc:inkChg chg="add">
          <ac:chgData name="김 홍규" userId="6d16d8e1c579a2a2" providerId="LiveId" clId="{3EA3FFAD-FC58-4870-9D82-9150FD6DF77A}" dt="2022-07-15T05:04:15.093" v="9"/>
          <ac:inkMkLst>
            <pc:docMk/>
            <pc:sldMk cId="1266177044" sldId="274"/>
            <ac:inkMk id="2" creationId="{F233C436-DCA1-6304-9036-766A81265233}"/>
          </ac:inkMkLst>
        </pc:inkChg>
      </pc:sldChg>
    </pc:docChg>
  </pc:docChgLst>
  <pc:docChgLst>
    <pc:chgData name="김 홍규" userId="6d16d8e1c579a2a2" providerId="LiveId" clId="{97C4EEFC-F462-4E89-83D8-DF7F094242F5}"/>
    <pc:docChg chg="custSel modSld">
      <pc:chgData name="김 홍규" userId="6d16d8e1c579a2a2" providerId="LiveId" clId="{97C4EEFC-F462-4E89-83D8-DF7F094242F5}" dt="2022-10-20T09:55:25.920" v="3"/>
      <pc:docMkLst>
        <pc:docMk/>
      </pc:docMkLst>
      <pc:sldChg chg="addSp">
        <pc:chgData name="김 홍규" userId="6d16d8e1c579a2a2" providerId="LiveId" clId="{97C4EEFC-F462-4E89-83D8-DF7F094242F5}" dt="2022-10-20T09:24:18.507" v="0"/>
        <pc:sldMkLst>
          <pc:docMk/>
          <pc:sldMk cId="892925068" sldId="270"/>
        </pc:sldMkLst>
        <pc:inkChg chg="add">
          <ac:chgData name="김 홍규" userId="6d16d8e1c579a2a2" providerId="LiveId" clId="{97C4EEFC-F462-4E89-83D8-DF7F094242F5}" dt="2022-10-20T09:24:18.507" v="0"/>
          <ac:inkMkLst>
            <pc:docMk/>
            <pc:sldMk cId="892925068" sldId="270"/>
            <ac:inkMk id="7" creationId="{347235D1-13C2-03CC-2F8B-A3D9A1C4110A}"/>
          </ac:inkMkLst>
        </pc:inkChg>
      </pc:sldChg>
      <pc:sldChg chg="addSp">
        <pc:chgData name="김 홍규" userId="6d16d8e1c579a2a2" providerId="LiveId" clId="{97C4EEFC-F462-4E89-83D8-DF7F094242F5}" dt="2022-10-20T09:24:18.507" v="0"/>
        <pc:sldMkLst>
          <pc:docMk/>
          <pc:sldMk cId="3030639323" sldId="271"/>
        </pc:sldMkLst>
        <pc:inkChg chg="add">
          <ac:chgData name="김 홍규" userId="6d16d8e1c579a2a2" providerId="LiveId" clId="{97C4EEFC-F462-4E89-83D8-DF7F094242F5}" dt="2022-10-20T09:24:18.507" v="0"/>
          <ac:inkMkLst>
            <pc:docMk/>
            <pc:sldMk cId="3030639323" sldId="271"/>
            <ac:inkMk id="7" creationId="{9DB8AB93-1CDF-75E0-0FAB-636248ECCC7C}"/>
          </ac:inkMkLst>
        </pc:inkChg>
      </pc:sldChg>
      <pc:sldChg chg="addSp">
        <pc:chgData name="김 홍규" userId="6d16d8e1c579a2a2" providerId="LiveId" clId="{97C4EEFC-F462-4E89-83D8-DF7F094242F5}" dt="2022-10-20T09:24:18.507" v="0"/>
        <pc:sldMkLst>
          <pc:docMk/>
          <pc:sldMk cId="1388163111" sldId="272"/>
        </pc:sldMkLst>
        <pc:inkChg chg="add">
          <ac:chgData name="김 홍규" userId="6d16d8e1c579a2a2" providerId="LiveId" clId="{97C4EEFC-F462-4E89-83D8-DF7F094242F5}" dt="2022-10-20T09:24:18.507" v="0"/>
          <ac:inkMkLst>
            <pc:docMk/>
            <pc:sldMk cId="1388163111" sldId="272"/>
            <ac:inkMk id="10" creationId="{3DCCC06E-2925-E2E4-F1B1-4A4101CD553C}"/>
          </ac:inkMkLst>
        </pc:inkChg>
      </pc:sldChg>
      <pc:sldChg chg="addSp">
        <pc:chgData name="김 홍규" userId="6d16d8e1c579a2a2" providerId="LiveId" clId="{97C4EEFC-F462-4E89-83D8-DF7F094242F5}" dt="2022-10-20T09:24:18.507" v="0"/>
        <pc:sldMkLst>
          <pc:docMk/>
          <pc:sldMk cId="2124561730" sldId="273"/>
        </pc:sldMkLst>
        <pc:inkChg chg="add">
          <ac:chgData name="김 홍규" userId="6d16d8e1c579a2a2" providerId="LiveId" clId="{97C4EEFC-F462-4E89-83D8-DF7F094242F5}" dt="2022-10-20T09:24:18.507" v="0"/>
          <ac:inkMkLst>
            <pc:docMk/>
            <pc:sldMk cId="2124561730" sldId="273"/>
            <ac:inkMk id="13" creationId="{475991BA-6DF0-EC81-064A-9A2ED867552F}"/>
          </ac:inkMkLst>
        </pc:inkChg>
      </pc:sldChg>
      <pc:sldChg chg="addSp delSp mod">
        <pc:chgData name="김 홍규" userId="6d16d8e1c579a2a2" providerId="LiveId" clId="{97C4EEFC-F462-4E89-83D8-DF7F094242F5}" dt="2022-10-20T09:42:42.962" v="2"/>
        <pc:sldMkLst>
          <pc:docMk/>
          <pc:sldMk cId="1266177044" sldId="274"/>
        </pc:sldMkLst>
        <pc:inkChg chg="del">
          <ac:chgData name="김 홍규" userId="6d16d8e1c579a2a2" providerId="LiveId" clId="{97C4EEFC-F462-4E89-83D8-DF7F094242F5}" dt="2022-10-20T09:24:22.786" v="1" actId="478"/>
          <ac:inkMkLst>
            <pc:docMk/>
            <pc:sldMk cId="1266177044" sldId="274"/>
            <ac:inkMk id="2" creationId="{F233C436-DCA1-6304-9036-766A81265233}"/>
          </ac:inkMkLst>
        </pc:inkChg>
        <pc:inkChg chg="add">
          <ac:chgData name="김 홍규" userId="6d16d8e1c579a2a2" providerId="LiveId" clId="{97C4EEFC-F462-4E89-83D8-DF7F094242F5}" dt="2022-10-20T09:42:42.962" v="2"/>
          <ac:inkMkLst>
            <pc:docMk/>
            <pc:sldMk cId="1266177044" sldId="274"/>
            <ac:inkMk id="9" creationId="{E21BE232-DB3E-AC9D-FB73-354AEEE240B3}"/>
          </ac:inkMkLst>
        </pc:inkChg>
      </pc:sldChg>
      <pc:sldChg chg="addSp">
        <pc:chgData name="김 홍규" userId="6d16d8e1c579a2a2" providerId="LiveId" clId="{97C4EEFC-F462-4E89-83D8-DF7F094242F5}" dt="2022-10-20T09:42:42.962" v="2"/>
        <pc:sldMkLst>
          <pc:docMk/>
          <pc:sldMk cId="1760876146" sldId="275"/>
        </pc:sldMkLst>
        <pc:inkChg chg="add">
          <ac:chgData name="김 홍규" userId="6d16d8e1c579a2a2" providerId="LiveId" clId="{97C4EEFC-F462-4E89-83D8-DF7F094242F5}" dt="2022-10-20T09:42:42.962" v="2"/>
          <ac:inkMkLst>
            <pc:docMk/>
            <pc:sldMk cId="1760876146" sldId="275"/>
            <ac:inkMk id="2" creationId="{B52A2D88-7D9A-A4B0-06E7-D46C100785F2}"/>
          </ac:inkMkLst>
        </pc:inkChg>
      </pc:sldChg>
      <pc:sldChg chg="addSp">
        <pc:chgData name="김 홍규" userId="6d16d8e1c579a2a2" providerId="LiveId" clId="{97C4EEFC-F462-4E89-83D8-DF7F094242F5}" dt="2022-10-20T09:24:18.507" v="0"/>
        <pc:sldMkLst>
          <pc:docMk/>
          <pc:sldMk cId="2263913129" sldId="284"/>
        </pc:sldMkLst>
        <pc:inkChg chg="add">
          <ac:chgData name="김 홍규" userId="6d16d8e1c579a2a2" providerId="LiveId" clId="{97C4EEFC-F462-4E89-83D8-DF7F094242F5}" dt="2022-10-20T09:24:18.507" v="0"/>
          <ac:inkMkLst>
            <pc:docMk/>
            <pc:sldMk cId="2263913129" sldId="284"/>
            <ac:inkMk id="2" creationId="{DBAAAECF-6837-48C6-F903-65F8B9DD49A0}"/>
          </ac:inkMkLst>
        </pc:inkChg>
      </pc:sldChg>
      <pc:sldChg chg="addSp">
        <pc:chgData name="김 홍규" userId="6d16d8e1c579a2a2" providerId="LiveId" clId="{97C4EEFC-F462-4E89-83D8-DF7F094242F5}" dt="2022-10-20T09:42:42.962" v="2"/>
        <pc:sldMkLst>
          <pc:docMk/>
          <pc:sldMk cId="2073406678" sldId="292"/>
        </pc:sldMkLst>
        <pc:inkChg chg="add">
          <ac:chgData name="김 홍규" userId="6d16d8e1c579a2a2" providerId="LiveId" clId="{97C4EEFC-F462-4E89-83D8-DF7F094242F5}" dt="2022-10-20T09:42:42.962" v="2"/>
          <ac:inkMkLst>
            <pc:docMk/>
            <pc:sldMk cId="2073406678" sldId="292"/>
            <ac:inkMk id="2" creationId="{3425E0C1-F87D-4598-C552-8B4EC2B3C8D4}"/>
          </ac:inkMkLst>
        </pc:inkChg>
      </pc:sldChg>
      <pc:sldChg chg="addSp">
        <pc:chgData name="김 홍규" userId="6d16d8e1c579a2a2" providerId="LiveId" clId="{97C4EEFC-F462-4E89-83D8-DF7F094242F5}" dt="2022-10-20T09:42:42.962" v="2"/>
        <pc:sldMkLst>
          <pc:docMk/>
          <pc:sldMk cId="3408012796" sldId="294"/>
        </pc:sldMkLst>
        <pc:inkChg chg="add">
          <ac:chgData name="김 홍규" userId="6d16d8e1c579a2a2" providerId="LiveId" clId="{97C4EEFC-F462-4E89-83D8-DF7F094242F5}" dt="2022-10-20T09:42:42.962" v="2"/>
          <ac:inkMkLst>
            <pc:docMk/>
            <pc:sldMk cId="3408012796" sldId="294"/>
            <ac:inkMk id="2" creationId="{3FEF9FC5-0B70-A585-50F6-61B22908745B}"/>
          </ac:inkMkLst>
        </pc:inkChg>
      </pc:sldChg>
      <pc:sldChg chg="addSp">
        <pc:chgData name="김 홍규" userId="6d16d8e1c579a2a2" providerId="LiveId" clId="{97C4EEFC-F462-4E89-83D8-DF7F094242F5}" dt="2022-10-20T09:55:25.920" v="3"/>
        <pc:sldMkLst>
          <pc:docMk/>
          <pc:sldMk cId="1359658483" sldId="302"/>
        </pc:sldMkLst>
        <pc:inkChg chg="add">
          <ac:chgData name="김 홍규" userId="6d16d8e1c579a2a2" providerId="LiveId" clId="{97C4EEFC-F462-4E89-83D8-DF7F094242F5}" dt="2022-10-20T09:55:25.920" v="3"/>
          <ac:inkMkLst>
            <pc:docMk/>
            <pc:sldMk cId="1359658483" sldId="302"/>
            <ac:inkMk id="5" creationId="{1B36DE8C-A0F8-03B3-E32A-D6FCBC774870}"/>
          </ac:inkMkLst>
        </pc:inkChg>
      </pc:sldChg>
    </pc:docChg>
  </pc:docChgLst>
  <pc:docChgLst>
    <pc:chgData name="김 홍규" userId="6d16d8e1c579a2a2" providerId="LiveId" clId="{E32C53EE-464F-4036-B0F1-8E978BEAFAA9}"/>
    <pc:docChg chg="modSld">
      <pc:chgData name="김 홍규" userId="6d16d8e1c579a2a2" providerId="LiveId" clId="{E32C53EE-464F-4036-B0F1-8E978BEAFAA9}" dt="2023-04-09T02:16:55.204" v="5" actId="20578"/>
      <pc:docMkLst>
        <pc:docMk/>
      </pc:docMkLst>
      <pc:sldChg chg="modSp mod">
        <pc:chgData name="김 홍규" userId="6d16d8e1c579a2a2" providerId="LiveId" clId="{E32C53EE-464F-4036-B0F1-8E978BEAFAA9}" dt="2023-03-28T04:00:18.687" v="4" actId="20577"/>
        <pc:sldMkLst>
          <pc:docMk/>
          <pc:sldMk cId="676057737" sldId="256"/>
        </pc:sldMkLst>
        <pc:spChg chg="mod">
          <ac:chgData name="김 홍규" userId="6d16d8e1c579a2a2" providerId="LiveId" clId="{E32C53EE-464F-4036-B0F1-8E978BEAFAA9}" dt="2023-03-28T04:00:18.687" v="4" actId="20577"/>
          <ac:spMkLst>
            <pc:docMk/>
            <pc:sldMk cId="676057737" sldId="256"/>
            <ac:spMk id="6" creationId="{00000000-0000-0000-0000-000000000000}"/>
          </ac:spMkLst>
        </pc:spChg>
        <pc:spChg chg="mod">
          <ac:chgData name="김 홍규" userId="6d16d8e1c579a2a2" providerId="LiveId" clId="{E32C53EE-464F-4036-B0F1-8E978BEAFAA9}" dt="2023-03-28T04:00:12.771" v="3"/>
          <ac:spMkLst>
            <pc:docMk/>
            <pc:sldMk cId="676057737" sldId="256"/>
            <ac:spMk id="9" creationId="{00000000-0000-0000-0000-000000000000}"/>
          </ac:spMkLst>
        </pc:spChg>
      </pc:sldChg>
      <pc:sldChg chg="modSp">
        <pc:chgData name="김 홍규" userId="6d16d8e1c579a2a2" providerId="LiveId" clId="{E32C53EE-464F-4036-B0F1-8E978BEAFAA9}" dt="2023-04-09T02:16:55.204" v="5" actId="20578"/>
        <pc:sldMkLst>
          <pc:docMk/>
          <pc:sldMk cId="1266177044" sldId="274"/>
        </pc:sldMkLst>
        <pc:spChg chg="mod">
          <ac:chgData name="김 홍규" userId="6d16d8e1c579a2a2" providerId="LiveId" clId="{E32C53EE-464F-4036-B0F1-8E978BEAFAA9}" dt="2023-04-09T02:16:55.204" v="5" actId="20578"/>
          <ac:spMkLst>
            <pc:docMk/>
            <pc:sldMk cId="1266177044" sldId="274"/>
            <ac:spMk id="44" creationId="{00000000-0000-0000-0000-000000000000}"/>
          </ac:spMkLst>
        </pc:spChg>
      </pc:sldChg>
    </pc:docChg>
  </pc:docChgLst>
  <pc:docChgLst>
    <pc:chgData name="홍규 김" userId="6d16d8e1c579a2a2" providerId="Windows Live" clId="Web-{179D4F92-FBAE-A987-654F-DB0E005CB180}"/>
    <pc:docChg chg="modSld">
      <pc:chgData name="홍규 김" userId="6d16d8e1c579a2a2" providerId="Windows Live" clId="Web-{179D4F92-FBAE-A987-654F-DB0E005CB180}" dt="2025-06-04T00:32:29.053" v="10"/>
      <pc:docMkLst>
        <pc:docMk/>
      </pc:docMkLst>
      <pc:sldChg chg="delSp">
        <pc:chgData name="홍규 김" userId="6d16d8e1c579a2a2" providerId="Windows Live" clId="Web-{179D4F92-FBAE-A987-654F-DB0E005CB180}" dt="2025-06-04T00:31:51.958" v="0"/>
        <pc:sldMkLst>
          <pc:docMk/>
          <pc:sldMk cId="892925068" sldId="270"/>
        </pc:sldMkLst>
        <pc:inkChg chg="del">
          <ac:chgData name="홍규 김" userId="6d16d8e1c579a2a2" providerId="Windows Live" clId="Web-{179D4F92-FBAE-A987-654F-DB0E005CB180}" dt="2025-06-04T00:31:51.958" v="0"/>
          <ac:inkMkLst>
            <pc:docMk/>
            <pc:sldMk cId="892925068" sldId="270"/>
            <ac:inkMk id="7" creationId="{347235D1-13C2-03CC-2F8B-A3D9A1C4110A}"/>
          </ac:inkMkLst>
        </pc:inkChg>
      </pc:sldChg>
      <pc:sldChg chg="delSp">
        <pc:chgData name="홍규 김" userId="6d16d8e1c579a2a2" providerId="Windows Live" clId="Web-{179D4F92-FBAE-A987-654F-DB0E005CB180}" dt="2025-06-04T00:32:00.177" v="2"/>
        <pc:sldMkLst>
          <pc:docMk/>
          <pc:sldMk cId="3030639323" sldId="271"/>
        </pc:sldMkLst>
        <pc:inkChg chg="del">
          <ac:chgData name="홍규 김" userId="6d16d8e1c579a2a2" providerId="Windows Live" clId="Web-{179D4F92-FBAE-A987-654F-DB0E005CB180}" dt="2025-06-04T00:32:00.177" v="2"/>
          <ac:inkMkLst>
            <pc:docMk/>
            <pc:sldMk cId="3030639323" sldId="271"/>
            <ac:inkMk id="5" creationId="{CC8F2B7C-56F2-42B3-B42E-985FA79E80EE}"/>
          </ac:inkMkLst>
        </pc:inkChg>
        <pc:inkChg chg="del">
          <ac:chgData name="홍규 김" userId="6d16d8e1c579a2a2" providerId="Windows Live" clId="Web-{179D4F92-FBAE-A987-654F-DB0E005CB180}" dt="2025-06-04T00:31:57.177" v="1"/>
          <ac:inkMkLst>
            <pc:docMk/>
            <pc:sldMk cId="3030639323" sldId="271"/>
            <ac:inkMk id="7" creationId="{9DB8AB93-1CDF-75E0-0FAB-636248ECCC7C}"/>
          </ac:inkMkLst>
        </pc:inkChg>
      </pc:sldChg>
      <pc:sldChg chg="delSp">
        <pc:chgData name="홍규 김" userId="6d16d8e1c579a2a2" providerId="Windows Live" clId="Web-{179D4F92-FBAE-A987-654F-DB0E005CB180}" dt="2025-06-04T00:32:14.021" v="7"/>
        <pc:sldMkLst>
          <pc:docMk/>
          <pc:sldMk cId="1388163111" sldId="272"/>
        </pc:sldMkLst>
        <pc:inkChg chg="del">
          <ac:chgData name="홍규 김" userId="6d16d8e1c579a2a2" providerId="Windows Live" clId="Web-{179D4F92-FBAE-A987-654F-DB0E005CB180}" dt="2025-06-04T00:32:14.021" v="7"/>
          <ac:inkMkLst>
            <pc:docMk/>
            <pc:sldMk cId="1388163111" sldId="272"/>
            <ac:inkMk id="9" creationId="{A4E2A36B-81C0-4918-B4BF-52E4E800DA4F}"/>
          </ac:inkMkLst>
        </pc:inkChg>
        <pc:inkChg chg="del">
          <ac:chgData name="홍규 김" userId="6d16d8e1c579a2a2" providerId="Windows Live" clId="Web-{179D4F92-FBAE-A987-654F-DB0E005CB180}" dt="2025-06-04T00:32:11.693" v="6"/>
          <ac:inkMkLst>
            <pc:docMk/>
            <pc:sldMk cId="1388163111" sldId="272"/>
            <ac:inkMk id="10" creationId="{3DCCC06E-2925-E2E4-F1B1-4A4101CD553C}"/>
          </ac:inkMkLst>
        </pc:inkChg>
      </pc:sldChg>
      <pc:sldChg chg="delSp">
        <pc:chgData name="홍규 김" userId="6d16d8e1c579a2a2" providerId="Windows Live" clId="Web-{179D4F92-FBAE-A987-654F-DB0E005CB180}" dt="2025-06-04T00:32:08.037" v="5"/>
        <pc:sldMkLst>
          <pc:docMk/>
          <pc:sldMk cId="2124561730" sldId="273"/>
        </pc:sldMkLst>
        <pc:inkChg chg="del">
          <ac:chgData name="홍규 김" userId="6d16d8e1c579a2a2" providerId="Windows Live" clId="Web-{179D4F92-FBAE-A987-654F-DB0E005CB180}" dt="2025-06-04T00:32:03.411" v="3"/>
          <ac:inkMkLst>
            <pc:docMk/>
            <pc:sldMk cId="2124561730" sldId="273"/>
            <ac:inkMk id="9" creationId="{2CA1DA77-6636-4300-9C5F-1C6463CBEEC0}"/>
          </ac:inkMkLst>
        </pc:inkChg>
        <pc:inkChg chg="del">
          <ac:chgData name="홍규 김" userId="6d16d8e1c579a2a2" providerId="Windows Live" clId="Web-{179D4F92-FBAE-A987-654F-DB0E005CB180}" dt="2025-06-04T00:32:04.927" v="4"/>
          <ac:inkMkLst>
            <pc:docMk/>
            <pc:sldMk cId="2124561730" sldId="273"/>
            <ac:inkMk id="12" creationId="{B8323B2D-236C-4D31-88C6-503A682A48F6}"/>
          </ac:inkMkLst>
        </pc:inkChg>
        <pc:inkChg chg="del">
          <ac:chgData name="홍규 김" userId="6d16d8e1c579a2a2" providerId="Windows Live" clId="Web-{179D4F92-FBAE-A987-654F-DB0E005CB180}" dt="2025-06-04T00:32:08.037" v="5"/>
          <ac:inkMkLst>
            <pc:docMk/>
            <pc:sldMk cId="2124561730" sldId="273"/>
            <ac:inkMk id="13" creationId="{475991BA-6DF0-EC81-064A-9A2ED867552F}"/>
          </ac:inkMkLst>
        </pc:inkChg>
      </pc:sldChg>
      <pc:sldChg chg="delSp">
        <pc:chgData name="홍규 김" userId="6d16d8e1c579a2a2" providerId="Windows Live" clId="Web-{179D4F92-FBAE-A987-654F-DB0E005CB180}" dt="2025-06-04T00:32:18.084" v="8"/>
        <pc:sldMkLst>
          <pc:docMk/>
          <pc:sldMk cId="1266177044" sldId="274"/>
        </pc:sldMkLst>
        <pc:inkChg chg="del">
          <ac:chgData name="홍규 김" userId="6d16d8e1c579a2a2" providerId="Windows Live" clId="Web-{179D4F92-FBAE-A987-654F-DB0E005CB180}" dt="2025-06-04T00:32:18.084" v="8"/>
          <ac:inkMkLst>
            <pc:docMk/>
            <pc:sldMk cId="1266177044" sldId="274"/>
            <ac:inkMk id="9" creationId="{E21BE232-DB3E-AC9D-FB73-354AEEE240B3}"/>
          </ac:inkMkLst>
        </pc:inkChg>
      </pc:sldChg>
      <pc:sldChg chg="delSp">
        <pc:chgData name="홍규 김" userId="6d16d8e1c579a2a2" providerId="Windows Live" clId="Web-{179D4F92-FBAE-A987-654F-DB0E005CB180}" dt="2025-06-04T00:32:29.053" v="10"/>
        <pc:sldMkLst>
          <pc:docMk/>
          <pc:sldMk cId="2073406678" sldId="292"/>
        </pc:sldMkLst>
        <pc:inkChg chg="del">
          <ac:chgData name="홍규 김" userId="6d16d8e1c579a2a2" providerId="Windows Live" clId="Web-{179D4F92-FBAE-A987-654F-DB0E005CB180}" dt="2025-06-04T00:32:29.053" v="10"/>
          <ac:inkMkLst>
            <pc:docMk/>
            <pc:sldMk cId="2073406678" sldId="292"/>
            <ac:inkMk id="2" creationId="{3425E0C1-F87D-4598-C552-8B4EC2B3C8D4}"/>
          </ac:inkMkLst>
        </pc:inkChg>
      </pc:sldChg>
      <pc:sldChg chg="delSp">
        <pc:chgData name="홍규 김" userId="6d16d8e1c579a2a2" providerId="Windows Live" clId="Web-{179D4F92-FBAE-A987-654F-DB0E005CB180}" dt="2025-06-04T00:32:23.772" v="9"/>
        <pc:sldMkLst>
          <pc:docMk/>
          <pc:sldMk cId="3408012796" sldId="294"/>
        </pc:sldMkLst>
        <pc:inkChg chg="del">
          <ac:chgData name="홍규 김" userId="6d16d8e1c579a2a2" providerId="Windows Live" clId="Web-{179D4F92-FBAE-A987-654F-DB0E005CB180}" dt="2025-06-04T00:32:23.772" v="9"/>
          <ac:inkMkLst>
            <pc:docMk/>
            <pc:sldMk cId="3408012796" sldId="294"/>
            <ac:inkMk id="2" creationId="{3FEF9FC5-0B70-A585-50F6-61B22908745B}"/>
          </ac:inkMkLst>
        </pc:inkChg>
      </pc:sldChg>
    </pc:docChg>
  </pc:docChgLst>
  <pc:docChgLst>
    <pc:chgData name="김 홍규" userId="6d16d8e1c579a2a2" providerId="LiveId" clId="{429C345C-1952-46E6-8696-D3F305E80F61}"/>
    <pc:docChg chg="modSld">
      <pc:chgData name="김 홍규" userId="6d16d8e1c579a2a2" providerId="LiveId" clId="{429C345C-1952-46E6-8696-D3F305E80F61}" dt="2022-02-08T07:42:09.298" v="0" actId="1076"/>
      <pc:docMkLst>
        <pc:docMk/>
      </pc:docMkLst>
      <pc:sldChg chg="modSp mod">
        <pc:chgData name="김 홍규" userId="6d16d8e1c579a2a2" providerId="LiveId" clId="{429C345C-1952-46E6-8696-D3F305E80F61}" dt="2022-02-08T07:42:09.298" v="0" actId="1076"/>
        <pc:sldMkLst>
          <pc:docMk/>
          <pc:sldMk cId="3629151130" sldId="303"/>
        </pc:sldMkLst>
        <pc:spChg chg="mod">
          <ac:chgData name="김 홍규" userId="6d16d8e1c579a2a2" providerId="LiveId" clId="{429C345C-1952-46E6-8696-D3F305E80F61}" dt="2022-02-08T07:42:09.298" v="0" actId="1076"/>
          <ac:spMkLst>
            <pc:docMk/>
            <pc:sldMk cId="3629151130" sldId="303"/>
            <ac:spMk id="40" creationId="{753F93AD-EA2C-4F31-9F53-AA9451AEC0A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2-10-20T09:15:23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3634 12136 0,'17'-18'47,"142"18"-31,282 0-1,106-35 1,229 35-1,-194 0 1,0 0 0,-35 0-1,-53 0 1,0 0 0,0 0-1,-36 0 1,-17 0-1,-18 0 1,54 0 0,-72 0-1,1 0 1,0 0 0,-212 0-1,211 0 1,-34 0-1,-159 0-15,-18 0 16,176 0 0,-211 0-16,17 0 15,124 0 1,-141 0-16,17 0 16,124 0-1,-141 0 1,0-18-16,123 0 15,0 1 1,0 17 0,53 0-1,36 0 1,-1-53 0,-176 53-1,0 0-15,177 0 16,-36-18-1,35 18 1,-35 0 0,53 0-1,-194 0 1,230 0 0,-195 0-16,0 0 15,230 0 1,-159 0-16,-89 0 15,230 0 1,-17 0 0,-19 0-1,19 0 1,-18 0 0,-18 0-1,-71 0 1,-35 0-1,-35 0 1,0 0 0,-123 0-16,-19 0 15,213 53 1,-36-35 0,-105 17-1,369-17 1,-175-18-1,-177 17 1,141-17 0,-18 0-1,-52 0 1,-36 0 0,-140 0-16,16 0 15,125 0 1,-89 0-16,-18 0 15,18 0 1,-17 0-16,140 0 16,-122 0-1,246 0 1,-212 0 0,283 0-1,-142 0 1,-176 0-1,212 0 1,-230 0 0,107 0-1,-177 0 1,158 0 0,-140 0-1,105 0 1,-105 0-1</inkml:trace>
  <inkml:trace contextRef="#ctx0" brushRef="#br0" timeOffset="2240.21">3122 13441 0,'18'0'16,"123"0"-1,141 0 1,177 0-1,35 0 1,-1 0 0,19 0-1,158 0 1,-52 0 0,70 0-1,-106 0 1,-53 0-1,-370 0 1,105 0 0,195 0-1,-71 0 1,-35 0 0,-71 0-1,18 0 1,-159 0-1,317 17 1,-334 1 0,211-18-1,18 0 1,-177 0 15,1 0-31,158 0 0,-159 0 16,194 0-1,-264 0 1,194 0 0,-159 0-1,0 0-15,195 0 16,-178 0 0,301 0-1,-371 0 1,53 0-16,36 0 15,-72 0 1,319 0 0,-89 35-1,-159-35 1,283 0 0,-265 0-1,141 0 1,-176 0-1,194 0 1,-300 0 0,-18 0-16,-18 0 15,89 0 110,-53 0-109,212 0 0,-36 0-1,-194 0 1,-17 0-16,17 0 94,-17 0-94</inkml:trace>
  <inkml:trace contextRef="#ctx0" brushRef="#br0" timeOffset="3968.7">3510 10954 0,'-18'-18'16,"1"18"-1,-89 0 1,-88 35 0,-194 106-1,-18 36 1,159-89-1,265-53 48,123-35-47,159 0-1,35 0 1,-88 0-1,-124 0 1,-87-17 93,-89-54-93,-124-105 0,-17 35-1,36 0 1,69 17 0,89 89-1,0 0 1,0 105 124,0 124-124,0 18 0,71 35-1,-53-36 1,-18-52 0,17-106-1,-17-35 16,0-54 16,0-34-47,0-54 16,36 36 0,52-71-1,0-35 1,18 0-1,-36 141 1,-17-17 0</inkml:trace>
  <inkml:trace contextRef="#ctx0" brushRef="#br0" timeOffset="8207.84">13035 12382 0,'0'0'0,"-70"0"15,-142 0 1,-53-52 0,1 34-1,70-70 1,70 35 0,54-18-1,34 1 1,1-54-1,35 1 1,0 35 0,0-36-1,0 54 1,0-89 0,0 106-1,0 18 1,0-1-1,53-17 1,71 36 0,52-1-1,-35-17 1,35 35 0,36 0-1,-18 0 1,35 0-1,-17 35 1,-159 18 0,-18-18-1,-35 36 1,0 52 0,0 1-1,0-18 1,0 88-1,0-53 1,0-35 0,0-71-1,-17 53 1,-72-35 0,19-35-1,-18-18 1,35 0-1,18 0 1,-1 0 0,-17 0-1,18 17 1,-18 19 0,53-19 15,18 18 250,-1-35-187,1 0-94,0-17 15,-1 17 17,54-35-17,52 35 1,89-18 0,-71 0-1,265 1 1,105 17-1,36 0 1,18 0 0,-89 0-1,-53 0 1,-35-36 0,-53 1-1,-123 35 1,-106-35-1,-53 17 1,0 18 0,-18-17-1,18 17 1,-18-18 62,0 18-62,18 0-1</inkml:trace>
  <inkml:trace contextRef="#ctx0" brushRef="#br0" timeOffset="10008.16">24571 12382 0,'-35'18'63,"-89"-18"-47,1 0-1,-1 0 1,36-35-1,-18-53 1,-17-53 0,52 35-1,1-35 1,34 17 0,19 54-1,17-36 1,0 18-1,17-36 1,72 1 0,-19 52-1,1 0 1,35-70 0,-71 88-1,88-52 1,-52 69-1,35 19 1,0 17 0,17 0-1,0 0 1,19 0 0,-19 0-1,-17 0 1,0 17-1,0 36 1,-18 35 0,35 36-1,-52-1 1,-54-52 0,-17-18-1,0 0 1,0 35-1,0-53 1,0 71 0,-17-35-1,-54 35 1,-35 35 0,18-71-1,53 1 1,17-1-1,18-52 1,-17 0 0,-19 17-1,-122 0 1,34-17 0,-35 17-1,54-17 1,16 17-1,54-35 1,17 0 218,1 0-187,-1 0-31</inkml:trace>
  <inkml:trace contextRef="#ctx0" brushRef="#br0" timeOffset="11504.29">23142 12382 0,'-123'0'15,"-1"0"1,1 0-1,-18 0 1,-106 0 0,0 0-1,-35 0 1,-1 0 0,19 0-1,-18 0 1,88 0-1,88-17 1,0-1 0,71 1-1,-1-36 1,19 0 0,-36 0-1,-18-35 1,-17 35-1,53 17 1,35 19 0,-36-54-1,1-52 1,-35 17 0,70 0-1,0 88 1,0-52-1,0-1 1,0 36 0,0-71-1,17 53 1,36 0 0,-18 36-1,54 17 1,-36 0-1,88 0 1,0 0 0,-18 0-1,-35 0 1,-35 0 0,0 0-1,35 70 1,-35-34-1,36 52 1,-54-53 0,-35 0-1,17 71 1,-17-35 0,0-1-1,-35 36 1,-35 0-1,-19 0 1,-16-36 0,69-52-1,1 0 1,35-1 0,-18-17 15,18 36-16,0-19 173,-17-17-172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11-19T07:15:52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2734 6526 0,'18'0'78,"-1"0"-62,54 0 93,299 0-109,-105 0 0,-71 0 0,18 0 0,17 0 16,18 0-1,-124 0 1,-17-17-16,123-36 15,-105 35 1,140 1 0,-158-36-1,247 17 1,-247 36 0,176-17-1,-247 17 16,71 0-15,53 0-16,-53 0 16,0 0-1,123 0 1,-88 0-16,-35 0 16,106 0-1,-107 0-15,37 0 16,-90 0-1,1 0-15,18 0 16,-53 0 0,-1 0 15,-17-18-31,18 18 0</inkml:trace>
  <inkml:trace contextRef="#ctx0" brushRef="#br0" timeOffset="4354.1">2469 8290 0,'36'-17'47,"-1"17"-32,-17 0 1,35-18-16,211-35 31,-176 53-31,195 0 16,-1 0-1,35 0 1,-34 0 0,52 0-1,-36 0 16,1 0-31,18 0 16,-71 0 0,-88 0 15,-54 0-31,107 0 16,0-18-1,-54 18 16,-52 0-31,-53 0 32,0 0-17,-35 0 1,17 0 0,0 0-1,-17 0-15,88 0 16,-18 0-1,-53 0 1,-17 0 0,17 0 281,-17 0-282,17 0 1,-17 0-16,17 0 15,-17 0 17</inkml:trace>
  <inkml:trace contextRef="#ctx0" brushRef="#br0" timeOffset="16433.3">2540 9931 0,'18'-36'188,"-1"36"-173,71-35 1,1 17 0,52-17-1,-106 18-15,124-1 16,-36 18-1,18 0 1,-35 0 0,-88 0-1,141-18 1,105 18 0,1 0-1,-18 0 1,35 0-1,-35 0 1,-88 0 0,-18 0-1,-35 0 1,-18 0 15,35 0-15,18 0-1,53 0 1,-88 0 0,-88 0-1,70 0 1,-53 0-16,36 0 16,-18 0-1,70 0 1,1 0-1,-18 0 1,-53 0 0,-36 0-1,1 0 17,-1 0-1,1 0-31,35-17 15,18 17 1,-1 0 0,1 0 15,-1 0-15</inkml:trace>
  <inkml:trace contextRef="#ctx0" brushRef="#br0" timeOffset="23785.27">2381 11501 0,'0'0'0,"36"0"31,-19 0-31,18 0 63,-17-18-48,35 18 16,35-18-15,0 18 0,-17 0-1,-18-17-15,70-19 16,36 19 0,0-1-1,52 0 1,-16-17-1,16 18 1,-17 17 0,71 0-1,-36-18 1,18 18 15,-53-35-31,-18 35 16,36 0-1,-18 0 1,18 0 0,17 0-1,-35 0 17,-17 0-32,-1 0 31,-35 0-16,-88 0-15,88 0 16,0 0 0,-17 0-1,17 0 1,-18 0 0,1 0-1,-1 0 1,-35 0-1,-17 0 1,-36 0 0,1 0 46</inkml:trace>
  <inkml:trace contextRef="#ctx0" brushRef="#br0" timeOffset="44808.41">2628 14446 0,'-17'0'47,"-1"0"-31,0 0-1,1 0 1,-1 18-1,0 0-15,1 17 32,-19 53-17,-16 18 1,34-89-16,-35 54 16,35-18-1,-35 0 1,53 0-1,0 35 17,0-53-32,-17 1 15,17 52 1,0 18 0,0-36-1,0-17 1,0 18-1,0-36 1,0 35 0,0 19-1,0-19 1,17 18 15,19 1-15,-19-37-1,-17-16-15,18-1 16,0 0 0,-18 1 15,17-36 31,19 17-30,-19-17-17,18 0 1,1 18 15,-19-18 0,1 0 188</inkml:trace>
  <inkml:trace contextRef="#ctx0" brushRef="#br0" timeOffset="47681.45">2805 13476 0,'-18'0'63,"-70"0"-47,-53 0-1,-36 18 1,18-1-1,89 36 1,52-35 15,1-18-31,17 18 32,0-1-17,0 18 1,0-17-16,0 17 15,0 1 1,17-19 0,54 1-1,35 35 1,17-35 0,-17 17-1,-18-18 1,-70-17-1,-1 0 95,-17-35-110,-70-88 15,-54-36 17,36 53-17,71 53-15,-36-53 16,35 36 0,-17 17 77,17 106-46,0 53-31,18-1-1,0 19 1,-35 52 15,35-35-31,0-17 32,0-18-32,0-71 15,0-53 63,0-35-62,0-17 0,18 52-1,17-35 1,0-35 15,-17 71-31,35-72 16,70-34-1,-34 70 1,-1-53 0</inkml:trace>
  <inkml:trace contextRef="#ctx0" brushRef="#br0" timeOffset="52801.3">7655 13247 0,'0'0'0,"18"0"62,0 0-46,34 0 0,1 0-1,53 0 1,-18 0 0,18 0-1,-35 0 16,-18 0-31,17 0 32,-17 0-32,71 0 31,-107 0-31,89 0 16,-35 0-1,-18 0 1,-18 0 15,0 0 0,-35-18 32,18 18-48,-18-17 1,0-19 0,53-17-1,-18-35 17,-17 71-32,-1-36 15,-17-18 16,0 36-15,0-1 15,0 19-15,0-1-16,0 1 16,0-19 15,-17 36-16,17-17-15,-18-1 16,0-17 15,18 17-31,0-17 16,-17-18 0,-1-18 15,18 54-16,0-19 17</inkml:trace>
  <inkml:trace contextRef="#ctx0" brushRef="#br0" timeOffset="55200.09">2311 5027 0,'0'0'0,"-18"0"47,-17-18-31,35 36 62,0 106-62,0 17-1,0 88 1,0-35-1,0-71 1,0-52 0,35-106 62,-35-18-78</inkml:trace>
  <inkml:trace contextRef="#ctx0" brushRef="#br0" timeOffset="55736.24">2117 4992 0,'0'0'0,"17"0"0,36 0 31,-35 0-31,35 17 15,88 19 1,18-36 15,193 0-31,-34 0 32,-89 0-17,-176 0-15,-18 0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11-19T07:18:10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15910 16404 0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2-10-20T09:40:15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1834 0,'0'18'62,"0"17"-31,0 1 1,0-19-1,0 1-16,18-18 48,17-18-1,-35 1-30,0-1-17,0 0 1,0 36 156,0 53-157,0-54-15,0 1 16,0-1 15,18-17-15,17 0 0,18 0 15,-35 0-16,-18-17 17,0-1-17,0-17 17,0 17-17,-18 18 16,0 0-15,1 0 0</inkml:trace>
  <inkml:trace contextRef="#ctx0" brushRef="#br0" timeOffset="773.09">21131 3687 0,'-17'0'47,"-1"0"-16,18 35-15,0 0-1,0-17 63,18-18-46,-1-18-17,1-52 1,17-1 0</inkml:trace>
  <inkml:trace contextRef="#ctx0" brushRef="#br0" timeOffset="3404.26">23442 3316 0,'0'0'0,"0"18"47</inkml:trace>
  <inkml:trace contextRef="#ctx0" brushRef="#br0" timeOffset="6591.41">23724 2858 0,'0'-18'109,"0"36"-93,-17-1 15,-1 18-15,-17 18-1,17-17 1,0 17-1,1 17 48,-1-52 78,-17-18-126,0 0 1,-54 0-1,37 0 1,16 0 15,1-53-15,35 35-16,-18-35 16,18-35 15,-17 18-31,17-19 15,0 1 1,0-18 15,53 36-31,52 17 32,19 0-17,-36 35 1,53 18-1,-17 0 1,-18 18 0,-18 17-1,-35 18 1,-18 18 0,-35-18-1,35 88 1,-35-71-1,0-17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2-10-20T09:43:21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24677 9243 0,'-18'0'31,"1"0"-15,-1 17 46,18 1 48,18-18-63,-18-18-47,0-17 15,0 0 1,0 17 0,-53-35 15,35 53 0,0 0 47,18 18-47,18 0-31,0-1 32,-1 1-1,-17 0 0,18-18 0,17 0-15,-17-18-16,-18 0 16,17 1 15,-17-1-31,0-17 31,0 17-15,-17 18-16,-54-35 15,1 35 17,34 0-17,36 17 17,0 36-1,0-35-16,18 0-15,0-1 16,17-17 0,18 18 15,-35-18-31,17 0 31,-18 0 16</inkml:trace>
  <inkml:trace contextRef="#ctx0" brushRef="#br0" timeOffset="27952.35">24659 9137 0,'-35'0'219,"17"0"-204,36 0 173,-124 0-79,-141 0-93,106 0 0,123 0-1,36 0 32,70 0-47,53 0 16,-70 0-1,-18 0 17,-18 0-1,18 0-16,-35 0 1,17 0 0,0 0 202,71 18-202,-53-1 203</inkml:trace>
  <inkml:trace contextRef="#ctx0" brushRef="#br0" timeOffset="32926.99">14464 6720 0,'0'-17'563,"0"52"-516,0-17-47,0 35 15,0 0 1,0-1 0,0-16 156</inkml:trace>
  <inkml:trace contextRef="#ctx0" brushRef="#br0" timeOffset="34265.48">14464 6756 0,'0'0'0,"18"0"31,-1 0 0,-17 17 16,0 19-47,0-1 16,0 18 15,0-18-31,0-17 15,0 35 1,0 0 0,0-18-1,0 18 17,0-36-32,0 36 31,0 0-31,-35-18 172,35-52-157</inkml:trace>
  <inkml:trace contextRef="#ctx0" brushRef="#br0" timeOffset="36216.06">14358 6791 0,'0'0'0,"18"-18"31,35-17-15,35 17-1,-35 18 1,0 0-1,-18 0 1,0 18 0,-17 0-1,-18-1 1,35 19 0,-35 34-1,0-17 1,-35 53-1,-89-53 1,19-18 0,140-35 109,53-18-125,194 18 15,-52 0 1,-72-17 0</inkml:trace>
  <inkml:trace contextRef="#ctx0" brushRef="#br0" timeOffset="36712.28">15222 6826 0,'-35'0'16,"17"18"0,-34 70-16,34-53 15,18-17 1,0 17 15,0 1-15,194-1-1,88 18 1,-35-36 0,-176 1 30,-71 17-46,-106-17 16,-53 35 0,18-36-1,88-17 1,0 0 15,35-17-15,18-18-16,0 17 15</inkml:trace>
  <inkml:trace contextRef="#ctx0" brushRef="#br0" timeOffset="37408.5">15328 6844 0,'0'35'47,"0"0"-47,0 18 16,18-53 156,-1-17-157,1-19 1,17 1-1,18-18 1,36 0 0,-37 36-1,54 17 1,0 0 0,-35 0-1,-71 17 79</inkml:trace>
  <inkml:trace contextRef="#ctx0" brushRef="#br0" timeOffset="38367.32">16263 6826 0,'0'0'16,"-53"53"-1,35-18-15,1 36 31,52-89 48,18 1-64,141 17 1,53 0-1,-106 35 1,-106 18 15,-35-35-31,0 34 16,-70 1 0,17 0-1,-53-35 1,0 35-1,0-53 1,89 0 78,34 0-79,19-18 17,-19 1-17,-17-1 157,0 0-125</inkml:trace>
  <inkml:trace contextRef="#ctx0" brushRef="#br0" timeOffset="38685.51">16263 6826 0,'0'0'0,"71"0"16,17-35 15,123 17-31,-34 18 16,-54 0-1,-105 0 32</inkml:trace>
  <inkml:trace contextRef="#ctx0" brushRef="#br0" timeOffset="39187.33">17216 7126 0,'0'0'0,"17"0"16</inkml:trace>
  <inkml:trace contextRef="#ctx0" brushRef="#br0" timeOffset="39767.58">17604 7038 0,'53'-18'31,"-36"54"-15,-17 87-1,0-35 1,0-17 0,0-54 46,53-17-46,18-53-1,-1 1 1,-70-1 0,0 0-1,0 17 1,0-16 15,-17 52-15,-72 0-1</inkml:trace>
  <inkml:trace contextRef="#ctx0" brushRef="#br0" timeOffset="40159.6">18362 7408 0,'0'18'31,"0"0"-31,0 35 16,0-18-1,-35 18 32,17-53-47,1 0 16,17-18 0</inkml:trace>
  <inkml:trace contextRef="#ctx0" brushRef="#br0" timeOffset="40606.56">18874 7056 0,'0'0'16,"-71"52"-16,18 19 15,18 35 1,35-89-1,0 54 1,0-18 15,53-53-15,0 0 31,-53-18-47,0-52 15,0-1 1</inkml:trace>
  <inkml:trace contextRef="#ctx0" brushRef="#br0" timeOffset="41264.92">13970 6262 0,'-35'88'0,"-36"141"15,1-52 1,-19 52-1,72-176 1,-54 88 0,71-53-1,0-17 17,18-18-32,70 0 15,0-18 1,36-17-1,123 52 1,141-17 0,88-53-1</inkml:trace>
  <inkml:trace contextRef="#ctx0" brushRef="#br0" timeOffset="42063.3">18962 6738 0,'17'0'31,"-17"18"-31,212 264 16,-124-194 0,-70-88 30,-18 71-14,-18-18-32,-35 52 15,-52 1 1,34-53 0,-17 18-1,0-18 1,35-36-1,17 1 17,19-18-1,-1 0-15</inkml:trace>
  <inkml:trace contextRef="#ctx0" brushRef="#br0" timeOffset="44024.82">15522 5415 0,'-53'0'46,"18"35"-14,0 18-32,-18 36 15,0-1 1,18 0 0,35-53-1,0 0 16,0 1-15,0-19 0,17 1 15,71 17-31,-17-35 16,70 0-1,-17 0 1,-54 0-1,-52 0 17,-1 0-1,-17-17-31,0-19 16,0-34-1,0-54 1,-35 71-1,18-17 17,-1 52-32,-53 18 15,1 0 1</inkml:trace>
  <inkml:trace contextRef="#ctx0" brushRef="#br0" timeOffset="60159.2">22331 9278 0,'17'0'203</inkml:trace>
  <inkml:trace contextRef="#ctx0" brushRef="#br0" timeOffset="62246.32">22137 7638 0,'0'-18'47,"-18"18"-31,18 18 0,0-1-16,0 19 15,0 16 1,0-34-1,35 17 17,-17-17-32,35 35 15,-18-35 1,53 17 0,-35-35-1,-17 0 1,-19 0 31,-17-18-32,-17-52 1,-72-19 0,54 54-1,18 18 1,-19 17 62,36 35-62,0-18-16,0 19 15,0-19 1,0 19 15,18-36-31,0 0 16,-1 0-1,1 0 17,-18-36-17,0-34 1,0 35-1,-35-18 17,17 53-32</inkml:trace>
  <inkml:trace contextRef="#ctx0" brushRef="#br0" timeOffset="65397.63">18785 9490 0,'18'0'0,"53"0"15,105-18 1,18 18 0,-88 0-1,-106 35 48,-18 54-48,1-19-15,-54 1 16,18-18 0,18-36-1,35 18 16,17-35 63,72 0-78,34 0-1,-35 0 1</inkml:trace>
  <inkml:trace contextRef="#ctx0" brushRef="#br0" timeOffset="65927.67">19614 9437 0,'0'0'0,"-17"123"16,-1-52-1,18-18 1,0 0 15,18-53-15,17 0-1,18 0 1,-35 0-16,35 0 31,-53 17 47,-36-17-78,36 18 16,-35 0 0,0-18-1,-36-36 1,71 1 0,0-18-1</inkml:trace>
  <inkml:trace contextRef="#ctx0" brushRef="#br0" timeOffset="66248.14">19597 9437 0,'17'0'63,"1"0"-48,17 0 1,-17 0 31</inkml:trace>
  <inkml:trace contextRef="#ctx0" brushRef="#br0" timeOffset="66788.25">19808 9296 0,'0'35'0,"0"0"16,0 1-1,0-1 1,0 0 0,18-17-1,17 17 1,89 0-1,-89 1 1,-17-36 0,-18 35-1,-18 0 1,-17 36 0,17-36-1,1-35 16,-1 18-15,-35-18 0,-18 0-1,1-18 17</inkml:trace>
  <inkml:trace contextRef="#ctx0" brushRef="#br0" timeOffset="67142.28">19844 9419 0,'0'0'0,"17"0"16,19 0-16,17-17 15,52 17 1,-52 0 15</inkml:trace>
  <inkml:trace contextRef="#ctx0" brushRef="#br0" timeOffset="67549.39">20373 9684 0,'0'0'0,"0"17"0,0 36 16,0 0 0,-35 18-1,-18-1 1,17-34-1,1-1 1,0 0 0,17-17-1,1-18 1</inkml:trace>
  <inkml:trace contextRef="#ctx0" brushRef="#br0" timeOffset="68079.02">20726 9648 0,'0'0'0,"-36"0"0,-34 124 15,-1-1 1,36-17 0,35-35-1,0-36 1,18-17 15,-1-18-15,19 0-16,-1 0 15,35-18 1,-70-17 0,0-18-1,0 0 1,0 0 0,0 18 15,-35-1-31</inkml:trace>
  <inkml:trace contextRef="#ctx0" brushRef="#br0" timeOffset="68662.5">21202 9931 0,'-71'17'15,"71"36"1,0 18-1,0-1 1,0-17 0,0-17-1,18-36 17,88 0-32,-53-18 15,-36-106 1,-17 1-1,18 70 1,-18 0 0,0 35 31</inkml:trace>
  <inkml:trace contextRef="#ctx0" brushRef="#br0" timeOffset="69415.33">20937 10354 0,'0'53'62,"-88"0"-46,0-18 0,-53-17-1,17-18 1,71-18 0</inkml:trace>
  <inkml:trace contextRef="#ctx0" brushRef="#br0" timeOffset="69928.56">18327 8714 0,'0'0'0,"-71"123"15,-35 36 1,36-71 0,-1 53-1,54-17 1,17-19-1,0-34 1,123 52 0,89-17-1,17-18 1,18-17 0,-123-36-1</inkml:trace>
  <inkml:trace contextRef="#ctx0" brushRef="#br0" timeOffset="70535.14">21661 9260 0,'0'0'0,"-36"53"0,-52 88 31,70-70-31,1 35 16,17-36-1,-18-17 1,1 0 0,17 0-1,0 18 17,0-54-17,-18 36-15,0-35 16,-17 123-1,-18-53 1,-106 106 0,-17-17-1,-71-36 1,106-88 0</inkml:trace>
  <inkml:trace contextRef="#ctx0" brushRef="#br0" timeOffset="98549.58">33002 2275 0,'0'0'0</inkml:trace>
  <inkml:trace contextRef="#ctx0" brushRef="#br0" timeOffset="101182.59">23513 8184 0,'-18'0'31,"0"18"48,18 0 14,18-18-30,0 0-32,-1-18-31,1-17 16,-18-18 31,18 53 140,17 0-171,18 0-1,17-53 1,-34 53 0,-1-35-1,-35-18 1,-35 35-1,-124 18 1,-18 0 0,89 0 15,71 0-15,17 18-1,17-18 48,19 0-1</inkml:trace>
  <inkml:trace contextRef="#ctx0" brushRef="#br0" timeOffset="105791.71">18732 14270 0,'0'18'47,"0"17"-47,-17 35 16,-18-17-1,35-35 95</inkml:trace>
  <inkml:trace contextRef="#ctx0" brushRef="#br0" timeOffset="106436.29">19138 14111 0,'18'0'32,"-1"0"-17,-17 53 1,18 18 0,-18-36-1,0 18 1,0-36-1,-18 36 1,71-53 109,106 0-109,-18 0 15,-88 0-31</inkml:trace>
  <inkml:trace contextRef="#ctx0" brushRef="#br0" timeOffset="107061.34">19826 14252 0,'0'0'0,"18"0"15,-1 36-15,19 34 32,-36-17-32,0-18 15,0-17 1,0 52 0,0-52-1,0 0 1,-18 17-1,0-35 1,-52 0 0,17 0-1,18-18 1,35-17 0,0-18-1,0-35 1,53 17-1,35 19 1,-18-19 0,-52 36-1,-18-1 17,0 19-17</inkml:trace>
  <inkml:trace contextRef="#ctx0" brushRef="#br0" timeOffset="-181832.68">9860 16739 0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576BB-FB4C-40CB-BB2E-53E35754AF7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6BAE6-016F-4081-BAFD-FE7CDAEA65F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91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168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51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14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374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873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582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0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8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3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47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46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67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9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6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2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93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73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7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93D26-4F1F-436F-A5A7-DDE242B05E0E}" type="datetimeFigureOut">
              <a:rPr lang="ko-KR" altLang="en-US" smtClean="0"/>
              <a:pPr/>
              <a:t>2025-06-03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4557-555B-4025-9991-5BE3AD21B8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6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zc8b2Jo7mno?t=6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d4EgbgTm0Bg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523999" y="1122363"/>
            <a:ext cx="1012507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게임</a:t>
            </a:r>
            <a:r>
              <a:rPr lang="en-US" altLang="ko-KR" dirty="0"/>
              <a:t> </a:t>
            </a:r>
            <a:r>
              <a:rPr lang="ko-KR" altLang="en-US" dirty="0"/>
              <a:t>수학</a:t>
            </a:r>
            <a:r>
              <a:rPr lang="en-US" altLang="ko-KR" dirty="0"/>
              <a:t>/</a:t>
            </a:r>
            <a:r>
              <a:rPr lang="ko-KR" altLang="en-US" dirty="0"/>
              <a:t>기본개념과 활용</a:t>
            </a:r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ko-KR" altLang="en-US" dirty="0"/>
              <a:t>게임에서 필요한 기본 개념과 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6550" y="5657671"/>
            <a:ext cx="296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</a:t>
            </a:r>
            <a:r>
              <a:rPr lang="en-US" altLang="ko-KR"/>
              <a:t>4.61</a:t>
            </a:r>
            <a:endParaRPr lang="en-US" altLang="ko-KR" dirty="0"/>
          </a:p>
          <a:p>
            <a:pPr algn="r"/>
            <a:r>
              <a:rPr lang="en-US" altLang="ko-KR" dirty="0" err="1"/>
              <a:t>LastUpdate</a:t>
            </a:r>
            <a:r>
              <a:rPr lang="en-US" altLang="ko-KR" dirty="0"/>
              <a:t>: 2022.01.05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67605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2/3</a:t>
            </a:r>
            <a:r>
              <a:rPr lang="ko-KR" altLang="en-US" dirty="0"/>
              <a:t>차원 공간에서 오브젝트를 나타내는 가상의 공간의 수학적인 개념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컴퓨터는 계산기이다</a:t>
            </a:r>
            <a:r>
              <a:rPr lang="en-US" altLang="ko-KR" dirty="0"/>
              <a:t>. </a:t>
            </a:r>
            <a:r>
              <a:rPr lang="ko-KR" altLang="en-US" dirty="0"/>
              <a:t>이를 우리가 보는 화면에 </a:t>
            </a:r>
            <a:r>
              <a:rPr lang="ko-KR" altLang="en-US" dirty="0" err="1"/>
              <a:t>나타내위서는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이러한 것들을 숫자나 수식으로 </a:t>
            </a:r>
            <a:r>
              <a:rPr lang="ko-KR" altLang="en-US" dirty="0" err="1"/>
              <a:t>나타낼수</a:t>
            </a:r>
            <a:r>
              <a:rPr lang="ko-KR" altLang="en-US" dirty="0"/>
              <a:t> 있어야만 계산이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컴퓨터가 처리하는 원리를 이해하고 활용하여 게임을 만드는데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도움이 되도록 </a:t>
            </a:r>
            <a:r>
              <a:rPr lang="ko-KR" altLang="en-US" dirty="0" err="1"/>
              <a:t>공부하는것이</a:t>
            </a:r>
            <a:r>
              <a:rPr lang="ko-KR" altLang="en-US" dirty="0"/>
              <a:t> 목표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/>
              <a:t>게임</a:t>
            </a:r>
            <a:r>
              <a:rPr lang="en-US" altLang="ko-KR" dirty="0"/>
              <a:t> </a:t>
            </a:r>
            <a:r>
              <a:rPr lang="ko-KR" altLang="en-US" dirty="0"/>
              <a:t>수학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BAAAECF-6837-48C6-F903-65F8B9DD49A0}"/>
                  </a:ext>
                </a:extLst>
              </p14:cNvPr>
              <p14:cNvContentPartPr/>
              <p14:nvPr/>
            </p14:nvContentPartPr>
            <p14:xfrm>
              <a:off x="768240" y="3841920"/>
              <a:ext cx="10839960" cy="10224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BAAAECF-6837-48C6-F903-65F8B9DD4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8880" y="3832560"/>
                <a:ext cx="10858680" cy="10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91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4000" b="1" dirty="0"/>
              <a:t>1. </a:t>
            </a:r>
            <a:r>
              <a:rPr lang="ko-KR" altLang="en-US" sz="4000" b="1" dirty="0"/>
              <a:t>벡터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2. </a:t>
            </a:r>
            <a:r>
              <a:rPr lang="ko-KR" altLang="en-US" sz="4000" b="1" dirty="0"/>
              <a:t>평면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3. </a:t>
            </a:r>
            <a:r>
              <a:rPr lang="ko-KR" altLang="en-US" sz="4000" b="1" dirty="0"/>
              <a:t>광선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4. </a:t>
            </a:r>
            <a:r>
              <a:rPr lang="ko-KR" altLang="en-US" sz="4000" b="1" dirty="0"/>
              <a:t>행렬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5. </a:t>
            </a:r>
            <a:r>
              <a:rPr lang="ko-KR" altLang="en-US" sz="4000" b="1" dirty="0"/>
              <a:t>사원수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6. </a:t>
            </a:r>
            <a:r>
              <a:rPr lang="ko-KR" altLang="en-US" sz="4000" b="1" dirty="0"/>
              <a:t>충돌확인</a:t>
            </a:r>
            <a:endParaRPr lang="en-US" altLang="ko-KR" sz="4000" b="1" dirty="0"/>
          </a:p>
          <a:p>
            <a:pPr marL="0" indent="0">
              <a:buNone/>
            </a:pPr>
            <a:r>
              <a:rPr lang="en-US" altLang="ko-KR" sz="4000" b="1" dirty="0"/>
              <a:t>7. </a:t>
            </a:r>
            <a:r>
              <a:rPr lang="ko-KR" altLang="en-US" sz="4000" b="1" dirty="0"/>
              <a:t>게임수학의 활용</a:t>
            </a:r>
            <a:endParaRPr lang="en-US" altLang="ko-KR" sz="4000" b="1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/>
              <a:t>게임</a:t>
            </a:r>
            <a:r>
              <a:rPr lang="en-US" altLang="ko-KR" dirty="0"/>
              <a:t> </a:t>
            </a:r>
            <a:r>
              <a:rPr lang="ko-KR" altLang="en-US" dirty="0"/>
              <a:t>수학 </a:t>
            </a:r>
            <a:r>
              <a:rPr lang="en-US" altLang="ko-KR" dirty="0"/>
              <a:t>#</a:t>
            </a:r>
            <a:r>
              <a:rPr lang="ko-KR" altLang="en-US" dirty="0"/>
              <a:t>목차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A0EB009-D0B1-4653-AAFD-9A71ABF617C8}"/>
                  </a:ext>
                </a:extLst>
              </p14:cNvPr>
              <p14:cNvContentPartPr/>
              <p14:nvPr/>
            </p14:nvContentPartPr>
            <p14:xfrm>
              <a:off x="762120" y="1797120"/>
              <a:ext cx="2451240" cy="40262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A0EB009-D0B1-4653-AAFD-9A71ABF617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760" y="1787760"/>
                <a:ext cx="2469960" cy="40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516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4"/>
            <a:ext cx="11543607" cy="2568575"/>
          </a:xfrm>
        </p:spPr>
        <p:txBody>
          <a:bodyPr>
            <a:normAutofit/>
          </a:bodyPr>
          <a:lstStyle/>
          <a:p>
            <a:r>
              <a:rPr lang="en-US" altLang="ko-KR" dirty="0"/>
              <a:t>3D</a:t>
            </a:r>
            <a:r>
              <a:rPr lang="ko-KR" altLang="en-US" dirty="0"/>
              <a:t>상의 오브젝트의 위치</a:t>
            </a:r>
            <a:r>
              <a:rPr lang="en-US" altLang="ko-KR" dirty="0"/>
              <a:t>,</a:t>
            </a:r>
            <a:r>
              <a:rPr lang="ko-KR" altLang="en-US" dirty="0"/>
              <a:t>방향</a:t>
            </a:r>
            <a:r>
              <a:rPr lang="en-US" altLang="ko-KR" dirty="0"/>
              <a:t>,</a:t>
            </a:r>
            <a:r>
              <a:rPr lang="ko-KR" altLang="en-US" dirty="0"/>
              <a:t>거리를 나타내기 위해서 쓰이는 객체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차원공간에서는 </a:t>
            </a:r>
            <a:r>
              <a:rPr lang="en-US" altLang="ko-KR" dirty="0"/>
              <a:t>x, y, z</a:t>
            </a:r>
            <a:r>
              <a:rPr lang="ko-KR" altLang="en-US" dirty="0"/>
              <a:t>축으로 </a:t>
            </a:r>
            <a:r>
              <a:rPr lang="ko-KR" altLang="en-US" dirty="0" err="1"/>
              <a:t>이루어져있는데</a:t>
            </a:r>
            <a:r>
              <a:rPr lang="en-US" altLang="ko-KR" dirty="0"/>
              <a:t>, </a:t>
            </a:r>
            <a:r>
              <a:rPr lang="ko-KR" altLang="en-US" dirty="0"/>
              <a:t>각 축을 나타내는데 사용된다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위치</a:t>
            </a:r>
            <a:r>
              <a:rPr lang="en-US" altLang="ko-KR" dirty="0"/>
              <a:t>, </a:t>
            </a:r>
            <a:r>
              <a:rPr lang="ko-KR" altLang="en-US" dirty="0"/>
              <a:t>거리</a:t>
            </a:r>
            <a:r>
              <a:rPr lang="en-US" altLang="ko-KR" dirty="0"/>
              <a:t>, </a:t>
            </a:r>
            <a:r>
              <a:rPr lang="ko-KR" altLang="en-US" dirty="0"/>
              <a:t>방향을 나타내기 위해 사용된다</a:t>
            </a:r>
            <a:r>
              <a:rPr lang="en-US" altLang="ko-KR" dirty="0"/>
              <a:t>.</a:t>
            </a:r>
          </a:p>
          <a:p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정의</a:t>
            </a:r>
            <a:r>
              <a:rPr lang="en-US" altLang="ko-KR"/>
              <a:t>,</a:t>
            </a:r>
            <a:r>
              <a:rPr lang="ko-KR" altLang="en-US"/>
              <a:t>활용</a:t>
            </a:r>
            <a:endParaRPr lang="ko-KR" altLang="en-US" dirty="0"/>
          </a:p>
        </p:txBody>
      </p:sp>
      <p:sp>
        <p:nvSpPr>
          <p:cNvPr id="2" name="타원 1"/>
          <p:cNvSpPr/>
          <p:nvPr/>
        </p:nvSpPr>
        <p:spPr>
          <a:xfrm>
            <a:off x="3087729" y="5237294"/>
            <a:ext cx="887325" cy="88732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3453768" y="5603333"/>
            <a:ext cx="155246" cy="1552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441826" y="5633981"/>
            <a:ext cx="1410961" cy="39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p1(x, y, z)</a:t>
            </a:r>
            <a:endParaRPr lang="ko-KR" altLang="en-US" sz="1200" dirty="0"/>
          </a:p>
        </p:txBody>
      </p:sp>
      <p:sp>
        <p:nvSpPr>
          <p:cNvPr id="21" name="타원 20"/>
          <p:cNvSpPr/>
          <p:nvPr/>
        </p:nvSpPr>
        <p:spPr>
          <a:xfrm>
            <a:off x="6825591" y="4865072"/>
            <a:ext cx="1247263" cy="12472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7371597" y="5411087"/>
            <a:ext cx="155246" cy="1552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383535" y="5435362"/>
            <a:ext cx="1410961" cy="39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p2(x, y, z)</a:t>
            </a:r>
            <a:endParaRPr lang="ko-KR" altLang="en-US" sz="1200" dirty="0"/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3531392" y="5488704"/>
            <a:ext cx="3917830" cy="1922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435724">
            <a:off x="5279129" y="5313898"/>
            <a:ext cx="527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거리</a:t>
            </a:r>
          </a:p>
        </p:txBody>
      </p:sp>
      <p:cxnSp>
        <p:nvCxnSpPr>
          <p:cNvPr id="33" name="직선 화살표 연결선 32"/>
          <p:cNvCxnSpPr/>
          <p:nvPr/>
        </p:nvCxnSpPr>
        <p:spPr>
          <a:xfrm flipV="1">
            <a:off x="3549302" y="5633981"/>
            <a:ext cx="867605" cy="46977"/>
          </a:xfrm>
          <a:prstGeom prst="straightConnector1">
            <a:avLst/>
          </a:prstGeom>
          <a:ln w="254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1194301">
            <a:off x="3729408" y="5393809"/>
            <a:ext cx="515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방향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5832" y="5802430"/>
            <a:ext cx="998062" cy="39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위치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A6072B2-2CCC-41D0-B681-B7A254B2469A}"/>
                  </a:ext>
                </a:extLst>
              </p14:cNvPr>
              <p14:cNvContentPartPr/>
              <p14:nvPr/>
            </p14:nvContentPartPr>
            <p14:xfrm>
              <a:off x="5727600" y="5905440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A6072B2-2CCC-41D0-B681-B7A254B246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8240" y="5896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292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18" grpId="0" animBg="1"/>
      <p:bldP spid="19" grpId="0"/>
      <p:bldP spid="21" grpId="0" animBg="1"/>
      <p:bldP spid="22" grpId="0" animBg="1"/>
      <p:bldP spid="23" grpId="0"/>
      <p:bldP spid="31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438330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물체사이의 거리</a:t>
            </a:r>
            <a:r>
              <a:rPr lang="en-US" altLang="ko-KR" sz="3600" dirty="0"/>
              <a:t>(</a:t>
            </a:r>
            <a:r>
              <a:rPr lang="ko-KR" altLang="en-US" sz="3600" dirty="0"/>
              <a:t>빼기</a:t>
            </a:r>
            <a:r>
              <a:rPr lang="en-US" altLang="ko-KR" sz="3600"/>
              <a:t>)</a:t>
            </a:r>
          </a:p>
          <a:p>
            <a:r>
              <a:rPr lang="ko-KR" altLang="en-US" sz="3600" dirty="0"/>
              <a:t>이동</a:t>
            </a:r>
            <a:r>
              <a:rPr lang="en-US" altLang="ko-KR" sz="3600" dirty="0"/>
              <a:t>(</a:t>
            </a:r>
            <a:r>
              <a:rPr lang="ko-KR" altLang="en-US" sz="3600" dirty="0"/>
              <a:t>더하기</a:t>
            </a:r>
            <a:r>
              <a:rPr lang="en-US" altLang="ko-KR" sz="3600" dirty="0"/>
              <a:t>)</a:t>
            </a:r>
          </a:p>
          <a:p>
            <a:r>
              <a:rPr lang="ko-KR" altLang="en-US" sz="3600" dirty="0" err="1"/>
              <a:t>이동량</a:t>
            </a:r>
            <a:r>
              <a:rPr lang="en-US" altLang="ko-KR" sz="3600" dirty="0"/>
              <a:t>/</a:t>
            </a:r>
            <a:r>
              <a:rPr lang="ko-KR" altLang="en-US" sz="3600" dirty="0"/>
              <a:t>방향</a:t>
            </a:r>
            <a:r>
              <a:rPr lang="en-US" altLang="ko-KR" sz="3600" dirty="0"/>
              <a:t>(</a:t>
            </a:r>
            <a:r>
              <a:rPr lang="ko-KR" altLang="en-US" sz="3600" dirty="0"/>
              <a:t>스칼라</a:t>
            </a:r>
            <a:r>
              <a:rPr lang="en-US" altLang="ko-KR" sz="3600" dirty="0"/>
              <a:t>,</a:t>
            </a:r>
            <a:r>
              <a:rPr lang="ko-KR" altLang="en-US" sz="3600" dirty="0"/>
              <a:t>평준화</a:t>
            </a:r>
            <a:r>
              <a:rPr lang="en-US" altLang="ko-KR" sz="3600" dirty="0"/>
              <a:t>)</a:t>
            </a:r>
          </a:p>
          <a:p>
            <a:r>
              <a:rPr lang="ko-KR" altLang="en-US" sz="3600" dirty="0"/>
              <a:t>내적</a:t>
            </a:r>
            <a:r>
              <a:rPr lang="en-US" altLang="ko-KR" sz="3600" dirty="0"/>
              <a:t>/</a:t>
            </a:r>
            <a:r>
              <a:rPr lang="ko-KR" altLang="en-US" sz="3600" dirty="0"/>
              <a:t>외적</a:t>
            </a:r>
            <a:endParaRPr lang="en-US" altLang="ko-KR" sz="3600" dirty="0"/>
          </a:p>
          <a:p>
            <a:r>
              <a:rPr lang="ko-KR" altLang="en-US" sz="3600" dirty="0"/>
              <a:t>벡터의 반사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계산</a:t>
            </a:r>
            <a:r>
              <a:rPr lang="en-US" altLang="ko-KR"/>
              <a:t>,</a:t>
            </a:r>
            <a:r>
              <a:rPr lang="ko-KR" altLang="en-US"/>
              <a:t>활용</a:t>
            </a:r>
            <a:endParaRPr lang="ko-KR" altLang="en-US" dirty="0"/>
          </a:p>
        </p:txBody>
      </p:sp>
      <p:sp>
        <p:nvSpPr>
          <p:cNvPr id="2" name="타원 1"/>
          <p:cNvSpPr/>
          <p:nvPr/>
        </p:nvSpPr>
        <p:spPr>
          <a:xfrm>
            <a:off x="3087729" y="5237294"/>
            <a:ext cx="887325" cy="88732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3453768" y="5603333"/>
            <a:ext cx="155246" cy="1552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441826" y="5633981"/>
            <a:ext cx="141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p1(0, </a:t>
            </a:r>
            <a:r>
              <a:rPr lang="en-US" altLang="ko-KR" sz="1200" dirty="0"/>
              <a:t>0</a:t>
            </a:r>
            <a:r>
              <a:rPr lang="en-US" altLang="ko-KR" sz="1200"/>
              <a:t>, </a:t>
            </a:r>
            <a:r>
              <a:rPr lang="en-US" altLang="ko-KR" sz="1200" dirty="0"/>
              <a:t>0</a:t>
            </a:r>
            <a:r>
              <a:rPr lang="en-US" altLang="ko-KR" sz="1200"/>
              <a:t>)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 rot="21435724">
            <a:off x="4869838" y="5309512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이동거리 </a:t>
            </a:r>
            <a:r>
              <a:rPr lang="en-US" altLang="ko-KR" sz="1200" b="1">
                <a:solidFill>
                  <a:srgbClr val="FF0000"/>
                </a:solidFill>
              </a:rPr>
              <a:t>v1(10,1,0)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7005557" y="5044050"/>
            <a:ext cx="887325" cy="88732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371596" y="5410089"/>
            <a:ext cx="155246" cy="1552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7359654" y="5440737"/>
            <a:ext cx="141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p1(10, </a:t>
            </a:r>
            <a:r>
              <a:rPr lang="en-US" altLang="ko-KR" sz="1200" dirty="0"/>
              <a:t>1</a:t>
            </a:r>
            <a:r>
              <a:rPr lang="en-US" altLang="ko-KR" sz="1200"/>
              <a:t>, </a:t>
            </a:r>
            <a:r>
              <a:rPr lang="en-US" altLang="ko-KR" sz="1200" dirty="0"/>
              <a:t>0</a:t>
            </a:r>
            <a:r>
              <a:rPr lang="en-US" altLang="ko-KR" sz="1200"/>
              <a:t>)</a:t>
            </a:r>
            <a:endParaRPr lang="ko-KR" altLang="en-US" sz="1200" dirty="0"/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3531392" y="5488704"/>
            <a:ext cx="3917830" cy="1922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63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타원 44"/>
          <p:cNvSpPr/>
          <p:nvPr/>
        </p:nvSpPr>
        <p:spPr>
          <a:xfrm>
            <a:off x="934469" y="5350946"/>
            <a:ext cx="887325" cy="887325"/>
          </a:xfrm>
          <a:prstGeom prst="ellipse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사이의 거리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704794" y="1575333"/>
            <a:ext cx="11002791" cy="2203037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물체사이</a:t>
            </a:r>
            <a:r>
              <a:rPr lang="ko-KR" altLang="en-US" b="1" dirty="0"/>
              <a:t> 거리</a:t>
            </a:r>
            <a:r>
              <a:rPr lang="en-US" altLang="ko-KR" b="1" dirty="0"/>
              <a:t>: </a:t>
            </a:r>
            <a:r>
              <a:rPr lang="ko-KR" altLang="en-US" dirty="0" err="1"/>
              <a:t>위치값을</a:t>
            </a:r>
            <a:r>
              <a:rPr lang="ko-KR" altLang="en-US" dirty="0"/>
              <a:t> 지닌 벡터 </a:t>
            </a:r>
            <a:r>
              <a:rPr lang="ko-KR" altLang="en-US" dirty="0" err="1"/>
              <a:t>끼리의</a:t>
            </a:r>
            <a:r>
              <a:rPr lang="ko-KR" altLang="en-US" dirty="0"/>
              <a:t> 차</a:t>
            </a:r>
            <a:endParaRPr lang="en-US" altLang="ko-KR" dirty="0"/>
          </a:p>
          <a:p>
            <a:r>
              <a:rPr lang="ko-KR" altLang="en-US" dirty="0" err="1"/>
              <a:t>사이거리</a:t>
            </a:r>
            <a:r>
              <a:rPr lang="en-US" altLang="ko-KR" dirty="0"/>
              <a:t>(</a:t>
            </a:r>
            <a:r>
              <a:rPr lang="ko-KR" altLang="en-US" dirty="0"/>
              <a:t>방향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= B</a:t>
            </a:r>
            <a:r>
              <a:rPr lang="ko-KR" altLang="en-US" dirty="0"/>
              <a:t>위치 </a:t>
            </a:r>
            <a:r>
              <a:rPr lang="en-US" altLang="ko-KR" dirty="0"/>
              <a:t>- A</a:t>
            </a:r>
            <a:r>
              <a:rPr lang="ko-KR" altLang="en-US" dirty="0"/>
              <a:t>위치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5200" dirty="0">
                <a:solidFill>
                  <a:srgbClr val="FF0000"/>
                </a:solidFill>
              </a:rPr>
              <a:t>v1 </a:t>
            </a:r>
            <a:r>
              <a:rPr lang="en-US" altLang="ko-KR" sz="5200" dirty="0"/>
              <a:t>= </a:t>
            </a:r>
            <a:r>
              <a:rPr lang="en-US" altLang="ko-KR" sz="5200" dirty="0">
                <a:solidFill>
                  <a:schemeClr val="accent2"/>
                </a:solidFill>
              </a:rPr>
              <a:t>p2 </a:t>
            </a:r>
            <a:r>
              <a:rPr lang="en-US" altLang="ko-KR" sz="5200" dirty="0"/>
              <a:t>– p1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4572979" y="5350948"/>
            <a:ext cx="1765058" cy="887325"/>
            <a:chOff x="2904849" y="3713294"/>
            <a:chExt cx="1765058" cy="887325"/>
          </a:xfrm>
        </p:grpSpPr>
        <p:sp>
          <p:nvSpPr>
            <p:cNvPr id="17" name="타원 16"/>
            <p:cNvSpPr/>
            <p:nvPr/>
          </p:nvSpPr>
          <p:spPr>
            <a:xfrm>
              <a:off x="2904849" y="3713294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3270888" y="4079333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58946" y="4109981"/>
              <a:ext cx="14109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p1(0, 0, 0)</a:t>
              </a:r>
              <a:endParaRPr lang="ko-KR" altLang="en-US" sz="1200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355088" y="5470636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rgbClr val="FF0000"/>
                </a:solidFill>
              </a:rPr>
              <a:t>사이거리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v1(10,0,0)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8490807" y="5357729"/>
            <a:ext cx="1765058" cy="887325"/>
            <a:chOff x="6822677" y="3720075"/>
            <a:chExt cx="1765058" cy="887325"/>
          </a:xfrm>
        </p:grpSpPr>
        <p:sp>
          <p:nvSpPr>
            <p:cNvPr id="26" name="타원 25"/>
            <p:cNvSpPr/>
            <p:nvPr/>
          </p:nvSpPr>
          <p:spPr>
            <a:xfrm>
              <a:off x="6822677" y="3720075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7176774" y="3940833"/>
              <a:ext cx="1410961" cy="300527"/>
              <a:chOff x="7176774" y="3940833"/>
              <a:chExt cx="1410961" cy="300527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7188716" y="4086114"/>
                <a:ext cx="155246" cy="15524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176774" y="3940833"/>
                <a:ext cx="1410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>
                    <a:solidFill>
                      <a:schemeClr val="accent2"/>
                    </a:solidFill>
                  </a:rPr>
                  <a:t>p2(10, 0,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0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)</a:t>
                </a:r>
                <a:endParaRPr lang="ko-KR" altLang="en-US" sz="1200" dirty="0">
                  <a:solidFill>
                    <a:schemeClr val="accent2"/>
                  </a:solidFill>
                </a:endParaRPr>
              </a:p>
            </p:txBody>
          </p:sp>
        </p:grpSp>
      </p:grpSp>
      <p:cxnSp>
        <p:nvCxnSpPr>
          <p:cNvPr id="32" name="직선 화살표 연결선 31"/>
          <p:cNvCxnSpPr/>
          <p:nvPr/>
        </p:nvCxnSpPr>
        <p:spPr>
          <a:xfrm flipV="1">
            <a:off x="5016642" y="5794609"/>
            <a:ext cx="3917830" cy="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5677455" y="3244334"/>
            <a:ext cx="837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nHour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34469" y="4079630"/>
            <a:ext cx="330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※</a:t>
            </a:r>
            <a:r>
              <a:rPr lang="ko-KR" altLang="en-US" b="1" dirty="0">
                <a:solidFill>
                  <a:srgbClr val="7030A0"/>
                </a:solidFill>
              </a:rPr>
              <a:t>계산오류확인</a:t>
            </a:r>
            <a:br>
              <a:rPr lang="en-US" altLang="ko-KR" dirty="0"/>
            </a:br>
            <a:r>
              <a:rPr lang="en-US" altLang="ko-KR" dirty="0">
                <a:solidFill>
                  <a:srgbClr val="7030A0"/>
                </a:solidFill>
              </a:rPr>
              <a:t>v2</a:t>
            </a:r>
            <a:r>
              <a:rPr lang="en-US" altLang="ko-KR" dirty="0"/>
              <a:t> = p1 – </a:t>
            </a:r>
            <a:r>
              <a:rPr lang="en-US" altLang="ko-KR" dirty="0">
                <a:solidFill>
                  <a:schemeClr val="accent2"/>
                </a:solidFill>
              </a:rPr>
              <a:t>p2</a:t>
            </a:r>
            <a:br>
              <a:rPr lang="en-US" altLang="ko-KR" dirty="0"/>
            </a:br>
            <a:r>
              <a:rPr lang="en-US" altLang="ko-KR" dirty="0">
                <a:solidFill>
                  <a:srgbClr val="7030A0"/>
                </a:solidFill>
              </a:rPr>
              <a:t>v2(-10,0,0) </a:t>
            </a:r>
            <a:r>
              <a:rPr lang="en-US" altLang="ko-KR" dirty="0"/>
              <a:t>= (0,0,0) – </a:t>
            </a:r>
            <a:r>
              <a:rPr lang="en-US" altLang="ko-KR" dirty="0">
                <a:solidFill>
                  <a:schemeClr val="accent2"/>
                </a:solidFill>
              </a:rPr>
              <a:t>(10,0,0)    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 flipH="1" flipV="1">
            <a:off x="1300509" y="5801390"/>
            <a:ext cx="3716132" cy="1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940772" y="5382502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7030A0"/>
                </a:solidFill>
              </a:rPr>
              <a:t>잘못된 계산 </a:t>
            </a:r>
            <a:r>
              <a:rPr lang="en-US" altLang="ko-KR" sz="1200" b="1" dirty="0">
                <a:solidFill>
                  <a:srgbClr val="7030A0"/>
                </a:solidFill>
              </a:rPr>
              <a:t>v2(-10,0,0)</a:t>
            </a:r>
            <a:endParaRPr lang="ko-KR" altLang="en-US" sz="1200" b="1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9440" y="6275701"/>
            <a:ext cx="8281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공간상에 그림으로 그려보면 해당 숫자에 어떤 문제가 있는지 알 수 있다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56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이동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714320" y="1734229"/>
            <a:ext cx="10515600" cy="2572776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위치값을</a:t>
            </a:r>
            <a:r>
              <a:rPr lang="ko-KR" altLang="en-US" dirty="0"/>
              <a:t> 지닌 벡터와 방향을 나타내는 </a:t>
            </a:r>
            <a:r>
              <a:rPr lang="ko-KR" altLang="en-US" dirty="0" err="1"/>
              <a:t>백터의</a:t>
            </a:r>
            <a:r>
              <a:rPr lang="ko-KR" altLang="en-US" dirty="0"/>
              <a:t> 합</a:t>
            </a:r>
            <a:endParaRPr lang="en-US" altLang="ko-KR" dirty="0"/>
          </a:p>
          <a:p>
            <a:r>
              <a:rPr lang="ko-KR" altLang="en-US" dirty="0" err="1"/>
              <a:t>이동위치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기존위치</a:t>
            </a:r>
            <a:r>
              <a:rPr lang="en-US" altLang="ko-KR" dirty="0"/>
              <a:t>(</a:t>
            </a:r>
            <a:r>
              <a:rPr lang="ko-KR" altLang="en-US" dirty="0"/>
              <a:t>위치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이동거리</a:t>
            </a:r>
            <a:r>
              <a:rPr lang="en-US" altLang="ko-KR" dirty="0"/>
              <a:t>(</a:t>
            </a:r>
            <a:r>
              <a:rPr lang="ko-KR" altLang="en-US" dirty="0"/>
              <a:t>방향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400" dirty="0">
                <a:solidFill>
                  <a:schemeClr val="accent2"/>
                </a:solidFill>
              </a:rPr>
              <a:t>p2</a:t>
            </a:r>
            <a:r>
              <a:rPr lang="en-US" altLang="ko-KR" sz="4400" dirty="0"/>
              <a:t> = p1 + 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071072" y="4056587"/>
            <a:ext cx="1765058" cy="887325"/>
            <a:chOff x="2904849" y="3713294"/>
            <a:chExt cx="1765058" cy="887325"/>
          </a:xfrm>
        </p:grpSpPr>
        <p:sp>
          <p:nvSpPr>
            <p:cNvPr id="17" name="타원 16"/>
            <p:cNvSpPr/>
            <p:nvPr/>
          </p:nvSpPr>
          <p:spPr>
            <a:xfrm>
              <a:off x="2904849" y="3713294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3270888" y="4079333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58946" y="4109981"/>
              <a:ext cx="14109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p1(0, 0, 0)</a:t>
              </a:r>
              <a:endParaRPr lang="ko-KR" altLang="en-US" sz="1200" dirty="0"/>
            </a:p>
          </p:txBody>
        </p:sp>
      </p:grpSp>
      <p:sp>
        <p:nvSpPr>
          <p:cNvPr id="25" name="TextBox 24"/>
          <p:cNvSpPr txBox="1"/>
          <p:nvPr/>
        </p:nvSpPr>
        <p:spPr>
          <a:xfrm rot="21435724">
            <a:off x="4853181" y="4128805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이동거리 </a:t>
            </a:r>
            <a:r>
              <a:rPr lang="en-US" altLang="ko-KR" sz="1200" b="1" dirty="0">
                <a:solidFill>
                  <a:srgbClr val="FF0000"/>
                </a:solidFill>
              </a:rPr>
              <a:t>v1(10,1,0)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988900" y="3863343"/>
            <a:ext cx="1765058" cy="887325"/>
            <a:chOff x="6822677" y="3520050"/>
            <a:chExt cx="1765058" cy="887325"/>
          </a:xfrm>
        </p:grpSpPr>
        <p:sp>
          <p:nvSpPr>
            <p:cNvPr id="26" name="타원 25"/>
            <p:cNvSpPr/>
            <p:nvPr/>
          </p:nvSpPr>
          <p:spPr>
            <a:xfrm>
              <a:off x="6822677" y="3520050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7176774" y="3886089"/>
              <a:ext cx="1410961" cy="331743"/>
              <a:chOff x="7176774" y="3886089"/>
              <a:chExt cx="1410961" cy="331743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7188716" y="3886089"/>
                <a:ext cx="155246" cy="15524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176774" y="3940833"/>
                <a:ext cx="1410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>
                    <a:solidFill>
                      <a:schemeClr val="accent2"/>
                    </a:solidFill>
                  </a:rPr>
                  <a:t>p2(10,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1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0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)</a:t>
                </a:r>
                <a:endParaRPr lang="ko-KR" altLang="en-US" sz="1200" dirty="0">
                  <a:solidFill>
                    <a:schemeClr val="accent2"/>
                  </a:solidFill>
                </a:endParaRPr>
              </a:p>
            </p:txBody>
          </p:sp>
        </p:grpSp>
      </p:grpSp>
      <p:cxnSp>
        <p:nvCxnSpPr>
          <p:cNvPr id="32" name="직선 화살표 연결선 31"/>
          <p:cNvCxnSpPr/>
          <p:nvPr/>
        </p:nvCxnSpPr>
        <p:spPr>
          <a:xfrm flipV="1">
            <a:off x="3514735" y="4307997"/>
            <a:ext cx="3917830" cy="1922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/>
          <p:cNvGrpSpPr/>
          <p:nvPr/>
        </p:nvGrpSpPr>
        <p:grpSpPr>
          <a:xfrm>
            <a:off x="5972680" y="5370956"/>
            <a:ext cx="1765058" cy="887325"/>
            <a:chOff x="6822677" y="3520050"/>
            <a:chExt cx="1765058" cy="887325"/>
          </a:xfrm>
        </p:grpSpPr>
        <p:sp>
          <p:nvSpPr>
            <p:cNvPr id="35" name="타원 34"/>
            <p:cNvSpPr/>
            <p:nvPr/>
          </p:nvSpPr>
          <p:spPr>
            <a:xfrm>
              <a:off x="6822677" y="3520050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7176774" y="3886089"/>
              <a:ext cx="1410961" cy="307647"/>
              <a:chOff x="7176774" y="3886089"/>
              <a:chExt cx="1410961" cy="307647"/>
            </a:xfrm>
          </p:grpSpPr>
          <p:sp>
            <p:nvSpPr>
              <p:cNvPr id="39" name="타원 38"/>
              <p:cNvSpPr/>
              <p:nvPr/>
            </p:nvSpPr>
            <p:spPr>
              <a:xfrm>
                <a:off x="7188716" y="3886089"/>
                <a:ext cx="155246" cy="1552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176774" y="3916737"/>
                <a:ext cx="1410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p1(10, </a:t>
                </a:r>
                <a:r>
                  <a:rPr lang="en-US" altLang="ko-KR" sz="1200" dirty="0"/>
                  <a:t>1</a:t>
                </a:r>
                <a:r>
                  <a:rPr lang="en-US" altLang="ko-KR" sz="1200"/>
                  <a:t>, </a:t>
                </a:r>
                <a:r>
                  <a:rPr lang="en-US" altLang="ko-KR" sz="1200" dirty="0"/>
                  <a:t>0</a:t>
                </a:r>
                <a:r>
                  <a:rPr lang="en-US" altLang="ko-KR" sz="1200"/>
                  <a:t>)</a:t>
                </a:r>
                <a:endParaRPr lang="ko-KR" altLang="en-US" sz="1200" dirty="0"/>
              </a:p>
            </p:txBody>
          </p:sp>
        </p:grpSp>
      </p:grpSp>
      <p:grpSp>
        <p:nvGrpSpPr>
          <p:cNvPr id="41" name="그룹 40"/>
          <p:cNvGrpSpPr/>
          <p:nvPr/>
        </p:nvGrpSpPr>
        <p:grpSpPr>
          <a:xfrm>
            <a:off x="4045156" y="5382734"/>
            <a:ext cx="1765058" cy="887325"/>
            <a:chOff x="6822677" y="3520050"/>
            <a:chExt cx="1765058" cy="887325"/>
          </a:xfrm>
        </p:grpSpPr>
        <p:sp>
          <p:nvSpPr>
            <p:cNvPr id="42" name="타원 41"/>
            <p:cNvSpPr/>
            <p:nvPr/>
          </p:nvSpPr>
          <p:spPr>
            <a:xfrm>
              <a:off x="6822677" y="3520050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7176774" y="3886089"/>
              <a:ext cx="1410961" cy="307647"/>
              <a:chOff x="7176774" y="3886089"/>
              <a:chExt cx="1410961" cy="307647"/>
            </a:xfrm>
          </p:grpSpPr>
          <p:sp>
            <p:nvSpPr>
              <p:cNvPr id="44" name="타원 43"/>
              <p:cNvSpPr/>
              <p:nvPr/>
            </p:nvSpPr>
            <p:spPr>
              <a:xfrm>
                <a:off x="7188716" y="3886089"/>
                <a:ext cx="155246" cy="15524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7176774" y="3916737"/>
                <a:ext cx="1410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>
                    <a:solidFill>
                      <a:schemeClr val="accent2"/>
                    </a:solidFill>
                  </a:rPr>
                  <a:t>p2(5,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1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0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)</a:t>
                </a:r>
                <a:endParaRPr lang="ko-KR" altLang="en-US" sz="1200" dirty="0">
                  <a:solidFill>
                    <a:schemeClr val="accent2"/>
                  </a:solidFill>
                </a:endParaRPr>
              </a:p>
            </p:txBody>
          </p:sp>
        </p:grpSp>
      </p:grpSp>
      <p:cxnSp>
        <p:nvCxnSpPr>
          <p:cNvPr id="12" name="직선 화살표 연결선 11"/>
          <p:cNvCxnSpPr/>
          <p:nvPr/>
        </p:nvCxnSpPr>
        <p:spPr>
          <a:xfrm flipH="1">
            <a:off x="4458393" y="5814618"/>
            <a:ext cx="1957949" cy="16215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73436" y="5502422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</a:rPr>
              <a:t>이동거리 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v1(-5,0,0)</a:t>
            </a:r>
            <a:endParaRPr lang="ko-KR" alt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93965" y="5133090"/>
            <a:ext cx="425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방향이 반대가 되면 값이 음수가 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16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내용 개체 틀 4"/>
          <p:cNvSpPr txBox="1">
            <a:spLocks/>
          </p:cNvSpPr>
          <p:nvPr/>
        </p:nvSpPr>
        <p:spPr>
          <a:xfrm>
            <a:off x="705539" y="4632960"/>
            <a:ext cx="11098585" cy="1792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위 두 결과를 역순으로 계산해서 이동거리를 구함 </a:t>
            </a:r>
            <a:r>
              <a:rPr lang="en-US" altLang="ko-KR" dirty="0"/>
              <a:t>– </a:t>
            </a:r>
            <a:r>
              <a:rPr lang="ko-KR" altLang="en-US" b="1" dirty="0" err="1"/>
              <a:t>스칼라곱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 = </a:t>
            </a:r>
            <a:r>
              <a:rPr lang="en-US" altLang="ko-KR" sz="4400" dirty="0" err="1"/>
              <a:t>dir</a:t>
            </a:r>
            <a:r>
              <a:rPr lang="en-US" altLang="ko-KR" sz="4400" dirty="0"/>
              <a:t> * </a:t>
            </a:r>
            <a:r>
              <a:rPr lang="en-US" altLang="ko-KR" sz="4400" dirty="0" err="1">
                <a:solidFill>
                  <a:schemeClr val="accent1"/>
                </a:solidFill>
              </a:rPr>
              <a:t>dist</a:t>
            </a:r>
            <a:r>
              <a:rPr lang="en-US" altLang="ko-KR" sz="4400" dirty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이동량</a:t>
            </a:r>
            <a:r>
              <a:rPr lang="en-US" altLang="ko-KR"/>
              <a:t>,</a:t>
            </a:r>
            <a:r>
              <a:rPr lang="ko-KR" altLang="en-US"/>
              <a:t>방향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704794" y="1575333"/>
            <a:ext cx="11487206" cy="1731747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이동량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방향을 </a:t>
            </a:r>
            <a:r>
              <a:rPr lang="ko-KR" altLang="en-US" dirty="0" err="1"/>
              <a:t>가지지않은</a:t>
            </a:r>
            <a:r>
              <a:rPr lang="ko-KR" altLang="en-US" dirty="0"/>
              <a:t> 순수 </a:t>
            </a:r>
            <a:r>
              <a:rPr lang="ko-KR" altLang="en-US" dirty="0" err="1"/>
              <a:t>이동량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b="1" dirty="0"/>
              <a:t>스칼라</a:t>
            </a:r>
            <a:r>
              <a:rPr lang="en-US" altLang="ko-KR" b="1" dirty="0"/>
              <a:t>(Magnitude)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4400" dirty="0" err="1">
                <a:solidFill>
                  <a:schemeClr val="accent1"/>
                </a:solidFill>
              </a:rPr>
              <a:t>dist</a:t>
            </a:r>
            <a:r>
              <a:rPr lang="en-US" altLang="ko-KR" sz="4400" dirty="0"/>
              <a:t> = </a:t>
            </a:r>
            <a:r>
              <a:rPr lang="en-US" altLang="ko-KR" sz="4400" dirty="0" err="1"/>
              <a:t>sqrt</a:t>
            </a:r>
            <a:r>
              <a:rPr lang="en-US" altLang="ko-KR" sz="4400" dirty="0"/>
              <a:t>(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.x*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.x+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.y*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.y+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.z*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.z)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5733547" y="5563679"/>
            <a:ext cx="1777000" cy="887325"/>
            <a:chOff x="2904849" y="3713294"/>
            <a:chExt cx="1777000" cy="887325"/>
          </a:xfrm>
        </p:grpSpPr>
        <p:sp>
          <p:nvSpPr>
            <p:cNvPr id="17" name="타원 16"/>
            <p:cNvSpPr/>
            <p:nvPr/>
          </p:nvSpPr>
          <p:spPr>
            <a:xfrm>
              <a:off x="2904849" y="3713294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3270888" y="4079333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70888" y="3802334"/>
              <a:ext cx="14109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p1(0, </a:t>
              </a:r>
              <a:r>
                <a:rPr lang="en-US" altLang="ko-KR" sz="1200" dirty="0"/>
                <a:t>0</a:t>
              </a:r>
              <a:r>
                <a:rPr lang="en-US" altLang="ko-KR" sz="1200"/>
                <a:t>, </a:t>
              </a:r>
              <a:r>
                <a:rPr lang="en-US" altLang="ko-KR" sz="1200" dirty="0"/>
                <a:t>0</a:t>
              </a:r>
              <a:r>
                <a:rPr lang="en-US" altLang="ko-KR" sz="1200"/>
                <a:t>)</a:t>
              </a:r>
              <a:endParaRPr lang="ko-KR" altLang="en-US" sz="1200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515656" y="5683367"/>
            <a:ext cx="1914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이동거리 </a:t>
            </a:r>
            <a:r>
              <a:rPr lang="en-US" altLang="ko-KR" sz="1200" b="1">
                <a:solidFill>
                  <a:srgbClr val="FF0000"/>
                </a:solidFill>
              </a:rPr>
              <a:t>v1(10,0,0)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51375" y="5570460"/>
            <a:ext cx="1765057" cy="887325"/>
            <a:chOff x="6822677" y="3720075"/>
            <a:chExt cx="1765057" cy="887325"/>
          </a:xfrm>
        </p:grpSpPr>
        <p:sp>
          <p:nvSpPr>
            <p:cNvPr id="26" name="타원 25"/>
            <p:cNvSpPr/>
            <p:nvPr/>
          </p:nvSpPr>
          <p:spPr>
            <a:xfrm>
              <a:off x="6822677" y="3720075"/>
              <a:ext cx="887325" cy="88732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7176773" y="3832982"/>
              <a:ext cx="1410961" cy="408378"/>
              <a:chOff x="7176773" y="3832982"/>
              <a:chExt cx="1410961" cy="408378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7188716" y="4086114"/>
                <a:ext cx="155246" cy="15524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176773" y="3832982"/>
                <a:ext cx="1410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>
                    <a:solidFill>
                      <a:schemeClr val="accent2"/>
                    </a:solidFill>
                  </a:rPr>
                  <a:t>p2(10, 0, </a:t>
                </a:r>
                <a:r>
                  <a:rPr lang="en-US" altLang="ko-KR" sz="1200" dirty="0">
                    <a:solidFill>
                      <a:schemeClr val="accent2"/>
                    </a:solidFill>
                  </a:rPr>
                  <a:t>0</a:t>
                </a:r>
                <a:r>
                  <a:rPr lang="en-US" altLang="ko-KR" sz="1200">
                    <a:solidFill>
                      <a:schemeClr val="accent2"/>
                    </a:solidFill>
                  </a:rPr>
                  <a:t>)</a:t>
                </a:r>
                <a:endParaRPr lang="ko-KR" altLang="en-US" sz="1200" dirty="0">
                  <a:solidFill>
                    <a:schemeClr val="accent2"/>
                  </a:solidFill>
                </a:endParaRPr>
              </a:p>
            </p:txBody>
          </p:sp>
        </p:grpSp>
      </p:grpSp>
      <p:cxnSp>
        <p:nvCxnSpPr>
          <p:cNvPr id="10" name="직선 연결선 9"/>
          <p:cNvCxnSpPr/>
          <p:nvPr/>
        </p:nvCxnSpPr>
        <p:spPr>
          <a:xfrm>
            <a:off x="6177209" y="6189667"/>
            <a:ext cx="3917827" cy="0"/>
          </a:xfrm>
          <a:prstGeom prst="line">
            <a:avLst/>
          </a:prstGeom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68056" y="6174005"/>
            <a:ext cx="1110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chemeClr val="accent1"/>
                </a:solidFill>
              </a:rPr>
              <a:t>이동량</a:t>
            </a:r>
            <a:r>
              <a:rPr lang="ko-KR" altLang="en-US" sz="1200" b="1" dirty="0">
                <a:solidFill>
                  <a:schemeClr val="accent1"/>
                </a:solidFill>
              </a:rPr>
              <a:t> </a:t>
            </a:r>
            <a:r>
              <a:rPr lang="en-US" altLang="ko-KR" sz="1200" b="1" dirty="0">
                <a:solidFill>
                  <a:schemeClr val="accent1"/>
                </a:solidFill>
              </a:rPr>
              <a:t>10</a:t>
            </a:r>
            <a:endParaRPr lang="ko-KR" altLang="en-US" sz="1200" b="1" dirty="0">
              <a:solidFill>
                <a:schemeClr val="accent1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6177209" y="6003949"/>
            <a:ext cx="3917827" cy="678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6177210" y="6007339"/>
            <a:ext cx="615915" cy="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 flipV="1">
            <a:off x="6177210" y="6003949"/>
            <a:ext cx="2" cy="202626"/>
          </a:xfrm>
          <a:prstGeom prst="line">
            <a:avLst/>
          </a:prstGeom>
          <a:ln w="12700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 flipV="1">
            <a:off x="10095037" y="6003949"/>
            <a:ext cx="2" cy="202626"/>
          </a:xfrm>
          <a:prstGeom prst="line">
            <a:avLst/>
          </a:prstGeom>
          <a:ln w="12700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51986" y="5946464"/>
            <a:ext cx="141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방향</a:t>
            </a:r>
            <a:r>
              <a:rPr lang="en-US" altLang="ko-KR" sz="1200" dirty="0"/>
              <a:t>(1,0,0)</a:t>
            </a:r>
            <a:endParaRPr lang="ko-KR" altLang="en-US" sz="1200" dirty="0"/>
          </a:p>
        </p:txBody>
      </p:sp>
      <p:sp>
        <p:nvSpPr>
          <p:cNvPr id="44" name="내용 개체 틀 4"/>
          <p:cNvSpPr txBox="1">
            <a:spLocks/>
          </p:cNvSpPr>
          <p:nvPr/>
        </p:nvSpPr>
        <p:spPr>
          <a:xfrm>
            <a:off x="705539" y="3099333"/>
            <a:ext cx="11098585" cy="153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방향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순수하게 방향성만을 가진 벡터 </a:t>
            </a:r>
            <a:r>
              <a:rPr lang="en-US" altLang="ko-KR" dirty="0"/>
              <a:t>– </a:t>
            </a:r>
            <a:r>
              <a:rPr lang="ko-KR" altLang="en-US" b="1" dirty="0"/>
              <a:t>정규화</a:t>
            </a:r>
            <a:r>
              <a:rPr lang="en-US" altLang="ko-KR" b="1" dirty="0"/>
              <a:t>(</a:t>
            </a:r>
            <a:r>
              <a:rPr lang="en-US" altLang="ko-KR" b="1" dirty="0" err="1"/>
              <a:t>Nomarlize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sz="4400" dirty="0" err="1"/>
              <a:t>dir</a:t>
            </a:r>
            <a:r>
              <a:rPr lang="en-US" altLang="ko-KR" sz="4400" dirty="0"/>
              <a:t> = (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.x / </a:t>
            </a:r>
            <a:r>
              <a:rPr lang="en-US" altLang="ko-KR" sz="4400" dirty="0" err="1">
                <a:solidFill>
                  <a:schemeClr val="accent1"/>
                </a:solidFill>
              </a:rPr>
              <a:t>dist</a:t>
            </a:r>
            <a:r>
              <a:rPr lang="en-US" altLang="ko-KR" sz="4400" dirty="0"/>
              <a:t>, 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.y / </a:t>
            </a:r>
            <a:r>
              <a:rPr lang="en-US" altLang="ko-KR" sz="4400" dirty="0" err="1">
                <a:solidFill>
                  <a:schemeClr val="accent1"/>
                </a:solidFill>
              </a:rPr>
              <a:t>dist</a:t>
            </a:r>
            <a:r>
              <a:rPr lang="en-US" altLang="ko-KR" sz="4400" dirty="0"/>
              <a:t>, </a:t>
            </a:r>
            <a:r>
              <a:rPr lang="en-US" altLang="ko-KR" sz="4400" dirty="0">
                <a:solidFill>
                  <a:srgbClr val="FF0000"/>
                </a:solidFill>
              </a:rPr>
              <a:t>v1</a:t>
            </a:r>
            <a:r>
              <a:rPr lang="en-US" altLang="ko-KR" sz="4400" dirty="0"/>
              <a:t>.z /</a:t>
            </a:r>
            <a:r>
              <a:rPr lang="en-US" altLang="ko-KR" sz="4400" dirty="0" err="1">
                <a:solidFill>
                  <a:schemeClr val="accent1"/>
                </a:solidFill>
              </a:rPr>
              <a:t>dist</a:t>
            </a:r>
            <a:r>
              <a:rPr lang="en-US" altLang="ko-KR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617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" grpId="0"/>
      <p:bldP spid="5" grpId="0" build="p"/>
      <p:bldP spid="25" grpId="0"/>
      <p:bldP spid="37" grpId="0"/>
      <p:bldP spid="41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이동량</a:t>
            </a:r>
            <a:r>
              <a:rPr lang="en-US" altLang="ko-KR"/>
              <a:t>,</a:t>
            </a:r>
            <a:r>
              <a:rPr lang="ko-KR" altLang="en-US"/>
              <a:t>방향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970384" y="2425960"/>
            <a:ext cx="6643396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970384" y="3666932"/>
            <a:ext cx="6643396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970384" y="4893908"/>
            <a:ext cx="6643396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>
            <a:off x="970384" y="6108445"/>
            <a:ext cx="6643396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1688841" y="1455577"/>
            <a:ext cx="0" cy="5178488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V="1">
            <a:off x="2951584" y="1455576"/>
            <a:ext cx="0" cy="492656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V="1">
            <a:off x="4152123" y="1455576"/>
            <a:ext cx="0" cy="492656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 flipV="1">
            <a:off x="5383764" y="1455576"/>
            <a:ext cx="0" cy="492656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V="1">
            <a:off x="6618516" y="1455576"/>
            <a:ext cx="0" cy="492656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9673" y="1455576"/>
            <a:ext cx="34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7452050" y="6208357"/>
            <a:ext cx="34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1079241" y="5484458"/>
            <a:ext cx="1156995" cy="115699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" name="직선 화살표 연결선 64"/>
          <p:cNvCxnSpPr/>
          <p:nvPr/>
        </p:nvCxnSpPr>
        <p:spPr>
          <a:xfrm flipV="1">
            <a:off x="1676399" y="6108445"/>
            <a:ext cx="2472613" cy="3106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3595398" y="5551716"/>
            <a:ext cx="1156995" cy="115699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/>
          <p:cNvSpPr/>
          <p:nvPr/>
        </p:nvSpPr>
        <p:spPr>
          <a:xfrm>
            <a:off x="1079241" y="3127313"/>
            <a:ext cx="1156995" cy="115699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/>
          <p:cNvCxnSpPr/>
          <p:nvPr/>
        </p:nvCxnSpPr>
        <p:spPr>
          <a:xfrm flipH="1" flipV="1">
            <a:off x="1685730" y="3657603"/>
            <a:ext cx="6223" cy="2472610"/>
          </a:xfrm>
          <a:prstGeom prst="straightConnector1">
            <a:avLst/>
          </a:prstGeom>
          <a:ln w="508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28735" y="3383910"/>
            <a:ext cx="1203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(0,2)</a:t>
            </a:r>
            <a:endParaRPr lang="ko-KR" alt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4481805" y="6510837"/>
            <a:ext cx="1203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(2,0)</a:t>
            </a:r>
            <a:endParaRPr lang="ko-KR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1292289" y="6135659"/>
            <a:ext cx="513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(0,0)</a:t>
            </a:r>
            <a:endParaRPr lang="ko-KR" alt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83684" y="4342453"/>
            <a:ext cx="2301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#y</a:t>
            </a:r>
            <a:r>
              <a:rPr lang="ko-KR" altLang="en-US" sz="1000" dirty="0"/>
              <a:t>축으로 </a:t>
            </a:r>
            <a:r>
              <a:rPr lang="ko-KR" altLang="en-US" sz="1000" dirty="0" err="1"/>
              <a:t>이동한거리</a:t>
            </a:r>
            <a:br>
              <a:rPr lang="en-US" altLang="ko-KR" sz="1000" dirty="0"/>
            </a:br>
            <a:r>
              <a:rPr lang="ko-KR" altLang="en-US" sz="1000" dirty="0"/>
              <a:t>방향 </a:t>
            </a:r>
            <a:r>
              <a:rPr lang="en-US" altLang="ko-KR" sz="1000" dirty="0"/>
              <a:t>* </a:t>
            </a:r>
            <a:r>
              <a:rPr lang="ko-KR" altLang="en-US" sz="1000" dirty="0"/>
              <a:t>거리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이동량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en-US" altLang="ko-KR" sz="1000" dirty="0"/>
              <a:t>(0,1) * 2 = (0,2)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5396206" y="6341367"/>
            <a:ext cx="2301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#x</a:t>
            </a:r>
            <a:r>
              <a:rPr lang="ko-KR" altLang="en-US" sz="1000" dirty="0"/>
              <a:t>축으로 </a:t>
            </a:r>
            <a:r>
              <a:rPr lang="ko-KR" altLang="en-US" sz="1000" dirty="0" err="1"/>
              <a:t>이동한거리</a:t>
            </a:r>
            <a:br>
              <a:rPr lang="en-US" altLang="ko-KR" sz="1000" dirty="0"/>
            </a:br>
            <a:r>
              <a:rPr lang="ko-KR" altLang="en-US" sz="1000" dirty="0"/>
              <a:t>방향 </a:t>
            </a:r>
            <a:r>
              <a:rPr lang="en-US" altLang="ko-KR" sz="1000" dirty="0"/>
              <a:t>* </a:t>
            </a:r>
            <a:r>
              <a:rPr lang="ko-KR" altLang="en-US" sz="1000" dirty="0"/>
              <a:t>거리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이동량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en-US" altLang="ko-KR" sz="1000" dirty="0"/>
              <a:t>(1,0) * 2 = (2,0)</a:t>
            </a:r>
            <a:endParaRPr lang="ko-KR" altLang="en-US" sz="1000" dirty="0"/>
          </a:p>
        </p:txBody>
      </p:sp>
      <p:cxnSp>
        <p:nvCxnSpPr>
          <p:cNvPr id="80" name="직선 연결선 79"/>
          <p:cNvCxnSpPr/>
          <p:nvPr/>
        </p:nvCxnSpPr>
        <p:spPr>
          <a:xfrm flipV="1">
            <a:off x="1688841" y="4889241"/>
            <a:ext cx="9330" cy="1231642"/>
          </a:xfrm>
          <a:prstGeom prst="line">
            <a:avLst/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988129" y="4876548"/>
            <a:ext cx="520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(1,1)</a:t>
            </a:r>
            <a:endParaRPr lang="ko-KR" altLang="en-US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4139682" y="3696739"/>
            <a:ext cx="520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(2,2)</a:t>
            </a:r>
            <a:endParaRPr lang="ko-KR" altLang="en-US" sz="1000" dirty="0"/>
          </a:p>
        </p:txBody>
      </p:sp>
      <p:cxnSp>
        <p:nvCxnSpPr>
          <p:cNvPr id="89" name="직선 화살표 연결선 88"/>
          <p:cNvCxnSpPr/>
          <p:nvPr/>
        </p:nvCxnSpPr>
        <p:spPr>
          <a:xfrm flipV="1">
            <a:off x="1777143" y="3649163"/>
            <a:ext cx="2389024" cy="2417875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/>
          <p:cNvSpPr/>
          <p:nvPr/>
        </p:nvSpPr>
        <p:spPr>
          <a:xfrm>
            <a:off x="3609393" y="3109149"/>
            <a:ext cx="1156995" cy="1156995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4137398" y="4272077"/>
            <a:ext cx="2301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대각선축으로 </a:t>
            </a:r>
            <a:r>
              <a:rPr lang="ko-KR" altLang="en-US" sz="1000" dirty="0" err="1"/>
              <a:t>이동한거리</a:t>
            </a:r>
            <a:br>
              <a:rPr lang="en-US" altLang="ko-KR" sz="1000" dirty="0"/>
            </a:br>
            <a:r>
              <a:rPr lang="ko-KR" altLang="en-US" sz="1000" dirty="0"/>
              <a:t>방향 </a:t>
            </a:r>
            <a:r>
              <a:rPr lang="en-US" altLang="ko-KR" sz="1000" dirty="0"/>
              <a:t>* </a:t>
            </a:r>
            <a:r>
              <a:rPr lang="ko-KR" altLang="en-US" sz="1000" dirty="0"/>
              <a:t>거리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이동량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en-US" altLang="ko-KR" sz="1000" dirty="0"/>
              <a:t>(1,1) * 2 = (2,2)</a:t>
            </a:r>
            <a:endParaRPr lang="ko-KR" altLang="en-US" sz="1000" dirty="0"/>
          </a:p>
        </p:txBody>
      </p:sp>
      <p:cxnSp>
        <p:nvCxnSpPr>
          <p:cNvPr id="78" name="직선 연결선 77"/>
          <p:cNvCxnSpPr/>
          <p:nvPr/>
        </p:nvCxnSpPr>
        <p:spPr>
          <a:xfrm flipV="1">
            <a:off x="1699727" y="4889245"/>
            <a:ext cx="1262645" cy="1214926"/>
          </a:xfrm>
          <a:prstGeom prst="line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/>
          <p:cNvSpPr/>
          <p:nvPr/>
        </p:nvSpPr>
        <p:spPr>
          <a:xfrm>
            <a:off x="559546" y="4913207"/>
            <a:ext cx="2365307" cy="2365307"/>
          </a:xfrm>
          <a:prstGeom prst="ellipse">
            <a:avLst/>
          </a:prstGeom>
          <a:noFill/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연결선 97"/>
          <p:cNvCxnSpPr>
            <a:endCxn id="96" idx="7"/>
          </p:cNvCxnSpPr>
          <p:nvPr/>
        </p:nvCxnSpPr>
        <p:spPr>
          <a:xfrm flipV="1">
            <a:off x="1685684" y="5259598"/>
            <a:ext cx="892778" cy="844241"/>
          </a:xfrm>
          <a:prstGeom prst="line">
            <a:avLst/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V="1">
            <a:off x="1685684" y="6113041"/>
            <a:ext cx="1303204" cy="5189"/>
          </a:xfrm>
          <a:prstGeom prst="line">
            <a:avLst/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2546284" y="4413054"/>
            <a:ext cx="892778" cy="844241"/>
          </a:xfrm>
          <a:prstGeom prst="line">
            <a:avLst/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484961" y="5292648"/>
            <a:ext cx="917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(0.7.. ,0.7.. )</a:t>
            </a:r>
            <a:endParaRPr lang="ko-KR" alt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3317893" y="4510971"/>
            <a:ext cx="986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(1.4…,1.4..)</a:t>
            </a:r>
            <a:endParaRPr lang="ko-KR" altLang="en-US" sz="1000" dirty="0"/>
          </a:p>
        </p:txBody>
      </p:sp>
      <p:sp>
        <p:nvSpPr>
          <p:cNvPr id="38" name="타원 37"/>
          <p:cNvSpPr/>
          <p:nvPr/>
        </p:nvSpPr>
        <p:spPr>
          <a:xfrm>
            <a:off x="2833398" y="3881858"/>
            <a:ext cx="1156995" cy="115699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-428268" y="3703734"/>
            <a:ext cx="4551623" cy="4551623"/>
          </a:xfrm>
          <a:prstGeom prst="ellipse">
            <a:avLst/>
          </a:prstGeom>
          <a:noFill/>
          <a:ln w="25400">
            <a:solidFill>
              <a:srgbClr val="92D05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01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벡터 </a:t>
            </a:r>
            <a:r>
              <a:rPr lang="en-US" altLang="ko-KR" dirty="0"/>
              <a:t>#</a:t>
            </a:r>
            <a:r>
              <a:rPr lang="ko-KR" altLang="en-US" dirty="0"/>
              <a:t>응용 </a:t>
            </a:r>
            <a:r>
              <a:rPr lang="en-US" altLang="ko-KR" dirty="0" err="1"/>
              <a:t>DeltaTime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704794" y="1575333"/>
            <a:ext cx="11002791" cy="1964026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DeltaTime</a:t>
            </a:r>
            <a:r>
              <a:rPr lang="en-US" altLang="ko-KR" b="1" dirty="0"/>
              <a:t>: </a:t>
            </a:r>
            <a:r>
              <a:rPr lang="ko-KR" altLang="en-US" b="1" dirty="0"/>
              <a:t>초당프레임당 시간</a:t>
            </a:r>
            <a:endParaRPr lang="en-US" altLang="ko-KR" b="1" dirty="0"/>
          </a:p>
          <a:p>
            <a:r>
              <a:rPr lang="ko-KR" altLang="en-US" dirty="0"/>
              <a:t>게임에서 </a:t>
            </a:r>
            <a:r>
              <a:rPr lang="ko-KR" altLang="en-US" dirty="0" err="1"/>
              <a:t>초당프레임수는</a:t>
            </a:r>
            <a:r>
              <a:rPr lang="ko-KR" altLang="en-US" dirty="0"/>
              <a:t> 일정하지 않다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이때</a:t>
            </a:r>
            <a:r>
              <a:rPr lang="en-US" altLang="ko-KR" dirty="0"/>
              <a:t>,</a:t>
            </a:r>
            <a:r>
              <a:rPr lang="ko-KR" altLang="en-US" dirty="0"/>
              <a:t> 프레임이 달라지더라도 </a:t>
            </a:r>
            <a:r>
              <a:rPr lang="en-US" altLang="ko-KR" dirty="0"/>
              <a:t>1</a:t>
            </a:r>
            <a:r>
              <a:rPr lang="ko-KR" altLang="en-US" dirty="0" err="1"/>
              <a:t>초동안의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이동거리를 보장하기 위해 사용된다</a:t>
            </a:r>
            <a:r>
              <a:rPr lang="en-US" altLang="ko-KR" dirty="0"/>
              <a:t>.</a:t>
            </a:r>
            <a:endParaRPr lang="ko-KR" altLang="en-US" sz="4400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2885090" y="4280338"/>
            <a:ext cx="2325413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13688" y="3760076"/>
            <a:ext cx="171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이동속도</a:t>
            </a:r>
            <a:r>
              <a:rPr lang="en-US" altLang="ko-KR" dirty="0"/>
              <a:t>(100s)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555529" y="4866290"/>
            <a:ext cx="171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이동속도</a:t>
            </a:r>
            <a:r>
              <a:rPr lang="en-US" altLang="ko-KR" dirty="0"/>
              <a:t>(100s)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724399" y="4866290"/>
            <a:ext cx="171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이동속도</a:t>
            </a:r>
            <a:r>
              <a:rPr lang="en-US" altLang="ko-KR" dirty="0"/>
              <a:t>(100s)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78318" y="4673741"/>
            <a:ext cx="10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 fps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75138" y="4684981"/>
            <a:ext cx="90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 fps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27083" y="5588875"/>
            <a:ext cx="254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 / 3 = 33.33333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495801" y="5654565"/>
            <a:ext cx="254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 / 6 = 16.66666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326931" y="5510048"/>
            <a:ext cx="667407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4490543" y="5575737"/>
            <a:ext cx="388885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7698828" y="5399690"/>
            <a:ext cx="2112584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7426" y="4879428"/>
            <a:ext cx="171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이동속도</a:t>
            </a:r>
            <a:r>
              <a:rPr lang="en-US" altLang="ko-KR" dirty="0"/>
              <a:t>(100s)</a:t>
            </a:r>
            <a:endParaRPr lang="ko-KR" altLang="en-US" dirty="0"/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7698828" y="5588875"/>
            <a:ext cx="667407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8366235" y="5596757"/>
            <a:ext cx="388885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8755120" y="5588875"/>
            <a:ext cx="388885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9144005" y="5588875"/>
            <a:ext cx="667407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0" y="4493172"/>
            <a:ext cx="163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3~6fps</a:t>
            </a:r>
            <a:endParaRPr lang="ko-KR" altLang="en-US" dirty="0"/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4495801" y="5386552"/>
            <a:ext cx="2112584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1326931" y="5386552"/>
            <a:ext cx="2112584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64517" y="6024631"/>
            <a:ext cx="212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적분</a:t>
            </a:r>
            <a:r>
              <a:rPr lang="en-US" altLang="ko-KR" dirty="0"/>
              <a:t>: </a:t>
            </a:r>
            <a:r>
              <a:rPr lang="ko-KR" altLang="en-US" dirty="0"/>
              <a:t>값을 누적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7083" y="6024631"/>
            <a:ext cx="212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미분</a:t>
            </a:r>
            <a:r>
              <a:rPr lang="en-US" altLang="ko-KR" dirty="0"/>
              <a:t>: </a:t>
            </a:r>
            <a:r>
              <a:rPr lang="ko-KR" altLang="en-US" dirty="0"/>
              <a:t>값을 </a:t>
            </a:r>
            <a:r>
              <a:rPr lang="ko-KR" altLang="en-US" dirty="0" err="1"/>
              <a:t>나눈것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40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1" grpId="0"/>
      <p:bldP spid="44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그룹 103"/>
          <p:cNvGrpSpPr/>
          <p:nvPr/>
        </p:nvGrpSpPr>
        <p:grpSpPr>
          <a:xfrm>
            <a:off x="9825718" y="5617369"/>
            <a:ext cx="204107" cy="309562"/>
            <a:chOff x="9825718" y="5617369"/>
            <a:chExt cx="204107" cy="309562"/>
          </a:xfrm>
        </p:grpSpPr>
        <p:cxnSp>
          <p:nvCxnSpPr>
            <p:cNvPr id="80" name="직선 화살표 연결선 79"/>
            <p:cNvCxnSpPr/>
            <p:nvPr/>
          </p:nvCxnSpPr>
          <p:spPr>
            <a:xfrm flipH="1" flipV="1">
              <a:off x="9927771" y="5617369"/>
              <a:ext cx="102054" cy="309562"/>
            </a:xfrm>
            <a:prstGeom prst="straightConnector1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 flipV="1">
              <a:off x="9825718" y="5617369"/>
              <a:ext cx="102053" cy="223160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벡터 </a:t>
            </a:r>
            <a:r>
              <a:rPr lang="en-US" altLang="ko-KR"/>
              <a:t>#</a:t>
            </a:r>
            <a:r>
              <a:rPr lang="ko-KR" altLang="en-US"/>
              <a:t>내적</a:t>
            </a:r>
            <a:r>
              <a:rPr lang="en-US" altLang="ko-KR"/>
              <a:t>,</a:t>
            </a:r>
            <a:r>
              <a:rPr lang="ko-KR" altLang="en-US"/>
              <a:t>외적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250724" y="1575332"/>
            <a:ext cx="11552656" cy="1686028"/>
          </a:xfrm>
        </p:spPr>
        <p:txBody>
          <a:bodyPr>
            <a:normAutofit fontScale="92500"/>
          </a:bodyPr>
          <a:lstStyle/>
          <a:p>
            <a:r>
              <a:rPr lang="ko-KR" altLang="en-US" b="1" dirty="0"/>
              <a:t>내적</a:t>
            </a:r>
            <a:r>
              <a:rPr lang="en-US" altLang="ko-KR" b="1" dirty="0"/>
              <a:t>(dot)</a:t>
            </a:r>
            <a:r>
              <a:rPr lang="en-US" altLang="ko-KR" dirty="0"/>
              <a:t>:  </a:t>
            </a:r>
            <a:r>
              <a:rPr lang="ko-KR" altLang="en-US" dirty="0"/>
              <a:t>두 직선 사이의 내각을 구함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800" dirty="0"/>
              <a:t>dot* dot =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.x*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.x +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.y*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.y +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.z*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.z</a:t>
            </a:r>
          </a:p>
          <a:p>
            <a:endParaRPr lang="en-US" altLang="ko-KR" dirty="0"/>
          </a:p>
        </p:txBody>
      </p:sp>
      <p:cxnSp>
        <p:nvCxnSpPr>
          <p:cNvPr id="64" name="직선 화살표 연결선 63"/>
          <p:cNvCxnSpPr/>
          <p:nvPr/>
        </p:nvCxnSpPr>
        <p:spPr>
          <a:xfrm flipV="1">
            <a:off x="9927771" y="4212771"/>
            <a:ext cx="816429" cy="19267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9927771" y="6139543"/>
            <a:ext cx="1877786" cy="0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원호 68"/>
          <p:cNvSpPr/>
          <p:nvPr/>
        </p:nvSpPr>
        <p:spPr>
          <a:xfrm>
            <a:off x="9825718" y="5576209"/>
            <a:ext cx="693964" cy="1126671"/>
          </a:xfrm>
          <a:prstGeom prst="arc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화살표 연결선 71"/>
          <p:cNvCxnSpPr/>
          <p:nvPr/>
        </p:nvCxnSpPr>
        <p:spPr>
          <a:xfrm flipH="1" flipV="1">
            <a:off x="9160329" y="3984171"/>
            <a:ext cx="767442" cy="2155372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9825718" y="5840529"/>
            <a:ext cx="325551" cy="299014"/>
            <a:chOff x="9825718" y="5840529"/>
            <a:chExt cx="325551" cy="299014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9825718" y="5857537"/>
              <a:ext cx="233362" cy="0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/>
            <p:cNvCxnSpPr/>
            <p:nvPr/>
          </p:nvCxnSpPr>
          <p:spPr>
            <a:xfrm>
              <a:off x="10059080" y="5840529"/>
              <a:ext cx="92189" cy="299014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9238059" y="3917275"/>
            <a:ext cx="48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2"/>
                </a:solidFill>
              </a:rPr>
              <a:t>v3</a:t>
            </a:r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534083" y="4509291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v1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1220789" y="5770211"/>
            <a:ext cx="58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/>
                </a:solidFill>
              </a:rPr>
              <a:t>v2</a:t>
            </a:r>
            <a:endParaRPr lang="ko-KR" altLang="en-US">
              <a:solidFill>
                <a:schemeClr val="accent5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329635" y="5391543"/>
            <a:ext cx="147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내적</a:t>
            </a:r>
            <a:r>
              <a:rPr lang="en-US" altLang="ko-KR" dirty="0"/>
              <a:t>(cos(t))</a:t>
            </a:r>
            <a:endParaRPr lang="ko-KR" altLang="en-US" dirty="0"/>
          </a:p>
        </p:txBody>
      </p:sp>
      <p:sp>
        <p:nvSpPr>
          <p:cNvPr id="112" name="TextBox 111"/>
          <p:cNvSpPr txBox="1"/>
          <p:nvPr/>
        </p:nvSpPr>
        <p:spPr>
          <a:xfrm rot="4136006">
            <a:off x="9257692" y="4629941"/>
            <a:ext cx="77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accent2"/>
                </a:solidFill>
              </a:rPr>
              <a:t>외적</a:t>
            </a:r>
          </a:p>
        </p:txBody>
      </p:sp>
      <p:sp>
        <p:nvSpPr>
          <p:cNvPr id="113" name="내용 개체 틀 4"/>
          <p:cNvSpPr txBox="1">
            <a:spLocks/>
          </p:cNvSpPr>
          <p:nvPr/>
        </p:nvSpPr>
        <p:spPr>
          <a:xfrm>
            <a:off x="704792" y="3205586"/>
            <a:ext cx="11098585" cy="2933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외적</a:t>
            </a:r>
            <a:r>
              <a:rPr lang="en-US" altLang="ko-KR" b="1" dirty="0"/>
              <a:t>(cross)</a:t>
            </a:r>
            <a:r>
              <a:rPr lang="en-US" altLang="ko-KR" dirty="0"/>
              <a:t>: </a:t>
            </a:r>
            <a:r>
              <a:rPr lang="ko-KR" altLang="en-US" dirty="0" err="1"/>
              <a:t>두직선</a:t>
            </a:r>
            <a:r>
              <a:rPr lang="ko-KR" altLang="en-US" dirty="0"/>
              <a:t> 모두의 </a:t>
            </a:r>
            <a:r>
              <a:rPr lang="ko-KR" altLang="en-US" dirty="0" err="1"/>
              <a:t>수직이되는</a:t>
            </a:r>
            <a:r>
              <a:rPr lang="ko-KR" altLang="en-US" dirty="0"/>
              <a:t> 벡터를 구함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800" dirty="0">
                <a:solidFill>
                  <a:schemeClr val="accent2"/>
                </a:solidFill>
              </a:rPr>
              <a:t>v3</a:t>
            </a:r>
            <a:r>
              <a:rPr lang="en-US" altLang="ko-KR" sz="4800" dirty="0"/>
              <a:t>.x = (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.y*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.z -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.z*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.y)</a:t>
            </a:r>
            <a:br>
              <a:rPr lang="en-US" altLang="ko-KR" sz="4800" dirty="0"/>
            </a:br>
            <a:r>
              <a:rPr lang="en-US" altLang="ko-KR" sz="4800" dirty="0">
                <a:solidFill>
                  <a:schemeClr val="accent2"/>
                </a:solidFill>
              </a:rPr>
              <a:t>v3</a:t>
            </a:r>
            <a:r>
              <a:rPr lang="en-US" altLang="ko-KR" sz="4800" dirty="0"/>
              <a:t>.y = (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.z*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.x -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.x*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.z)</a:t>
            </a:r>
            <a:br>
              <a:rPr lang="en-US" altLang="ko-KR" sz="4800" dirty="0"/>
            </a:br>
            <a:r>
              <a:rPr lang="en-US" altLang="ko-KR" sz="4800" dirty="0">
                <a:solidFill>
                  <a:schemeClr val="accent2"/>
                </a:solidFill>
              </a:rPr>
              <a:t>v3</a:t>
            </a:r>
            <a:r>
              <a:rPr lang="en-US" altLang="ko-KR" sz="4800" dirty="0"/>
              <a:t>.z = (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.x*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.y - </a:t>
            </a:r>
            <a:r>
              <a:rPr lang="en-US" altLang="ko-KR" sz="4800" dirty="0">
                <a:solidFill>
                  <a:srgbClr val="FF0000"/>
                </a:solidFill>
              </a:rPr>
              <a:t>v1</a:t>
            </a:r>
            <a:r>
              <a:rPr lang="en-US" altLang="ko-KR" sz="4800" dirty="0"/>
              <a:t>.y*</a:t>
            </a:r>
            <a:r>
              <a:rPr lang="en-US" altLang="ko-KR" sz="4800" dirty="0">
                <a:solidFill>
                  <a:srgbClr val="00B0F0"/>
                </a:solidFill>
              </a:rPr>
              <a:t>v2</a:t>
            </a:r>
            <a:r>
              <a:rPr lang="en-US" altLang="ko-KR" sz="4800" dirty="0"/>
              <a:t>.x)</a:t>
            </a:r>
          </a:p>
          <a:p>
            <a:endParaRPr lang="en-US" altLang="ko-KR" dirty="0"/>
          </a:p>
        </p:txBody>
      </p:sp>
      <p:pic>
        <p:nvPicPr>
          <p:cNvPr id="1026" name="Picture 2" descr="삼각함수 - 위키백과, 우리 모두의 백과사전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663" y="385491"/>
            <a:ext cx="395706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52A2D88-7D9A-A4B0-06E7-D46C100785F2}"/>
                  </a:ext>
                </a:extLst>
              </p14:cNvPr>
              <p14:cNvContentPartPr/>
              <p14:nvPr/>
            </p14:nvContentPartPr>
            <p14:xfrm>
              <a:off x="7594560" y="660240"/>
              <a:ext cx="1124280" cy="6991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52A2D88-7D9A-A4B0-06E7-D46C10078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5200" y="650880"/>
                <a:ext cx="1143000" cy="71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87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9" grpId="0" animBg="1"/>
      <p:bldP spid="108" grpId="0"/>
      <p:bldP spid="109" grpId="0"/>
      <p:bldP spid="110" grpId="0"/>
      <p:bldP spid="111" grpId="0"/>
      <p:bldP spid="112" grpId="0"/>
      <p:bldP spid="1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7671073" y="4789384"/>
            <a:ext cx="2801389" cy="1611286"/>
            <a:chOff x="7671073" y="4789384"/>
            <a:chExt cx="2801389" cy="1611286"/>
          </a:xfrm>
        </p:grpSpPr>
        <p:grpSp>
          <p:nvGrpSpPr>
            <p:cNvPr id="144" name="그룹 143"/>
            <p:cNvGrpSpPr/>
            <p:nvPr/>
          </p:nvGrpSpPr>
          <p:grpSpPr>
            <a:xfrm>
              <a:off x="7671073" y="4789384"/>
              <a:ext cx="2801389" cy="1611286"/>
              <a:chOff x="3883624" y="3813680"/>
              <a:chExt cx="2801389" cy="1611286"/>
            </a:xfrm>
          </p:grpSpPr>
          <p:grpSp>
            <p:nvGrpSpPr>
              <p:cNvPr id="145" name="그룹 144"/>
              <p:cNvGrpSpPr/>
              <p:nvPr/>
            </p:nvGrpSpPr>
            <p:grpSpPr>
              <a:xfrm>
                <a:off x="4412309" y="3841203"/>
                <a:ext cx="1693304" cy="1191504"/>
                <a:chOff x="4768177" y="4492841"/>
                <a:chExt cx="1693304" cy="1191504"/>
              </a:xfrm>
            </p:grpSpPr>
            <p:sp>
              <p:nvSpPr>
                <p:cNvPr id="151" name="평행 사변형 150"/>
                <p:cNvSpPr/>
                <p:nvPr/>
              </p:nvSpPr>
              <p:spPr>
                <a:xfrm>
                  <a:off x="4768177" y="5135581"/>
                  <a:ext cx="1693304" cy="548764"/>
                </a:xfrm>
                <a:prstGeom prst="parallelogram">
                  <a:avLst>
                    <a:gd name="adj" fmla="val 95471"/>
                  </a:avLst>
                </a:prstGeom>
                <a:solidFill>
                  <a:schemeClr val="accent1"/>
                </a:solidFill>
                <a:ln w="25400">
                  <a:noFill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52" name="직선 연결선 151"/>
                <p:cNvCxnSpPr/>
                <p:nvPr/>
              </p:nvCxnSpPr>
              <p:spPr>
                <a:xfrm>
                  <a:off x="5614829" y="5289777"/>
                  <a:ext cx="119221" cy="0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연결선 152"/>
                <p:cNvCxnSpPr/>
                <p:nvPr/>
              </p:nvCxnSpPr>
              <p:spPr>
                <a:xfrm>
                  <a:off x="5724524" y="5289777"/>
                  <a:ext cx="0" cy="120186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화살표 연결선 153"/>
                <p:cNvCxnSpPr/>
                <p:nvPr/>
              </p:nvCxnSpPr>
              <p:spPr>
                <a:xfrm flipV="1">
                  <a:off x="5614829" y="4492841"/>
                  <a:ext cx="0" cy="917122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6" name="TextBox 145"/>
              <p:cNvSpPr txBox="1"/>
              <p:nvPr/>
            </p:nvSpPr>
            <p:spPr>
              <a:xfrm>
                <a:off x="5235449" y="3813680"/>
                <a:ext cx="303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>
                    <a:solidFill>
                      <a:srgbClr val="FF0000"/>
                    </a:solidFill>
                  </a:rPr>
                  <a:t>n</a:t>
                </a:r>
                <a:endParaRPr lang="ko-KR" altLang="en-US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47" name="직선 화살표 연결선 146"/>
              <p:cNvCxnSpPr/>
              <p:nvPr/>
            </p:nvCxnSpPr>
            <p:spPr>
              <a:xfrm>
                <a:off x="4412309" y="4483943"/>
                <a:ext cx="227270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화살표 연결선 147"/>
              <p:cNvCxnSpPr/>
              <p:nvPr/>
            </p:nvCxnSpPr>
            <p:spPr>
              <a:xfrm>
                <a:off x="3883624" y="5032707"/>
                <a:ext cx="2221989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화살표 연결선 148"/>
              <p:cNvCxnSpPr/>
              <p:nvPr/>
            </p:nvCxnSpPr>
            <p:spPr>
              <a:xfrm flipV="1">
                <a:off x="4058191" y="4202995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화살표 연결선 149"/>
              <p:cNvCxnSpPr/>
              <p:nvPr/>
            </p:nvCxnSpPr>
            <p:spPr>
              <a:xfrm flipV="1">
                <a:off x="5225133" y="4199468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그룹 13"/>
            <p:cNvGrpSpPr/>
            <p:nvPr/>
          </p:nvGrpSpPr>
          <p:grpSpPr>
            <a:xfrm>
              <a:off x="8992339" y="5663275"/>
              <a:ext cx="331810" cy="246221"/>
              <a:chOff x="8992339" y="5663275"/>
              <a:chExt cx="331810" cy="246221"/>
            </a:xfrm>
          </p:grpSpPr>
          <p:sp>
            <p:nvSpPr>
              <p:cNvPr id="203" name="타원 202"/>
              <p:cNvSpPr/>
              <p:nvPr/>
            </p:nvSpPr>
            <p:spPr>
              <a:xfrm>
                <a:off x="9012582" y="5681630"/>
                <a:ext cx="76225" cy="76225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8992339" y="5663275"/>
                <a:ext cx="3318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p0</a:t>
                </a:r>
                <a:endParaRPr lang="ko-KR" altLang="en-US" sz="1000"/>
              </a:p>
            </p:txBody>
          </p:sp>
        </p:grpSp>
      </p:grp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5"/>
            <a:ext cx="11543607" cy="944425"/>
          </a:xfrm>
        </p:spPr>
        <p:txBody>
          <a:bodyPr>
            <a:normAutofit/>
          </a:bodyPr>
          <a:lstStyle/>
          <a:p>
            <a:r>
              <a:rPr lang="en-US" altLang="ko-KR" dirty="0"/>
              <a:t>3D</a:t>
            </a:r>
            <a:r>
              <a:rPr lang="ko-KR" altLang="en-US" dirty="0"/>
              <a:t>상의 평면을 </a:t>
            </a:r>
            <a:r>
              <a:rPr lang="ko-KR" altLang="en-US" dirty="0" err="1"/>
              <a:t>나타낼때</a:t>
            </a:r>
            <a:r>
              <a:rPr lang="ko-KR" altLang="en-US" dirty="0"/>
              <a:t> 사용하는데</a:t>
            </a:r>
            <a:r>
              <a:rPr lang="en-US" altLang="ko-KR" dirty="0"/>
              <a:t>, </a:t>
            </a:r>
            <a:r>
              <a:rPr lang="ko-KR" altLang="en-US" dirty="0"/>
              <a:t>이 평면은 해당 방향을 </a:t>
            </a:r>
            <a:br>
              <a:rPr lang="en-US" altLang="ko-KR" dirty="0"/>
            </a:br>
            <a:r>
              <a:rPr lang="ko-KR" altLang="en-US" dirty="0"/>
              <a:t>바라보는 무한한 평면이다</a:t>
            </a:r>
            <a:r>
              <a:rPr lang="en-US" altLang="ko-KR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평면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  <a:r>
              <a:rPr lang="en-US" altLang="ko-KR" dirty="0"/>
              <a:t>,</a:t>
            </a:r>
            <a:r>
              <a:rPr lang="ko-KR" altLang="en-US" dirty="0"/>
              <a:t>활용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606702" y="2416590"/>
            <a:ext cx="2801389" cy="1583763"/>
            <a:chOff x="8897201" y="2408258"/>
            <a:chExt cx="2801389" cy="1583763"/>
          </a:xfrm>
        </p:grpSpPr>
        <p:grpSp>
          <p:nvGrpSpPr>
            <p:cNvPr id="103" name="그룹 102"/>
            <p:cNvGrpSpPr/>
            <p:nvPr/>
          </p:nvGrpSpPr>
          <p:grpSpPr>
            <a:xfrm>
              <a:off x="8897201" y="2408258"/>
              <a:ext cx="2801389" cy="1583763"/>
              <a:chOff x="3883624" y="3841203"/>
              <a:chExt cx="2801389" cy="1583763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412309" y="3841203"/>
                <a:ext cx="1693304" cy="1191504"/>
                <a:chOff x="4768177" y="4492841"/>
                <a:chExt cx="1693304" cy="1191504"/>
              </a:xfrm>
            </p:grpSpPr>
            <p:sp>
              <p:nvSpPr>
                <p:cNvPr id="12" name="평행 사변형 11"/>
                <p:cNvSpPr/>
                <p:nvPr/>
              </p:nvSpPr>
              <p:spPr>
                <a:xfrm>
                  <a:off x="4768177" y="5135581"/>
                  <a:ext cx="1693304" cy="548764"/>
                </a:xfrm>
                <a:prstGeom prst="parallelogram">
                  <a:avLst>
                    <a:gd name="adj" fmla="val 95471"/>
                  </a:avLst>
                </a:prstGeom>
                <a:solidFill>
                  <a:schemeClr val="accent1"/>
                </a:solidFill>
                <a:ln w="25400">
                  <a:noFill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6" name="직선 연결선 35"/>
                <p:cNvCxnSpPr/>
                <p:nvPr/>
              </p:nvCxnSpPr>
              <p:spPr>
                <a:xfrm>
                  <a:off x="5614829" y="5289777"/>
                  <a:ext cx="119221" cy="0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>
                <a:xfrm>
                  <a:off x="5724524" y="5289777"/>
                  <a:ext cx="0" cy="120186"/>
                </a:xfrm>
                <a:prstGeom prst="line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직선 화살표 연결선 14"/>
                <p:cNvCxnSpPr/>
                <p:nvPr/>
              </p:nvCxnSpPr>
              <p:spPr>
                <a:xfrm flipV="1">
                  <a:off x="5614829" y="4492841"/>
                  <a:ext cx="0" cy="917122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TextBox 86"/>
              <p:cNvSpPr txBox="1"/>
              <p:nvPr/>
            </p:nvSpPr>
            <p:spPr>
              <a:xfrm>
                <a:off x="5202187" y="3910148"/>
                <a:ext cx="1316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평면 방향</a:t>
                </a:r>
              </a:p>
            </p:txBody>
          </p:sp>
          <p:cxnSp>
            <p:nvCxnSpPr>
              <p:cNvPr id="90" name="직선 화살표 연결선 89"/>
              <p:cNvCxnSpPr/>
              <p:nvPr/>
            </p:nvCxnSpPr>
            <p:spPr>
              <a:xfrm>
                <a:off x="4412309" y="4483943"/>
                <a:ext cx="227270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화살표 연결선 94"/>
              <p:cNvCxnSpPr/>
              <p:nvPr/>
            </p:nvCxnSpPr>
            <p:spPr>
              <a:xfrm>
                <a:off x="3883624" y="5032707"/>
                <a:ext cx="2221989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화살표 연결선 96"/>
              <p:cNvCxnSpPr/>
              <p:nvPr/>
            </p:nvCxnSpPr>
            <p:spPr>
              <a:xfrm flipV="1">
                <a:off x="4058191" y="4202995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화살표 연결선 98"/>
              <p:cNvCxnSpPr/>
              <p:nvPr/>
            </p:nvCxnSpPr>
            <p:spPr>
              <a:xfrm flipV="1">
                <a:off x="5225133" y="4199468"/>
                <a:ext cx="1143996" cy="122197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03"/>
            <p:cNvSpPr txBox="1"/>
            <p:nvPr/>
          </p:nvSpPr>
          <p:spPr>
            <a:xfrm>
              <a:off x="9373516" y="3570380"/>
              <a:ext cx="1138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무한한 평면</a:t>
              </a:r>
            </a:p>
          </p:txBody>
        </p:sp>
      </p:grpSp>
      <p:sp>
        <p:nvSpPr>
          <p:cNvPr id="143" name="내용 개체 틀 2"/>
          <p:cNvSpPr txBox="1">
            <a:spLocks/>
          </p:cNvSpPr>
          <p:nvPr/>
        </p:nvSpPr>
        <p:spPr>
          <a:xfrm>
            <a:off x="648393" y="4129405"/>
            <a:ext cx="11543607" cy="809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평면과 점사이의 각도를 계산하여 평면과의 관계를 알수있다</a:t>
            </a:r>
            <a:r>
              <a:rPr lang="en-US" altLang="ko-KR"/>
              <a:t> </a:t>
            </a:r>
            <a:r>
              <a:rPr lang="ko-KR" altLang="en-US"/>
              <a:t> </a:t>
            </a:r>
            <a:endParaRPr lang="en-US" altLang="ko-KR"/>
          </a:p>
        </p:txBody>
      </p:sp>
      <p:grpSp>
        <p:nvGrpSpPr>
          <p:cNvPr id="11" name="그룹 10"/>
          <p:cNvGrpSpPr/>
          <p:nvPr/>
        </p:nvGrpSpPr>
        <p:grpSpPr>
          <a:xfrm>
            <a:off x="9298010" y="5012732"/>
            <a:ext cx="462913" cy="246221"/>
            <a:chOff x="9298010" y="5012732"/>
            <a:chExt cx="462913" cy="246221"/>
          </a:xfrm>
        </p:grpSpPr>
        <p:sp>
          <p:nvSpPr>
            <p:cNvPr id="157" name="타원 156"/>
            <p:cNvSpPr/>
            <p:nvPr/>
          </p:nvSpPr>
          <p:spPr>
            <a:xfrm>
              <a:off x="9298010" y="5097731"/>
              <a:ext cx="76225" cy="76225"/>
            </a:xfrm>
            <a:prstGeom prst="ellipse">
              <a:avLst/>
            </a:prstGeom>
            <a:solidFill>
              <a:srgbClr val="00B05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9300519" y="5012732"/>
              <a:ext cx="4604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p3</a:t>
              </a:r>
              <a:endParaRPr lang="ko-KR" altLang="en-US" sz="100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8477132" y="5504451"/>
            <a:ext cx="331810" cy="259833"/>
            <a:chOff x="8477132" y="5504451"/>
            <a:chExt cx="331810" cy="259833"/>
          </a:xfrm>
        </p:grpSpPr>
        <p:sp>
          <p:nvSpPr>
            <p:cNvPr id="155" name="타원 154"/>
            <p:cNvSpPr/>
            <p:nvPr/>
          </p:nvSpPr>
          <p:spPr>
            <a:xfrm>
              <a:off x="8630312" y="5710688"/>
              <a:ext cx="76225" cy="5359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8477132" y="5504451"/>
              <a:ext cx="3318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p1</a:t>
              </a:r>
              <a:endParaRPr lang="ko-KR" altLang="en-US" sz="100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8765224" y="6132019"/>
            <a:ext cx="460404" cy="246221"/>
            <a:chOff x="8765224" y="6132019"/>
            <a:chExt cx="460404" cy="246221"/>
          </a:xfrm>
        </p:grpSpPr>
        <p:sp>
          <p:nvSpPr>
            <p:cNvPr id="158" name="타원 157"/>
            <p:cNvSpPr/>
            <p:nvPr/>
          </p:nvSpPr>
          <p:spPr>
            <a:xfrm>
              <a:off x="8782067" y="6136765"/>
              <a:ext cx="76225" cy="76225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8765224" y="6132019"/>
              <a:ext cx="4604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p2</a:t>
              </a:r>
              <a:endParaRPr lang="ko-KR" altLang="en-US" sz="1000"/>
            </a:p>
          </p:txBody>
        </p:sp>
      </p:grpSp>
      <p:cxnSp>
        <p:nvCxnSpPr>
          <p:cNvPr id="163" name="직선 연결선 162"/>
          <p:cNvCxnSpPr/>
          <p:nvPr/>
        </p:nvCxnSpPr>
        <p:spPr>
          <a:xfrm flipV="1">
            <a:off x="8698291" y="5726171"/>
            <a:ext cx="348121" cy="1089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/>
          <p:nvPr/>
        </p:nvCxnSpPr>
        <p:spPr>
          <a:xfrm flipH="1">
            <a:off x="8820179" y="5710688"/>
            <a:ext cx="226233" cy="437072"/>
          </a:xfrm>
          <a:prstGeom prst="straightConnector1">
            <a:avLst/>
          </a:prstGeom>
          <a:ln w="12700">
            <a:solidFill>
              <a:srgbClr val="FF9933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/>
          <p:cNvCxnSpPr/>
          <p:nvPr/>
        </p:nvCxnSpPr>
        <p:spPr>
          <a:xfrm flipV="1">
            <a:off x="9037982" y="5147553"/>
            <a:ext cx="294051" cy="610861"/>
          </a:xfrm>
          <a:prstGeom prst="straightConnector1">
            <a:avLst/>
          </a:prstGeom>
          <a:ln w="12700">
            <a:solidFill>
              <a:srgbClr val="92D05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원호 182"/>
          <p:cNvSpPr/>
          <p:nvPr/>
        </p:nvSpPr>
        <p:spPr>
          <a:xfrm>
            <a:off x="8922118" y="5452144"/>
            <a:ext cx="250702" cy="240558"/>
          </a:xfrm>
          <a:prstGeom prst="arc">
            <a:avLst>
              <a:gd name="adj1" fmla="val 16353767"/>
              <a:gd name="adj2" fmla="val 20040795"/>
            </a:avLst>
          </a:prstGeom>
          <a:ln w="25400">
            <a:solidFill>
              <a:schemeClr val="tx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원호 184"/>
          <p:cNvSpPr/>
          <p:nvPr/>
        </p:nvSpPr>
        <p:spPr>
          <a:xfrm rot="13948891">
            <a:off x="8926534" y="5483010"/>
            <a:ext cx="410207" cy="378613"/>
          </a:xfrm>
          <a:prstGeom prst="arc">
            <a:avLst>
              <a:gd name="adj1" fmla="val 16149102"/>
              <a:gd name="adj2" fmla="val 508252"/>
            </a:avLst>
          </a:prstGeom>
          <a:ln w="25400">
            <a:solidFill>
              <a:srgbClr val="FFFF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8465534" y="2756998"/>
            <a:ext cx="1753986" cy="1109259"/>
            <a:chOff x="5767069" y="2756998"/>
            <a:chExt cx="1753986" cy="1109259"/>
          </a:xfrm>
        </p:grpSpPr>
        <p:grpSp>
          <p:nvGrpSpPr>
            <p:cNvPr id="197" name="그룹 196"/>
            <p:cNvGrpSpPr/>
            <p:nvPr/>
          </p:nvGrpSpPr>
          <p:grpSpPr>
            <a:xfrm>
              <a:off x="5767069" y="2933701"/>
              <a:ext cx="1753986" cy="932556"/>
              <a:chOff x="5767069" y="2397055"/>
              <a:chExt cx="1753986" cy="1469201"/>
            </a:xfrm>
          </p:grpSpPr>
          <p:sp>
            <p:nvSpPr>
              <p:cNvPr id="113" name="이등변 삼각형 112"/>
              <p:cNvSpPr/>
              <p:nvPr/>
            </p:nvSpPr>
            <p:spPr>
              <a:xfrm>
                <a:off x="6116204" y="2661869"/>
                <a:ext cx="1055716" cy="876880"/>
              </a:xfrm>
              <a:prstGeom prst="triangle">
                <a:avLst>
                  <a:gd name="adj" fmla="val 69389"/>
                </a:avLst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7" name="직선 화살표 연결선 116"/>
              <p:cNvCxnSpPr/>
              <p:nvPr/>
            </p:nvCxnSpPr>
            <p:spPr>
              <a:xfrm flipH="1">
                <a:off x="5872364" y="2467084"/>
                <a:ext cx="1113905" cy="1360689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화살표 연결선 120"/>
              <p:cNvCxnSpPr/>
              <p:nvPr/>
            </p:nvCxnSpPr>
            <p:spPr>
              <a:xfrm>
                <a:off x="6753513" y="2397055"/>
                <a:ext cx="548640" cy="1469201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화살표 연결선 122"/>
              <p:cNvCxnSpPr/>
              <p:nvPr/>
            </p:nvCxnSpPr>
            <p:spPr>
              <a:xfrm flipV="1">
                <a:off x="5767069" y="3532277"/>
                <a:ext cx="1753986" cy="6472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타원 128"/>
              <p:cNvSpPr/>
              <p:nvPr/>
            </p:nvSpPr>
            <p:spPr>
              <a:xfrm>
                <a:off x="6072432" y="3476416"/>
                <a:ext cx="76225" cy="12095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6097969" y="3516566"/>
                <a:ext cx="198992" cy="242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000"/>
                  <a:t>p1</a:t>
                </a:r>
                <a:endParaRPr lang="ko-KR" altLang="en-US" sz="1000"/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7043589" y="3530778"/>
                <a:ext cx="460404" cy="246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p2</a:t>
                </a:r>
                <a:endParaRPr lang="ko-KR" altLang="en-US" sz="1000"/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>
                <a:off x="6720309" y="3081257"/>
                <a:ext cx="119221" cy="0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>
                <a:off x="6830004" y="3081257"/>
                <a:ext cx="0" cy="199111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/>
            <p:cNvSpPr txBox="1"/>
            <p:nvPr/>
          </p:nvSpPr>
          <p:spPr>
            <a:xfrm>
              <a:off x="6462678" y="2765117"/>
              <a:ext cx="39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FF0000"/>
                  </a:solidFill>
                </a:rPr>
                <a:t>n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cxnSp>
          <p:nvCxnSpPr>
            <p:cNvPr id="138" name="직선 화살표 연결선 137"/>
            <p:cNvCxnSpPr/>
            <p:nvPr/>
          </p:nvCxnSpPr>
          <p:spPr>
            <a:xfrm flipV="1">
              <a:off x="6711148" y="2756998"/>
              <a:ext cx="0" cy="737374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타원 198"/>
            <p:cNvSpPr/>
            <p:nvPr/>
          </p:nvSpPr>
          <p:spPr>
            <a:xfrm>
              <a:off x="7133807" y="3618811"/>
              <a:ext cx="76225" cy="76775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타원 199"/>
            <p:cNvSpPr/>
            <p:nvPr/>
          </p:nvSpPr>
          <p:spPr>
            <a:xfrm>
              <a:off x="6803906" y="3055760"/>
              <a:ext cx="76225" cy="76775"/>
            </a:xfrm>
            <a:prstGeom prst="ellipse">
              <a:avLst/>
            </a:prstGeom>
            <a:solidFill>
              <a:srgbClr val="00B05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6880131" y="2947990"/>
              <a:ext cx="19899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/>
                <a:t>p2</a:t>
              </a:r>
              <a:endParaRPr lang="ko-KR" altLang="en-US" sz="1000"/>
            </a:p>
          </p:txBody>
        </p:sp>
      </p:grpSp>
      <p:sp>
        <p:nvSpPr>
          <p:cNvPr id="202" name="직사각형 201"/>
          <p:cNvSpPr/>
          <p:nvPr/>
        </p:nvSpPr>
        <p:spPr>
          <a:xfrm>
            <a:off x="805169" y="4729498"/>
            <a:ext cx="79542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-</a:t>
            </a:r>
            <a:r>
              <a:rPr lang="ko-KR" altLang="en-US" sz="2000" b="1" dirty="0" err="1">
                <a:solidFill>
                  <a:schemeClr val="accent2">
                    <a:lumMod val="75000"/>
                  </a:schemeClr>
                </a:solidFill>
              </a:rPr>
              <a:t>평면위에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</a:rPr>
              <a:t> 점 </a:t>
            </a:r>
            <a:r>
              <a:rPr lang="en-US" altLang="ko-KR" sz="2000" b="1" dirty="0"/>
              <a:t>: </a:t>
            </a:r>
            <a:r>
              <a:rPr lang="en-US" altLang="ko-KR" sz="2000" b="1" dirty="0">
                <a:solidFill>
                  <a:schemeClr val="accent2">
                    <a:lumMod val="75000"/>
                  </a:schemeClr>
                </a:solidFill>
              </a:rPr>
              <a:t>p1</a:t>
            </a:r>
            <a:r>
              <a:rPr lang="ko-KR" altLang="en-US" sz="2000" b="1" dirty="0"/>
              <a:t>와 </a:t>
            </a:r>
            <a:r>
              <a:rPr lang="en-US" altLang="ko-KR" sz="2000" b="1" dirty="0"/>
              <a:t>p0</a:t>
            </a:r>
            <a:r>
              <a:rPr lang="ko-KR" altLang="en-US" sz="2000" b="1" dirty="0"/>
              <a:t>의 사이 </a:t>
            </a:r>
            <a:r>
              <a:rPr lang="en-US" altLang="ko-KR" sz="2000" b="1" dirty="0">
                <a:solidFill>
                  <a:schemeClr val="accent2">
                    <a:lumMod val="50000"/>
                  </a:schemeClr>
                </a:solidFill>
              </a:rPr>
              <a:t>v1</a:t>
            </a:r>
            <a:r>
              <a:rPr lang="ko-KR" altLang="en-US" sz="2000" b="1" dirty="0"/>
              <a:t>과 </a:t>
            </a:r>
            <a:r>
              <a:rPr lang="en-US" altLang="ko-KR" sz="2000" b="1" dirty="0">
                <a:solidFill>
                  <a:srgbClr val="E80000"/>
                </a:solidFill>
              </a:rPr>
              <a:t>n</a:t>
            </a:r>
            <a:r>
              <a:rPr lang="ko-KR" altLang="en-US" sz="2000" b="1" dirty="0"/>
              <a:t>의 </a:t>
            </a:r>
            <a:r>
              <a:rPr lang="ko-KR" altLang="en-US" sz="2000" b="1" dirty="0">
                <a:solidFill>
                  <a:schemeClr val="accent2">
                    <a:lumMod val="75000"/>
                  </a:schemeClr>
                </a:solidFill>
              </a:rPr>
              <a:t>내각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== 90</a:t>
            </a:r>
          </a:p>
        </p:txBody>
      </p:sp>
      <p:sp>
        <p:nvSpPr>
          <p:cNvPr id="207" name="직사각형 206"/>
          <p:cNvSpPr/>
          <p:nvPr/>
        </p:nvSpPr>
        <p:spPr>
          <a:xfrm>
            <a:off x="804953" y="5105376"/>
            <a:ext cx="79542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-</a:t>
            </a:r>
            <a:r>
              <a:rPr lang="ko-KR" altLang="en-US" sz="2000" b="1" dirty="0" err="1">
                <a:solidFill>
                  <a:srgbClr val="FFC000"/>
                </a:solidFill>
              </a:rPr>
              <a:t>평면뒤에</a:t>
            </a:r>
            <a:r>
              <a:rPr lang="ko-KR" altLang="en-US" sz="2000" b="1" dirty="0">
                <a:solidFill>
                  <a:srgbClr val="FFC000"/>
                </a:solidFill>
              </a:rPr>
              <a:t> 점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>
                <a:solidFill>
                  <a:srgbClr val="FFC000"/>
                </a:solidFill>
              </a:rPr>
              <a:t>p2</a:t>
            </a:r>
            <a:r>
              <a:rPr lang="ko-KR" altLang="en-US" sz="2000" b="1" dirty="0"/>
              <a:t>와 </a:t>
            </a:r>
            <a:r>
              <a:rPr lang="en-US" altLang="ko-KR" sz="2000" b="1" dirty="0"/>
              <a:t>p0</a:t>
            </a:r>
            <a:r>
              <a:rPr lang="ko-KR" altLang="en-US" sz="2000" b="1" dirty="0"/>
              <a:t>의 사이 </a:t>
            </a:r>
            <a:r>
              <a:rPr lang="en-US" altLang="ko-KR" sz="2000" b="1" dirty="0">
                <a:solidFill>
                  <a:srgbClr val="FF9933"/>
                </a:solidFill>
              </a:rPr>
              <a:t>v2</a:t>
            </a:r>
            <a:r>
              <a:rPr lang="ko-KR" altLang="en-US" sz="2000" b="1" dirty="0"/>
              <a:t>과 </a:t>
            </a:r>
            <a:r>
              <a:rPr lang="en-US" altLang="ko-KR" sz="2000" b="1" dirty="0">
                <a:solidFill>
                  <a:srgbClr val="FF0000"/>
                </a:solidFill>
              </a:rPr>
              <a:t>n</a:t>
            </a:r>
            <a:r>
              <a:rPr lang="ko-KR" altLang="en-US" sz="2000" b="1" dirty="0"/>
              <a:t>의 </a:t>
            </a:r>
            <a:r>
              <a:rPr lang="ko-KR" altLang="en-US" sz="2000" b="1" dirty="0">
                <a:solidFill>
                  <a:srgbClr val="FFFF00"/>
                </a:solidFill>
              </a:rPr>
              <a:t>내각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&gt; 90</a:t>
            </a:r>
          </a:p>
        </p:txBody>
      </p:sp>
      <p:sp>
        <p:nvSpPr>
          <p:cNvPr id="208" name="직사각형 207"/>
          <p:cNvSpPr/>
          <p:nvPr/>
        </p:nvSpPr>
        <p:spPr>
          <a:xfrm>
            <a:off x="808413" y="5459298"/>
            <a:ext cx="79542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/>
              <a:t>-</a:t>
            </a:r>
            <a:r>
              <a:rPr lang="ko-KR" altLang="en-US" sz="2000" b="1">
                <a:solidFill>
                  <a:srgbClr val="00B050"/>
                </a:solidFill>
              </a:rPr>
              <a:t>평면앞의 점</a:t>
            </a:r>
            <a:r>
              <a:rPr lang="ko-KR" altLang="en-US" sz="2000" b="1"/>
              <a:t> </a:t>
            </a:r>
            <a:r>
              <a:rPr lang="en-US" altLang="ko-KR" sz="2000" b="1"/>
              <a:t>: </a:t>
            </a:r>
            <a:r>
              <a:rPr lang="en-US" altLang="ko-KR" sz="2000" b="1">
                <a:solidFill>
                  <a:srgbClr val="00B050"/>
                </a:solidFill>
              </a:rPr>
              <a:t>p3</a:t>
            </a:r>
            <a:r>
              <a:rPr lang="ko-KR" altLang="en-US" sz="2000" b="1"/>
              <a:t>와 </a:t>
            </a:r>
            <a:r>
              <a:rPr lang="en-US" altLang="ko-KR" sz="2000" b="1"/>
              <a:t>p0</a:t>
            </a:r>
            <a:r>
              <a:rPr lang="ko-KR" altLang="en-US" sz="2000" b="1"/>
              <a:t>의 사이 </a:t>
            </a:r>
            <a:r>
              <a:rPr lang="en-US" altLang="ko-KR" sz="2000" b="1">
                <a:solidFill>
                  <a:srgbClr val="92D050"/>
                </a:solidFill>
              </a:rPr>
              <a:t>v3</a:t>
            </a:r>
            <a:r>
              <a:rPr lang="ko-KR" altLang="en-US" sz="2000" b="1"/>
              <a:t>과 </a:t>
            </a:r>
            <a:r>
              <a:rPr lang="en-US" altLang="ko-KR" sz="2000" b="1">
                <a:solidFill>
                  <a:srgbClr val="FF0000"/>
                </a:solidFill>
              </a:rPr>
              <a:t>n</a:t>
            </a:r>
            <a:r>
              <a:rPr lang="ko-KR" altLang="en-US" sz="2000" b="1"/>
              <a:t>의 </a:t>
            </a:r>
            <a:r>
              <a:rPr lang="ko-KR" altLang="en-US" sz="2000" b="1">
                <a:solidFill>
                  <a:srgbClr val="002060"/>
                </a:solidFill>
              </a:rPr>
              <a:t>내각</a:t>
            </a:r>
            <a:r>
              <a:rPr lang="ko-KR" altLang="en-US" sz="2000" b="1"/>
              <a:t> </a:t>
            </a:r>
            <a:r>
              <a:rPr lang="en-US" altLang="ko-KR" sz="2000" b="1"/>
              <a:t>&lt; 90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01862" y="5992900"/>
            <a:ext cx="5669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</a:rPr>
              <a:t>벡터의 내각을 </a:t>
            </a:r>
            <a:r>
              <a:rPr lang="ko-KR" altLang="en-US" sz="1200" dirty="0" err="1">
                <a:solidFill>
                  <a:srgbClr val="FF0000"/>
                </a:solidFill>
              </a:rPr>
              <a:t>구할때는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백터의</a:t>
            </a:r>
            <a:r>
              <a:rPr lang="ko-KR" altLang="en-US" sz="1200" dirty="0">
                <a:solidFill>
                  <a:srgbClr val="FF0000"/>
                </a:solidFill>
              </a:rPr>
              <a:t> 내적의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 err="1">
                <a:solidFill>
                  <a:srgbClr val="FF0000"/>
                </a:solidFill>
              </a:rPr>
              <a:t>cos</a:t>
            </a:r>
            <a:r>
              <a:rPr lang="en-US" altLang="ko-KR" sz="1200" dirty="0">
                <a:solidFill>
                  <a:srgbClr val="FF0000"/>
                </a:solidFill>
              </a:rPr>
              <a:t>(t)</a:t>
            </a:r>
            <a:r>
              <a:rPr lang="ko-KR" altLang="en-US" sz="1200" dirty="0">
                <a:solidFill>
                  <a:srgbClr val="FF0000"/>
                </a:solidFill>
              </a:rPr>
              <a:t>을 통해 구할 수 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2288" y="3817029"/>
            <a:ext cx="3066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※ </a:t>
            </a:r>
            <a:r>
              <a:rPr lang="ko-KR" altLang="en-US" sz="1200">
                <a:solidFill>
                  <a:srgbClr val="FF0000"/>
                </a:solidFill>
              </a:rPr>
              <a:t>평면은 </a:t>
            </a:r>
            <a:r>
              <a:rPr lang="en-US" altLang="ko-KR" sz="1200">
                <a:solidFill>
                  <a:srgbClr val="FF0000"/>
                </a:solidFill>
              </a:rPr>
              <a:t>3</a:t>
            </a:r>
            <a:r>
              <a:rPr lang="ko-KR" altLang="en-US" sz="1200">
                <a:solidFill>
                  <a:srgbClr val="FF0000"/>
                </a:solidFill>
              </a:rPr>
              <a:t>개의 점을 가지고 만들수있다</a:t>
            </a:r>
            <a:r>
              <a:rPr lang="en-US" altLang="ko-KR" sz="120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8915457" y="5607983"/>
            <a:ext cx="113000" cy="120279"/>
            <a:chOff x="8915457" y="5607983"/>
            <a:chExt cx="113000" cy="120279"/>
          </a:xfrm>
        </p:grpSpPr>
        <p:cxnSp>
          <p:nvCxnSpPr>
            <p:cNvPr id="193" name="직선 연결선 192"/>
            <p:cNvCxnSpPr/>
            <p:nvPr/>
          </p:nvCxnSpPr>
          <p:spPr>
            <a:xfrm flipV="1">
              <a:off x="8921807" y="5607983"/>
              <a:ext cx="0" cy="120279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>
              <a:off x="8915457" y="5611158"/>
              <a:ext cx="113000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직선 화살표 연결선 4"/>
          <p:cNvCxnSpPr/>
          <p:nvPr/>
        </p:nvCxnSpPr>
        <p:spPr>
          <a:xfrm flipV="1">
            <a:off x="4267200" y="2756998"/>
            <a:ext cx="0" cy="8963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3381375" y="3666897"/>
            <a:ext cx="88582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44506" y="3619534"/>
            <a:ext cx="59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0,0</a:t>
            </a:r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 flipV="1">
            <a:off x="3590601" y="2882215"/>
            <a:ext cx="904875" cy="918267"/>
          </a:xfrm>
          <a:prstGeom prst="line">
            <a:avLst/>
          </a:prstGeom>
          <a:ln w="254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 flipV="1">
            <a:off x="4014781" y="3398579"/>
            <a:ext cx="252420" cy="245718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4067598" y="3341742"/>
            <a:ext cx="266700" cy="266700"/>
          </a:xfrm>
          <a:prstGeom prst="straightConnector1">
            <a:avLst/>
          </a:prstGeom>
          <a:ln w="6350"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04332" y="3276715"/>
            <a:ext cx="685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거리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80700" y="3486658"/>
            <a:ext cx="685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방향</a:t>
            </a:r>
          </a:p>
        </p:txBody>
      </p:sp>
      <p:pic>
        <p:nvPicPr>
          <p:cNvPr id="80" name="Picture 2" descr="삼각함수 - 위키백과, 우리 모두의 백과사전">
            <a:extLst>
              <a:ext uri="{FF2B5EF4-FFF2-40B4-BE49-F238E27FC236}">
                <a16:creationId xmlns:a16="http://schemas.microsoft.com/office/drawing/2014/main" id="{FCE02E9A-2F9C-4B84-BF4A-8F71726FC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063" y="116102"/>
            <a:ext cx="395706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78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  <p:bldP spid="183" grpId="0" animBg="1"/>
      <p:bldP spid="185" grpId="0" animBg="1"/>
      <p:bldP spid="202" grpId="0"/>
      <p:bldP spid="207" grpId="0"/>
      <p:bldP spid="208" grpId="0"/>
      <p:bldP spid="209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평면과 </a:t>
            </a:r>
            <a:r>
              <a:rPr lang="ko-KR" altLang="en-US" dirty="0" err="1"/>
              <a:t>백터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벡터의 반사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1775" y="2038350"/>
            <a:ext cx="49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29438" y="1722894"/>
            <a:ext cx="6219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1.</a:t>
            </a:r>
            <a:r>
              <a:rPr lang="ko-KR" altLang="en-US" sz="2800" dirty="0"/>
              <a:t>입사각의 반대 방향을 구함</a:t>
            </a:r>
            <a:r>
              <a:rPr lang="en-US" altLang="ko-KR" sz="2800" dirty="0"/>
              <a:t>. </a:t>
            </a:r>
            <a:br>
              <a:rPr lang="en-US" altLang="ko-KR" sz="2800" dirty="0"/>
            </a:br>
            <a:r>
              <a:rPr lang="en-US" altLang="ko-KR" sz="2800" dirty="0"/>
              <a:t>   </a:t>
            </a:r>
            <a:r>
              <a:rPr lang="en-US" altLang="ko-KR" sz="2800" dirty="0" err="1">
                <a:solidFill>
                  <a:srgbClr val="00B050"/>
                </a:solidFill>
              </a:rPr>
              <a:t>vRevIn</a:t>
            </a:r>
            <a:r>
              <a:rPr lang="en-US" altLang="ko-KR" sz="2800" dirty="0"/>
              <a:t> = </a:t>
            </a:r>
            <a:r>
              <a:rPr lang="en-US" altLang="ko-KR" sz="2800" dirty="0" err="1">
                <a:solidFill>
                  <a:srgbClr val="0070C0"/>
                </a:solidFill>
              </a:rPr>
              <a:t>vIn</a:t>
            </a:r>
            <a:r>
              <a:rPr lang="en-US" altLang="ko-KR" sz="2800" dirty="0"/>
              <a:t> * -1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2937" y="2815053"/>
            <a:ext cx="6219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2.</a:t>
            </a:r>
            <a:r>
              <a:rPr lang="ko-KR" altLang="en-US" sz="2800" dirty="0"/>
              <a:t>결과와 평면의 방향과 내적을 구함</a:t>
            </a:r>
            <a:r>
              <a:rPr lang="en-US" altLang="ko-KR" sz="2800" dirty="0"/>
              <a:t>.</a:t>
            </a:r>
            <a:br>
              <a:rPr lang="en-US" altLang="ko-KR" sz="2800" dirty="0"/>
            </a:br>
            <a:r>
              <a:rPr lang="en-US" altLang="ko-KR" sz="2800" dirty="0"/>
              <a:t>   </a:t>
            </a:r>
            <a:r>
              <a:rPr lang="en-US" altLang="ko-KR" sz="2800" dirty="0" err="1">
                <a:solidFill>
                  <a:srgbClr val="FF9933"/>
                </a:solidFill>
              </a:rPr>
              <a:t>fDot</a:t>
            </a:r>
            <a:r>
              <a:rPr lang="en-US" altLang="ko-KR" sz="2800" dirty="0">
                <a:solidFill>
                  <a:srgbClr val="FFC000"/>
                </a:solidFill>
              </a:rPr>
              <a:t> </a:t>
            </a:r>
            <a:r>
              <a:rPr lang="en-US" altLang="ko-KR" sz="2800" dirty="0"/>
              <a:t>= </a:t>
            </a:r>
            <a:r>
              <a:rPr lang="en-US" altLang="ko-KR" sz="2800" dirty="0" err="1">
                <a:solidFill>
                  <a:srgbClr val="00B050"/>
                </a:solidFill>
              </a:rPr>
              <a:t>vRevIn</a:t>
            </a:r>
            <a:r>
              <a:rPr lang="en-US" altLang="ko-KR" sz="2800" dirty="0" err="1"/>
              <a:t>.Dot</a:t>
            </a:r>
            <a:r>
              <a:rPr lang="en-US" altLang="ko-KR" sz="2800" dirty="0"/>
              <a:t>(</a:t>
            </a:r>
            <a:r>
              <a:rPr lang="en-US" altLang="ko-KR" sz="2800" dirty="0" err="1">
                <a:solidFill>
                  <a:srgbClr val="FFC000"/>
                </a:solidFill>
              </a:rPr>
              <a:t>vNor</a:t>
            </a:r>
            <a:r>
              <a:rPr lang="en-US" altLang="ko-KR" sz="2800" dirty="0"/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2937" y="3900799"/>
            <a:ext cx="6219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3.</a:t>
            </a:r>
            <a:r>
              <a:rPr lang="ko-KR" altLang="en-US" sz="2800" dirty="0"/>
              <a:t>방향에 거리를 </a:t>
            </a:r>
            <a:r>
              <a:rPr lang="en-US" altLang="ko-KR" sz="2800" dirty="0"/>
              <a:t>2</a:t>
            </a:r>
            <a:r>
              <a:rPr lang="ko-KR" altLang="en-US" sz="2800" dirty="0"/>
              <a:t>배로 만듦</a:t>
            </a:r>
            <a:br>
              <a:rPr lang="en-US" altLang="ko-KR" sz="2800" dirty="0"/>
            </a:br>
            <a:r>
              <a:rPr lang="en-US" altLang="ko-KR" sz="2800" dirty="0"/>
              <a:t>   </a:t>
            </a:r>
            <a:r>
              <a:rPr lang="en-US" altLang="ko-KR" sz="2800" dirty="0" err="1">
                <a:solidFill>
                  <a:srgbClr val="FF9933"/>
                </a:solidFill>
              </a:rPr>
              <a:t>vDoubleNor</a:t>
            </a:r>
            <a:r>
              <a:rPr lang="en-US" altLang="ko-KR" sz="2800" dirty="0">
                <a:solidFill>
                  <a:srgbClr val="FF9933"/>
                </a:solidFill>
              </a:rPr>
              <a:t> </a:t>
            </a:r>
            <a:r>
              <a:rPr lang="en-US" altLang="ko-KR" sz="2800" dirty="0"/>
              <a:t>= </a:t>
            </a:r>
            <a:r>
              <a:rPr lang="en-US" altLang="ko-KR" sz="2800" dirty="0" err="1">
                <a:solidFill>
                  <a:srgbClr val="FFC000"/>
                </a:solidFill>
              </a:rPr>
              <a:t>vNor</a:t>
            </a:r>
            <a:r>
              <a:rPr lang="en-US" altLang="ko-KR" sz="2800" dirty="0"/>
              <a:t> * (</a:t>
            </a:r>
            <a:r>
              <a:rPr lang="en-US" altLang="ko-KR" sz="2800" dirty="0" err="1">
                <a:solidFill>
                  <a:srgbClr val="FF9933"/>
                </a:solidFill>
              </a:rPr>
              <a:t>fDot</a:t>
            </a:r>
            <a:r>
              <a:rPr lang="en-US" altLang="ko-KR" sz="2800" dirty="0"/>
              <a:t> *2)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93291" y="4930183"/>
            <a:ext cx="67082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4.3</a:t>
            </a:r>
            <a:r>
              <a:rPr lang="ko-KR" altLang="en-US" sz="2800" dirty="0"/>
              <a:t>의 결과에 입사각을 더하면 반사벡터</a:t>
            </a:r>
            <a:br>
              <a:rPr lang="en-US" altLang="ko-KR" sz="2800" dirty="0"/>
            </a:br>
            <a:r>
              <a:rPr lang="en-US" altLang="ko-KR" sz="2800" dirty="0"/>
              <a:t>   </a:t>
            </a:r>
            <a:r>
              <a:rPr lang="en-US" altLang="ko-KR" sz="2800" dirty="0" err="1">
                <a:solidFill>
                  <a:srgbClr val="FF0000"/>
                </a:solidFill>
              </a:rPr>
              <a:t>vOut</a:t>
            </a:r>
            <a:r>
              <a:rPr lang="en-US" altLang="ko-KR" sz="2800" dirty="0">
                <a:solidFill>
                  <a:srgbClr val="FF0000"/>
                </a:solidFill>
              </a:rPr>
              <a:t> </a:t>
            </a:r>
            <a:r>
              <a:rPr lang="en-US" altLang="ko-KR" sz="2800" dirty="0"/>
              <a:t>= </a:t>
            </a:r>
            <a:r>
              <a:rPr lang="en-US" altLang="ko-KR" sz="2800" dirty="0" err="1">
                <a:solidFill>
                  <a:srgbClr val="FF9933"/>
                </a:solidFill>
              </a:rPr>
              <a:t>vDoubleNor</a:t>
            </a:r>
            <a:r>
              <a:rPr lang="en-US" altLang="ko-KR" sz="2800" dirty="0">
                <a:solidFill>
                  <a:srgbClr val="FF9933"/>
                </a:solidFill>
              </a:rPr>
              <a:t> </a:t>
            </a:r>
            <a:r>
              <a:rPr lang="en-US" altLang="ko-KR" sz="2800" dirty="0"/>
              <a:t>+ </a:t>
            </a:r>
            <a:r>
              <a:rPr lang="en-US" altLang="ko-KR" sz="2800" dirty="0" err="1">
                <a:solidFill>
                  <a:srgbClr val="0070C0"/>
                </a:solidFill>
              </a:rPr>
              <a:t>vIn</a:t>
            </a:r>
            <a:endParaRPr lang="ko-KR" altLang="en-US" sz="2800" dirty="0">
              <a:solidFill>
                <a:srgbClr val="0070C0"/>
              </a:solidFill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2643516" y="2810467"/>
            <a:ext cx="173718" cy="173718"/>
          </a:xfrm>
          <a:prstGeom prst="ellipse">
            <a:avLst/>
          </a:prstGeom>
          <a:solidFill>
            <a:srgbClr val="FF9933">
              <a:alpha val="50000"/>
            </a:srgb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F2A2120-4E2C-47A8-881A-B0A6DFE5032B}"/>
              </a:ext>
            </a:extLst>
          </p:cNvPr>
          <p:cNvGrpSpPr/>
          <p:nvPr/>
        </p:nvGrpSpPr>
        <p:grpSpPr>
          <a:xfrm>
            <a:off x="309238" y="2001900"/>
            <a:ext cx="5597454" cy="4255153"/>
            <a:chOff x="1330321" y="2576110"/>
            <a:chExt cx="3231646" cy="2456679"/>
          </a:xfrm>
        </p:grpSpPr>
        <p:sp>
          <p:nvSpPr>
            <p:cNvPr id="2" name="평행 사변형 1"/>
            <p:cNvSpPr/>
            <p:nvPr/>
          </p:nvSpPr>
          <p:spPr>
            <a:xfrm>
              <a:off x="1330321" y="4451167"/>
              <a:ext cx="2838939" cy="507489"/>
            </a:xfrm>
            <a:prstGeom prst="parallelogram">
              <a:avLst>
                <a:gd name="adj" fmla="val 138791"/>
              </a:avLst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평면</a:t>
              </a:r>
            </a:p>
          </p:txBody>
        </p:sp>
        <p:grpSp>
          <p:nvGrpSpPr>
            <p:cNvPr id="28" name="그룹 27"/>
            <p:cNvGrpSpPr/>
            <p:nvPr/>
          </p:nvGrpSpPr>
          <p:grpSpPr>
            <a:xfrm>
              <a:off x="2387315" y="2576110"/>
              <a:ext cx="2174652" cy="2456679"/>
              <a:chOff x="1320165" y="2740301"/>
              <a:chExt cx="2639771" cy="2982118"/>
            </a:xfrm>
          </p:grpSpPr>
          <p:grpSp>
            <p:nvGrpSpPr>
              <p:cNvPr id="29" name="그룹 28"/>
              <p:cNvGrpSpPr/>
              <p:nvPr/>
            </p:nvGrpSpPr>
            <p:grpSpPr>
              <a:xfrm>
                <a:off x="1748589" y="2740301"/>
                <a:ext cx="2211347" cy="2582892"/>
                <a:chOff x="1748590" y="2514777"/>
                <a:chExt cx="1170713" cy="1367413"/>
              </a:xfrm>
            </p:grpSpPr>
            <p:cxnSp>
              <p:nvCxnSpPr>
                <p:cNvPr id="32" name="직선 화살표 연결선 31"/>
                <p:cNvCxnSpPr>
                  <a:cxnSpLocks/>
                </p:cNvCxnSpPr>
                <p:nvPr/>
              </p:nvCxnSpPr>
              <p:spPr>
                <a:xfrm flipV="1">
                  <a:off x="1748590" y="2514777"/>
                  <a:ext cx="0" cy="1367413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/>
                <p:cNvCxnSpPr>
                  <a:cxnSpLocks/>
                </p:cNvCxnSpPr>
                <p:nvPr/>
              </p:nvCxnSpPr>
              <p:spPr>
                <a:xfrm>
                  <a:off x="1748590" y="3882190"/>
                  <a:ext cx="117071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/>
              <p:cNvSpPr txBox="1"/>
              <p:nvPr/>
            </p:nvSpPr>
            <p:spPr>
              <a:xfrm>
                <a:off x="1320165" y="3096915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92D050"/>
                    </a:solidFill>
                  </a:rPr>
                  <a:t>y</a:t>
                </a:r>
                <a:endParaRPr lang="ko-KR" altLang="en-US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597785" y="5353087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accent2"/>
                    </a:solidFill>
                  </a:rPr>
                  <a:t>x</a:t>
                </a:r>
                <a:endParaRPr lang="ko-KR" altLang="en-U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0" name="그룹 39"/>
            <p:cNvGrpSpPr/>
            <p:nvPr/>
          </p:nvGrpSpPr>
          <p:grpSpPr>
            <a:xfrm>
              <a:off x="1768810" y="3944185"/>
              <a:ext cx="965129" cy="734642"/>
              <a:chOff x="-953744" y="3383733"/>
              <a:chExt cx="3893423" cy="2963615"/>
            </a:xfrm>
          </p:grpSpPr>
          <p:cxnSp>
            <p:nvCxnSpPr>
              <p:cNvPr id="14" name="직선 화살표 연결선 13"/>
              <p:cNvCxnSpPr>
                <a:cxnSpLocks/>
              </p:cNvCxnSpPr>
              <p:nvPr/>
            </p:nvCxnSpPr>
            <p:spPr>
              <a:xfrm>
                <a:off x="15314" y="3383733"/>
                <a:ext cx="2924365" cy="2963615"/>
              </a:xfrm>
              <a:prstGeom prst="straightConnector1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-953744" y="4031218"/>
                <a:ext cx="3096871" cy="148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chemeClr val="accent1">
                        <a:lumMod val="75000"/>
                      </a:schemeClr>
                    </a:solidFill>
                  </a:rPr>
                  <a:t>vIn</a:t>
                </a:r>
                <a:endParaRPr lang="ko-KR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6" name="그룹 45"/>
            <p:cNvGrpSpPr/>
            <p:nvPr/>
          </p:nvGrpSpPr>
          <p:grpSpPr>
            <a:xfrm>
              <a:off x="2733939" y="3808866"/>
              <a:ext cx="1490871" cy="877584"/>
              <a:chOff x="2939679" y="5500506"/>
              <a:chExt cx="1490871" cy="877584"/>
            </a:xfrm>
          </p:grpSpPr>
          <p:cxnSp>
            <p:nvCxnSpPr>
              <p:cNvPr id="16" name="직선 화살표 연결선 15"/>
              <p:cNvCxnSpPr>
                <a:cxnSpLocks/>
              </p:cNvCxnSpPr>
              <p:nvPr/>
            </p:nvCxnSpPr>
            <p:spPr>
              <a:xfrm flipV="1">
                <a:off x="2939679" y="5500506"/>
                <a:ext cx="727122" cy="877584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3487575" y="5654761"/>
                <a:ext cx="9429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FF0000"/>
                    </a:solidFill>
                  </a:rPr>
                  <a:t>vOut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/>
            <p:cNvGrpSpPr/>
            <p:nvPr/>
          </p:nvGrpSpPr>
          <p:grpSpPr>
            <a:xfrm>
              <a:off x="2733939" y="3594735"/>
              <a:ext cx="1347536" cy="1091713"/>
              <a:chOff x="2939679" y="5286375"/>
              <a:chExt cx="1347536" cy="1091713"/>
            </a:xfrm>
          </p:grpSpPr>
          <p:cxnSp>
            <p:nvCxnSpPr>
              <p:cNvPr id="18" name="직선 화살표 연결선 17"/>
              <p:cNvCxnSpPr/>
              <p:nvPr/>
            </p:nvCxnSpPr>
            <p:spPr>
              <a:xfrm flipV="1">
                <a:off x="2939679" y="5286375"/>
                <a:ext cx="0" cy="1091713"/>
              </a:xfrm>
              <a:prstGeom prst="straightConnector1">
                <a:avLst/>
              </a:prstGeom>
              <a:ln w="25400"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962275" y="5286375"/>
                <a:ext cx="132494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FFC000"/>
                    </a:solidFill>
                  </a:rPr>
                  <a:t>vNor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2149503" y="3836917"/>
              <a:ext cx="819151" cy="829007"/>
              <a:chOff x="2355245" y="5528557"/>
              <a:chExt cx="819150" cy="829007"/>
            </a:xfrm>
          </p:grpSpPr>
          <p:cxnSp>
            <p:nvCxnSpPr>
              <p:cNvPr id="22" name="직선 화살표 연결선 21"/>
              <p:cNvCxnSpPr>
                <a:cxnSpLocks/>
              </p:cNvCxnSpPr>
              <p:nvPr/>
            </p:nvCxnSpPr>
            <p:spPr>
              <a:xfrm flipV="1">
                <a:off x="2945536" y="5643445"/>
                <a:ext cx="0" cy="714119"/>
              </a:xfrm>
              <a:prstGeom prst="straightConnector1">
                <a:avLst/>
              </a:prstGeom>
              <a:ln w="25400">
                <a:solidFill>
                  <a:schemeClr val="accent2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2355245" y="5528557"/>
                <a:ext cx="819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FF9933"/>
                    </a:solidFill>
                  </a:rPr>
                  <a:t>fDot</a:t>
                </a:r>
                <a:endParaRPr lang="ko-KR" altLang="en-US" dirty="0">
                  <a:solidFill>
                    <a:srgbClr val="FF9933"/>
                  </a:solidFill>
                </a:endParaRP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1809212" y="3055280"/>
              <a:ext cx="940579" cy="1588070"/>
              <a:chOff x="2008625" y="2345756"/>
              <a:chExt cx="940579" cy="1588070"/>
            </a:xfrm>
          </p:grpSpPr>
          <p:cxnSp>
            <p:nvCxnSpPr>
              <p:cNvPr id="47" name="직선 화살표 연결선 46"/>
              <p:cNvCxnSpPr>
                <a:cxnSpLocks/>
              </p:cNvCxnSpPr>
              <p:nvPr/>
            </p:nvCxnSpPr>
            <p:spPr>
              <a:xfrm flipH="1" flipV="1">
                <a:off x="2932324" y="2345756"/>
                <a:ext cx="16880" cy="1588070"/>
              </a:xfrm>
              <a:prstGeom prst="straightConnector1">
                <a:avLst/>
              </a:prstGeom>
              <a:ln w="25400">
                <a:solidFill>
                  <a:schemeClr val="accent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/>
              <p:cNvSpPr txBox="1"/>
              <p:nvPr/>
            </p:nvSpPr>
            <p:spPr>
              <a:xfrm>
                <a:off x="2008625" y="2677245"/>
                <a:ext cx="901415" cy="213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FF9933"/>
                    </a:solidFill>
                  </a:rPr>
                  <a:t>vDoubleNor</a:t>
                </a:r>
                <a:endParaRPr lang="ko-KR" altLang="en-US" dirty="0">
                  <a:solidFill>
                    <a:srgbClr val="FF9933"/>
                  </a:solidFill>
                </a:endParaRPr>
              </a:p>
            </p:txBody>
          </p:sp>
        </p:grpSp>
        <p:grpSp>
          <p:nvGrpSpPr>
            <p:cNvPr id="39" name="그룹 38"/>
            <p:cNvGrpSpPr/>
            <p:nvPr/>
          </p:nvGrpSpPr>
          <p:grpSpPr>
            <a:xfrm>
              <a:off x="1417800" y="3773214"/>
              <a:ext cx="1394527" cy="899441"/>
              <a:chOff x="1621438" y="5471028"/>
              <a:chExt cx="1394527" cy="899441"/>
            </a:xfrm>
          </p:grpSpPr>
          <p:cxnSp>
            <p:nvCxnSpPr>
              <p:cNvPr id="36" name="직선 화살표 연결선 35"/>
              <p:cNvCxnSpPr>
                <a:cxnSpLocks/>
              </p:cNvCxnSpPr>
              <p:nvPr/>
            </p:nvCxnSpPr>
            <p:spPr>
              <a:xfrm flipH="1" flipV="1">
                <a:off x="2212665" y="5641999"/>
                <a:ext cx="711512" cy="72847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621438" y="5471028"/>
                <a:ext cx="1394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00B050"/>
                    </a:solidFill>
                  </a:rPr>
                  <a:t>vRevIn</a:t>
                </a:r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2332116" y="3065349"/>
              <a:ext cx="1128617" cy="1240741"/>
              <a:chOff x="1200150" y="3159809"/>
              <a:chExt cx="1128617" cy="1240741"/>
            </a:xfrm>
          </p:grpSpPr>
          <p:cxnSp>
            <p:nvCxnSpPr>
              <p:cNvPr id="70" name="직선 화살표 연결선 69"/>
              <p:cNvCxnSpPr>
                <a:cxnSpLocks/>
              </p:cNvCxnSpPr>
              <p:nvPr/>
            </p:nvCxnSpPr>
            <p:spPr>
              <a:xfrm>
                <a:off x="1593569" y="3159809"/>
                <a:ext cx="735198" cy="743517"/>
              </a:xfrm>
              <a:prstGeom prst="straightConnector1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/>
              <p:cNvSpPr txBox="1"/>
              <p:nvPr/>
            </p:nvSpPr>
            <p:spPr>
              <a:xfrm>
                <a:off x="1200150" y="4031218"/>
                <a:ext cx="9429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chemeClr val="accent1">
                        <a:lumMod val="75000"/>
                      </a:schemeClr>
                    </a:solidFill>
                  </a:rPr>
                  <a:t>vIn</a:t>
                </a:r>
                <a:endParaRPr lang="ko-KR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74" name="타원 73"/>
            <p:cNvSpPr/>
            <p:nvPr/>
          </p:nvSpPr>
          <p:spPr>
            <a:xfrm>
              <a:off x="3371993" y="3735274"/>
              <a:ext cx="173718" cy="173718"/>
            </a:xfrm>
            <a:prstGeom prst="ellipse">
              <a:avLst/>
            </a:prstGeom>
            <a:solidFill>
              <a:srgbClr val="E80000">
                <a:alpha val="50000"/>
              </a:srgb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15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1" grpId="0"/>
      <p:bldP spid="62" grpId="0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59" y="3024228"/>
            <a:ext cx="78295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9" name="그룹 88"/>
          <p:cNvGrpSpPr/>
          <p:nvPr/>
        </p:nvGrpSpPr>
        <p:grpSpPr>
          <a:xfrm rot="16200000">
            <a:off x="7219795" y="4900533"/>
            <a:ext cx="1753986" cy="932556"/>
            <a:chOff x="5767069" y="2397055"/>
            <a:chExt cx="1753986" cy="1469201"/>
          </a:xfrm>
        </p:grpSpPr>
        <p:sp>
          <p:nvSpPr>
            <p:cNvPr id="91" name="이등변 삼각형 90"/>
            <p:cNvSpPr/>
            <p:nvPr/>
          </p:nvSpPr>
          <p:spPr>
            <a:xfrm>
              <a:off x="6116204" y="2661869"/>
              <a:ext cx="1055716" cy="876880"/>
            </a:xfrm>
            <a:prstGeom prst="triangle">
              <a:avLst>
                <a:gd name="adj" fmla="val 69389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2" name="직선 화살표 연결선 91"/>
            <p:cNvCxnSpPr/>
            <p:nvPr/>
          </p:nvCxnSpPr>
          <p:spPr>
            <a:xfrm flipH="1">
              <a:off x="5872364" y="2467084"/>
              <a:ext cx="1113905" cy="1360689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/>
            <p:cNvCxnSpPr/>
            <p:nvPr/>
          </p:nvCxnSpPr>
          <p:spPr>
            <a:xfrm>
              <a:off x="6753513" y="2397055"/>
              <a:ext cx="548640" cy="1469201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/>
            <p:cNvCxnSpPr/>
            <p:nvPr/>
          </p:nvCxnSpPr>
          <p:spPr>
            <a:xfrm flipV="1">
              <a:off x="5767069" y="3532277"/>
              <a:ext cx="1753986" cy="6472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712423"/>
            <a:ext cx="11543607" cy="1310178"/>
          </a:xfrm>
        </p:spPr>
        <p:txBody>
          <a:bodyPr>
            <a:normAutofit lnSpcReduction="10000"/>
          </a:bodyPr>
          <a:lstStyle/>
          <a:p>
            <a:r>
              <a:rPr lang="ko-KR" altLang="en-US" b="1"/>
              <a:t>광선</a:t>
            </a:r>
            <a:r>
              <a:rPr lang="en-US" altLang="ko-KR" b="1"/>
              <a:t>(Ray): </a:t>
            </a:r>
            <a:r>
              <a:rPr lang="ko-KR" altLang="en-US"/>
              <a:t>시작 위치로 부터 방향을 가지고 있는 수학적 광선</a:t>
            </a:r>
            <a:r>
              <a:rPr lang="en-US" altLang="ko-KR"/>
              <a:t>. </a:t>
            </a:r>
          </a:p>
          <a:p>
            <a:r>
              <a:rPr lang="ko-KR" altLang="en-US" b="1"/>
              <a:t>광선충돌</a:t>
            </a:r>
            <a:r>
              <a:rPr lang="en-US" altLang="ko-KR" b="1"/>
              <a:t>(RayPicking):</a:t>
            </a:r>
            <a:r>
              <a:rPr lang="ko-KR" altLang="en-US"/>
              <a:t>바라보는 방향과 거리값을 가지고 광선이 관통하는 물체의 위치를 알아내는데 사용된다</a:t>
            </a:r>
            <a:r>
              <a:rPr lang="en-US" altLang="ko-KR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광선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  <a:r>
              <a:rPr lang="en-US" altLang="ko-KR" dirty="0"/>
              <a:t>,</a:t>
            </a:r>
            <a:r>
              <a:rPr lang="ko-KR" altLang="en-US" dirty="0"/>
              <a:t>계산</a:t>
            </a:r>
            <a:r>
              <a:rPr lang="en-US" altLang="ko-KR" dirty="0"/>
              <a:t>,</a:t>
            </a:r>
            <a:r>
              <a:rPr lang="ko-KR" altLang="en-US" dirty="0"/>
              <a:t>활용</a:t>
            </a:r>
          </a:p>
        </p:txBody>
      </p:sp>
      <p:sp>
        <p:nvSpPr>
          <p:cNvPr id="77" name="타원 76"/>
          <p:cNvSpPr/>
          <p:nvPr/>
        </p:nvSpPr>
        <p:spPr>
          <a:xfrm>
            <a:off x="5373129" y="6030234"/>
            <a:ext cx="155246" cy="1552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4367682" y="6138509"/>
            <a:ext cx="1160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광선시작위치</a:t>
            </a:r>
            <a:endParaRPr lang="ko-KR" altLang="en-US" sz="1200" dirty="0"/>
          </a:p>
        </p:txBody>
      </p:sp>
      <p:cxnSp>
        <p:nvCxnSpPr>
          <p:cNvPr id="80" name="직선 연결선 79"/>
          <p:cNvCxnSpPr/>
          <p:nvPr/>
        </p:nvCxnSpPr>
        <p:spPr>
          <a:xfrm flipV="1">
            <a:off x="5443132" y="4983039"/>
            <a:ext cx="3884489" cy="1121724"/>
          </a:xfrm>
          <a:prstGeom prst="line">
            <a:avLst/>
          </a:prstGeom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 rot="20700000">
            <a:off x="6502848" y="5338551"/>
            <a:ext cx="1110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광선의 길이</a:t>
            </a:r>
            <a:endParaRPr lang="ko-KR" alt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 flipV="1">
            <a:off x="5450753" y="5902289"/>
            <a:ext cx="684981" cy="2131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 rot="20700000">
            <a:off x="5470067" y="5674176"/>
            <a:ext cx="808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광선방향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8128085" y="5276807"/>
            <a:ext cx="76225" cy="76225"/>
          </a:xfrm>
          <a:prstGeom prst="ellipse">
            <a:avLst/>
          </a:prstGeom>
          <a:solidFill>
            <a:srgbClr val="FFC000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/>
          <p:cNvGrpSpPr/>
          <p:nvPr/>
        </p:nvGrpSpPr>
        <p:grpSpPr>
          <a:xfrm rot="16200000">
            <a:off x="8916906" y="4411299"/>
            <a:ext cx="1753986" cy="932556"/>
            <a:chOff x="5767069" y="2397055"/>
            <a:chExt cx="1753986" cy="1469201"/>
          </a:xfrm>
        </p:grpSpPr>
        <p:sp>
          <p:nvSpPr>
            <p:cNvPr id="107" name="이등변 삼각형 106"/>
            <p:cNvSpPr/>
            <p:nvPr/>
          </p:nvSpPr>
          <p:spPr>
            <a:xfrm>
              <a:off x="6116204" y="2661869"/>
              <a:ext cx="1055716" cy="876880"/>
            </a:xfrm>
            <a:prstGeom prst="triangle">
              <a:avLst>
                <a:gd name="adj" fmla="val 69389"/>
              </a:avLst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8" name="직선 화살표 연결선 107"/>
            <p:cNvCxnSpPr/>
            <p:nvPr/>
          </p:nvCxnSpPr>
          <p:spPr>
            <a:xfrm flipH="1">
              <a:off x="5872364" y="2467084"/>
              <a:ext cx="1113905" cy="1360689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/>
            <p:cNvCxnSpPr/>
            <p:nvPr/>
          </p:nvCxnSpPr>
          <p:spPr>
            <a:xfrm>
              <a:off x="6753513" y="2397055"/>
              <a:ext cx="548640" cy="1469201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/>
            <p:cNvCxnSpPr/>
            <p:nvPr/>
          </p:nvCxnSpPr>
          <p:spPr>
            <a:xfrm flipV="1">
              <a:off x="5767069" y="3532277"/>
              <a:ext cx="1753986" cy="6472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8351077" y="6387436"/>
            <a:ext cx="129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광선 충돌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042" y="5836446"/>
            <a:ext cx="1745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광선 충돌 안됨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188237" y="3024228"/>
            <a:ext cx="941228" cy="285846"/>
          </a:xfrm>
          <a:prstGeom prst="rect">
            <a:avLst/>
          </a:prstGeom>
          <a:solidFill>
            <a:srgbClr val="FF0000">
              <a:alpha val="50000"/>
            </a:srgb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5627933" y="3027987"/>
            <a:ext cx="1432831" cy="285846"/>
          </a:xfrm>
          <a:prstGeom prst="rect">
            <a:avLst/>
          </a:prstGeom>
          <a:solidFill>
            <a:schemeClr val="tx1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5348144" y="3900528"/>
            <a:ext cx="996204" cy="285846"/>
          </a:xfrm>
          <a:prstGeom prst="rect">
            <a:avLst/>
          </a:prstGeom>
          <a:solidFill>
            <a:schemeClr val="accent5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4631729" y="4482280"/>
            <a:ext cx="996204" cy="285846"/>
          </a:xfrm>
          <a:prstGeom prst="rect">
            <a:avLst/>
          </a:prstGeom>
          <a:solidFill>
            <a:schemeClr val="accent4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923059" y="4747604"/>
            <a:ext cx="4398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유니티 광선충돌 체크 사용방법</a:t>
            </a:r>
            <a:endParaRPr lang="en-US" altLang="ko-KR" sz="120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9256143" y="4838952"/>
            <a:ext cx="569980" cy="36057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H="1">
            <a:off x="7590716" y="5347359"/>
            <a:ext cx="569980" cy="36057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03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81" grpId="0"/>
      <p:bldP spid="88" grpId="0"/>
      <p:bldP spid="105" grpId="0" animBg="1"/>
      <p:bldP spid="2" grpId="0"/>
      <p:bldP spid="29" grpId="0"/>
      <p:bldP spid="9" grpId="0" animBg="1"/>
      <p:bldP spid="38" grpId="0" animBg="1"/>
      <p:bldP spid="39" grpId="0" animBg="1"/>
      <p:bldP spid="40" grpId="0" animBg="1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/>
          <p:cNvSpPr/>
          <p:nvPr/>
        </p:nvSpPr>
        <p:spPr>
          <a:xfrm rot="3163608">
            <a:off x="7146993" y="4420778"/>
            <a:ext cx="981794" cy="865434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4"/>
            <a:ext cx="11543607" cy="3760529"/>
          </a:xfrm>
        </p:spPr>
        <p:txBody>
          <a:bodyPr>
            <a:normAutofit/>
          </a:bodyPr>
          <a:lstStyle/>
          <a:p>
            <a:r>
              <a:rPr lang="en-US" altLang="ko-KR" dirty="0"/>
              <a:t>3D</a:t>
            </a:r>
            <a:r>
              <a:rPr lang="ko-KR" altLang="en-US" dirty="0"/>
              <a:t>상의 오브젝트의 이동</a:t>
            </a:r>
            <a:r>
              <a:rPr lang="en-US" altLang="ko-KR" dirty="0"/>
              <a:t>,</a:t>
            </a:r>
            <a:r>
              <a:rPr lang="ko-KR" altLang="en-US" dirty="0"/>
              <a:t>회전</a:t>
            </a:r>
            <a:r>
              <a:rPr lang="en-US" altLang="ko-KR" dirty="0"/>
              <a:t>,</a:t>
            </a:r>
            <a:r>
              <a:rPr lang="ko-KR" altLang="en-US" dirty="0"/>
              <a:t>크기를 </a:t>
            </a:r>
            <a:r>
              <a:rPr lang="ko-KR" altLang="en-US" dirty="0" err="1"/>
              <a:t>제어하기위해</a:t>
            </a:r>
            <a:r>
              <a:rPr lang="ko-KR" altLang="en-US" dirty="0"/>
              <a:t> 사용되는 </a:t>
            </a:r>
            <a:r>
              <a:rPr lang="en-US" altLang="ko-KR" dirty="0"/>
              <a:t>4x4</a:t>
            </a:r>
            <a:r>
              <a:rPr lang="ko-KR" altLang="en-US" dirty="0"/>
              <a:t>행렬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오브젝트의 계층구조를 이용하여 </a:t>
            </a:r>
            <a:r>
              <a:rPr lang="ko-KR" altLang="en-US" dirty="0" err="1"/>
              <a:t>계산될때</a:t>
            </a:r>
            <a:r>
              <a:rPr lang="ko-KR" altLang="en-US" dirty="0"/>
              <a:t> 아주 유용하게 쓰인다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공간변환</a:t>
            </a:r>
            <a:r>
              <a:rPr lang="en-US" altLang="ko-KR" dirty="0"/>
              <a:t>(</a:t>
            </a:r>
            <a:r>
              <a:rPr lang="ko-KR" altLang="en-US" dirty="0" err="1"/>
              <a:t>랜더링파이프라인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오브젝트의 원점위치</a:t>
            </a:r>
            <a:r>
              <a:rPr lang="en-US" altLang="ko-KR" dirty="0"/>
              <a:t>(</a:t>
            </a:r>
            <a:r>
              <a:rPr lang="ko-KR" altLang="en-US" dirty="0"/>
              <a:t>단위행렬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오브젝트의 변형</a:t>
            </a:r>
            <a:r>
              <a:rPr lang="en-US" altLang="ko-KR" dirty="0"/>
              <a:t>(</a:t>
            </a:r>
            <a:r>
              <a:rPr lang="ko-KR" altLang="en-US" dirty="0"/>
              <a:t>행렬의 곱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행렬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  <a:r>
              <a:rPr lang="en-US" altLang="ko-KR" dirty="0"/>
              <a:t>,</a:t>
            </a:r>
            <a:r>
              <a:rPr lang="ko-KR" altLang="en-US" dirty="0"/>
              <a:t>계산</a:t>
            </a:r>
            <a:r>
              <a:rPr lang="en-US" altLang="ko-KR" dirty="0"/>
              <a:t>,</a:t>
            </a:r>
            <a:r>
              <a:rPr lang="ko-KR" altLang="en-US" dirty="0"/>
              <a:t>활용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6088776" y="5653549"/>
            <a:ext cx="895888" cy="789709"/>
            <a:chOff x="6088776" y="5653549"/>
            <a:chExt cx="895888" cy="789709"/>
          </a:xfrm>
        </p:grpSpPr>
        <p:sp>
          <p:nvSpPr>
            <p:cNvPr id="9" name="직사각형 8"/>
            <p:cNvSpPr/>
            <p:nvPr/>
          </p:nvSpPr>
          <p:spPr>
            <a:xfrm>
              <a:off x="6088776" y="5653549"/>
              <a:ext cx="895888" cy="78970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59154" y="5972579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238291" y="4400310"/>
            <a:ext cx="789709" cy="895888"/>
            <a:chOff x="7238291" y="4400310"/>
            <a:chExt cx="789709" cy="895888"/>
          </a:xfrm>
        </p:grpSpPr>
        <p:sp>
          <p:nvSpPr>
            <p:cNvPr id="41" name="직사각형 40"/>
            <p:cNvSpPr/>
            <p:nvPr/>
          </p:nvSpPr>
          <p:spPr>
            <a:xfrm rot="3163608">
              <a:off x="7185202" y="4453399"/>
              <a:ext cx="895888" cy="78970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 rot="3163608">
              <a:off x="7554126" y="4771765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" name="직선 화살표 연결선 13"/>
          <p:cNvCxnSpPr>
            <a:stCxn id="34" idx="7"/>
            <a:endCxn id="42" idx="4"/>
          </p:cNvCxnSpPr>
          <p:nvPr/>
        </p:nvCxnSpPr>
        <p:spPr>
          <a:xfrm flipV="1">
            <a:off x="6591665" y="4896398"/>
            <a:ext cx="978315" cy="109891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6174569" y="2986273"/>
            <a:ext cx="3362024" cy="3431463"/>
            <a:chOff x="1386438" y="2261061"/>
            <a:chExt cx="3362024" cy="3431463"/>
          </a:xfrm>
        </p:grpSpPr>
        <p:grpSp>
          <p:nvGrpSpPr>
            <p:cNvPr id="24" name="그룹 23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28" name="직선 화살표 연결선 27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1386438" y="2261061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rgbClr val="92D050"/>
                  </a:solidFill>
                </a:rPr>
                <a:t>y</a:t>
              </a:r>
              <a:endParaRPr lang="ko-KR" altLang="en-US">
                <a:solidFill>
                  <a:srgbClr val="92D05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66798" y="5323192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accent2"/>
                  </a:solidFill>
                </a:rPr>
                <a:t>x</a:t>
              </a:r>
              <a:endParaRPr lang="ko-KR" alt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854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행렬 </a:t>
            </a:r>
            <a:r>
              <a:rPr lang="en-US" altLang="ko-KR" dirty="0"/>
              <a:t>#</a:t>
            </a:r>
            <a:r>
              <a:rPr lang="ko-KR" altLang="en-US" dirty="0"/>
              <a:t>공간변환</a:t>
            </a:r>
            <a:r>
              <a:rPr lang="en-US" altLang="ko-KR" dirty="0"/>
              <a:t>-</a:t>
            </a:r>
            <a:r>
              <a:rPr lang="ko-KR" altLang="en-US" dirty="0" err="1"/>
              <a:t>버텍스</a:t>
            </a: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717983" y="2743199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World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95570" y="2300474"/>
            <a:ext cx="1753905" cy="1759148"/>
            <a:chOff x="695572" y="2300473"/>
            <a:chExt cx="3504352" cy="3514811"/>
          </a:xfrm>
        </p:grpSpPr>
        <p:grpSp>
          <p:nvGrpSpPr>
            <p:cNvPr id="20" name="그룹 19"/>
            <p:cNvGrpSpPr/>
            <p:nvPr/>
          </p:nvGrpSpPr>
          <p:grpSpPr>
            <a:xfrm>
              <a:off x="743418" y="2300473"/>
              <a:ext cx="3456506" cy="3431463"/>
              <a:chOff x="1291938" y="2261061"/>
              <a:chExt cx="3456506" cy="3431463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1748568" y="2261061"/>
                <a:ext cx="2999876" cy="3062131"/>
                <a:chOff x="1748590" y="2261062"/>
                <a:chExt cx="1588170" cy="1621128"/>
              </a:xfrm>
            </p:grpSpPr>
            <p:cxnSp>
              <p:nvCxnSpPr>
                <p:cNvPr id="28" name="직선 화살표 연결선 27"/>
                <p:cNvCxnSpPr/>
                <p:nvPr/>
              </p:nvCxnSpPr>
              <p:spPr>
                <a:xfrm flipV="1">
                  <a:off x="1748590" y="2261062"/>
                  <a:ext cx="0" cy="1621128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화살표 연결선 28"/>
                <p:cNvCxnSpPr/>
                <p:nvPr/>
              </p:nvCxnSpPr>
              <p:spPr>
                <a:xfrm>
                  <a:off x="1748591" y="3882190"/>
                  <a:ext cx="158816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1291938" y="2261061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92D050"/>
                    </a:solidFill>
                  </a:rPr>
                  <a:t>y</a:t>
                </a:r>
                <a:endParaRPr lang="ko-KR" altLang="en-US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589549" y="5323192"/>
                <a:ext cx="3621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chemeClr val="accent2"/>
                    </a:solidFill>
                  </a:rPr>
                  <a:t>x</a:t>
                </a:r>
                <a:endParaRPr lang="ko-KR" altLang="en-US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695572" y="4806291"/>
              <a:ext cx="1008993" cy="1008993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4497988" y="2339592"/>
            <a:ext cx="1729975" cy="1717433"/>
            <a:chOff x="743418" y="2300473"/>
            <a:chExt cx="3456524" cy="3431463"/>
          </a:xfrm>
        </p:grpSpPr>
        <p:grpSp>
          <p:nvGrpSpPr>
            <p:cNvPr id="37" name="그룹 36"/>
            <p:cNvGrpSpPr/>
            <p:nvPr/>
          </p:nvGrpSpPr>
          <p:grpSpPr>
            <a:xfrm>
              <a:off x="743418" y="2300473"/>
              <a:ext cx="3456524" cy="3431463"/>
              <a:chOff x="1291938" y="2261061"/>
              <a:chExt cx="3456524" cy="3431463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1748589" y="2261061"/>
                <a:ext cx="2999873" cy="3062131"/>
                <a:chOff x="1748590" y="2261062"/>
                <a:chExt cx="1588168" cy="1621128"/>
              </a:xfrm>
            </p:grpSpPr>
            <p:cxnSp>
              <p:nvCxnSpPr>
                <p:cNvPr id="44" name="직선 화살표 연결선 43"/>
                <p:cNvCxnSpPr/>
                <p:nvPr/>
              </p:nvCxnSpPr>
              <p:spPr>
                <a:xfrm flipV="1">
                  <a:off x="1748590" y="2261062"/>
                  <a:ext cx="0" cy="1621128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화살표 연결선 44"/>
                <p:cNvCxnSpPr/>
                <p:nvPr/>
              </p:nvCxnSpPr>
              <p:spPr>
                <a:xfrm>
                  <a:off x="1748590" y="3882190"/>
                  <a:ext cx="158816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291938" y="2261061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92D050"/>
                    </a:solidFill>
                  </a:rPr>
                  <a:t>y</a:t>
                </a:r>
                <a:endParaRPr lang="ko-KR" altLang="en-US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4266798" y="5323192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chemeClr val="accent2"/>
                    </a:solidFill>
                  </a:rPr>
                  <a:t>x</a:t>
                </a:r>
                <a:endParaRPr lang="ko-KR" altLang="en-US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38" name="직사각형 37"/>
            <p:cNvSpPr/>
            <p:nvPr/>
          </p:nvSpPr>
          <p:spPr>
            <a:xfrm>
              <a:off x="1939813" y="3690149"/>
              <a:ext cx="1008994" cy="1008994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6575280" y="2703776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Veiw</a:t>
            </a:r>
            <a:endParaRPr lang="en-US" altLang="ko-KR" dirty="0"/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grpSp>
        <p:nvGrpSpPr>
          <p:cNvPr id="75" name="그룹 74"/>
          <p:cNvGrpSpPr/>
          <p:nvPr/>
        </p:nvGrpSpPr>
        <p:grpSpPr>
          <a:xfrm>
            <a:off x="8039324" y="2539959"/>
            <a:ext cx="2192938" cy="2343094"/>
            <a:chOff x="8260824" y="1928035"/>
            <a:chExt cx="2192938" cy="2343094"/>
          </a:xfrm>
        </p:grpSpPr>
        <p:sp>
          <p:nvSpPr>
            <p:cNvPr id="50" name="직사각형 49"/>
            <p:cNvSpPr/>
            <p:nvPr/>
          </p:nvSpPr>
          <p:spPr>
            <a:xfrm>
              <a:off x="8733357" y="3187519"/>
              <a:ext cx="504997" cy="504997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/>
            <p:cNvGrpSpPr/>
            <p:nvPr/>
          </p:nvGrpSpPr>
          <p:grpSpPr>
            <a:xfrm rot="18998735">
              <a:off x="8260824" y="2229495"/>
              <a:ext cx="2192938" cy="2041634"/>
              <a:chOff x="5314135" y="4903076"/>
              <a:chExt cx="2192938" cy="2041634"/>
            </a:xfrm>
          </p:grpSpPr>
          <p:sp>
            <p:nvSpPr>
              <p:cNvPr id="15" name="이등변 삼각형 14"/>
              <p:cNvSpPr/>
              <p:nvPr/>
            </p:nvSpPr>
            <p:spPr>
              <a:xfrm rot="5400000">
                <a:off x="7134687" y="5741027"/>
                <a:ext cx="390365" cy="336522"/>
              </a:xfrm>
              <a:prstGeom prst="triangle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화살표 연결선 61"/>
              <p:cNvCxnSpPr/>
              <p:nvPr/>
            </p:nvCxnSpPr>
            <p:spPr>
              <a:xfrm flipV="1">
                <a:off x="7499203" y="5235161"/>
                <a:ext cx="0" cy="675136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이등변 삼각형 63"/>
              <p:cNvSpPr/>
              <p:nvPr/>
            </p:nvSpPr>
            <p:spPr>
              <a:xfrm rot="5400000">
                <a:off x="5389787" y="4827424"/>
                <a:ext cx="2041634" cy="2192938"/>
              </a:xfrm>
              <a:prstGeom prst="triangle">
                <a:avLst/>
              </a:prstGeom>
              <a:solidFill>
                <a:schemeClr val="accent1">
                  <a:alpha val="50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1" name="직선 화살표 연결선 20"/>
            <p:cNvCxnSpPr>
              <a:stCxn id="15" idx="0"/>
            </p:cNvCxnSpPr>
            <p:nvPr/>
          </p:nvCxnSpPr>
          <p:spPr>
            <a:xfrm flipH="1">
              <a:off x="9674543" y="2493095"/>
              <a:ext cx="463488" cy="5420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 rot="18657356">
              <a:off x="9551178" y="2867037"/>
              <a:ext cx="7131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>
                  <a:solidFill>
                    <a:srgbClr val="FF0000"/>
                  </a:solidFill>
                </a:rPr>
                <a:t>LookAt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 rot="2700000">
              <a:off x="9772401" y="2001799"/>
              <a:ext cx="3937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92D050"/>
                  </a:solidFill>
                </a:rPr>
                <a:t>up</a:t>
              </a:r>
              <a:endParaRPr lang="ko-KR" altLang="en-US" sz="1000" dirty="0">
                <a:solidFill>
                  <a:srgbClr val="92D050"/>
                </a:solidFill>
              </a:endParaRPr>
            </a:p>
          </p:txBody>
        </p:sp>
      </p:grpSp>
      <p:sp>
        <p:nvSpPr>
          <p:cNvPr id="71" name="곱셈 기호 70"/>
          <p:cNvSpPr/>
          <p:nvPr/>
        </p:nvSpPr>
        <p:spPr>
          <a:xfrm>
            <a:off x="2140598" y="2789458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등호 72"/>
          <p:cNvSpPr/>
          <p:nvPr/>
        </p:nvSpPr>
        <p:spPr>
          <a:xfrm>
            <a:off x="4145181" y="2861337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560361" y="4716503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Projection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grpSp>
        <p:nvGrpSpPr>
          <p:cNvPr id="81" name="그룹 80"/>
          <p:cNvGrpSpPr/>
          <p:nvPr/>
        </p:nvGrpSpPr>
        <p:grpSpPr>
          <a:xfrm>
            <a:off x="3626068" y="4524941"/>
            <a:ext cx="2444236" cy="1637638"/>
            <a:chOff x="2449494" y="4834748"/>
            <a:chExt cx="1443227" cy="966962"/>
          </a:xfrm>
        </p:grpSpPr>
        <p:sp>
          <p:nvSpPr>
            <p:cNvPr id="79" name="순서도: 처리 78"/>
            <p:cNvSpPr/>
            <p:nvPr/>
          </p:nvSpPr>
          <p:spPr>
            <a:xfrm>
              <a:off x="2449494" y="4834748"/>
              <a:ext cx="1443227" cy="966962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/>
            <p:cNvGrpSpPr/>
            <p:nvPr/>
          </p:nvGrpSpPr>
          <p:grpSpPr>
            <a:xfrm>
              <a:off x="2927451" y="5126110"/>
              <a:ext cx="444801" cy="527683"/>
              <a:chOff x="5096778" y="4935986"/>
              <a:chExt cx="444801" cy="527683"/>
            </a:xfrm>
          </p:grpSpPr>
          <p:sp>
            <p:nvSpPr>
              <p:cNvPr id="77" name="순서도: 처리 76"/>
              <p:cNvSpPr/>
              <p:nvPr/>
            </p:nvSpPr>
            <p:spPr>
              <a:xfrm>
                <a:off x="5096778" y="4935986"/>
                <a:ext cx="444801" cy="190681"/>
              </a:xfrm>
              <a:prstGeom prst="flowChartProcess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순서도: 처리 77"/>
              <p:cNvSpPr/>
              <p:nvPr/>
            </p:nvSpPr>
            <p:spPr>
              <a:xfrm>
                <a:off x="5096778" y="5129543"/>
                <a:ext cx="444801" cy="334126"/>
              </a:xfrm>
              <a:prstGeom prst="flowChartProcess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85" name="곱셈 기호 84"/>
          <p:cNvSpPr/>
          <p:nvPr/>
        </p:nvSpPr>
        <p:spPr>
          <a:xfrm>
            <a:off x="5929844" y="2751159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등호 85"/>
          <p:cNvSpPr/>
          <p:nvPr/>
        </p:nvSpPr>
        <p:spPr>
          <a:xfrm>
            <a:off x="7934427" y="2823038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곱셈 기호 86"/>
          <p:cNvSpPr/>
          <p:nvPr/>
        </p:nvSpPr>
        <p:spPr>
          <a:xfrm>
            <a:off x="7941639" y="4760781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등호 87"/>
          <p:cNvSpPr/>
          <p:nvPr/>
        </p:nvSpPr>
        <p:spPr>
          <a:xfrm>
            <a:off x="6115416" y="4852978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BB572-DC76-4D68-B90B-26C654B076A2}"/>
              </a:ext>
            </a:extLst>
          </p:cNvPr>
          <p:cNvSpPr txBox="1"/>
          <p:nvPr/>
        </p:nvSpPr>
        <p:spPr>
          <a:xfrm>
            <a:off x="384694" y="1405686"/>
            <a:ext cx="9116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※</a:t>
            </a:r>
            <a:r>
              <a:rPr lang="ko-KR" altLang="en-US" sz="1400" dirty="0" err="1">
                <a:solidFill>
                  <a:srgbClr val="FF0000"/>
                </a:solidFill>
              </a:rPr>
              <a:t>버텍스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쉐이더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 err="1">
                <a:solidFill>
                  <a:srgbClr val="FF0000"/>
                </a:solidFill>
              </a:rPr>
              <a:t>버텍스에</a:t>
            </a:r>
            <a:r>
              <a:rPr lang="ko-KR" altLang="en-US" sz="1400" dirty="0">
                <a:solidFill>
                  <a:srgbClr val="FF0000"/>
                </a:solidFill>
              </a:rPr>
              <a:t> 행렬연산을 하여 공간을 변환하는 </a:t>
            </a:r>
            <a:r>
              <a:rPr lang="ko-KR" altLang="en-US" sz="1400" dirty="0" err="1">
                <a:solidFill>
                  <a:srgbClr val="FF0000"/>
                </a:solidFill>
              </a:rPr>
              <a:t>쉐이더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68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행렬 </a:t>
            </a:r>
            <a:r>
              <a:rPr lang="en-US" altLang="ko-KR" dirty="0"/>
              <a:t>#</a:t>
            </a:r>
            <a:r>
              <a:rPr lang="ko-KR" altLang="en-US" dirty="0"/>
              <a:t>역공간변환</a:t>
            </a:r>
            <a:r>
              <a:rPr lang="en-US" altLang="ko-KR" dirty="0"/>
              <a:t>(</a:t>
            </a:r>
            <a:r>
              <a:rPr lang="ko-KR" altLang="en-US" dirty="0" err="1"/>
              <a:t>역행렬</a:t>
            </a:r>
            <a:r>
              <a:rPr lang="en-US" altLang="ko-KR" dirty="0"/>
              <a:t>:inverse)</a:t>
            </a:r>
            <a:r>
              <a:rPr lang="ko-KR" altLang="en-US" dirty="0"/>
              <a:t> 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747003" y="2746616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World Matrix.</a:t>
            </a:r>
            <a:br>
              <a:rPr lang="en-US" altLang="ko-KR" sz="1000" dirty="0"/>
            </a:br>
            <a:r>
              <a:rPr lang="en-US" altLang="ko-KR" sz="1000" dirty="0"/>
              <a:t>inverse</a:t>
            </a:r>
            <a:endParaRPr lang="ko-KR" altLang="en-US" sz="1000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95570" y="2300474"/>
            <a:ext cx="1753905" cy="1759148"/>
            <a:chOff x="695572" y="2300473"/>
            <a:chExt cx="3504352" cy="3514811"/>
          </a:xfrm>
        </p:grpSpPr>
        <p:grpSp>
          <p:nvGrpSpPr>
            <p:cNvPr id="20" name="그룹 19"/>
            <p:cNvGrpSpPr/>
            <p:nvPr/>
          </p:nvGrpSpPr>
          <p:grpSpPr>
            <a:xfrm>
              <a:off x="743418" y="2300473"/>
              <a:ext cx="3456506" cy="3431463"/>
              <a:chOff x="1291938" y="2261061"/>
              <a:chExt cx="3456506" cy="3431463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1748568" y="2261061"/>
                <a:ext cx="2999876" cy="3062131"/>
                <a:chOff x="1748590" y="2261062"/>
                <a:chExt cx="1588170" cy="1621128"/>
              </a:xfrm>
            </p:grpSpPr>
            <p:cxnSp>
              <p:nvCxnSpPr>
                <p:cNvPr id="28" name="직선 화살표 연결선 27"/>
                <p:cNvCxnSpPr/>
                <p:nvPr/>
              </p:nvCxnSpPr>
              <p:spPr>
                <a:xfrm flipV="1">
                  <a:off x="1748590" y="2261062"/>
                  <a:ext cx="0" cy="1621128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화살표 연결선 28"/>
                <p:cNvCxnSpPr/>
                <p:nvPr/>
              </p:nvCxnSpPr>
              <p:spPr>
                <a:xfrm>
                  <a:off x="1748591" y="3882190"/>
                  <a:ext cx="158816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1291938" y="2261061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92D050"/>
                    </a:solidFill>
                  </a:rPr>
                  <a:t>y</a:t>
                </a:r>
                <a:endParaRPr lang="ko-KR" altLang="en-US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589549" y="5323192"/>
                <a:ext cx="3621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chemeClr val="accent2"/>
                    </a:solidFill>
                  </a:rPr>
                  <a:t>x</a:t>
                </a:r>
                <a:endParaRPr lang="ko-KR" altLang="en-US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695572" y="4806291"/>
              <a:ext cx="1008993" cy="1008993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4497988" y="2339592"/>
            <a:ext cx="1729975" cy="1717433"/>
            <a:chOff x="743418" y="2300473"/>
            <a:chExt cx="3456524" cy="3431463"/>
          </a:xfrm>
        </p:grpSpPr>
        <p:grpSp>
          <p:nvGrpSpPr>
            <p:cNvPr id="37" name="그룹 36"/>
            <p:cNvGrpSpPr/>
            <p:nvPr/>
          </p:nvGrpSpPr>
          <p:grpSpPr>
            <a:xfrm>
              <a:off x="743418" y="2300473"/>
              <a:ext cx="3456524" cy="3431463"/>
              <a:chOff x="1291938" y="2261061"/>
              <a:chExt cx="3456524" cy="3431463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1748589" y="2261061"/>
                <a:ext cx="2999873" cy="3062131"/>
                <a:chOff x="1748590" y="2261062"/>
                <a:chExt cx="1588168" cy="1621128"/>
              </a:xfrm>
            </p:grpSpPr>
            <p:cxnSp>
              <p:nvCxnSpPr>
                <p:cNvPr id="44" name="직선 화살표 연결선 43"/>
                <p:cNvCxnSpPr/>
                <p:nvPr/>
              </p:nvCxnSpPr>
              <p:spPr>
                <a:xfrm flipV="1">
                  <a:off x="1748590" y="2261062"/>
                  <a:ext cx="0" cy="1621128"/>
                </a:xfrm>
                <a:prstGeom prst="straightConnector1">
                  <a:avLst/>
                </a:prstGeom>
                <a:ln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화살표 연결선 44"/>
                <p:cNvCxnSpPr/>
                <p:nvPr/>
              </p:nvCxnSpPr>
              <p:spPr>
                <a:xfrm>
                  <a:off x="1748590" y="3882190"/>
                  <a:ext cx="158816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291938" y="2261061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92D050"/>
                    </a:solidFill>
                  </a:rPr>
                  <a:t>y</a:t>
                </a:r>
                <a:endParaRPr lang="ko-KR" altLang="en-US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4266798" y="5323192"/>
                <a:ext cx="362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chemeClr val="accent2"/>
                    </a:solidFill>
                  </a:rPr>
                  <a:t>x</a:t>
                </a:r>
                <a:endParaRPr lang="ko-KR" altLang="en-US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38" name="직사각형 37"/>
            <p:cNvSpPr/>
            <p:nvPr/>
          </p:nvSpPr>
          <p:spPr>
            <a:xfrm>
              <a:off x="1939813" y="3690149"/>
              <a:ext cx="1008994" cy="1008994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6575280" y="2703776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dirty="0" err="1"/>
              <a:t>Veiw</a:t>
            </a:r>
            <a:r>
              <a:rPr lang="en-US" altLang="ko-KR" sz="1000" dirty="0"/>
              <a:t> Matrix .</a:t>
            </a:r>
            <a:br>
              <a:rPr lang="en-US" altLang="ko-KR" sz="1000" dirty="0"/>
            </a:br>
            <a:r>
              <a:rPr lang="en-US" altLang="ko-KR" sz="1000" dirty="0"/>
              <a:t>inverse</a:t>
            </a:r>
            <a:endParaRPr lang="ko-KR" altLang="en-US" sz="1000" dirty="0"/>
          </a:p>
        </p:txBody>
      </p:sp>
      <p:grpSp>
        <p:nvGrpSpPr>
          <p:cNvPr id="75" name="그룹 74"/>
          <p:cNvGrpSpPr/>
          <p:nvPr/>
        </p:nvGrpSpPr>
        <p:grpSpPr>
          <a:xfrm>
            <a:off x="8039324" y="2539959"/>
            <a:ext cx="2192938" cy="2343094"/>
            <a:chOff x="8260824" y="1928035"/>
            <a:chExt cx="2192938" cy="2343094"/>
          </a:xfrm>
        </p:grpSpPr>
        <p:sp>
          <p:nvSpPr>
            <p:cNvPr id="50" name="직사각형 49"/>
            <p:cNvSpPr/>
            <p:nvPr/>
          </p:nvSpPr>
          <p:spPr>
            <a:xfrm>
              <a:off x="8733357" y="3187519"/>
              <a:ext cx="504997" cy="504997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/>
            <p:cNvGrpSpPr/>
            <p:nvPr/>
          </p:nvGrpSpPr>
          <p:grpSpPr>
            <a:xfrm rot="18998735">
              <a:off x="8260824" y="2229495"/>
              <a:ext cx="2192938" cy="2041634"/>
              <a:chOff x="5314135" y="4903076"/>
              <a:chExt cx="2192938" cy="2041634"/>
            </a:xfrm>
          </p:grpSpPr>
          <p:sp>
            <p:nvSpPr>
              <p:cNvPr id="15" name="이등변 삼각형 14"/>
              <p:cNvSpPr/>
              <p:nvPr/>
            </p:nvSpPr>
            <p:spPr>
              <a:xfrm rot="5400000">
                <a:off x="7134687" y="5741027"/>
                <a:ext cx="390365" cy="336522"/>
              </a:xfrm>
              <a:prstGeom prst="triangle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화살표 연결선 61"/>
              <p:cNvCxnSpPr/>
              <p:nvPr/>
            </p:nvCxnSpPr>
            <p:spPr>
              <a:xfrm flipV="1">
                <a:off x="7499203" y="5235161"/>
                <a:ext cx="0" cy="675136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이등변 삼각형 63"/>
              <p:cNvSpPr/>
              <p:nvPr/>
            </p:nvSpPr>
            <p:spPr>
              <a:xfrm rot="5400000">
                <a:off x="5389787" y="4827424"/>
                <a:ext cx="2041634" cy="2192938"/>
              </a:xfrm>
              <a:prstGeom prst="triangle">
                <a:avLst/>
              </a:prstGeom>
              <a:solidFill>
                <a:schemeClr val="accent1">
                  <a:alpha val="50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1" name="직선 화살표 연결선 20"/>
            <p:cNvCxnSpPr>
              <a:stCxn id="15" idx="0"/>
            </p:cNvCxnSpPr>
            <p:nvPr/>
          </p:nvCxnSpPr>
          <p:spPr>
            <a:xfrm flipH="1">
              <a:off x="9674543" y="2493095"/>
              <a:ext cx="463488" cy="5420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 rot="18657356">
              <a:off x="9551178" y="2867037"/>
              <a:ext cx="7131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>
                  <a:solidFill>
                    <a:srgbClr val="FF0000"/>
                  </a:solidFill>
                </a:rPr>
                <a:t>LookAt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 rot="2700000">
              <a:off x="9772401" y="2001799"/>
              <a:ext cx="3937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92D050"/>
                  </a:solidFill>
                </a:rPr>
                <a:t>up</a:t>
              </a:r>
              <a:endParaRPr lang="ko-KR" altLang="en-US" sz="1000" dirty="0">
                <a:solidFill>
                  <a:srgbClr val="92D050"/>
                </a:solidFill>
              </a:endParaRPr>
            </a:p>
          </p:txBody>
        </p:sp>
      </p:grpSp>
      <p:sp>
        <p:nvSpPr>
          <p:cNvPr id="71" name="곱셈 기호 70"/>
          <p:cNvSpPr/>
          <p:nvPr/>
        </p:nvSpPr>
        <p:spPr>
          <a:xfrm>
            <a:off x="4102286" y="2789458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등호 72"/>
          <p:cNvSpPr/>
          <p:nvPr/>
        </p:nvSpPr>
        <p:spPr>
          <a:xfrm>
            <a:off x="2201585" y="2872968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560361" y="4716503"/>
            <a:ext cx="1308538" cy="583841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Projection Matrix.</a:t>
            </a:r>
            <a:br>
              <a:rPr lang="en-US" altLang="ko-KR" sz="1000" dirty="0"/>
            </a:br>
            <a:r>
              <a:rPr lang="en-US" altLang="ko-KR" sz="1000" dirty="0"/>
              <a:t>inverse</a:t>
            </a:r>
            <a:endParaRPr lang="ko-KR" altLang="en-US" sz="1000" dirty="0"/>
          </a:p>
        </p:txBody>
      </p:sp>
      <p:grpSp>
        <p:nvGrpSpPr>
          <p:cNvPr id="81" name="그룹 80"/>
          <p:cNvGrpSpPr/>
          <p:nvPr/>
        </p:nvGrpSpPr>
        <p:grpSpPr>
          <a:xfrm>
            <a:off x="3626068" y="4524941"/>
            <a:ext cx="2444236" cy="1637638"/>
            <a:chOff x="2449494" y="4834748"/>
            <a:chExt cx="1443227" cy="966962"/>
          </a:xfrm>
        </p:grpSpPr>
        <p:sp>
          <p:nvSpPr>
            <p:cNvPr id="79" name="순서도: 처리 78"/>
            <p:cNvSpPr/>
            <p:nvPr/>
          </p:nvSpPr>
          <p:spPr>
            <a:xfrm>
              <a:off x="2449494" y="4834748"/>
              <a:ext cx="1443227" cy="966962"/>
            </a:xfrm>
            <a:prstGeom prst="flowChart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/>
            <p:cNvGrpSpPr/>
            <p:nvPr/>
          </p:nvGrpSpPr>
          <p:grpSpPr>
            <a:xfrm>
              <a:off x="2927451" y="5126110"/>
              <a:ext cx="444801" cy="527683"/>
              <a:chOff x="5096778" y="4935986"/>
              <a:chExt cx="444801" cy="527683"/>
            </a:xfrm>
          </p:grpSpPr>
          <p:sp>
            <p:nvSpPr>
              <p:cNvPr id="77" name="순서도: 처리 76"/>
              <p:cNvSpPr/>
              <p:nvPr/>
            </p:nvSpPr>
            <p:spPr>
              <a:xfrm>
                <a:off x="5096778" y="4935986"/>
                <a:ext cx="444801" cy="190681"/>
              </a:xfrm>
              <a:prstGeom prst="flowChartProcess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순서도: 처리 77"/>
              <p:cNvSpPr/>
              <p:nvPr/>
            </p:nvSpPr>
            <p:spPr>
              <a:xfrm>
                <a:off x="5096778" y="5129543"/>
                <a:ext cx="444801" cy="334126"/>
              </a:xfrm>
              <a:prstGeom prst="flowChartProcess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85" name="곱셈 기호 84"/>
          <p:cNvSpPr/>
          <p:nvPr/>
        </p:nvSpPr>
        <p:spPr>
          <a:xfrm>
            <a:off x="8021707" y="2756115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등호 85"/>
          <p:cNvSpPr/>
          <p:nvPr/>
        </p:nvSpPr>
        <p:spPr>
          <a:xfrm>
            <a:off x="5882367" y="2855937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곱셈 기호 86"/>
          <p:cNvSpPr/>
          <p:nvPr/>
        </p:nvSpPr>
        <p:spPr>
          <a:xfrm>
            <a:off x="6057118" y="4724414"/>
            <a:ext cx="498159" cy="498159"/>
          </a:xfrm>
          <a:prstGeom prst="mathMultiply">
            <a:avLst>
              <a:gd name="adj1" fmla="val 5861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등호 87"/>
          <p:cNvSpPr/>
          <p:nvPr/>
        </p:nvSpPr>
        <p:spPr>
          <a:xfrm>
            <a:off x="8021707" y="4799711"/>
            <a:ext cx="390303" cy="347564"/>
          </a:xfrm>
          <a:prstGeom prst="mathEqual">
            <a:avLst>
              <a:gd name="adj1" fmla="val 9483"/>
              <a:gd name="adj2" fmla="val 11760"/>
            </a:avLst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BB572-DC76-4D68-B90B-26C654B076A2}"/>
              </a:ext>
            </a:extLst>
          </p:cNvPr>
          <p:cNvSpPr txBox="1"/>
          <p:nvPr/>
        </p:nvSpPr>
        <p:spPr>
          <a:xfrm>
            <a:off x="384694" y="1405686"/>
            <a:ext cx="9116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※</a:t>
            </a:r>
            <a:r>
              <a:rPr lang="ko-KR" altLang="en-US" sz="1400" dirty="0">
                <a:solidFill>
                  <a:srgbClr val="FF0000"/>
                </a:solidFill>
              </a:rPr>
              <a:t>각 행렬연산이 완료된 좌표에 각 역행렬을 곱하면 이전 행렬을 </a:t>
            </a:r>
            <a:r>
              <a:rPr lang="ko-KR" altLang="en-US" sz="1400" dirty="0" err="1">
                <a:solidFill>
                  <a:srgbClr val="FF0000"/>
                </a:solidFill>
              </a:rPr>
              <a:t>계산할수있다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221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/>
        </p:nvSpPr>
        <p:spPr>
          <a:xfrm>
            <a:off x="648393" y="3000672"/>
            <a:ext cx="11543607" cy="1554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행렬의 곱</a:t>
            </a:r>
            <a:r>
              <a:rPr lang="en-US" altLang="ko-KR"/>
              <a:t>: </a:t>
            </a:r>
            <a:r>
              <a:rPr lang="ko-KR" altLang="en-US"/>
              <a:t>오브젝트에 이동</a:t>
            </a:r>
            <a:r>
              <a:rPr lang="en-US" altLang="ko-KR"/>
              <a:t>,</a:t>
            </a:r>
            <a:r>
              <a:rPr lang="ko-KR" altLang="en-US"/>
              <a:t>회전</a:t>
            </a:r>
            <a:r>
              <a:rPr lang="en-US" altLang="ko-KR"/>
              <a:t>,</a:t>
            </a:r>
            <a:r>
              <a:rPr lang="ko-KR" altLang="en-US"/>
              <a:t>크기를 변경할 정보가 담겨있는 </a:t>
            </a:r>
            <a:br>
              <a:rPr lang="en-US" altLang="ko-KR"/>
            </a:br>
            <a:r>
              <a:rPr lang="ko-KR" altLang="en-US"/>
              <a:t>행렬곱하여 오브젝트 변형시킨다</a:t>
            </a:r>
            <a:r>
              <a:rPr lang="en-US" altLang="ko-KR"/>
              <a:t>.</a:t>
            </a:r>
          </a:p>
          <a:p>
            <a:r>
              <a:rPr lang="en-US" altLang="ko-KR"/>
              <a:t>(</a:t>
            </a:r>
            <a:r>
              <a:rPr lang="ko-KR" altLang="en-US"/>
              <a:t>교환법칙</a:t>
            </a:r>
            <a:r>
              <a:rPr lang="en-US" altLang="ko-KR"/>
              <a:t>X)</a:t>
            </a:r>
            <a:endParaRPr lang="en-US" altLang="ko-KR" sz="5400" b="1">
              <a:solidFill>
                <a:srgbClr val="92D05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7350" y="1483713"/>
            <a:ext cx="11543607" cy="530223"/>
          </a:xfrm>
        </p:spPr>
        <p:txBody>
          <a:bodyPr>
            <a:noAutofit/>
          </a:bodyPr>
          <a:lstStyle/>
          <a:p>
            <a:r>
              <a:rPr lang="ko-KR" altLang="en-US"/>
              <a:t>항등행렬</a:t>
            </a:r>
            <a:r>
              <a:rPr lang="en-US" altLang="ko-KR"/>
              <a:t>(IdentityMatrix): </a:t>
            </a:r>
            <a:r>
              <a:rPr lang="ko-KR" altLang="en-US"/>
              <a:t>오브젝트의 변형이 없음을 나타낼때 사용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행렬 </a:t>
            </a:r>
            <a:r>
              <a:rPr lang="en-US" altLang="ko-KR" dirty="0"/>
              <a:t>#</a:t>
            </a:r>
            <a:r>
              <a:rPr lang="ko-KR" altLang="en-US" dirty="0"/>
              <a:t> 오브젝트의 원점</a:t>
            </a:r>
            <a:r>
              <a:rPr lang="en-US" altLang="ko-KR" dirty="0"/>
              <a:t>/</a:t>
            </a:r>
            <a:r>
              <a:rPr lang="ko-KR" altLang="en-US" dirty="0"/>
              <a:t>변형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71656" y="5897389"/>
            <a:ext cx="895888" cy="78970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 rot="2700000">
            <a:off x="7281951" y="4632592"/>
            <a:ext cx="1065357" cy="939093"/>
          </a:xfrm>
          <a:prstGeom prst="rect">
            <a:avLst/>
          </a:prstGeom>
          <a:solidFill>
            <a:schemeClr val="accent6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 rot="2700000">
            <a:off x="7366685" y="4698372"/>
            <a:ext cx="895888" cy="78970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366685" y="4698373"/>
            <a:ext cx="895888" cy="789709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6642034" y="6216446"/>
            <a:ext cx="1063816" cy="354449"/>
            <a:chOff x="6459154" y="5972578"/>
            <a:chExt cx="1063816" cy="116119"/>
          </a:xfrm>
        </p:grpSpPr>
        <p:sp>
          <p:nvSpPr>
            <p:cNvPr id="34" name="타원 33"/>
            <p:cNvSpPr/>
            <p:nvPr/>
          </p:nvSpPr>
          <p:spPr>
            <a:xfrm>
              <a:off x="6459154" y="5972578"/>
              <a:ext cx="155246" cy="4978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9710" y="5997951"/>
              <a:ext cx="1033260" cy="90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P1(0,0,0)</a:t>
              </a:r>
              <a:endParaRPr lang="ko-KR" altLang="en-US" sz="12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737006" y="5015605"/>
            <a:ext cx="1073072" cy="330393"/>
            <a:chOff x="7554126" y="4771765"/>
            <a:chExt cx="1073072" cy="330393"/>
          </a:xfrm>
        </p:grpSpPr>
        <p:sp>
          <p:nvSpPr>
            <p:cNvPr id="42" name="타원 41"/>
            <p:cNvSpPr/>
            <p:nvPr/>
          </p:nvSpPr>
          <p:spPr>
            <a:xfrm rot="3163608">
              <a:off x="7554126" y="4771765"/>
              <a:ext cx="155246" cy="1552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93938" y="4825159"/>
              <a:ext cx="10332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p2(3, 0, </a:t>
              </a:r>
              <a:r>
                <a:rPr lang="en-US" altLang="ko-KR" sz="1200" dirty="0"/>
                <a:t>3</a:t>
              </a:r>
              <a:r>
                <a:rPr lang="en-US" altLang="ko-KR" sz="1200"/>
                <a:t>)</a:t>
              </a:r>
              <a:endParaRPr lang="ko-KR" altLang="en-US" sz="1200" dirty="0"/>
            </a:p>
          </p:txBody>
        </p:sp>
      </p:grpSp>
      <p:cxnSp>
        <p:nvCxnSpPr>
          <p:cNvPr id="14" name="직선 화살표 연결선 13"/>
          <p:cNvCxnSpPr>
            <a:stCxn id="34" idx="7"/>
            <a:endCxn id="42" idx="4"/>
          </p:cNvCxnSpPr>
          <p:nvPr/>
        </p:nvCxnSpPr>
        <p:spPr>
          <a:xfrm flipV="1">
            <a:off x="6774545" y="5140238"/>
            <a:ext cx="978315" cy="10984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8601345">
            <a:off x="6881158" y="5534992"/>
            <a:ext cx="449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이동</a:t>
            </a:r>
          </a:p>
        </p:txBody>
      </p:sp>
      <p:sp>
        <p:nvSpPr>
          <p:cNvPr id="10" name="TextBox 9"/>
          <p:cNvSpPr txBox="1"/>
          <p:nvPr/>
        </p:nvSpPr>
        <p:spPr>
          <a:xfrm rot="2756537">
            <a:off x="7683285" y="4374166"/>
            <a:ext cx="729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92D050"/>
                </a:solidFill>
              </a:rPr>
              <a:t>크기조절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6357449" y="3561345"/>
            <a:ext cx="3362024" cy="3062131"/>
            <a:chOff x="1386438" y="2261061"/>
            <a:chExt cx="3362024" cy="3431463"/>
          </a:xfrm>
        </p:grpSpPr>
        <p:grpSp>
          <p:nvGrpSpPr>
            <p:cNvPr id="33" name="그룹 32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37" name="직선 화살표 연결선 36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1386438" y="2261061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rgbClr val="92D050"/>
                  </a:solidFill>
                </a:rPr>
                <a:t>y</a:t>
              </a:r>
              <a:endParaRPr lang="ko-KR" altLang="en-US">
                <a:solidFill>
                  <a:srgbClr val="92D05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66798" y="5323192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accent2"/>
                  </a:solidFill>
                </a:rPr>
                <a:t>x</a:t>
              </a:r>
              <a:endParaRPr lang="ko-KR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 rot="18900000">
            <a:off x="7188469" y="3663804"/>
            <a:ext cx="1330676" cy="1458201"/>
            <a:chOff x="1386438" y="2261061"/>
            <a:chExt cx="3362024" cy="3684222"/>
          </a:xfrm>
        </p:grpSpPr>
        <p:grpSp>
          <p:nvGrpSpPr>
            <p:cNvPr id="49" name="그룹 48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52" name="직선 화살표 연결선 51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1386438" y="2261061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B050"/>
                  </a:solidFill>
                </a:rPr>
                <a:t>y</a:t>
              </a:r>
              <a:endParaRPr lang="ko-KR" altLang="en-US" sz="1000">
                <a:solidFill>
                  <a:srgbClr val="00B05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266797" y="5323193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C00000"/>
                  </a:solidFill>
                </a:rPr>
                <a:t>x</a:t>
              </a:r>
              <a:endParaRPr lang="ko-KR" altLang="en-US" sz="1000">
                <a:solidFill>
                  <a:srgbClr val="C00000"/>
                </a:solidFill>
              </a:endParaRPr>
            </a:p>
          </p:txBody>
        </p:sp>
      </p:grpSp>
      <p:sp>
        <p:nvSpPr>
          <p:cNvPr id="18" name="원호 17"/>
          <p:cNvSpPr/>
          <p:nvPr/>
        </p:nvSpPr>
        <p:spPr>
          <a:xfrm>
            <a:off x="7818924" y="4947682"/>
            <a:ext cx="250702" cy="405297"/>
          </a:xfrm>
          <a:prstGeom prst="arc">
            <a:avLst>
              <a:gd name="adj1" fmla="val 16305556"/>
              <a:gd name="adj2" fmla="val 20040795"/>
            </a:avLst>
          </a:prstGeom>
          <a:ln w="25400">
            <a:solidFill>
              <a:srgbClr val="FF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7943873" y="4791789"/>
            <a:ext cx="5217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FF00"/>
                </a:solidFill>
              </a:rPr>
              <a:t>회전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7664377" y="3887797"/>
            <a:ext cx="1330676" cy="1458201"/>
            <a:chOff x="1386438" y="2261061"/>
            <a:chExt cx="3362024" cy="3684222"/>
          </a:xfrm>
        </p:grpSpPr>
        <p:grpSp>
          <p:nvGrpSpPr>
            <p:cNvPr id="56" name="그룹 55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59" name="직선 화살표 연결선 58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/>
            <p:cNvSpPr txBox="1"/>
            <p:nvPr/>
          </p:nvSpPr>
          <p:spPr>
            <a:xfrm>
              <a:off x="1386438" y="2261061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B050"/>
                  </a:solidFill>
                </a:rPr>
                <a:t>y</a:t>
              </a:r>
              <a:endParaRPr lang="ko-KR" altLang="en-US" sz="1000">
                <a:solidFill>
                  <a:srgbClr val="00B050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66797" y="5323193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C00000"/>
                  </a:solidFill>
                </a:rPr>
                <a:t>x</a:t>
              </a:r>
              <a:endParaRPr lang="ko-KR" altLang="en-US" sz="1000">
                <a:solidFill>
                  <a:srgbClr val="C00000"/>
                </a:solidFill>
              </a:endParaRPr>
            </a:p>
          </p:txBody>
        </p:sp>
      </p:grpSp>
      <p:sp>
        <p:nvSpPr>
          <p:cNvPr id="7" name="직사각형 6"/>
          <p:cNvSpPr/>
          <p:nvPr/>
        </p:nvSpPr>
        <p:spPr>
          <a:xfrm>
            <a:off x="805169" y="4554925"/>
            <a:ext cx="63567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/>
              <a:t>-</a:t>
            </a:r>
            <a:r>
              <a:rPr lang="ko-KR" altLang="en-US" sz="3200" b="1">
                <a:solidFill>
                  <a:srgbClr val="FF0000"/>
                </a:solidFill>
              </a:rPr>
              <a:t>이동행렬</a:t>
            </a:r>
            <a:r>
              <a:rPr lang="en-US" altLang="ko-KR" sz="3200" b="1">
                <a:solidFill>
                  <a:srgbClr val="FF0000"/>
                </a:solidFill>
              </a:rPr>
              <a:t>(TranslateMatrix)</a:t>
            </a:r>
          </a:p>
          <a:p>
            <a:r>
              <a:rPr lang="en-US" altLang="ko-KR" sz="3200" b="1"/>
              <a:t>-</a:t>
            </a:r>
            <a:r>
              <a:rPr lang="ko-KR" altLang="en-US" sz="3200" b="1">
                <a:solidFill>
                  <a:srgbClr val="FFC000"/>
                </a:solidFill>
              </a:rPr>
              <a:t>회전행렬</a:t>
            </a:r>
            <a:r>
              <a:rPr lang="en-US" altLang="ko-KR" sz="3200" b="1">
                <a:solidFill>
                  <a:srgbClr val="FFC000"/>
                </a:solidFill>
              </a:rPr>
              <a:t>(RotateMatrix)</a:t>
            </a:r>
          </a:p>
          <a:p>
            <a:r>
              <a:rPr lang="en-US" altLang="ko-KR" sz="3200" b="1"/>
              <a:t>-</a:t>
            </a:r>
            <a:r>
              <a:rPr lang="ko-KR" altLang="en-US" sz="3200" b="1">
                <a:solidFill>
                  <a:srgbClr val="92D050"/>
                </a:solidFill>
              </a:rPr>
              <a:t>크기행렬</a:t>
            </a:r>
            <a:r>
              <a:rPr lang="en-US" altLang="ko-KR" sz="3200" b="1">
                <a:solidFill>
                  <a:srgbClr val="92D050"/>
                </a:solidFill>
              </a:rPr>
              <a:t>(ScaleMatrix)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160400"/>
              </p:ext>
            </p:extLst>
          </p:nvPr>
        </p:nvGraphicFramePr>
        <p:xfrm>
          <a:off x="9491075" y="1962852"/>
          <a:ext cx="960119" cy="9960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5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1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양쪽 대괄호 28"/>
          <p:cNvSpPr/>
          <p:nvPr/>
        </p:nvSpPr>
        <p:spPr>
          <a:xfrm>
            <a:off x="9417080" y="2057399"/>
            <a:ext cx="1090900" cy="800101"/>
          </a:xfrm>
          <a:prstGeom prst="bracketPair">
            <a:avLst/>
          </a:prstGeom>
          <a:ln w="25400">
            <a:solidFill>
              <a:schemeClr val="bg2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7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9" grpId="0" animBg="1"/>
      <p:bldP spid="31" grpId="0" animBg="1"/>
      <p:bldP spid="30" grpId="0" animBg="1"/>
      <p:bldP spid="27" grpId="0" animBg="1"/>
      <p:bldP spid="8" grpId="0"/>
      <p:bldP spid="10" grpId="0"/>
      <p:bldP spid="18" grpId="0" animBg="1"/>
      <p:bldP spid="54" grpId="0"/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직사각형 100"/>
          <p:cNvSpPr/>
          <p:nvPr/>
        </p:nvSpPr>
        <p:spPr>
          <a:xfrm rot="2700000">
            <a:off x="7036278" y="4272582"/>
            <a:ext cx="1065357" cy="939093"/>
          </a:xfrm>
          <a:prstGeom prst="rect">
            <a:avLst/>
          </a:prstGeom>
          <a:solidFill>
            <a:schemeClr val="accent6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7350" y="1483713"/>
            <a:ext cx="11543607" cy="530223"/>
          </a:xfrm>
        </p:spPr>
        <p:txBody>
          <a:bodyPr>
            <a:no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이동행렬</a:t>
            </a:r>
            <a:r>
              <a:rPr lang="en-US" altLang="ko-KR" b="1">
                <a:solidFill>
                  <a:srgbClr val="FF0000"/>
                </a:solidFill>
              </a:rPr>
              <a:t>(TranslateMatrix)</a:t>
            </a:r>
            <a:r>
              <a:rPr lang="en-US" altLang="ko-KR"/>
              <a:t>: </a:t>
            </a:r>
            <a:r>
              <a:rPr lang="ko-KR" altLang="en-US"/>
              <a:t>오브젝트의 이동값을 가진 원소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행렬 </a:t>
            </a:r>
            <a:r>
              <a:rPr lang="en-US" altLang="ko-KR" dirty="0"/>
              <a:t>#</a:t>
            </a:r>
            <a:r>
              <a:rPr lang="ko-KR" altLang="en-US" dirty="0"/>
              <a:t> 오브젝트의 변형과</a:t>
            </a:r>
            <a:r>
              <a:rPr lang="en-US" altLang="ko-KR" dirty="0"/>
              <a:t> </a:t>
            </a:r>
            <a:r>
              <a:rPr lang="ko-KR" altLang="en-US" dirty="0"/>
              <a:t>행렬의 곱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61484"/>
              </p:ext>
            </p:extLst>
          </p:nvPr>
        </p:nvGraphicFramePr>
        <p:xfrm>
          <a:off x="1392986" y="3674835"/>
          <a:ext cx="2529840" cy="26310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1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5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1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5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1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0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600"/>
                        <a:t>1</a:t>
                      </a:r>
                      <a:endParaRPr lang="ko-KR" altLang="en-US" sz="2600"/>
                    </a:p>
                  </a:txBody>
                  <a:tcPr marL="240937" marR="240937" marT="120469" marB="12046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양쪽 대괄호 28"/>
          <p:cNvSpPr/>
          <p:nvPr/>
        </p:nvSpPr>
        <p:spPr>
          <a:xfrm>
            <a:off x="1228492" y="3941998"/>
            <a:ext cx="2858829" cy="2096757"/>
          </a:xfrm>
          <a:prstGeom prst="bracketPair">
            <a:avLst/>
          </a:prstGeom>
          <a:ln w="25400">
            <a:solidFill>
              <a:schemeClr val="bg2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내용 개체 틀 2"/>
          <p:cNvSpPr txBox="1">
            <a:spLocks/>
          </p:cNvSpPr>
          <p:nvPr/>
        </p:nvSpPr>
        <p:spPr>
          <a:xfrm>
            <a:off x="682900" y="1981199"/>
            <a:ext cx="11543607" cy="10194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>
                <a:solidFill>
                  <a:srgbClr val="FFC000"/>
                </a:solidFill>
              </a:rPr>
              <a:t>회전행렬</a:t>
            </a:r>
            <a:r>
              <a:rPr lang="en-US" altLang="ko-KR" b="1">
                <a:solidFill>
                  <a:srgbClr val="FFC000"/>
                </a:solidFill>
              </a:rPr>
              <a:t>(RotateMatrix)</a:t>
            </a:r>
            <a:r>
              <a:rPr lang="en-US" altLang="ko-KR"/>
              <a:t>:</a:t>
            </a:r>
            <a:r>
              <a:rPr lang="en-US" altLang="ko-KR" b="1">
                <a:solidFill>
                  <a:srgbClr val="FFC000"/>
                </a:solidFill>
              </a:rPr>
              <a:t> </a:t>
            </a:r>
            <a:r>
              <a:rPr lang="ko-KR" altLang="en-US"/>
              <a:t>오브젝트의 회전값을 가진 원소</a:t>
            </a:r>
            <a:br>
              <a:rPr lang="en-US" altLang="ko-KR"/>
            </a:br>
            <a:r>
              <a:rPr lang="en-US" altLang="ko-KR"/>
              <a:t>-</a:t>
            </a:r>
            <a:r>
              <a:rPr lang="en-US" altLang="ko-KR">
                <a:solidFill>
                  <a:srgbClr val="C00000"/>
                </a:solidFill>
              </a:rPr>
              <a:t>x</a:t>
            </a:r>
            <a:r>
              <a:rPr lang="en-US" altLang="ko-KR"/>
              <a:t>/</a:t>
            </a:r>
            <a:r>
              <a:rPr lang="en-US" altLang="ko-KR">
                <a:solidFill>
                  <a:schemeClr val="accent6"/>
                </a:solidFill>
              </a:rPr>
              <a:t>y</a:t>
            </a:r>
            <a:r>
              <a:rPr lang="en-US" altLang="ko-KR"/>
              <a:t>/</a:t>
            </a:r>
            <a:r>
              <a:rPr lang="en-US" altLang="ko-KR">
                <a:solidFill>
                  <a:schemeClr val="accent5"/>
                </a:solidFill>
              </a:rPr>
              <a:t>z</a:t>
            </a:r>
            <a:r>
              <a:rPr lang="ko-KR" altLang="en-US"/>
              <a:t>축으로 각정렬에 따라 행렬이 변경되는 원소는 다르다</a:t>
            </a:r>
            <a:r>
              <a:rPr lang="en-US" altLang="ko-KR"/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481193" y="5687858"/>
            <a:ext cx="2293620" cy="480060"/>
          </a:xfrm>
          <a:prstGeom prst="rect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rgbClr val="FF0000"/>
                </a:solidFill>
              </a:rPr>
              <a:t>이동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5877459" y="5614366"/>
            <a:ext cx="895888" cy="789709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 rot="2700000">
            <a:off x="5876331" y="5599702"/>
            <a:ext cx="895888" cy="78970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6" name="그룹 65"/>
          <p:cNvGrpSpPr/>
          <p:nvPr/>
        </p:nvGrpSpPr>
        <p:grpSpPr>
          <a:xfrm>
            <a:off x="6247837" y="5933423"/>
            <a:ext cx="1063816" cy="354449"/>
            <a:chOff x="6459154" y="5972578"/>
            <a:chExt cx="1063816" cy="116119"/>
          </a:xfrm>
        </p:grpSpPr>
        <p:sp>
          <p:nvSpPr>
            <p:cNvPr id="67" name="타원 66"/>
            <p:cNvSpPr/>
            <p:nvPr/>
          </p:nvSpPr>
          <p:spPr>
            <a:xfrm>
              <a:off x="6459154" y="5972578"/>
              <a:ext cx="155246" cy="4978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89710" y="5997951"/>
              <a:ext cx="1033260" cy="90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P1(0,0,0)</a:t>
              </a:r>
              <a:endParaRPr lang="ko-KR" altLang="en-US" sz="1200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6009129" y="3655992"/>
            <a:ext cx="2814155" cy="2633980"/>
            <a:chOff x="1386438" y="2261061"/>
            <a:chExt cx="3362024" cy="3431463"/>
          </a:xfrm>
        </p:grpSpPr>
        <p:grpSp>
          <p:nvGrpSpPr>
            <p:cNvPr id="76" name="그룹 75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79" name="직선 화살표 연결선 78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화살표 연결선 79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77" name="TextBox 76"/>
            <p:cNvSpPr txBox="1"/>
            <p:nvPr/>
          </p:nvSpPr>
          <p:spPr>
            <a:xfrm>
              <a:off x="1386438" y="2261061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rgbClr val="92D050"/>
                  </a:solidFill>
                </a:rPr>
                <a:t>y</a:t>
              </a:r>
              <a:endParaRPr lang="ko-KR" altLang="en-US">
                <a:solidFill>
                  <a:srgbClr val="92D050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266798" y="5323192"/>
              <a:ext cx="362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accent2"/>
                  </a:solidFill>
                </a:rPr>
                <a:t>x</a:t>
              </a:r>
              <a:endParaRPr lang="ko-KR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 rot="18900000">
            <a:off x="5698115" y="4565134"/>
            <a:ext cx="1330676" cy="1458201"/>
            <a:chOff x="1386437" y="2261061"/>
            <a:chExt cx="3362025" cy="3684223"/>
          </a:xfrm>
        </p:grpSpPr>
        <p:grpSp>
          <p:nvGrpSpPr>
            <p:cNvPr id="82" name="그룹 81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85" name="직선 화살표 연결선 84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/>
            <p:cNvSpPr txBox="1"/>
            <p:nvPr/>
          </p:nvSpPr>
          <p:spPr>
            <a:xfrm>
              <a:off x="1386437" y="2261061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B050"/>
                  </a:solidFill>
                </a:rPr>
                <a:t>y</a:t>
              </a:r>
              <a:endParaRPr lang="ko-KR" altLang="en-US" sz="1000">
                <a:solidFill>
                  <a:srgbClr val="00B050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66797" y="5323194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C00000"/>
                  </a:solidFill>
                </a:rPr>
                <a:t>x</a:t>
              </a:r>
              <a:endParaRPr lang="ko-KR" altLang="en-US" sz="1000">
                <a:solidFill>
                  <a:srgbClr val="C00000"/>
                </a:solidFill>
              </a:endParaRPr>
            </a:p>
          </p:txBody>
        </p:sp>
      </p:grpSp>
      <p:sp>
        <p:nvSpPr>
          <p:cNvPr id="87" name="원호 86"/>
          <p:cNvSpPr/>
          <p:nvPr/>
        </p:nvSpPr>
        <p:spPr>
          <a:xfrm>
            <a:off x="6328570" y="5849012"/>
            <a:ext cx="250702" cy="405297"/>
          </a:xfrm>
          <a:prstGeom prst="arc">
            <a:avLst>
              <a:gd name="adj1" fmla="val 16305556"/>
              <a:gd name="adj2" fmla="val 20040795"/>
            </a:avLst>
          </a:prstGeom>
          <a:ln w="25400">
            <a:solidFill>
              <a:srgbClr val="FF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6453519" y="5693119"/>
            <a:ext cx="5217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FF00"/>
                </a:solidFill>
              </a:rPr>
              <a:t>회전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6174023" y="4789127"/>
            <a:ext cx="1330676" cy="1458201"/>
            <a:chOff x="1386438" y="2261061"/>
            <a:chExt cx="3362024" cy="3684222"/>
          </a:xfrm>
        </p:grpSpPr>
        <p:grpSp>
          <p:nvGrpSpPr>
            <p:cNvPr id="90" name="그룹 89"/>
            <p:cNvGrpSpPr/>
            <p:nvPr/>
          </p:nvGrpSpPr>
          <p:grpSpPr>
            <a:xfrm>
              <a:off x="1748589" y="2261061"/>
              <a:ext cx="2999873" cy="3062131"/>
              <a:chOff x="1748590" y="2261062"/>
              <a:chExt cx="1588168" cy="1621128"/>
            </a:xfrm>
          </p:grpSpPr>
          <p:cxnSp>
            <p:nvCxnSpPr>
              <p:cNvPr id="93" name="직선 화살표 연결선 92"/>
              <p:cNvCxnSpPr/>
              <p:nvPr/>
            </p:nvCxnSpPr>
            <p:spPr>
              <a:xfrm flipV="1">
                <a:off x="1748590" y="2261062"/>
                <a:ext cx="0" cy="16211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화살표 연결선 93"/>
              <p:cNvCxnSpPr/>
              <p:nvPr/>
            </p:nvCxnSpPr>
            <p:spPr>
              <a:xfrm>
                <a:off x="1748590" y="3882190"/>
                <a:ext cx="1588168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1386438" y="2261061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B050"/>
                  </a:solidFill>
                </a:rPr>
                <a:t>y</a:t>
              </a:r>
              <a:endParaRPr lang="ko-KR" altLang="en-US" sz="1000">
                <a:solidFill>
                  <a:srgbClr val="00B050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266797" y="5323193"/>
              <a:ext cx="362151" cy="622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C00000"/>
                  </a:solidFill>
                </a:rPr>
                <a:t>x</a:t>
              </a:r>
              <a:endParaRPr lang="ko-KR" altLang="en-US" sz="1000">
                <a:solidFill>
                  <a:srgbClr val="C00000"/>
                </a:solidFill>
              </a:endParaRPr>
            </a:p>
          </p:txBody>
        </p:sp>
      </p:grpSp>
      <p:sp>
        <p:nvSpPr>
          <p:cNvPr id="95" name="직사각형 94"/>
          <p:cNvSpPr/>
          <p:nvPr/>
        </p:nvSpPr>
        <p:spPr>
          <a:xfrm rot="2700000">
            <a:off x="7119829" y="4347274"/>
            <a:ext cx="895888" cy="78970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6" name="그룹 95"/>
          <p:cNvGrpSpPr/>
          <p:nvPr/>
        </p:nvGrpSpPr>
        <p:grpSpPr>
          <a:xfrm>
            <a:off x="7491335" y="4680995"/>
            <a:ext cx="1063816" cy="354449"/>
            <a:chOff x="6459154" y="5972578"/>
            <a:chExt cx="1063816" cy="116119"/>
          </a:xfrm>
        </p:grpSpPr>
        <p:sp>
          <p:nvSpPr>
            <p:cNvPr id="97" name="타원 96"/>
            <p:cNvSpPr/>
            <p:nvPr/>
          </p:nvSpPr>
          <p:spPr>
            <a:xfrm>
              <a:off x="6459154" y="5972578"/>
              <a:ext cx="155246" cy="4978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489710" y="5997951"/>
              <a:ext cx="1033260" cy="90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P2(3,3,0)</a:t>
              </a:r>
              <a:endParaRPr lang="ko-KR" altLang="en-US" sz="1200" dirty="0"/>
            </a:p>
          </p:txBody>
        </p:sp>
      </p:grpSp>
      <p:cxnSp>
        <p:nvCxnSpPr>
          <p:cNvPr id="17" name="직선 화살표 연결선 16"/>
          <p:cNvCxnSpPr/>
          <p:nvPr/>
        </p:nvCxnSpPr>
        <p:spPr>
          <a:xfrm flipV="1">
            <a:off x="6386044" y="4789140"/>
            <a:ext cx="1119960" cy="11584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 rot="18740604">
            <a:off x="6622884" y="5163647"/>
            <a:ext cx="449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이동</a:t>
            </a:r>
          </a:p>
        </p:txBody>
      </p:sp>
      <p:sp>
        <p:nvSpPr>
          <p:cNvPr id="102" name="TextBox 101"/>
          <p:cNvSpPr txBox="1"/>
          <p:nvPr/>
        </p:nvSpPr>
        <p:spPr>
          <a:xfrm rot="2756537">
            <a:off x="7514567" y="4091943"/>
            <a:ext cx="729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92D050"/>
                </a:solidFill>
              </a:rPr>
              <a:t>크기조절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8521" y="3616324"/>
            <a:ext cx="3454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※ </a:t>
            </a:r>
            <a:r>
              <a:rPr lang="ko-KR" altLang="en-US" sz="1200">
                <a:solidFill>
                  <a:srgbClr val="FF0000"/>
                </a:solidFill>
              </a:rPr>
              <a:t>행렬의 곱은 교환법칙이 성립하지않으므로</a:t>
            </a:r>
            <a:r>
              <a:rPr lang="en-US" altLang="ko-KR" sz="1200">
                <a:solidFill>
                  <a:srgbClr val="FF0000"/>
                </a:solidFill>
              </a:rPr>
              <a:t>,</a:t>
            </a:r>
            <a:br>
              <a:rPr lang="en-US" altLang="ko-KR" sz="1200">
                <a:solidFill>
                  <a:srgbClr val="FF0000"/>
                </a:solidFill>
              </a:rPr>
            </a:br>
            <a:r>
              <a:rPr lang="en-US" altLang="ko-KR" sz="1200">
                <a:solidFill>
                  <a:srgbClr val="FF0000"/>
                </a:solidFill>
              </a:rPr>
              <a:t>   </a:t>
            </a:r>
            <a:r>
              <a:rPr lang="ko-KR" altLang="en-US" sz="1200">
                <a:solidFill>
                  <a:srgbClr val="FF0000"/>
                </a:solidFill>
              </a:rPr>
              <a:t>다음에 따라 결과가 달라질수 있다</a:t>
            </a:r>
            <a:r>
              <a:rPr lang="en-US" altLang="ko-KR" sz="12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>
                <a:solidFill>
                  <a:srgbClr val="FF0000"/>
                </a:solidFill>
              </a:rPr>
              <a:t>   그러나</a:t>
            </a:r>
            <a:r>
              <a:rPr lang="en-US" altLang="ko-KR" sz="1200">
                <a:solidFill>
                  <a:srgbClr val="FF0000"/>
                </a:solidFill>
              </a:rPr>
              <a:t>,</a:t>
            </a:r>
            <a:r>
              <a:rPr lang="ko-KR" altLang="en-US" sz="1200">
                <a:solidFill>
                  <a:srgbClr val="FF0000"/>
                </a:solidFill>
              </a:rPr>
              <a:t> 일반적으로 </a:t>
            </a:r>
            <a:r>
              <a:rPr lang="en-US" altLang="ko-KR" sz="1200" b="1">
                <a:solidFill>
                  <a:srgbClr val="FFC000"/>
                </a:solidFill>
              </a:rPr>
              <a:t>R</a:t>
            </a:r>
            <a:r>
              <a:rPr lang="en-US" altLang="ko-KR" sz="1200" b="1">
                <a:solidFill>
                  <a:srgbClr val="FF0000"/>
                </a:solidFill>
              </a:rPr>
              <a:t>T</a:t>
            </a:r>
            <a:r>
              <a:rPr lang="en-US" altLang="ko-KR" sz="1200" b="1">
                <a:solidFill>
                  <a:srgbClr val="92D050"/>
                </a:solidFill>
              </a:rPr>
              <a:t>S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  <a:r>
              <a:rPr lang="en-US" altLang="ko-KR" sz="1200" b="1">
                <a:solidFill>
                  <a:srgbClr val="92D050"/>
                </a:solidFill>
              </a:rPr>
              <a:t>S</a:t>
            </a:r>
            <a:r>
              <a:rPr lang="en-US" altLang="ko-KR" sz="1200" b="1">
                <a:solidFill>
                  <a:srgbClr val="FFC000"/>
                </a:solidFill>
              </a:rPr>
              <a:t>R</a:t>
            </a:r>
            <a:r>
              <a:rPr lang="en-US" altLang="ko-KR" sz="1200" b="1">
                <a:solidFill>
                  <a:srgbClr val="FF0000"/>
                </a:solidFill>
              </a:rPr>
              <a:t>T</a:t>
            </a:r>
            <a:r>
              <a:rPr lang="ko-KR" altLang="en-US" sz="1200">
                <a:solidFill>
                  <a:srgbClr val="FF0000"/>
                </a:solidFill>
              </a:rPr>
              <a:t>를 이용한다</a:t>
            </a:r>
            <a:r>
              <a:rPr lang="en-US" altLang="ko-KR" sz="12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3" name="내용 개체 틀 2"/>
          <p:cNvSpPr txBox="1">
            <a:spLocks/>
          </p:cNvSpPr>
          <p:nvPr/>
        </p:nvSpPr>
        <p:spPr>
          <a:xfrm>
            <a:off x="690520" y="2985432"/>
            <a:ext cx="11543607" cy="5302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solidFill>
                  <a:srgbClr val="92D050"/>
                </a:solidFill>
              </a:rPr>
              <a:t>크기행렬</a:t>
            </a:r>
            <a:r>
              <a:rPr lang="en-US" altLang="ko-KR" b="1" dirty="0">
                <a:solidFill>
                  <a:srgbClr val="92D050"/>
                </a:solidFill>
              </a:rPr>
              <a:t>(</a:t>
            </a:r>
            <a:r>
              <a:rPr lang="en-US" altLang="ko-KR" b="1" dirty="0" err="1">
                <a:solidFill>
                  <a:srgbClr val="92D050"/>
                </a:solidFill>
              </a:rPr>
              <a:t>ScaleMatrix</a:t>
            </a:r>
            <a:r>
              <a:rPr lang="en-US" altLang="ko-KR" b="1" dirty="0">
                <a:solidFill>
                  <a:srgbClr val="92D050"/>
                </a:solidFill>
              </a:rPr>
              <a:t>)</a:t>
            </a:r>
            <a:r>
              <a:rPr lang="en-US" altLang="ko-KR" dirty="0"/>
              <a:t>:</a:t>
            </a:r>
            <a:r>
              <a:rPr lang="ko-KR" altLang="en-US" dirty="0"/>
              <a:t>오브젝트의 </a:t>
            </a:r>
            <a:r>
              <a:rPr lang="ko-KR" altLang="en-US" dirty="0" err="1"/>
              <a:t>크기값을</a:t>
            </a:r>
            <a:r>
              <a:rPr lang="ko-KR" altLang="en-US" dirty="0"/>
              <a:t> 가진 원소</a:t>
            </a:r>
            <a:endParaRPr lang="en-US" altLang="ko-KR" dirty="0"/>
          </a:p>
        </p:txBody>
      </p:sp>
      <p:sp>
        <p:nvSpPr>
          <p:cNvPr id="25" name="직사각형 24"/>
          <p:cNvSpPr/>
          <p:nvPr/>
        </p:nvSpPr>
        <p:spPr>
          <a:xfrm>
            <a:off x="2116618" y="4465456"/>
            <a:ext cx="964775" cy="1050684"/>
          </a:xfrm>
          <a:prstGeom prst="rect">
            <a:avLst/>
          </a:prstGeom>
          <a:solidFill>
            <a:schemeClr val="bg1">
              <a:alpha val="50000"/>
            </a:schemeClr>
          </a:solidFill>
          <a:ln w="254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C00000"/>
                </a:solidFill>
              </a:rPr>
              <a:t>cos(a)  sin(a)</a:t>
            </a:r>
          </a:p>
          <a:p>
            <a:pPr algn="ctr"/>
            <a:br>
              <a:rPr lang="en-US" altLang="ko-KR" sz="1050" b="1">
                <a:solidFill>
                  <a:srgbClr val="C00000"/>
                </a:solidFill>
              </a:rPr>
            </a:br>
            <a:br>
              <a:rPr lang="en-US" altLang="ko-KR" sz="1050" b="1">
                <a:solidFill>
                  <a:srgbClr val="C00000"/>
                </a:solidFill>
              </a:rPr>
            </a:br>
            <a:br>
              <a:rPr lang="en-US" altLang="ko-KR" sz="1050" b="1">
                <a:solidFill>
                  <a:srgbClr val="C00000"/>
                </a:solidFill>
              </a:rPr>
            </a:br>
            <a:r>
              <a:rPr lang="en-US" altLang="ko-KR" sz="1050" b="1">
                <a:solidFill>
                  <a:srgbClr val="C00000"/>
                </a:solidFill>
              </a:rPr>
              <a:t>-sin(a) cos(a)</a:t>
            </a:r>
            <a:endParaRPr lang="ko-KR" altLang="en-US" sz="1050" b="1">
              <a:solidFill>
                <a:srgbClr val="C00000"/>
              </a:solidFill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565012" y="3817909"/>
            <a:ext cx="1527302" cy="1704463"/>
            <a:chOff x="1565012" y="3572974"/>
            <a:chExt cx="1527302" cy="1704463"/>
          </a:xfrm>
        </p:grpSpPr>
        <p:sp>
          <p:nvSpPr>
            <p:cNvPr id="26" name="직사각형 25"/>
            <p:cNvSpPr/>
            <p:nvPr/>
          </p:nvSpPr>
          <p:spPr>
            <a:xfrm>
              <a:off x="2657906" y="3572974"/>
              <a:ext cx="434408" cy="46047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254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>
                  <a:solidFill>
                    <a:srgbClr val="00B050"/>
                  </a:solidFill>
                </a:rPr>
                <a:t>-sin(a)</a:t>
              </a:r>
              <a:endParaRPr lang="ko-KR" altLang="en-US" sz="1000" b="1">
                <a:solidFill>
                  <a:srgbClr val="00B050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565013" y="3572974"/>
              <a:ext cx="413169" cy="46047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254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00" b="1">
                  <a:solidFill>
                    <a:srgbClr val="00B050"/>
                  </a:solidFill>
                </a:rPr>
                <a:t>cos(a)</a:t>
              </a:r>
              <a:endParaRPr lang="ko-KR" altLang="en-US" sz="1000" b="1">
                <a:solidFill>
                  <a:srgbClr val="00B050"/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1565012" y="4807449"/>
              <a:ext cx="413169" cy="46047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254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00" b="1">
                  <a:solidFill>
                    <a:srgbClr val="00B050"/>
                  </a:solidFill>
                </a:rPr>
                <a:t>sin(a)</a:t>
              </a:r>
              <a:endParaRPr lang="ko-KR" altLang="en-US" sz="1000" b="1">
                <a:solidFill>
                  <a:srgbClr val="00B050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665526" y="4816963"/>
              <a:ext cx="413169" cy="460474"/>
            </a:xfrm>
            <a:prstGeom prst="rect">
              <a:avLst/>
            </a:prstGeom>
            <a:ln w="254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00" b="1">
                  <a:solidFill>
                    <a:srgbClr val="00B050"/>
                  </a:solidFill>
                </a:rPr>
                <a:t>cos(a)</a:t>
              </a:r>
              <a:endParaRPr lang="ko-KR" altLang="en-US" sz="1000" b="1">
                <a:solidFill>
                  <a:srgbClr val="00B050"/>
                </a:solidFill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1565013" y="3817909"/>
            <a:ext cx="926727" cy="989643"/>
          </a:xfrm>
          <a:prstGeom prst="rect">
            <a:avLst/>
          </a:prstGeom>
          <a:solidFill>
            <a:schemeClr val="bg1">
              <a:alpha val="50000"/>
            </a:schemeClr>
          </a:solidFill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accent5"/>
                </a:solidFill>
              </a:rPr>
              <a:t>cos(a) sin(a)</a:t>
            </a:r>
            <a:br>
              <a:rPr lang="en-US" altLang="ko-KR" sz="1000" b="1">
                <a:solidFill>
                  <a:schemeClr val="accent5"/>
                </a:solidFill>
              </a:rPr>
            </a:br>
            <a:br>
              <a:rPr lang="en-US" altLang="ko-KR" sz="1000" b="1">
                <a:solidFill>
                  <a:schemeClr val="accent5"/>
                </a:solidFill>
              </a:rPr>
            </a:br>
            <a:br>
              <a:rPr lang="en-US" altLang="ko-KR" sz="1000" b="1">
                <a:solidFill>
                  <a:schemeClr val="accent5"/>
                </a:solidFill>
              </a:rPr>
            </a:br>
            <a:br>
              <a:rPr lang="en-US" altLang="ko-KR" sz="1000" b="1">
                <a:solidFill>
                  <a:schemeClr val="accent5"/>
                </a:solidFill>
              </a:rPr>
            </a:br>
            <a:r>
              <a:rPr lang="en-US" altLang="ko-KR" sz="1000" b="1">
                <a:solidFill>
                  <a:schemeClr val="accent5"/>
                </a:solidFill>
              </a:rPr>
              <a:t>-sin(a) cos(a)</a:t>
            </a:r>
            <a:endParaRPr lang="ko-KR" altLang="en-US" sz="1000" b="1">
              <a:solidFill>
                <a:schemeClr val="accent5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03519" y="6249726"/>
            <a:ext cx="3454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※ </a:t>
            </a:r>
            <a:r>
              <a:rPr lang="ko-KR" altLang="en-US" sz="1200">
                <a:solidFill>
                  <a:srgbClr val="FF0000"/>
                </a:solidFill>
              </a:rPr>
              <a:t>축을 기준으로 회전각</a:t>
            </a:r>
            <a:r>
              <a:rPr lang="en-US" altLang="ko-KR" sz="1200">
                <a:solidFill>
                  <a:srgbClr val="FF0000"/>
                </a:solidFill>
              </a:rPr>
              <a:t>:</a:t>
            </a:r>
            <a:r>
              <a:rPr lang="ko-KR" altLang="en-US" sz="1200">
                <a:solidFill>
                  <a:srgbClr val="FF0000"/>
                </a:solidFill>
              </a:rPr>
              <a:t> </a:t>
            </a:r>
            <a:r>
              <a:rPr lang="en-US" altLang="ko-KR" sz="12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565013" y="3817909"/>
            <a:ext cx="1516380" cy="1698231"/>
          </a:xfrm>
          <a:prstGeom prst="rect">
            <a:avLst/>
          </a:prstGeom>
          <a:ln w="254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rgbClr val="FFC000"/>
                </a:solidFill>
              </a:rPr>
              <a:t>회전</a:t>
            </a:r>
          </a:p>
        </p:txBody>
      </p:sp>
      <p:sp>
        <p:nvSpPr>
          <p:cNvPr id="61" name="직사각형 60"/>
          <p:cNvSpPr/>
          <p:nvPr/>
        </p:nvSpPr>
        <p:spPr>
          <a:xfrm rot="2700000">
            <a:off x="1119692" y="4756162"/>
            <a:ext cx="3097065" cy="480060"/>
          </a:xfrm>
          <a:prstGeom prst="rect">
            <a:avLst/>
          </a:prstGeom>
          <a:ln w="25400"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rgbClr val="92D050"/>
                </a:solidFill>
              </a:rPr>
              <a:t>크기</a:t>
            </a:r>
          </a:p>
        </p:txBody>
      </p:sp>
    </p:spTree>
    <p:extLst>
      <p:ext uri="{BB962C8B-B14F-4D97-AF65-F5344CB8AC3E}">
        <p14:creationId xmlns:p14="http://schemas.microsoft.com/office/powerpoint/2010/main" val="257513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3" grpId="0" build="p"/>
      <p:bldP spid="29" grpId="0" animBg="1"/>
      <p:bldP spid="43" grpId="0"/>
      <p:bldP spid="11" grpId="0" animBg="1"/>
      <p:bldP spid="62" grpId="0" animBg="1"/>
      <p:bldP spid="64" grpId="0" animBg="1"/>
      <p:bldP spid="87" grpId="0" animBg="1"/>
      <p:bldP spid="88" grpId="0"/>
      <p:bldP spid="95" grpId="0" animBg="1"/>
      <p:bldP spid="100" grpId="0"/>
      <p:bldP spid="102" grpId="0"/>
      <p:bldP spid="12" grpId="0"/>
      <p:bldP spid="103" grpId="0" build="p"/>
      <p:bldP spid="25" grpId="0" animBg="1"/>
      <p:bldP spid="39" grpId="0" animBg="1"/>
      <p:bldP spid="53" grpId="0"/>
      <p:bldP spid="47" grpId="0" animBg="1"/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2"/>
            <a:ext cx="11543607" cy="4998621"/>
          </a:xfrm>
        </p:spPr>
        <p:txBody>
          <a:bodyPr>
            <a:normAutofit/>
          </a:bodyPr>
          <a:lstStyle/>
          <a:p>
            <a:r>
              <a:rPr lang="ko-KR" altLang="en-US" b="1" dirty="0"/>
              <a:t>사원수</a:t>
            </a:r>
            <a:r>
              <a:rPr lang="en-US" altLang="ko-KR" b="1" dirty="0"/>
              <a:t>(Quaternion) </a:t>
            </a:r>
            <a:br>
              <a:rPr lang="en-US" altLang="ko-KR" dirty="0"/>
            </a:br>
            <a:r>
              <a:rPr lang="en-US" altLang="ko-KR" dirty="0"/>
              <a:t>4</a:t>
            </a:r>
            <a:r>
              <a:rPr lang="ko-KR" altLang="en-US" dirty="0"/>
              <a:t>개의 원소를 가진 구조체</a:t>
            </a:r>
            <a:r>
              <a:rPr lang="en-US" altLang="ko-KR" dirty="0"/>
              <a:t>. </a:t>
            </a:r>
            <a:r>
              <a:rPr lang="ko-KR" altLang="en-US" dirty="0"/>
              <a:t>회전 행렬을 대신하여 사용함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>
                <a:solidFill>
                  <a:srgbClr val="FF0000"/>
                </a:solidFill>
              </a:rPr>
              <a:t>오일러회전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EulerAngles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의 문제점인</a:t>
            </a:r>
            <a:r>
              <a:rPr lang="en-US" altLang="ko-KR" dirty="0"/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짐벌락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GimbalLock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현상 방지와 </a:t>
            </a:r>
            <a:br>
              <a:rPr lang="en-US" altLang="ko-KR" dirty="0"/>
            </a:br>
            <a:r>
              <a:rPr lang="ko-KR" altLang="en-US" dirty="0">
                <a:solidFill>
                  <a:srgbClr val="00B050"/>
                </a:solidFill>
              </a:rPr>
              <a:t>빠른 연산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00B050"/>
                </a:solidFill>
              </a:rPr>
              <a:t>임의의 </a:t>
            </a:r>
            <a:r>
              <a:rPr lang="ko-KR" altLang="en-US" dirty="0" err="1">
                <a:solidFill>
                  <a:srgbClr val="00B050"/>
                </a:solidFill>
              </a:rPr>
              <a:t>축회전</a:t>
            </a:r>
            <a:r>
              <a:rPr lang="ko-KR" altLang="en-US" dirty="0" err="1"/>
              <a:t>을</a:t>
            </a:r>
            <a:r>
              <a:rPr lang="ko-KR" altLang="en-US" dirty="0"/>
              <a:t> 위해 사용된다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오일러각</a:t>
            </a:r>
            <a:r>
              <a:rPr lang="en-US" altLang="ko-KR" b="1" dirty="0"/>
              <a:t>(</a:t>
            </a:r>
            <a:r>
              <a:rPr lang="en-US" altLang="ko-KR" b="1" dirty="0" err="1"/>
              <a:t>EulerAngles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b="1" dirty="0"/>
              <a:t> </a:t>
            </a:r>
            <a:r>
              <a:rPr lang="en-US" altLang="ko-KR" dirty="0" err="1">
                <a:solidFill>
                  <a:schemeClr val="accent2"/>
                </a:solidFill>
              </a:rPr>
              <a:t>pitch</a:t>
            </a:r>
            <a:r>
              <a:rPr lang="en-US" altLang="ko-KR" dirty="0" err="1"/>
              <a:t>,</a:t>
            </a:r>
            <a:r>
              <a:rPr lang="en-US" altLang="ko-KR" dirty="0" err="1">
                <a:solidFill>
                  <a:schemeClr val="accent6"/>
                </a:solidFill>
              </a:rPr>
              <a:t>yaw</a:t>
            </a:r>
            <a:r>
              <a:rPr lang="en-US" altLang="ko-KR" dirty="0" err="1"/>
              <a:t>,</a:t>
            </a:r>
            <a:r>
              <a:rPr lang="en-US" altLang="ko-KR" dirty="0" err="1">
                <a:solidFill>
                  <a:schemeClr val="accent1"/>
                </a:solidFill>
              </a:rPr>
              <a:t>roll</a:t>
            </a:r>
            <a:r>
              <a:rPr lang="ko-KR" altLang="en-US" dirty="0"/>
              <a:t>의 순으로 회전을 하여 임의의 </a:t>
            </a:r>
            <a:r>
              <a:rPr lang="ko-KR" altLang="en-US" dirty="0" err="1"/>
              <a:t>축회전</a:t>
            </a:r>
            <a:r>
              <a:rPr lang="ko-KR" altLang="en-US" dirty="0"/>
              <a:t> 행렬을 얻는 방법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>
                <a:solidFill>
                  <a:schemeClr val="accent2"/>
                </a:solidFill>
              </a:rPr>
              <a:t>x</a:t>
            </a:r>
            <a:r>
              <a:rPr lang="ko-KR" altLang="en-US" dirty="0">
                <a:solidFill>
                  <a:schemeClr val="accent2"/>
                </a:solidFill>
              </a:rPr>
              <a:t>축</a:t>
            </a:r>
            <a:r>
              <a:rPr lang="en-US" altLang="ko-KR" dirty="0"/>
              <a:t>),(</a:t>
            </a:r>
            <a:r>
              <a:rPr lang="en-US" altLang="ko-KR" dirty="0">
                <a:solidFill>
                  <a:schemeClr val="accent6"/>
                </a:solidFill>
              </a:rPr>
              <a:t>y</a:t>
            </a:r>
            <a:r>
              <a:rPr lang="ko-KR" altLang="en-US" dirty="0">
                <a:solidFill>
                  <a:schemeClr val="accent6"/>
                </a:solidFill>
              </a:rPr>
              <a:t>축</a:t>
            </a:r>
            <a:r>
              <a:rPr lang="en-US" altLang="ko-KR" dirty="0"/>
              <a:t>),(</a:t>
            </a:r>
            <a:r>
              <a:rPr lang="en-US" altLang="ko-KR" dirty="0">
                <a:solidFill>
                  <a:schemeClr val="accent1"/>
                </a:solidFill>
              </a:rPr>
              <a:t>z</a:t>
            </a:r>
            <a:r>
              <a:rPr lang="ko-KR" altLang="en-US" dirty="0">
                <a:solidFill>
                  <a:schemeClr val="accent1"/>
                </a:solidFill>
              </a:rPr>
              <a:t>축</a:t>
            </a:r>
            <a:r>
              <a:rPr lang="en-US" altLang="ko-KR" dirty="0"/>
              <a:t>) </a:t>
            </a:r>
            <a:r>
              <a:rPr lang="ko-KR" altLang="en-US" dirty="0"/>
              <a:t>위에서 </a:t>
            </a:r>
            <a:r>
              <a:rPr lang="ko-KR" altLang="en-US" dirty="0" err="1"/>
              <a:t>언급한바와</a:t>
            </a:r>
            <a:r>
              <a:rPr lang="ko-KR" altLang="en-US" dirty="0"/>
              <a:t> 같이 </a:t>
            </a:r>
            <a:r>
              <a:rPr lang="ko-KR" altLang="en-US" dirty="0" err="1"/>
              <a:t>짐벌락</a:t>
            </a:r>
            <a:r>
              <a:rPr lang="ko-KR" altLang="en-US" dirty="0"/>
              <a:t> 현상이 발생한다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짐벌락</a:t>
            </a:r>
            <a:r>
              <a:rPr lang="en-US" altLang="ko-KR" b="1" dirty="0"/>
              <a:t>(</a:t>
            </a:r>
            <a:r>
              <a:rPr lang="en-US" altLang="ko-KR" b="1" dirty="0" err="1"/>
              <a:t>GimbalLock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각 회전축 </a:t>
            </a:r>
            <a:r>
              <a:rPr lang="en-US" altLang="ko-KR" dirty="0"/>
              <a:t>2</a:t>
            </a:r>
            <a:r>
              <a:rPr lang="ko-KR" altLang="en-US" dirty="0" err="1"/>
              <a:t>개이상</a:t>
            </a:r>
            <a:r>
              <a:rPr lang="ko-KR" altLang="en-US" dirty="0"/>
              <a:t> </a:t>
            </a:r>
            <a:r>
              <a:rPr lang="ko-KR" altLang="en-US" dirty="0" err="1"/>
              <a:t>겹쳐저</a:t>
            </a:r>
            <a:r>
              <a:rPr lang="ko-KR" altLang="en-US" dirty="0"/>
              <a:t> 더 이상 회전이 </a:t>
            </a:r>
            <a:r>
              <a:rPr lang="ko-KR" altLang="en-US" dirty="0" err="1"/>
              <a:t>되지않는</a:t>
            </a:r>
            <a:r>
              <a:rPr lang="ko-KR" altLang="en-US" dirty="0"/>
              <a:t> 현상</a:t>
            </a:r>
            <a:br>
              <a:rPr lang="en-US" altLang="ko-KR" dirty="0"/>
            </a:br>
            <a:r>
              <a:rPr lang="ko-KR" altLang="en-US" dirty="0"/>
              <a:t>사원수를 사용하기 이전에는 일부러 </a:t>
            </a:r>
            <a:r>
              <a:rPr lang="en-US" altLang="ko-KR" dirty="0"/>
              <a:t>90</a:t>
            </a:r>
            <a:r>
              <a:rPr lang="ko-KR" altLang="en-US" dirty="0"/>
              <a:t>가 </a:t>
            </a:r>
            <a:r>
              <a:rPr lang="ko-KR" altLang="en-US" dirty="0" err="1"/>
              <a:t>되지않는</a:t>
            </a:r>
            <a:r>
              <a:rPr lang="ko-KR" altLang="en-US" dirty="0"/>
              <a:t> </a:t>
            </a:r>
            <a:r>
              <a:rPr lang="en-US" altLang="ko-KR" dirty="0"/>
              <a:t>89~91</a:t>
            </a:r>
            <a:r>
              <a:rPr lang="ko-KR" altLang="en-US" dirty="0"/>
              <a:t>도의 각도를 이용하여 해결을 했다고 한다</a:t>
            </a:r>
            <a:r>
              <a:rPr lang="en-US" altLang="ko-KR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/>
              <a:t>5.</a:t>
            </a:r>
            <a:r>
              <a:rPr lang="ko-KR" altLang="en-US"/>
              <a:t>사원수 </a:t>
            </a:r>
            <a:r>
              <a:rPr lang="en-US" altLang="ko-KR"/>
              <a:t>#</a:t>
            </a:r>
            <a:r>
              <a:rPr lang="ko-KR" altLang="en-US"/>
              <a:t>정의</a:t>
            </a:r>
            <a:r>
              <a:rPr lang="en-US" altLang="ko-KR"/>
              <a:t>,</a:t>
            </a:r>
            <a:r>
              <a:rPr lang="ko-KR" altLang="en-US"/>
              <a:t>활용</a:t>
            </a:r>
            <a:endParaRPr lang="ko-KR" altLang="en-US" dirty="0"/>
          </a:p>
        </p:txBody>
      </p:sp>
      <p:pic>
        <p:nvPicPr>
          <p:cNvPr id="3077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507" y="6357888"/>
            <a:ext cx="400488" cy="40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227996" y="6327300"/>
            <a:ext cx="2734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오일러회전과 </a:t>
            </a:r>
            <a:r>
              <a:rPr lang="ko-KR" altLang="en-US" sz="1200" b="1" dirty="0" err="1">
                <a:solidFill>
                  <a:srgbClr val="FF0000"/>
                </a:solidFill>
              </a:rPr>
              <a:t>짐벌락</a:t>
            </a:r>
            <a:r>
              <a:rPr lang="ko-KR" altLang="en-US" sz="1200" b="1" dirty="0">
                <a:solidFill>
                  <a:srgbClr val="FF0000"/>
                </a:solidFill>
              </a:rPr>
              <a:t> 영상보기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영어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 err="1">
                <a:solidFill>
                  <a:srgbClr val="FF0000"/>
                </a:solidFill>
              </a:rPr>
              <a:t>유튜브링크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7" name="Picture 5">
            <a:hlinkClick r:id="rId4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856" y="6327300"/>
            <a:ext cx="400488" cy="40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363345" y="6296712"/>
            <a:ext cx="258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rgbClr val="FF0000"/>
                </a:solidFill>
              </a:rPr>
              <a:t>쿼터니언의</a:t>
            </a:r>
            <a:r>
              <a:rPr lang="ko-KR" altLang="en-US" sz="1200" b="1" dirty="0">
                <a:solidFill>
                  <a:srgbClr val="FF0000"/>
                </a:solidFill>
              </a:rPr>
              <a:t> 시각화 영상보기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영어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 err="1">
                <a:solidFill>
                  <a:srgbClr val="FF0000"/>
                </a:solidFill>
              </a:rPr>
              <a:t>유튜브링크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36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1016628"/>
          </a:xfrm>
        </p:spPr>
        <p:txBody>
          <a:bodyPr>
            <a:normAutofit/>
          </a:bodyPr>
          <a:lstStyle/>
          <a:p>
            <a:r>
              <a:rPr lang="ko-KR" altLang="en-US" dirty="0"/>
              <a:t>충돌체크는 게임에서 오브젝트와 오브젝트 사이에 충돌을 계산하는 방법이다</a:t>
            </a:r>
            <a:r>
              <a:rPr lang="en-US" altLang="ko-KR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충돌확인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1082516" y="3677284"/>
            <a:ext cx="1655105" cy="1655105"/>
            <a:chOff x="5134237" y="2764174"/>
            <a:chExt cx="1115735" cy="1115735"/>
          </a:xfrm>
        </p:grpSpPr>
        <p:sp>
          <p:nvSpPr>
            <p:cNvPr id="12" name="타원 11"/>
            <p:cNvSpPr/>
            <p:nvPr/>
          </p:nvSpPr>
          <p:spPr>
            <a:xfrm>
              <a:off x="5134237" y="2764174"/>
              <a:ext cx="1115735" cy="1115735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5652256" y="3282192"/>
              <a:ext cx="79695" cy="79695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/>
            <p:cNvCxnSpPr>
              <a:stCxn id="13" idx="6"/>
              <a:endCxn id="12" idx="6"/>
            </p:cNvCxnSpPr>
            <p:nvPr/>
          </p:nvCxnSpPr>
          <p:spPr>
            <a:xfrm>
              <a:off x="5731951" y="3322040"/>
              <a:ext cx="518021" cy="2"/>
            </a:xfrm>
            <a:prstGeom prst="line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/>
            <p:cNvSpPr/>
            <p:nvPr/>
          </p:nvSpPr>
          <p:spPr>
            <a:xfrm>
              <a:off x="5933047" y="2969287"/>
              <a:ext cx="57914" cy="57914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>
              <a:stCxn id="13" idx="7"/>
              <a:endCxn id="16" idx="3"/>
            </p:cNvCxnSpPr>
            <p:nvPr/>
          </p:nvCxnSpPr>
          <p:spPr>
            <a:xfrm flipV="1">
              <a:off x="5720280" y="3018720"/>
              <a:ext cx="221248" cy="275143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/>
          <p:cNvGrpSpPr/>
          <p:nvPr/>
        </p:nvGrpSpPr>
        <p:grpSpPr>
          <a:xfrm rot="1800000">
            <a:off x="8685112" y="3945586"/>
            <a:ext cx="1230899" cy="1230898"/>
            <a:chOff x="5291787" y="4430218"/>
            <a:chExt cx="1074797" cy="1074796"/>
          </a:xfrm>
        </p:grpSpPr>
        <p:grpSp>
          <p:nvGrpSpPr>
            <p:cNvPr id="31" name="그룹 30"/>
            <p:cNvGrpSpPr/>
            <p:nvPr/>
          </p:nvGrpSpPr>
          <p:grpSpPr>
            <a:xfrm>
              <a:off x="5295224" y="4430218"/>
              <a:ext cx="1071360" cy="1060248"/>
              <a:chOff x="5134237" y="4123302"/>
              <a:chExt cx="1071360" cy="1060248"/>
            </a:xfrm>
          </p:grpSpPr>
          <p:sp>
            <p:nvSpPr>
              <p:cNvPr id="32" name="직사각형 31"/>
              <p:cNvSpPr/>
              <p:nvPr/>
            </p:nvSpPr>
            <p:spPr>
              <a:xfrm>
                <a:off x="5170649" y="4163150"/>
                <a:ext cx="995101" cy="995101"/>
              </a:xfrm>
              <a:prstGeom prst="rect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/>
              <p:cNvSpPr/>
              <p:nvPr/>
            </p:nvSpPr>
            <p:spPr>
              <a:xfrm>
                <a:off x="5134237" y="4123302"/>
                <a:ext cx="79695" cy="79695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6125902" y="5103855"/>
                <a:ext cx="79695" cy="79695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5627448" y="4444599"/>
                <a:ext cx="57914" cy="57914"/>
              </a:xfrm>
              <a:prstGeom prst="ellipse">
                <a:avLst/>
              </a:prstGeom>
              <a:solidFill>
                <a:srgbClr val="FFC00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8" name="직선 연결선 37"/>
            <p:cNvCxnSpPr/>
            <p:nvPr/>
          </p:nvCxnSpPr>
          <p:spPr>
            <a:xfrm>
              <a:off x="5335071" y="4509913"/>
              <a:ext cx="0" cy="98055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5374919" y="4470065"/>
              <a:ext cx="911970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/>
            <p:cNvSpPr/>
            <p:nvPr/>
          </p:nvSpPr>
          <p:spPr>
            <a:xfrm>
              <a:off x="6285851" y="4430218"/>
              <a:ext cx="79695" cy="79695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5291787" y="5425319"/>
              <a:ext cx="79695" cy="79695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연결선 45"/>
            <p:cNvCxnSpPr/>
            <p:nvPr/>
          </p:nvCxnSpPr>
          <p:spPr>
            <a:xfrm flipV="1">
              <a:off x="5371482" y="5450619"/>
              <a:ext cx="915407" cy="14548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>
              <a:stCxn id="43" idx="4"/>
              <a:endCxn id="34" idx="0"/>
            </p:cNvCxnSpPr>
            <p:nvPr/>
          </p:nvCxnSpPr>
          <p:spPr>
            <a:xfrm>
              <a:off x="6325699" y="4509913"/>
              <a:ext cx="1038" cy="900858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991630" y="5494693"/>
            <a:ext cx="1603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원형</a:t>
            </a:r>
            <a:r>
              <a:rPr lang="en-US" altLang="ko-KR" dirty="0"/>
              <a:t>(Sphere)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5718027" y="5563876"/>
            <a:ext cx="1917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고정박스</a:t>
            </a:r>
            <a:r>
              <a:rPr lang="en-US" altLang="ko-KR" dirty="0"/>
              <a:t>(AABB)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8273072" y="5562158"/>
            <a:ext cx="179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회전박스</a:t>
            </a:r>
            <a:r>
              <a:rPr lang="en-US" altLang="ko-KR" dirty="0"/>
              <a:t>(OBB)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5894066" y="3806525"/>
            <a:ext cx="1306079" cy="1298269"/>
            <a:chOff x="4858686" y="3777805"/>
            <a:chExt cx="1306079" cy="1298269"/>
          </a:xfrm>
        </p:grpSpPr>
        <p:sp>
          <p:nvSpPr>
            <p:cNvPr id="66" name="타원 65"/>
            <p:cNvSpPr/>
            <p:nvPr/>
          </p:nvSpPr>
          <p:spPr>
            <a:xfrm>
              <a:off x="5432188" y="4095160"/>
              <a:ext cx="93946" cy="93946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화살표 연결선 57"/>
            <p:cNvCxnSpPr>
              <a:stCxn id="64" idx="6"/>
              <a:endCxn id="59" idx="2"/>
            </p:cNvCxnSpPr>
            <p:nvPr/>
          </p:nvCxnSpPr>
          <p:spPr>
            <a:xfrm>
              <a:off x="4987964" y="3842444"/>
              <a:ext cx="1047522" cy="367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/>
            <p:cNvSpPr/>
            <p:nvPr/>
          </p:nvSpPr>
          <p:spPr>
            <a:xfrm>
              <a:off x="4934407" y="3856333"/>
              <a:ext cx="1155927" cy="1151420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/>
            <p:cNvCxnSpPr>
              <a:stCxn id="64" idx="4"/>
              <a:endCxn id="60" idx="0"/>
            </p:cNvCxnSpPr>
            <p:nvPr/>
          </p:nvCxnSpPr>
          <p:spPr>
            <a:xfrm>
              <a:off x="4923325" y="3907083"/>
              <a:ext cx="4" cy="1039712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타원 58"/>
            <p:cNvSpPr/>
            <p:nvPr/>
          </p:nvSpPr>
          <p:spPr>
            <a:xfrm>
              <a:off x="6035486" y="3781474"/>
              <a:ext cx="129279" cy="129279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/>
            <p:cNvSpPr/>
            <p:nvPr/>
          </p:nvSpPr>
          <p:spPr>
            <a:xfrm>
              <a:off x="4858689" y="4946795"/>
              <a:ext cx="129279" cy="129279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/>
            <p:cNvCxnSpPr>
              <a:stCxn id="60" idx="6"/>
            </p:cNvCxnSpPr>
            <p:nvPr/>
          </p:nvCxnSpPr>
          <p:spPr>
            <a:xfrm flipV="1">
              <a:off x="4987968" y="5011423"/>
              <a:ext cx="1047517" cy="12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>
              <a:stCxn id="59" idx="4"/>
              <a:endCxn id="65" idx="0"/>
            </p:cNvCxnSpPr>
            <p:nvPr/>
          </p:nvCxnSpPr>
          <p:spPr>
            <a:xfrm flipH="1">
              <a:off x="6100124" y="3910753"/>
              <a:ext cx="2" cy="1036031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타원 84"/>
            <p:cNvSpPr/>
            <p:nvPr/>
          </p:nvSpPr>
          <p:spPr>
            <a:xfrm>
              <a:off x="5111244" y="4141061"/>
              <a:ext cx="66325" cy="66325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/>
            <p:cNvSpPr/>
            <p:nvPr/>
          </p:nvSpPr>
          <p:spPr>
            <a:xfrm>
              <a:off x="6035485" y="4946784"/>
              <a:ext cx="129278" cy="129278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/>
            <p:cNvSpPr/>
            <p:nvPr/>
          </p:nvSpPr>
          <p:spPr>
            <a:xfrm>
              <a:off x="4858686" y="3777805"/>
              <a:ext cx="129278" cy="129278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3415728" y="5536203"/>
            <a:ext cx="990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호</a:t>
            </a:r>
            <a:r>
              <a:rPr lang="en-US" altLang="ko-KR" dirty="0"/>
              <a:t>(Arc)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2925215" y="3623464"/>
            <a:ext cx="2310091" cy="2310092"/>
            <a:chOff x="8849130" y="3857589"/>
            <a:chExt cx="2310091" cy="2310092"/>
          </a:xfrm>
        </p:grpSpPr>
        <p:sp>
          <p:nvSpPr>
            <p:cNvPr id="63" name="원호 62"/>
            <p:cNvSpPr/>
            <p:nvPr/>
          </p:nvSpPr>
          <p:spPr>
            <a:xfrm>
              <a:off x="8849130" y="3857589"/>
              <a:ext cx="2310091" cy="2310092"/>
            </a:xfrm>
            <a:prstGeom prst="arc">
              <a:avLst>
                <a:gd name="adj1" fmla="val 13601420"/>
                <a:gd name="adj2" fmla="val 18796277"/>
              </a:avLst>
            </a:prstGeom>
            <a:solidFill>
              <a:schemeClr val="accent1"/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화살표 연결선 38"/>
            <p:cNvCxnSpPr>
              <a:stCxn id="63" idx="1"/>
            </p:cNvCxnSpPr>
            <p:nvPr/>
          </p:nvCxnSpPr>
          <p:spPr>
            <a:xfrm flipV="1">
              <a:off x="10004176" y="3866437"/>
              <a:ext cx="0" cy="1146198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63" idx="1"/>
              <a:endCxn id="63" idx="2"/>
            </p:cNvCxnSpPr>
            <p:nvPr/>
          </p:nvCxnSpPr>
          <p:spPr>
            <a:xfrm flipV="1">
              <a:off x="10004176" y="4171627"/>
              <a:ext cx="791730" cy="84100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>
              <a:stCxn id="63" idx="1"/>
              <a:endCxn id="63" idx="0"/>
            </p:cNvCxnSpPr>
            <p:nvPr/>
          </p:nvCxnSpPr>
          <p:spPr>
            <a:xfrm flipH="1" flipV="1">
              <a:off x="9211882" y="4172158"/>
              <a:ext cx="792294" cy="84047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타원 85"/>
            <p:cNvSpPr/>
            <p:nvPr/>
          </p:nvSpPr>
          <p:spPr>
            <a:xfrm>
              <a:off x="9958540" y="4952981"/>
              <a:ext cx="91270" cy="9127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10264230" y="4263420"/>
              <a:ext cx="66325" cy="66325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479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82287"/>
          </a:xfrm>
        </p:spPr>
        <p:txBody>
          <a:bodyPr>
            <a:normAutofit/>
          </a:bodyPr>
          <a:lstStyle/>
          <a:p>
            <a:r>
              <a:rPr lang="ko-KR" altLang="en-US" dirty="0"/>
              <a:t>원과 점의 충돌을 활용하여 다른 오브젝트와 충돌을 검사한다</a:t>
            </a:r>
            <a:r>
              <a:rPr lang="en-US" altLang="ko-KR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충돌확인 </a:t>
            </a:r>
            <a:r>
              <a:rPr lang="en-US" altLang="ko-KR" dirty="0"/>
              <a:t>#</a:t>
            </a:r>
            <a:r>
              <a:rPr lang="ko-KR" altLang="en-US" dirty="0"/>
              <a:t>원형 충돌처리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1110699" y="3873731"/>
            <a:ext cx="2732703" cy="2732703"/>
            <a:chOff x="5134237" y="2764174"/>
            <a:chExt cx="1115735" cy="1115735"/>
          </a:xfrm>
        </p:grpSpPr>
        <p:sp>
          <p:nvSpPr>
            <p:cNvPr id="12" name="타원 11"/>
            <p:cNvSpPr/>
            <p:nvPr/>
          </p:nvSpPr>
          <p:spPr>
            <a:xfrm>
              <a:off x="5134237" y="2764174"/>
              <a:ext cx="1115735" cy="1115735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5652256" y="3282192"/>
              <a:ext cx="79695" cy="79695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/>
            <p:cNvCxnSpPr>
              <a:stCxn id="13" idx="6"/>
              <a:endCxn id="12" idx="6"/>
            </p:cNvCxnSpPr>
            <p:nvPr/>
          </p:nvCxnSpPr>
          <p:spPr>
            <a:xfrm>
              <a:off x="5731951" y="3322040"/>
              <a:ext cx="518021" cy="2"/>
            </a:xfrm>
            <a:prstGeom prst="line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/>
            <p:cNvSpPr/>
            <p:nvPr/>
          </p:nvSpPr>
          <p:spPr>
            <a:xfrm>
              <a:off x="5933047" y="2969287"/>
              <a:ext cx="57914" cy="57914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>
              <a:stCxn id="13" idx="7"/>
              <a:endCxn id="16" idx="3"/>
            </p:cNvCxnSpPr>
            <p:nvPr/>
          </p:nvCxnSpPr>
          <p:spPr>
            <a:xfrm flipV="1">
              <a:off x="5720280" y="3018720"/>
              <a:ext cx="221248" cy="275143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615362" y="2466836"/>
            <a:ext cx="535871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2000" b="1" dirty="0"/>
              <a:t>원과 점의 충돌처리</a:t>
            </a:r>
            <a:br>
              <a:rPr lang="en-US" altLang="ko-KR" sz="2000" b="1" dirty="0"/>
            </a:br>
            <a:r>
              <a:rPr lang="en-US" altLang="ko-KR" dirty="0"/>
              <a:t>A. </a:t>
            </a:r>
            <a:r>
              <a:rPr lang="ko-KR" altLang="en-US" b="1" dirty="0">
                <a:solidFill>
                  <a:srgbClr val="FFC000"/>
                </a:solidFill>
              </a:rPr>
              <a:t>점</a:t>
            </a:r>
            <a:r>
              <a:rPr lang="ko-KR" altLang="en-US" dirty="0"/>
              <a:t>과 </a:t>
            </a:r>
            <a:r>
              <a:rPr lang="ko-KR" altLang="en-US" b="1" dirty="0"/>
              <a:t>원 중점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92D050"/>
                </a:solidFill>
              </a:rPr>
              <a:t>거리</a:t>
            </a:r>
            <a:r>
              <a:rPr lang="ko-KR" altLang="en-US" dirty="0"/>
              <a:t>를 구함</a:t>
            </a:r>
            <a:br>
              <a:rPr lang="en-US" altLang="ko-KR" dirty="0"/>
            </a:br>
            <a:r>
              <a:rPr lang="en-US" altLang="ko-KR" dirty="0"/>
              <a:t>B. </a:t>
            </a:r>
            <a:r>
              <a:rPr lang="ko-KR" altLang="en-US" b="1" dirty="0">
                <a:solidFill>
                  <a:srgbClr val="92D050"/>
                </a:solidFill>
              </a:rPr>
              <a:t>거리</a:t>
            </a:r>
            <a:r>
              <a:rPr lang="ko-KR" altLang="en-US" dirty="0"/>
              <a:t>와 원의 </a:t>
            </a:r>
            <a:r>
              <a:rPr lang="ko-KR" altLang="en-US" b="1" dirty="0">
                <a:solidFill>
                  <a:srgbClr val="FF0000"/>
                </a:solidFill>
              </a:rPr>
              <a:t>반지름</a:t>
            </a:r>
            <a:r>
              <a:rPr lang="ko-KR" altLang="en-US" dirty="0"/>
              <a:t> 길이를 비교한다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C. </a:t>
            </a:r>
            <a:r>
              <a:rPr lang="ko-KR" altLang="en-US" b="1" dirty="0">
                <a:solidFill>
                  <a:srgbClr val="92D050"/>
                </a:solidFill>
              </a:rPr>
              <a:t>거리</a:t>
            </a:r>
            <a:r>
              <a:rPr lang="ko-KR" altLang="en-US" dirty="0"/>
              <a:t>가 </a:t>
            </a:r>
            <a:r>
              <a:rPr lang="ko-KR" altLang="en-US" b="1" dirty="0">
                <a:solidFill>
                  <a:srgbClr val="FF0000"/>
                </a:solidFill>
              </a:rPr>
              <a:t>반지름</a:t>
            </a:r>
            <a:r>
              <a:rPr lang="ko-KR" altLang="en-US" dirty="0"/>
              <a:t>보다 </a:t>
            </a:r>
            <a:r>
              <a:rPr lang="ko-KR" altLang="en-US" b="1" dirty="0"/>
              <a:t>작거나 같으면 충돌</a:t>
            </a:r>
            <a:r>
              <a:rPr lang="en-US" altLang="ko-KR" dirty="0"/>
              <a:t>.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6429053" y="3834636"/>
            <a:ext cx="2897827" cy="2871866"/>
            <a:chOff x="8068362" y="2651502"/>
            <a:chExt cx="1576218" cy="1562093"/>
          </a:xfrm>
        </p:grpSpPr>
        <p:grpSp>
          <p:nvGrpSpPr>
            <p:cNvPr id="9" name="그룹 8"/>
            <p:cNvGrpSpPr/>
            <p:nvPr/>
          </p:nvGrpSpPr>
          <p:grpSpPr>
            <a:xfrm>
              <a:off x="8068362" y="2651502"/>
              <a:ext cx="720921" cy="720921"/>
              <a:chOff x="3241382" y="3418867"/>
              <a:chExt cx="1160758" cy="1160757"/>
            </a:xfrm>
          </p:grpSpPr>
          <p:sp>
            <p:nvSpPr>
              <p:cNvPr id="40" name="타원 39"/>
              <p:cNvSpPr/>
              <p:nvPr/>
            </p:nvSpPr>
            <p:spPr>
              <a:xfrm>
                <a:off x="3241382" y="3418867"/>
                <a:ext cx="1160758" cy="1160757"/>
              </a:xfrm>
              <a:prstGeom prst="ellipse">
                <a:avLst/>
              </a:prstGeom>
              <a:solidFill>
                <a:schemeClr val="accent1">
                  <a:alpha val="80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/>
              <p:cNvSpPr/>
              <p:nvPr/>
            </p:nvSpPr>
            <p:spPr>
              <a:xfrm>
                <a:off x="3780305" y="3957786"/>
                <a:ext cx="82911" cy="829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8923659" y="2651502"/>
              <a:ext cx="720921" cy="720921"/>
              <a:chOff x="5134237" y="2724324"/>
              <a:chExt cx="1115735" cy="1115735"/>
            </a:xfrm>
          </p:grpSpPr>
          <p:sp>
            <p:nvSpPr>
              <p:cNvPr id="55" name="타원 54"/>
              <p:cNvSpPr/>
              <p:nvPr/>
            </p:nvSpPr>
            <p:spPr>
              <a:xfrm>
                <a:off x="5134237" y="2724324"/>
                <a:ext cx="1115735" cy="1115735"/>
              </a:xfrm>
              <a:prstGeom prst="ellipse">
                <a:avLst/>
              </a:prstGeom>
              <a:solidFill>
                <a:srgbClr val="FFC000">
                  <a:alpha val="80000"/>
                </a:srgb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/>
              <p:cNvSpPr/>
              <p:nvPr/>
            </p:nvSpPr>
            <p:spPr>
              <a:xfrm>
                <a:off x="5652255" y="3242354"/>
                <a:ext cx="79695" cy="79695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4" name="직선 연결선 43"/>
            <p:cNvCxnSpPr>
              <a:stCxn id="42" idx="6"/>
              <a:endCxn id="63" idx="2"/>
            </p:cNvCxnSpPr>
            <p:nvPr/>
          </p:nvCxnSpPr>
          <p:spPr>
            <a:xfrm>
              <a:off x="8454569" y="3011960"/>
              <a:ext cx="803802" cy="9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그룹 71"/>
            <p:cNvGrpSpPr/>
            <p:nvPr/>
          </p:nvGrpSpPr>
          <p:grpSpPr>
            <a:xfrm>
              <a:off x="8068362" y="3533657"/>
              <a:ext cx="679941" cy="679938"/>
              <a:chOff x="3241382" y="3418853"/>
              <a:chExt cx="1160758" cy="1160755"/>
            </a:xfrm>
          </p:grpSpPr>
          <p:sp>
            <p:nvSpPr>
              <p:cNvPr id="73" name="타원 72"/>
              <p:cNvSpPr/>
              <p:nvPr/>
            </p:nvSpPr>
            <p:spPr>
              <a:xfrm>
                <a:off x="3241382" y="3418853"/>
                <a:ext cx="1160758" cy="1160755"/>
              </a:xfrm>
              <a:prstGeom prst="ellipse">
                <a:avLst/>
              </a:prstGeom>
              <a:solidFill>
                <a:schemeClr val="accent1">
                  <a:alpha val="80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타원 73"/>
              <p:cNvSpPr/>
              <p:nvPr/>
            </p:nvSpPr>
            <p:spPr>
              <a:xfrm>
                <a:off x="3780305" y="3957786"/>
                <a:ext cx="82911" cy="82911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5" name="그룹 74"/>
            <p:cNvGrpSpPr/>
            <p:nvPr/>
          </p:nvGrpSpPr>
          <p:grpSpPr>
            <a:xfrm>
              <a:off x="8615864" y="3527693"/>
              <a:ext cx="679942" cy="679939"/>
              <a:chOff x="5134237" y="2724321"/>
              <a:chExt cx="1115735" cy="1115733"/>
            </a:xfrm>
          </p:grpSpPr>
          <p:sp>
            <p:nvSpPr>
              <p:cNvPr id="76" name="타원 75"/>
              <p:cNvSpPr/>
              <p:nvPr/>
            </p:nvSpPr>
            <p:spPr>
              <a:xfrm>
                <a:off x="5134237" y="2724321"/>
                <a:ext cx="1115735" cy="1115733"/>
              </a:xfrm>
              <a:prstGeom prst="ellipse">
                <a:avLst/>
              </a:prstGeom>
              <a:solidFill>
                <a:srgbClr val="FFC000">
                  <a:alpha val="80000"/>
                </a:srgb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타원 76"/>
              <p:cNvSpPr/>
              <p:nvPr/>
            </p:nvSpPr>
            <p:spPr>
              <a:xfrm>
                <a:off x="5652255" y="3242354"/>
                <a:ext cx="79695" cy="79695"/>
              </a:xfrm>
              <a:prstGeom prst="ellipse">
                <a:avLst/>
              </a:prstGeom>
              <a:solidFill>
                <a:schemeClr val="tx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8" name="직선 연결선 77"/>
            <p:cNvCxnSpPr>
              <a:stCxn id="74" idx="6"/>
              <a:endCxn id="77" idx="2"/>
            </p:cNvCxnSpPr>
            <p:nvPr/>
          </p:nvCxnSpPr>
          <p:spPr>
            <a:xfrm flipV="1">
              <a:off x="8432616" y="3867682"/>
              <a:ext cx="498934" cy="5955"/>
            </a:xfrm>
            <a:prstGeom prst="line">
              <a:avLst/>
            </a:prstGeom>
            <a:ln w="254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직사각형 79"/>
          <p:cNvSpPr/>
          <p:nvPr/>
        </p:nvSpPr>
        <p:spPr>
          <a:xfrm>
            <a:off x="5905500" y="2466835"/>
            <a:ext cx="62865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2000" b="1" dirty="0"/>
              <a:t>원과 원의 충돌처리</a:t>
            </a:r>
            <a:br>
              <a:rPr lang="en-US" altLang="ko-KR" sz="2000" b="1" dirty="0"/>
            </a:br>
            <a:r>
              <a:rPr lang="en-US" altLang="ko-KR" dirty="0"/>
              <a:t>A. </a:t>
            </a:r>
            <a:r>
              <a:rPr lang="ko-KR" altLang="en-US" b="1" dirty="0"/>
              <a:t>두원의 중점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92D050"/>
                </a:solidFill>
              </a:rPr>
              <a:t>거리</a:t>
            </a:r>
            <a:r>
              <a:rPr lang="ko-KR" altLang="en-US" dirty="0"/>
              <a:t>를 구한다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B. </a:t>
            </a:r>
            <a:r>
              <a:rPr lang="ko-KR" altLang="en-US" b="1" dirty="0">
                <a:solidFill>
                  <a:srgbClr val="92D050"/>
                </a:solidFill>
              </a:rPr>
              <a:t>두원의 거리</a:t>
            </a:r>
            <a:r>
              <a:rPr lang="ko-KR" altLang="en-US" dirty="0"/>
              <a:t>와 </a:t>
            </a:r>
            <a:r>
              <a:rPr lang="ko-KR" altLang="en-US" b="1" dirty="0">
                <a:solidFill>
                  <a:srgbClr val="FF0000"/>
                </a:solidFill>
              </a:rPr>
              <a:t>두원의 반지름 합</a:t>
            </a:r>
            <a:r>
              <a:rPr lang="ko-KR" altLang="en-US" dirty="0"/>
              <a:t>과 비교한다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C. </a:t>
            </a:r>
            <a:r>
              <a:rPr lang="ko-KR" altLang="en-US" b="1" dirty="0">
                <a:solidFill>
                  <a:srgbClr val="92D050"/>
                </a:solidFill>
              </a:rPr>
              <a:t>거리</a:t>
            </a:r>
            <a:r>
              <a:rPr lang="ko-KR" altLang="en-US" dirty="0"/>
              <a:t>가 </a:t>
            </a:r>
            <a:r>
              <a:rPr lang="ko-KR" altLang="en-US" b="1" dirty="0">
                <a:solidFill>
                  <a:srgbClr val="FF0000"/>
                </a:solidFill>
              </a:rPr>
              <a:t>두원의 반지름 합</a:t>
            </a:r>
            <a:r>
              <a:rPr lang="ko-KR" altLang="en-US" dirty="0"/>
              <a:t>보다 </a:t>
            </a:r>
            <a:r>
              <a:rPr lang="ko-KR" altLang="en-US" b="1" dirty="0"/>
              <a:t>작거나 같으면 충돌</a:t>
            </a:r>
            <a:r>
              <a:rPr lang="en-US" altLang="ko-K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599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 fontScale="92500"/>
          </a:bodyPr>
          <a:lstStyle/>
          <a:p>
            <a:r>
              <a:rPr lang="ko-KR" altLang="en-US" b="1" dirty="0"/>
              <a:t>호</a:t>
            </a:r>
            <a:r>
              <a:rPr lang="en-US" altLang="ko-KR" b="1" dirty="0"/>
              <a:t>: </a:t>
            </a:r>
            <a:r>
              <a:rPr lang="ko-KR" altLang="en-US" dirty="0" err="1"/>
              <a:t>피자모양의</a:t>
            </a:r>
            <a:r>
              <a:rPr lang="ko-KR" altLang="en-US" dirty="0"/>
              <a:t> </a:t>
            </a:r>
            <a:r>
              <a:rPr lang="ko-KR" altLang="en-US" dirty="0" err="1"/>
              <a:t>충돌체크</a:t>
            </a:r>
            <a:r>
              <a:rPr lang="ko-KR" altLang="en-US" dirty="0"/>
              <a:t> 원형 </a:t>
            </a:r>
            <a:r>
              <a:rPr lang="ko-KR" altLang="en-US" dirty="0" err="1"/>
              <a:t>충돌내에서</a:t>
            </a:r>
            <a:r>
              <a:rPr lang="ko-KR" altLang="en-US" dirty="0"/>
              <a:t> 물체가 </a:t>
            </a:r>
            <a:r>
              <a:rPr lang="ko-KR" altLang="en-US" dirty="0" err="1"/>
              <a:t>어디있는지</a:t>
            </a:r>
            <a:r>
              <a:rPr lang="ko-KR" altLang="en-US" dirty="0"/>
              <a:t> 검사 가능</a:t>
            </a:r>
            <a:r>
              <a:rPr lang="en-US" altLang="ko-KR" dirty="0"/>
              <a:t>.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 err="1"/>
              <a:t>충돌확인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호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19100" y="2264802"/>
            <a:ext cx="1220468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A.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ko-KR" altLang="en-US" b="1" dirty="0">
                <a:solidFill>
                  <a:srgbClr val="00B050"/>
                </a:solidFill>
              </a:rPr>
              <a:t>원형 </a:t>
            </a:r>
            <a:r>
              <a:rPr lang="ko-KR" altLang="en-US" b="1" dirty="0" err="1">
                <a:solidFill>
                  <a:srgbClr val="00B050"/>
                </a:solidFill>
              </a:rPr>
              <a:t>충돌체크</a:t>
            </a:r>
            <a:r>
              <a:rPr lang="ko-KR" altLang="en-US" dirty="0" err="1"/>
              <a:t>를</a:t>
            </a:r>
            <a:r>
              <a:rPr lang="ko-KR" altLang="en-US" dirty="0"/>
              <a:t> 수행 후</a:t>
            </a:r>
            <a:r>
              <a:rPr lang="en-US" altLang="ko-KR" dirty="0"/>
              <a:t> </a:t>
            </a:r>
            <a:r>
              <a:rPr lang="ko-KR" altLang="en-US" dirty="0"/>
              <a:t>충돌된 점들 기준으로 계산한다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B.</a:t>
            </a:r>
            <a:r>
              <a:rPr lang="en-US" altLang="ko-KR" dirty="0">
                <a:solidFill>
                  <a:schemeClr val="accent5"/>
                </a:solidFill>
              </a:rPr>
              <a:t> </a:t>
            </a:r>
            <a:r>
              <a:rPr lang="ko-KR" altLang="en-US" dirty="0"/>
              <a:t>지정된</a:t>
            </a:r>
            <a:r>
              <a:rPr lang="ko-KR" altLang="en-US" dirty="0">
                <a:solidFill>
                  <a:schemeClr val="accent6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경계선</a:t>
            </a:r>
            <a:r>
              <a:rPr lang="ko-KR" altLang="en-US" dirty="0" err="1"/>
              <a:t>사이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5050"/>
                </a:solidFill>
              </a:rPr>
              <a:t>각도</a:t>
            </a:r>
            <a:r>
              <a:rPr lang="en-US" altLang="ko-KR" b="1" dirty="0">
                <a:solidFill>
                  <a:srgbClr val="FF5050"/>
                </a:solidFill>
              </a:rPr>
              <a:t>(AA)</a:t>
            </a:r>
            <a:r>
              <a:rPr lang="ko-KR" altLang="en-US" dirty="0"/>
              <a:t>를 설정한다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C.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en-US" altLang="ko-KR" b="1" dirty="0" err="1">
                <a:solidFill>
                  <a:schemeClr val="accent5"/>
                </a:solidFill>
              </a:rPr>
              <a:t>Forword</a:t>
            </a:r>
            <a:r>
              <a:rPr lang="ko-KR" altLang="en-US" dirty="0"/>
              <a:t>와 물체와 </a:t>
            </a:r>
            <a:r>
              <a:rPr lang="ko-KR" altLang="en-US" b="1" dirty="0" err="1"/>
              <a:t>중점</a:t>
            </a:r>
            <a:r>
              <a:rPr lang="ko-KR" altLang="en-US" dirty="0" err="1"/>
              <a:t>사이의</a:t>
            </a:r>
            <a:r>
              <a:rPr lang="ko-KR" altLang="en-US" dirty="0"/>
              <a:t> </a:t>
            </a:r>
            <a:r>
              <a:rPr lang="ko-KR" altLang="en-US" b="1" dirty="0"/>
              <a:t>벡터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FFC000"/>
                </a:solidFill>
              </a:rPr>
              <a:t>S</a:t>
            </a:r>
            <a:r>
              <a:rPr lang="en-US" altLang="ko-KR" b="1" dirty="0"/>
              <a:t>,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US" altLang="ko-KR" b="1" dirty="0"/>
              <a:t>)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FFC000"/>
                </a:solidFill>
              </a:rPr>
              <a:t>내각</a:t>
            </a:r>
            <a:r>
              <a:rPr lang="en-US" altLang="ko-KR" b="1" dirty="0">
                <a:solidFill>
                  <a:srgbClr val="FFC000"/>
                </a:solidFill>
              </a:rPr>
              <a:t>(TA)</a:t>
            </a:r>
            <a:r>
              <a:rPr lang="ko-KR" altLang="en-US" dirty="0"/>
              <a:t>을 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D. </a:t>
            </a:r>
            <a:r>
              <a:rPr lang="ko-KR" altLang="en-US" b="1" dirty="0">
                <a:solidFill>
                  <a:srgbClr val="FF5050"/>
                </a:solidFill>
              </a:rPr>
              <a:t>경계선 각도</a:t>
            </a:r>
            <a:r>
              <a:rPr lang="en-US" altLang="ko-KR" b="1" dirty="0">
                <a:solidFill>
                  <a:srgbClr val="FF5050"/>
                </a:solidFill>
              </a:rPr>
              <a:t>(AA)</a:t>
            </a:r>
            <a:r>
              <a:rPr lang="ko-KR" altLang="en-US" b="1" dirty="0">
                <a:solidFill>
                  <a:srgbClr val="FF5050"/>
                </a:solidFill>
              </a:rPr>
              <a:t> </a:t>
            </a:r>
            <a:r>
              <a:rPr lang="ko-KR" altLang="en-US" dirty="0"/>
              <a:t>절반과 </a:t>
            </a:r>
            <a:r>
              <a:rPr lang="ko-KR" altLang="en-US" b="1" dirty="0">
                <a:solidFill>
                  <a:srgbClr val="FFC000"/>
                </a:solidFill>
              </a:rPr>
              <a:t>내각</a:t>
            </a:r>
            <a:r>
              <a:rPr lang="en-US" altLang="ko-KR" b="1" dirty="0">
                <a:solidFill>
                  <a:srgbClr val="FFC000"/>
                </a:solidFill>
              </a:rPr>
              <a:t>(TA)</a:t>
            </a:r>
            <a:r>
              <a:rPr lang="ko-KR" altLang="en-US" dirty="0"/>
              <a:t>의 크기를 비교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b="1" dirty="0">
                <a:solidFill>
                  <a:srgbClr val="92D050"/>
                </a:solidFill>
              </a:rPr>
            </a:br>
            <a:r>
              <a:rPr lang="en-US" altLang="ko-KR" b="1" dirty="0"/>
              <a:t>Case1. </a:t>
            </a:r>
            <a:r>
              <a:rPr lang="en-US" altLang="ko-KR" b="1" dirty="0">
                <a:solidFill>
                  <a:srgbClr val="FF5050"/>
                </a:solidFill>
              </a:rPr>
              <a:t>AA</a:t>
            </a:r>
            <a:r>
              <a:rPr lang="en-US" altLang="ko-KR" b="1" dirty="0"/>
              <a:t>/2 &gt;= </a:t>
            </a:r>
            <a:r>
              <a:rPr lang="en-US" altLang="ko-KR" b="1" dirty="0">
                <a:solidFill>
                  <a:srgbClr val="FFC000"/>
                </a:solidFill>
              </a:rPr>
              <a:t>TA</a:t>
            </a:r>
            <a:r>
              <a:rPr lang="en-US" altLang="ko-KR" b="1" dirty="0"/>
              <a:t> -&gt; </a:t>
            </a:r>
            <a:r>
              <a:rPr lang="ko-KR" altLang="en-US" b="1" dirty="0"/>
              <a:t>충돌</a:t>
            </a:r>
            <a:r>
              <a:rPr lang="en-US" altLang="ko-KR" b="1" dirty="0"/>
              <a:t>O</a:t>
            </a:r>
            <a:br>
              <a:rPr lang="en-US" altLang="ko-KR" b="1" dirty="0"/>
            </a:br>
            <a:r>
              <a:rPr lang="en-US" altLang="ko-KR" b="1" dirty="0"/>
              <a:t>Case2. </a:t>
            </a:r>
            <a:r>
              <a:rPr lang="en-US" altLang="ko-KR" b="1" dirty="0">
                <a:solidFill>
                  <a:srgbClr val="FF5050"/>
                </a:solidFill>
              </a:rPr>
              <a:t>AA</a:t>
            </a:r>
            <a:r>
              <a:rPr lang="en-US" altLang="ko-KR" b="1" dirty="0"/>
              <a:t>/2 &lt; 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TA</a:t>
            </a:r>
            <a:r>
              <a:rPr lang="en-US" altLang="ko-KR" b="1" dirty="0"/>
              <a:t> -&gt; </a:t>
            </a:r>
            <a:r>
              <a:rPr lang="ko-KR" altLang="en-US" b="1" dirty="0"/>
              <a:t>충돌</a:t>
            </a:r>
            <a:r>
              <a:rPr lang="en-US" altLang="ko-KR" b="1" dirty="0"/>
              <a:t>X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29" name="그룹 28"/>
          <p:cNvGrpSpPr/>
          <p:nvPr/>
        </p:nvGrpSpPr>
        <p:grpSpPr>
          <a:xfrm>
            <a:off x="7027452" y="2510505"/>
            <a:ext cx="4029657" cy="4026685"/>
            <a:chOff x="4069769" y="3428990"/>
            <a:chExt cx="2734720" cy="2732703"/>
          </a:xfrm>
        </p:grpSpPr>
        <p:sp>
          <p:nvSpPr>
            <p:cNvPr id="42" name="타원 41"/>
            <p:cNvSpPr/>
            <p:nvPr/>
          </p:nvSpPr>
          <p:spPr>
            <a:xfrm>
              <a:off x="4069769" y="3428990"/>
              <a:ext cx="2732703" cy="2732703"/>
            </a:xfrm>
            <a:prstGeom prst="ellipse">
              <a:avLst/>
            </a:prstGeom>
            <a:noFill/>
            <a:ln w="25400">
              <a:solidFill>
                <a:srgbClr val="00B05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5896917" y="5074740"/>
              <a:ext cx="398163" cy="369332"/>
              <a:chOff x="6680233" y="3983640"/>
              <a:chExt cx="398163" cy="369332"/>
            </a:xfrm>
          </p:grpSpPr>
          <p:sp>
            <p:nvSpPr>
              <p:cNvPr id="65" name="타원 64"/>
              <p:cNvSpPr/>
              <p:nvPr/>
            </p:nvSpPr>
            <p:spPr>
              <a:xfrm>
                <a:off x="6680233" y="3999324"/>
                <a:ext cx="123382" cy="123382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741924" y="3983640"/>
                <a:ext cx="33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</a:rPr>
                  <a:t>F</a:t>
                </a:r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7" name="원호 26"/>
            <p:cNvSpPr/>
            <p:nvPr/>
          </p:nvSpPr>
          <p:spPr>
            <a:xfrm>
              <a:off x="4072089" y="3429293"/>
              <a:ext cx="2732400" cy="2732400"/>
            </a:xfrm>
            <a:prstGeom prst="arc">
              <a:avLst>
                <a:gd name="adj1" fmla="val 13601420"/>
                <a:gd name="adj2" fmla="val 18796277"/>
              </a:avLst>
            </a:prstGeom>
            <a:solidFill>
              <a:schemeClr val="accent1"/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/>
            <p:cNvCxnSpPr>
              <a:endCxn id="27" idx="0"/>
            </p:cNvCxnSpPr>
            <p:nvPr/>
          </p:nvCxnSpPr>
          <p:spPr>
            <a:xfrm flipH="1" flipV="1">
              <a:off x="4501156" y="3801368"/>
              <a:ext cx="868122" cy="92889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그룹 69"/>
            <p:cNvGrpSpPr/>
            <p:nvPr/>
          </p:nvGrpSpPr>
          <p:grpSpPr>
            <a:xfrm>
              <a:off x="5653206" y="3764973"/>
              <a:ext cx="398163" cy="250647"/>
              <a:chOff x="6680233" y="3983640"/>
              <a:chExt cx="398163" cy="250647"/>
            </a:xfrm>
          </p:grpSpPr>
          <p:sp>
            <p:nvSpPr>
              <p:cNvPr id="72" name="타원 71"/>
              <p:cNvSpPr/>
              <p:nvPr/>
            </p:nvSpPr>
            <p:spPr>
              <a:xfrm>
                <a:off x="6680233" y="3999324"/>
                <a:ext cx="123382" cy="123382"/>
              </a:xfrm>
              <a:prstGeom prst="ellipse">
                <a:avLst/>
              </a:prstGeom>
              <a:solidFill>
                <a:srgbClr val="FFC00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6741924" y="3983640"/>
                <a:ext cx="336472" cy="250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C000"/>
                    </a:solidFill>
                  </a:rPr>
                  <a:t>S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78" name="원호 77"/>
            <p:cNvSpPr/>
            <p:nvPr/>
          </p:nvSpPr>
          <p:spPr>
            <a:xfrm>
              <a:off x="4848593" y="4199750"/>
              <a:ext cx="1191486" cy="1191486"/>
            </a:xfrm>
            <a:prstGeom prst="arc">
              <a:avLst>
                <a:gd name="adj1" fmla="val 16191999"/>
                <a:gd name="adj2" fmla="val 17152476"/>
              </a:avLst>
            </a:prstGeom>
            <a:solidFill>
              <a:srgbClr val="FFC000"/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원호 85"/>
            <p:cNvSpPr/>
            <p:nvPr/>
          </p:nvSpPr>
          <p:spPr>
            <a:xfrm>
              <a:off x="5211893" y="4573127"/>
              <a:ext cx="470888" cy="470888"/>
            </a:xfrm>
            <a:prstGeom prst="arc">
              <a:avLst>
                <a:gd name="adj1" fmla="val 16191999"/>
                <a:gd name="adj2" fmla="val 2204100"/>
              </a:avLst>
            </a:prstGeom>
            <a:solidFill>
              <a:schemeClr val="bg2">
                <a:lumMod val="75000"/>
              </a:schemeClr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5" name="직선 화살표 연결선 84"/>
            <p:cNvCxnSpPr>
              <a:stCxn id="86" idx="1"/>
              <a:endCxn id="65" idx="1"/>
            </p:cNvCxnSpPr>
            <p:nvPr/>
          </p:nvCxnSpPr>
          <p:spPr>
            <a:xfrm>
              <a:off x="5447337" y="4808571"/>
              <a:ext cx="467649" cy="299922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>
              <a:endCxn id="27" idx="2"/>
            </p:cNvCxnSpPr>
            <p:nvPr/>
          </p:nvCxnSpPr>
          <p:spPr>
            <a:xfrm flipV="1">
              <a:off x="5507300" y="3800740"/>
              <a:ext cx="867456" cy="92951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원호 48"/>
            <p:cNvSpPr/>
            <p:nvPr/>
          </p:nvSpPr>
          <p:spPr>
            <a:xfrm>
              <a:off x="4991674" y="4343214"/>
              <a:ext cx="923073" cy="923073"/>
            </a:xfrm>
            <a:prstGeom prst="arc">
              <a:avLst>
                <a:gd name="adj1" fmla="val 14756746"/>
                <a:gd name="adj2" fmla="val 16033654"/>
              </a:avLst>
            </a:prstGeom>
            <a:solidFill>
              <a:srgbClr val="FFC000"/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4985894" y="3895472"/>
              <a:ext cx="123382" cy="123382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40265" y="3674359"/>
              <a:ext cx="336472" cy="250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C000"/>
                  </a:solidFill>
                </a:rPr>
                <a:t>S</a:t>
              </a:r>
              <a:endParaRPr lang="ko-KR" altLang="en-US" dirty="0">
                <a:solidFill>
                  <a:srgbClr val="FFC000"/>
                </a:solidFill>
              </a:endParaRPr>
            </a:p>
          </p:txBody>
        </p:sp>
        <p:sp>
          <p:nvSpPr>
            <p:cNvPr id="5" name="원호 4"/>
            <p:cNvSpPr/>
            <p:nvPr/>
          </p:nvSpPr>
          <p:spPr>
            <a:xfrm>
              <a:off x="5181715" y="4532351"/>
              <a:ext cx="518160" cy="518160"/>
            </a:xfrm>
            <a:prstGeom prst="arc">
              <a:avLst>
                <a:gd name="adj1" fmla="val 13504791"/>
                <a:gd name="adj2" fmla="val 18846783"/>
              </a:avLst>
            </a:prstGeom>
            <a:solidFill>
              <a:srgbClr val="FF3300"/>
            </a:solidFill>
            <a:ln w="2540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 flipV="1">
              <a:off x="5438289" y="3428991"/>
              <a:ext cx="0" cy="1268906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>
              <a:stCxn id="78" idx="1"/>
              <a:endCxn id="72" idx="4"/>
            </p:cNvCxnSpPr>
            <p:nvPr/>
          </p:nvCxnSpPr>
          <p:spPr>
            <a:xfrm flipV="1">
              <a:off x="5444336" y="3904039"/>
              <a:ext cx="270561" cy="891454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 flipH="1" flipV="1">
              <a:off x="5073651" y="4010287"/>
              <a:ext cx="364638" cy="78520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타원 45"/>
            <p:cNvSpPr/>
            <p:nvPr/>
          </p:nvSpPr>
          <p:spPr>
            <a:xfrm>
              <a:off x="5340694" y="4691459"/>
              <a:ext cx="195192" cy="19962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원호 27">
            <a:extLst>
              <a:ext uri="{FF2B5EF4-FFF2-40B4-BE49-F238E27FC236}">
                <a16:creationId xmlns:a16="http://schemas.microsoft.com/office/drawing/2014/main" id="{7D229A15-8B47-4E2E-A094-FA5BCA132090}"/>
              </a:ext>
            </a:extLst>
          </p:cNvPr>
          <p:cNvSpPr/>
          <p:nvPr/>
        </p:nvSpPr>
        <p:spPr>
          <a:xfrm>
            <a:off x="8674833" y="4134669"/>
            <a:ext cx="763518" cy="763518"/>
          </a:xfrm>
          <a:prstGeom prst="arc">
            <a:avLst>
              <a:gd name="adj1" fmla="val 16226492"/>
              <a:gd name="adj2" fmla="val 18846783"/>
            </a:avLst>
          </a:prstGeom>
          <a:solidFill>
            <a:srgbClr val="92D050"/>
          </a:solidFill>
          <a:ln w="254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309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en-US" altLang="ko-KR" b="1" dirty="0"/>
              <a:t>AABB: </a:t>
            </a:r>
            <a:r>
              <a:rPr lang="ko-KR" altLang="en-US" dirty="0"/>
              <a:t>네 모서리의 값을 이용하여 점과의 </a:t>
            </a:r>
            <a:r>
              <a:rPr lang="ko-KR" altLang="en-US" dirty="0" err="1"/>
              <a:t>충돌계산</a:t>
            </a:r>
            <a:r>
              <a:rPr lang="en-US" altLang="ko-KR" dirty="0"/>
              <a:t>.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충돌확인 </a:t>
            </a:r>
            <a:r>
              <a:rPr lang="en-US" altLang="ko-KR" dirty="0"/>
              <a:t>#AABB</a:t>
            </a:r>
            <a:endParaRPr lang="ko-KR" altLang="en-US" dirty="0"/>
          </a:p>
        </p:txBody>
      </p:sp>
      <p:grpSp>
        <p:nvGrpSpPr>
          <p:cNvPr id="41" name="그룹 40"/>
          <p:cNvGrpSpPr/>
          <p:nvPr/>
        </p:nvGrpSpPr>
        <p:grpSpPr>
          <a:xfrm>
            <a:off x="6173887" y="3398591"/>
            <a:ext cx="3153277" cy="3186895"/>
            <a:chOff x="4303719" y="3548493"/>
            <a:chExt cx="1695070" cy="1713142"/>
          </a:xfrm>
        </p:grpSpPr>
        <p:grpSp>
          <p:nvGrpSpPr>
            <p:cNvPr id="43" name="그룹 42"/>
            <p:cNvGrpSpPr/>
            <p:nvPr/>
          </p:nvGrpSpPr>
          <p:grpSpPr>
            <a:xfrm>
              <a:off x="4303719" y="3551864"/>
              <a:ext cx="1695070" cy="1709771"/>
              <a:chOff x="5147700" y="4123302"/>
              <a:chExt cx="1044942" cy="1054003"/>
            </a:xfrm>
          </p:grpSpPr>
          <p:sp>
            <p:nvSpPr>
              <p:cNvPr id="53" name="타원 52"/>
              <p:cNvSpPr/>
              <p:nvPr/>
            </p:nvSpPr>
            <p:spPr>
              <a:xfrm>
                <a:off x="5147700" y="4123302"/>
                <a:ext cx="57263" cy="57263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타원 55"/>
              <p:cNvSpPr/>
              <p:nvPr/>
            </p:nvSpPr>
            <p:spPr>
              <a:xfrm>
                <a:off x="6135379" y="5120042"/>
                <a:ext cx="57263" cy="57263"/>
              </a:xfrm>
              <a:prstGeom prst="ellipse">
                <a:avLst/>
              </a:prstGeom>
              <a:solidFill>
                <a:srgbClr val="7030A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5627448" y="4444599"/>
                <a:ext cx="57914" cy="57914"/>
              </a:xfrm>
              <a:prstGeom prst="ellipse">
                <a:avLst/>
              </a:prstGeom>
              <a:solidFill>
                <a:srgbClr val="FFC00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5" name="직선 연결선 44"/>
            <p:cNvCxnSpPr>
              <a:stCxn id="53" idx="4"/>
              <a:endCxn id="48" idx="0"/>
            </p:cNvCxnSpPr>
            <p:nvPr/>
          </p:nvCxnSpPr>
          <p:spPr>
            <a:xfrm>
              <a:off x="4350164" y="3644752"/>
              <a:ext cx="4484" cy="152399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>
              <a:stCxn id="53" idx="6"/>
              <a:endCxn id="47" idx="2"/>
            </p:cNvCxnSpPr>
            <p:nvPr/>
          </p:nvCxnSpPr>
          <p:spPr>
            <a:xfrm flipV="1">
              <a:off x="4396609" y="3594938"/>
              <a:ext cx="1509290" cy="337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/>
            <p:cNvSpPr/>
            <p:nvPr/>
          </p:nvSpPr>
          <p:spPr>
            <a:xfrm>
              <a:off x="5905899" y="3548493"/>
              <a:ext cx="92890" cy="9289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/>
            <p:cNvSpPr/>
            <p:nvPr/>
          </p:nvSpPr>
          <p:spPr>
            <a:xfrm>
              <a:off x="4308203" y="5168742"/>
              <a:ext cx="92890" cy="9289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/>
            <p:cNvCxnSpPr>
              <a:stCxn id="48" idx="6"/>
              <a:endCxn id="56" idx="2"/>
            </p:cNvCxnSpPr>
            <p:nvPr/>
          </p:nvCxnSpPr>
          <p:spPr>
            <a:xfrm>
              <a:off x="4401093" y="5215187"/>
              <a:ext cx="1504806" cy="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>
              <a:stCxn id="47" idx="4"/>
              <a:endCxn id="56" idx="0"/>
            </p:cNvCxnSpPr>
            <p:nvPr/>
          </p:nvCxnSpPr>
          <p:spPr>
            <a:xfrm>
              <a:off x="5952344" y="3641383"/>
              <a:ext cx="0" cy="1527362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/>
            <p:cNvSpPr/>
            <p:nvPr/>
          </p:nvSpPr>
          <p:spPr>
            <a:xfrm rot="1800000">
              <a:off x="4574950" y="3833136"/>
              <a:ext cx="1161126" cy="1161126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1565808" y="3213925"/>
            <a:ext cx="2650649" cy="2592838"/>
            <a:chOff x="1565808" y="3213925"/>
            <a:chExt cx="2650649" cy="2592838"/>
          </a:xfrm>
        </p:grpSpPr>
        <p:sp>
          <p:nvSpPr>
            <p:cNvPr id="68" name="직사각형 67"/>
            <p:cNvSpPr/>
            <p:nvPr/>
          </p:nvSpPr>
          <p:spPr>
            <a:xfrm>
              <a:off x="1977270" y="3571071"/>
              <a:ext cx="2160001" cy="2160001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/>
            <p:cNvSpPr/>
            <p:nvPr/>
          </p:nvSpPr>
          <p:spPr>
            <a:xfrm>
              <a:off x="1898615" y="3484991"/>
              <a:ext cx="172157" cy="172157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/>
            <p:cNvSpPr/>
            <p:nvPr/>
          </p:nvSpPr>
          <p:spPr>
            <a:xfrm>
              <a:off x="4044300" y="5634605"/>
              <a:ext cx="172157" cy="172157"/>
            </a:xfrm>
            <a:prstGeom prst="ellipse">
              <a:avLst/>
            </a:prstGeom>
            <a:solidFill>
              <a:srgbClr val="7030A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/>
            <p:cNvCxnSpPr/>
            <p:nvPr/>
          </p:nvCxnSpPr>
          <p:spPr>
            <a:xfrm>
              <a:off x="1984692" y="3657148"/>
              <a:ext cx="0" cy="2118188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>
              <a:off x="2070772" y="3571068"/>
              <a:ext cx="1970035" cy="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타원 63"/>
            <p:cNvSpPr/>
            <p:nvPr/>
          </p:nvSpPr>
          <p:spPr>
            <a:xfrm>
              <a:off x="4038565" y="3484991"/>
              <a:ext cx="172157" cy="172157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/>
            <p:cNvSpPr/>
            <p:nvPr/>
          </p:nvSpPr>
          <p:spPr>
            <a:xfrm>
              <a:off x="1891190" y="5634606"/>
              <a:ext cx="172157" cy="172157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6" name="직선 연결선 65"/>
            <p:cNvCxnSpPr>
              <a:endCxn id="70" idx="2"/>
            </p:cNvCxnSpPr>
            <p:nvPr/>
          </p:nvCxnSpPr>
          <p:spPr>
            <a:xfrm flipV="1">
              <a:off x="2063347" y="5720684"/>
              <a:ext cx="1980953" cy="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>
              <a:stCxn id="64" idx="4"/>
              <a:endCxn id="70" idx="0"/>
            </p:cNvCxnSpPr>
            <p:nvPr/>
          </p:nvCxnSpPr>
          <p:spPr>
            <a:xfrm>
              <a:off x="4124644" y="3657148"/>
              <a:ext cx="5735" cy="1977457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565808" y="3213925"/>
              <a:ext cx="456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5">
                      <a:lumMod val="75000"/>
                    </a:schemeClr>
                  </a:solidFill>
                </a:rPr>
                <a:t>TL</a:t>
              </a:r>
              <a:endParaRPr lang="ko-KR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4137271" y="5689257"/>
            <a:ext cx="74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BR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812200" y="3115659"/>
            <a:ext cx="60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TL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234885" y="6483425"/>
            <a:ext cx="53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BR</a:t>
            </a:r>
            <a:endParaRPr lang="ko-KR" altLang="en-US" dirty="0">
              <a:solidFill>
                <a:srgbClr val="7030A0"/>
              </a:solidFill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7333465" y="4312695"/>
            <a:ext cx="398163" cy="381641"/>
            <a:chOff x="5952448" y="4157945"/>
            <a:chExt cx="398163" cy="381641"/>
          </a:xfrm>
        </p:grpSpPr>
        <p:sp>
          <p:nvSpPr>
            <p:cNvPr id="58" name="타원 57"/>
            <p:cNvSpPr/>
            <p:nvPr/>
          </p:nvSpPr>
          <p:spPr>
            <a:xfrm>
              <a:off x="5952448" y="4157945"/>
              <a:ext cx="123382" cy="123382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980583" y="4170254"/>
              <a:ext cx="370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C000"/>
                  </a:solidFill>
                </a:rPr>
                <a:t>P</a:t>
              </a:r>
              <a:endParaRPr lang="ko-KR" altLang="en-US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2695600" y="4189762"/>
            <a:ext cx="432581" cy="369332"/>
            <a:chOff x="5052906" y="4246102"/>
            <a:chExt cx="432581" cy="369332"/>
          </a:xfrm>
        </p:grpSpPr>
        <p:sp>
          <p:nvSpPr>
            <p:cNvPr id="71" name="타원 70"/>
            <p:cNvSpPr/>
            <p:nvPr/>
          </p:nvSpPr>
          <p:spPr>
            <a:xfrm>
              <a:off x="5052906" y="4246102"/>
              <a:ext cx="125106" cy="125106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115459" y="4246102"/>
              <a:ext cx="370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C000"/>
                  </a:solidFill>
                </a:rPr>
                <a:t>P</a:t>
              </a:r>
              <a:endParaRPr lang="ko-KR" altLang="en-US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8611813" y="3773550"/>
            <a:ext cx="398163" cy="369332"/>
            <a:chOff x="6680233" y="3983640"/>
            <a:chExt cx="398163" cy="369332"/>
          </a:xfrm>
        </p:grpSpPr>
        <p:sp>
          <p:nvSpPr>
            <p:cNvPr id="111" name="타원 110"/>
            <p:cNvSpPr/>
            <p:nvPr/>
          </p:nvSpPr>
          <p:spPr>
            <a:xfrm>
              <a:off x="6680233" y="3999324"/>
              <a:ext cx="123382" cy="12338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741924" y="3983640"/>
              <a:ext cx="336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</a:rPr>
                <a:t>F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902809" y="2265442"/>
            <a:ext cx="104241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sz="3200" b="1" dirty="0" err="1">
                <a:solidFill>
                  <a:schemeClr val="accent5">
                    <a:lumMod val="75000"/>
                  </a:schemeClr>
                </a:solidFill>
              </a:rPr>
              <a:t>TL</a:t>
            </a:r>
            <a:r>
              <a:rPr lang="en-US" altLang="ko-KR" sz="3200" b="1" dirty="0" err="1"/>
              <a:t>.x</a:t>
            </a:r>
            <a:r>
              <a:rPr lang="en-US" altLang="ko-KR" sz="3200" b="1" dirty="0"/>
              <a:t> &lt; </a:t>
            </a:r>
            <a:r>
              <a:rPr lang="en-US" altLang="ko-KR" sz="3200" b="1" dirty="0" err="1">
                <a:solidFill>
                  <a:srgbClr val="FFC000"/>
                </a:solidFill>
              </a:rPr>
              <a:t>P</a:t>
            </a:r>
            <a:r>
              <a:rPr lang="en-US" altLang="ko-KR" sz="3200" b="1" dirty="0" err="1"/>
              <a:t>.x</a:t>
            </a:r>
            <a:r>
              <a:rPr lang="en-US" altLang="ko-KR" sz="3200" b="1" dirty="0"/>
              <a:t> &lt; </a:t>
            </a:r>
            <a:r>
              <a:rPr lang="en-US" altLang="ko-KR" sz="3200" b="1" dirty="0" err="1">
                <a:solidFill>
                  <a:srgbClr val="7030A0"/>
                </a:solidFill>
              </a:rPr>
              <a:t>BR</a:t>
            </a:r>
            <a:r>
              <a:rPr lang="en-US" altLang="ko-KR" sz="3200" b="1" dirty="0" err="1"/>
              <a:t>.x</a:t>
            </a:r>
            <a:r>
              <a:rPr lang="en-US" altLang="ko-KR" sz="3200" b="1" dirty="0"/>
              <a:t> &amp;&amp; </a:t>
            </a:r>
            <a:r>
              <a:rPr lang="en-US" altLang="ko-KR" sz="3200" b="1" dirty="0" err="1">
                <a:solidFill>
                  <a:schemeClr val="accent5">
                    <a:lumMod val="75000"/>
                  </a:schemeClr>
                </a:solidFill>
              </a:rPr>
              <a:t>TL</a:t>
            </a:r>
            <a:r>
              <a:rPr lang="en-US" altLang="ko-KR" sz="3200" b="1" dirty="0" err="1"/>
              <a:t>.y</a:t>
            </a:r>
            <a:r>
              <a:rPr lang="en-US" altLang="ko-KR" sz="3200" b="1" dirty="0"/>
              <a:t> &lt; </a:t>
            </a:r>
            <a:r>
              <a:rPr lang="en-US" altLang="ko-KR" sz="3200" b="1" dirty="0" err="1">
                <a:solidFill>
                  <a:srgbClr val="FFC000"/>
                </a:solidFill>
              </a:rPr>
              <a:t>P</a:t>
            </a:r>
            <a:r>
              <a:rPr lang="en-US" altLang="ko-KR" sz="3200" b="1" dirty="0" err="1"/>
              <a:t>.y</a:t>
            </a:r>
            <a:r>
              <a:rPr lang="en-US" altLang="ko-KR" sz="3200" b="1" dirty="0"/>
              <a:t> &lt; </a:t>
            </a:r>
            <a:r>
              <a:rPr lang="en-US" altLang="ko-KR" sz="3200" b="1" dirty="0" err="1">
                <a:solidFill>
                  <a:srgbClr val="7030A0"/>
                </a:solidFill>
              </a:rPr>
              <a:t>BR</a:t>
            </a:r>
            <a:r>
              <a:rPr lang="en-US" altLang="ko-KR" sz="3200" b="1" dirty="0" err="1"/>
              <a:t>.y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61618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en-US" altLang="ko-KR" b="1" dirty="0"/>
              <a:t>OBB: </a:t>
            </a:r>
            <a:r>
              <a:rPr lang="ko-KR" altLang="en-US" dirty="0"/>
              <a:t>네 모서리의 값을 이용하여 점과의 충돌 계산</a:t>
            </a:r>
            <a:r>
              <a:rPr lang="en-US" altLang="ko-KR" dirty="0"/>
              <a:t>.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 err="1"/>
              <a:t>충돌확인</a:t>
            </a:r>
            <a:r>
              <a:rPr lang="ko-KR" altLang="en-US" dirty="0"/>
              <a:t> </a:t>
            </a:r>
            <a:r>
              <a:rPr lang="en-US" altLang="ko-KR" dirty="0"/>
              <a:t>#OBB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902809" y="2265442"/>
            <a:ext cx="107884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A. </a:t>
            </a:r>
            <a:r>
              <a:rPr lang="ko-KR" altLang="en-US" dirty="0"/>
              <a:t>각 사각형의 </a:t>
            </a:r>
            <a:r>
              <a:rPr lang="ko-KR" altLang="en-US" b="1" dirty="0">
                <a:solidFill>
                  <a:srgbClr val="FF0000"/>
                </a:solidFill>
              </a:rPr>
              <a:t>면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선분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을 기준으로 </a:t>
            </a:r>
            <a:r>
              <a:rPr lang="ko-KR" altLang="en-US" b="1" dirty="0">
                <a:solidFill>
                  <a:srgbClr val="FF0000"/>
                </a:solidFill>
              </a:rPr>
              <a:t>평면</a:t>
            </a:r>
            <a:r>
              <a:rPr lang="ko-KR" altLang="en-US" dirty="0"/>
              <a:t>을 만들어 </a:t>
            </a:r>
            <a:r>
              <a:rPr lang="ko-KR" altLang="en-US" b="1" dirty="0">
                <a:solidFill>
                  <a:srgbClr val="FFC000"/>
                </a:solidFill>
              </a:rPr>
              <a:t>점</a:t>
            </a:r>
            <a:r>
              <a:rPr lang="ko-KR" altLang="en-US" dirty="0"/>
              <a:t>이 </a:t>
            </a:r>
            <a:r>
              <a:rPr lang="ko-KR" altLang="en-US" b="1" dirty="0"/>
              <a:t>모든 평면의 뒤에 있다면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ko-KR" altLang="en-US" dirty="0"/>
              <a:t>충돌</a:t>
            </a:r>
            <a:r>
              <a:rPr lang="en-US" altLang="ko-KR" dirty="0"/>
              <a:t>O</a:t>
            </a:r>
          </a:p>
          <a:p>
            <a:r>
              <a:rPr lang="en-US" altLang="ko-KR" dirty="0"/>
              <a:t>B. </a:t>
            </a:r>
            <a:r>
              <a:rPr lang="ko-KR" altLang="en-US" dirty="0"/>
              <a:t>각 사각형의 </a:t>
            </a:r>
            <a:r>
              <a:rPr lang="ko-KR" altLang="en-US" b="1" dirty="0">
                <a:solidFill>
                  <a:srgbClr val="FF0000"/>
                </a:solidFill>
              </a:rPr>
              <a:t>면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선분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을 기준으로 </a:t>
            </a:r>
            <a:r>
              <a:rPr lang="ko-KR" altLang="en-US" b="1" dirty="0">
                <a:solidFill>
                  <a:srgbClr val="FF0000"/>
                </a:solidFill>
              </a:rPr>
              <a:t>평면</a:t>
            </a:r>
            <a:r>
              <a:rPr lang="ko-KR" altLang="en-US" dirty="0"/>
              <a:t>을 만들어 </a:t>
            </a:r>
            <a:r>
              <a:rPr lang="ko-KR" altLang="en-US" b="1" dirty="0">
                <a:solidFill>
                  <a:schemeClr val="bg2">
                    <a:lumMod val="50000"/>
                  </a:schemeClr>
                </a:solidFill>
              </a:rPr>
              <a:t>점</a:t>
            </a:r>
            <a:r>
              <a:rPr lang="ko-KR" altLang="en-US" dirty="0"/>
              <a:t>이 </a:t>
            </a:r>
            <a:r>
              <a:rPr lang="ko-KR" altLang="en-US" b="1" dirty="0"/>
              <a:t>모든 평면 중 </a:t>
            </a:r>
            <a:r>
              <a:rPr lang="en-US" altLang="ko-KR" b="1" dirty="0"/>
              <a:t>1</a:t>
            </a:r>
            <a:r>
              <a:rPr lang="ko-KR" altLang="en-US" b="1" dirty="0" err="1"/>
              <a:t>개이상</a:t>
            </a:r>
            <a:r>
              <a:rPr lang="ko-KR" altLang="en-US" b="1" dirty="0"/>
              <a:t> 앞에 있다면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ko-KR" altLang="en-US" dirty="0"/>
              <a:t>충돌</a:t>
            </a:r>
            <a:r>
              <a:rPr lang="en-US" altLang="ko-KR" dirty="0"/>
              <a:t>X</a:t>
            </a:r>
          </a:p>
          <a:p>
            <a:endParaRPr lang="en-US" altLang="ko-KR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157681" y="2901266"/>
            <a:ext cx="4890783" cy="3741490"/>
            <a:chOff x="1157681" y="2649336"/>
            <a:chExt cx="4890783" cy="3741490"/>
          </a:xfrm>
        </p:grpSpPr>
        <p:sp>
          <p:nvSpPr>
            <p:cNvPr id="68" name="직사각형 67"/>
            <p:cNvSpPr/>
            <p:nvPr/>
          </p:nvSpPr>
          <p:spPr>
            <a:xfrm>
              <a:off x="2430276" y="3479415"/>
              <a:ext cx="2160001" cy="2160001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/>
            <p:cNvCxnSpPr/>
            <p:nvPr/>
          </p:nvCxnSpPr>
          <p:spPr>
            <a:xfrm>
              <a:off x="2430275" y="2649336"/>
              <a:ext cx="0" cy="363243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>
              <a:off x="1275127" y="3469028"/>
              <a:ext cx="432033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1157681" y="5629028"/>
              <a:ext cx="4311941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4590277" y="2850672"/>
              <a:ext cx="0" cy="3540154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그룹 105"/>
            <p:cNvGrpSpPr/>
            <p:nvPr/>
          </p:nvGrpSpPr>
          <p:grpSpPr>
            <a:xfrm>
              <a:off x="3148606" y="4098106"/>
              <a:ext cx="515604" cy="389843"/>
              <a:chOff x="5052906" y="4246102"/>
              <a:chExt cx="515604" cy="389843"/>
            </a:xfrm>
          </p:grpSpPr>
          <p:sp>
            <p:nvSpPr>
              <p:cNvPr id="71" name="타원 70"/>
              <p:cNvSpPr/>
              <p:nvPr/>
            </p:nvSpPr>
            <p:spPr>
              <a:xfrm>
                <a:off x="5052906" y="4246102"/>
                <a:ext cx="125106" cy="125106"/>
              </a:xfrm>
              <a:prstGeom prst="ellipse">
                <a:avLst/>
              </a:prstGeom>
              <a:solidFill>
                <a:srgbClr val="FFC00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198482" y="4266613"/>
                <a:ext cx="3700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C000"/>
                    </a:solidFill>
                  </a:rPr>
                  <a:t>S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15" name="직선 화살표 연결선 14"/>
            <p:cNvCxnSpPr/>
            <p:nvPr/>
          </p:nvCxnSpPr>
          <p:spPr>
            <a:xfrm flipH="1" flipV="1">
              <a:off x="2428179" y="3019028"/>
              <a:ext cx="4191" cy="450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>
              <a:off x="4590276" y="3467731"/>
              <a:ext cx="450000" cy="220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/>
            <p:nvPr/>
          </p:nvCxnSpPr>
          <p:spPr>
            <a:xfrm flipH="1">
              <a:off x="1982086" y="5623108"/>
              <a:ext cx="448190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/>
            <p:nvPr/>
          </p:nvCxnSpPr>
          <p:spPr>
            <a:xfrm flipH="1">
              <a:off x="4588434" y="5639416"/>
              <a:ext cx="4191" cy="450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5367448" y="3838190"/>
              <a:ext cx="681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평면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 flipV="1">
              <a:off x="4590280" y="3765289"/>
              <a:ext cx="777168" cy="2274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/>
          <p:cNvGrpSpPr/>
          <p:nvPr/>
        </p:nvGrpSpPr>
        <p:grpSpPr>
          <a:xfrm rot="18900000">
            <a:off x="6955122" y="2373608"/>
            <a:ext cx="3058190" cy="4728234"/>
            <a:chOff x="1982086" y="2195001"/>
            <a:chExt cx="3058190" cy="4728234"/>
          </a:xfrm>
        </p:grpSpPr>
        <p:sp>
          <p:nvSpPr>
            <p:cNvPr id="48" name="직사각형 47"/>
            <p:cNvSpPr/>
            <p:nvPr/>
          </p:nvSpPr>
          <p:spPr>
            <a:xfrm>
              <a:off x="2430276" y="3479415"/>
              <a:ext cx="2160001" cy="2160001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430275" y="2649336"/>
              <a:ext cx="0" cy="363243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/>
            <p:nvPr/>
          </p:nvCxnSpPr>
          <p:spPr>
            <a:xfrm rot="2700000" flipV="1">
              <a:off x="2167250" y="2195001"/>
              <a:ext cx="2548051" cy="254805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 rot="2700000" flipV="1">
              <a:off x="2136203" y="4334822"/>
              <a:ext cx="2588413" cy="2588413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>
              <a:off x="4590277" y="2850672"/>
              <a:ext cx="0" cy="3540154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/>
            <p:cNvGrpSpPr/>
            <p:nvPr/>
          </p:nvGrpSpPr>
          <p:grpSpPr>
            <a:xfrm>
              <a:off x="2932114" y="3805045"/>
              <a:ext cx="369332" cy="418167"/>
              <a:chOff x="4836414" y="3953041"/>
              <a:chExt cx="369332" cy="418167"/>
            </a:xfrm>
          </p:grpSpPr>
          <p:sp>
            <p:nvSpPr>
              <p:cNvPr id="60" name="타원 59"/>
              <p:cNvSpPr/>
              <p:nvPr/>
            </p:nvSpPr>
            <p:spPr>
              <a:xfrm>
                <a:off x="5052906" y="4246102"/>
                <a:ext cx="125106" cy="125106"/>
              </a:xfrm>
              <a:prstGeom prst="ellipse">
                <a:avLst/>
              </a:prstGeom>
              <a:solidFill>
                <a:srgbClr val="FFC000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 rot="2700000">
                <a:off x="4836066" y="3953389"/>
                <a:ext cx="3700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C000"/>
                    </a:solidFill>
                  </a:rPr>
                  <a:t>S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54" name="직선 화살표 연결선 53"/>
            <p:cNvCxnSpPr>
              <a:stCxn id="48" idx="0"/>
            </p:cNvCxnSpPr>
            <p:nvPr/>
          </p:nvCxnSpPr>
          <p:spPr>
            <a:xfrm flipH="1" flipV="1">
              <a:off x="3506086" y="3007144"/>
              <a:ext cx="4191" cy="450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48" idx="3"/>
            </p:cNvCxnSpPr>
            <p:nvPr/>
          </p:nvCxnSpPr>
          <p:spPr>
            <a:xfrm>
              <a:off x="4590276" y="4559416"/>
              <a:ext cx="450000" cy="220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/>
            <p:cNvCxnSpPr>
              <a:stCxn id="48" idx="1"/>
            </p:cNvCxnSpPr>
            <p:nvPr/>
          </p:nvCxnSpPr>
          <p:spPr>
            <a:xfrm flipH="1">
              <a:off x="1982086" y="4559416"/>
              <a:ext cx="448190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48" idx="2"/>
            </p:cNvCxnSpPr>
            <p:nvPr/>
          </p:nvCxnSpPr>
          <p:spPr>
            <a:xfrm flipH="1">
              <a:off x="3506086" y="5639416"/>
              <a:ext cx="4191" cy="450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타원 34"/>
          <p:cNvSpPr/>
          <p:nvPr/>
        </p:nvSpPr>
        <p:spPr>
          <a:xfrm>
            <a:off x="9245534" y="3260311"/>
            <a:ext cx="123382" cy="123382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9230816" y="2989620"/>
            <a:ext cx="33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F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347717" y="2787226"/>
            <a:ext cx="358911" cy="412773"/>
            <a:chOff x="6680233" y="3709933"/>
            <a:chExt cx="358911" cy="412773"/>
          </a:xfrm>
        </p:grpSpPr>
        <p:sp>
          <p:nvSpPr>
            <p:cNvPr id="38" name="타원 37"/>
            <p:cNvSpPr/>
            <p:nvPr/>
          </p:nvSpPr>
          <p:spPr>
            <a:xfrm>
              <a:off x="6680233" y="3999324"/>
              <a:ext cx="123382" cy="12338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02672" y="3709933"/>
              <a:ext cx="336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</a:rPr>
                <a:t>F</a:t>
              </a:r>
              <a:endParaRPr lang="ko-KR" altLang="en-US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565663" y="3640953"/>
            <a:ext cx="144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평면의 방향</a:t>
            </a:r>
          </a:p>
        </p:txBody>
      </p:sp>
      <p:cxnSp>
        <p:nvCxnSpPr>
          <p:cNvPr id="10" name="직선 화살표 연결선 9"/>
          <p:cNvCxnSpPr>
            <a:endCxn id="71" idx="1"/>
          </p:cNvCxnSpPr>
          <p:nvPr/>
        </p:nvCxnSpPr>
        <p:spPr>
          <a:xfrm>
            <a:off x="2428179" y="3731345"/>
            <a:ext cx="738748" cy="637012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endCxn id="38" idx="2"/>
          </p:cNvCxnSpPr>
          <p:nvPr/>
        </p:nvCxnSpPr>
        <p:spPr>
          <a:xfrm flipV="1">
            <a:off x="2428179" y="3138308"/>
            <a:ext cx="919538" cy="593037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48" idx="3"/>
            <a:endCxn id="35" idx="4"/>
          </p:cNvCxnSpPr>
          <p:nvPr/>
        </p:nvCxnSpPr>
        <p:spPr>
          <a:xfrm flipV="1">
            <a:off x="9247464" y="3383693"/>
            <a:ext cx="59761" cy="591206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48" idx="3"/>
          </p:cNvCxnSpPr>
          <p:nvPr/>
        </p:nvCxnSpPr>
        <p:spPr>
          <a:xfrm flipH="1">
            <a:off x="8039199" y="3974899"/>
            <a:ext cx="1208265" cy="626107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71" idx="0"/>
          </p:cNvCxnSpPr>
          <p:nvPr/>
        </p:nvCxnSpPr>
        <p:spPr>
          <a:xfrm flipH="1">
            <a:off x="3211159" y="3719661"/>
            <a:ext cx="1377276" cy="630375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endCxn id="71" idx="4"/>
          </p:cNvCxnSpPr>
          <p:nvPr/>
        </p:nvCxnSpPr>
        <p:spPr>
          <a:xfrm flipH="1" flipV="1">
            <a:off x="3211159" y="4475142"/>
            <a:ext cx="1377275" cy="1399896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V="1">
            <a:off x="2428179" y="4459452"/>
            <a:ext cx="720428" cy="1415586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endCxn id="38" idx="3"/>
          </p:cNvCxnSpPr>
          <p:nvPr/>
        </p:nvCxnSpPr>
        <p:spPr>
          <a:xfrm flipV="1">
            <a:off x="2434300" y="3181930"/>
            <a:ext cx="931486" cy="2663377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endCxn id="38" idx="5"/>
          </p:cNvCxnSpPr>
          <p:nvPr/>
        </p:nvCxnSpPr>
        <p:spPr>
          <a:xfrm flipH="1" flipV="1">
            <a:off x="3453030" y="3181930"/>
            <a:ext cx="1128621" cy="2663377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endCxn id="38" idx="6"/>
          </p:cNvCxnSpPr>
          <p:nvPr/>
        </p:nvCxnSpPr>
        <p:spPr>
          <a:xfrm flipH="1" flipV="1">
            <a:off x="3471099" y="3138308"/>
            <a:ext cx="1106182" cy="595112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endCxn id="35" idx="2"/>
          </p:cNvCxnSpPr>
          <p:nvPr/>
        </p:nvCxnSpPr>
        <p:spPr>
          <a:xfrm flipV="1">
            <a:off x="7709091" y="3322002"/>
            <a:ext cx="1536443" cy="65770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48" idx="1"/>
            <a:endCxn id="35" idx="3"/>
          </p:cNvCxnSpPr>
          <p:nvPr/>
        </p:nvCxnSpPr>
        <p:spPr>
          <a:xfrm flipV="1">
            <a:off x="7720112" y="3365624"/>
            <a:ext cx="1543491" cy="2136627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48" idx="2"/>
            <a:endCxn id="35" idx="4"/>
          </p:cNvCxnSpPr>
          <p:nvPr/>
        </p:nvCxnSpPr>
        <p:spPr>
          <a:xfrm flipV="1">
            <a:off x="9247464" y="3383693"/>
            <a:ext cx="59761" cy="2118557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48" idx="0"/>
            <a:endCxn id="60" idx="0"/>
          </p:cNvCxnSpPr>
          <p:nvPr/>
        </p:nvCxnSpPr>
        <p:spPr>
          <a:xfrm>
            <a:off x="7720112" y="3974898"/>
            <a:ext cx="225972" cy="64899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48" idx="1"/>
          </p:cNvCxnSpPr>
          <p:nvPr/>
        </p:nvCxnSpPr>
        <p:spPr>
          <a:xfrm flipV="1">
            <a:off x="7720112" y="4738574"/>
            <a:ext cx="246555" cy="763677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48" idx="2"/>
          </p:cNvCxnSpPr>
          <p:nvPr/>
        </p:nvCxnSpPr>
        <p:spPr>
          <a:xfrm flipH="1" flipV="1">
            <a:off x="8050221" y="4674772"/>
            <a:ext cx="1197243" cy="827478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67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D4CA28-22B3-42CE-B607-41771F4B8F8C}"/>
              </a:ext>
            </a:extLst>
          </p:cNvPr>
          <p:cNvSpPr/>
          <p:nvPr/>
        </p:nvSpPr>
        <p:spPr>
          <a:xfrm>
            <a:off x="243460" y="2251332"/>
            <a:ext cx="4888377" cy="4488169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lang="en-US" altLang="ko-KR" dirty="0"/>
              <a:t>Plane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ko-KR" altLang="en-US" b="1" dirty="0"/>
              <a:t>레이어를 활용하여 충돌체크 </a:t>
            </a:r>
            <a:r>
              <a:rPr lang="ko-KR" altLang="en-US" b="1" dirty="0" err="1"/>
              <a:t>연산량을</a:t>
            </a:r>
            <a:r>
              <a:rPr lang="ko-KR" altLang="en-US" b="1" dirty="0"/>
              <a:t> 줄 일 수 있다</a:t>
            </a:r>
            <a:r>
              <a:rPr lang="en-US" altLang="ko-KR" b="1" dirty="0"/>
              <a:t>.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충돌체크와 레이어</a:t>
            </a:r>
            <a:r>
              <a:rPr lang="en-US" altLang="ko-KR" dirty="0"/>
              <a:t>(Unity3D)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978867-2CBF-4E16-9C79-9D6C08B40C87}"/>
              </a:ext>
            </a:extLst>
          </p:cNvPr>
          <p:cNvSpPr/>
          <p:nvPr/>
        </p:nvSpPr>
        <p:spPr>
          <a:xfrm>
            <a:off x="2319088" y="4298070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9710FC1-A20B-4164-833E-5410867EE5C7}"/>
              </a:ext>
            </a:extLst>
          </p:cNvPr>
          <p:cNvSpPr/>
          <p:nvPr/>
        </p:nvSpPr>
        <p:spPr>
          <a:xfrm>
            <a:off x="2309758" y="2582933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E36ED1-889F-40A1-B0DC-4BA5D4C5D467}"/>
              </a:ext>
            </a:extLst>
          </p:cNvPr>
          <p:cNvSpPr/>
          <p:nvPr/>
        </p:nvSpPr>
        <p:spPr>
          <a:xfrm>
            <a:off x="691331" y="3446748"/>
            <a:ext cx="4235232" cy="628016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Wall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E4CC835-63BD-4E5E-9C1F-429843EB4CD1}"/>
              </a:ext>
            </a:extLst>
          </p:cNvPr>
          <p:cNvSpPr/>
          <p:nvPr/>
        </p:nvSpPr>
        <p:spPr>
          <a:xfrm>
            <a:off x="999239" y="2988296"/>
            <a:ext cx="3358155" cy="3358155"/>
          </a:xfrm>
          <a:prstGeom prst="ellipse">
            <a:avLst/>
          </a:prstGeom>
          <a:noFill/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4623FB-F5E4-4621-B8A5-872597552E39}"/>
              </a:ext>
            </a:extLst>
          </p:cNvPr>
          <p:cNvSpPr txBox="1"/>
          <p:nvPr/>
        </p:nvSpPr>
        <p:spPr>
          <a:xfrm>
            <a:off x="5520615" y="2621996"/>
            <a:ext cx="363893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#</a:t>
            </a:r>
            <a:r>
              <a:rPr lang="ko-KR" altLang="en-US" sz="2000" b="1" dirty="0"/>
              <a:t>레이어 없는 충돌연산</a:t>
            </a:r>
            <a:br>
              <a:rPr lang="en-US" altLang="ko-KR" dirty="0"/>
            </a:br>
            <a:r>
              <a:rPr lang="en-US" altLang="ko-KR" b="1" dirty="0">
                <a:solidFill>
                  <a:srgbClr val="FFC000"/>
                </a:solidFill>
              </a:rPr>
              <a:t>P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Wall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M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Plane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/>
              <a:t>etc.. (</a:t>
            </a:r>
            <a:r>
              <a:rPr lang="ko-KR" altLang="en-US" dirty="0" err="1"/>
              <a:t>하이라키상에</a:t>
            </a:r>
            <a:r>
              <a:rPr lang="ko-KR" altLang="en-US" dirty="0"/>
              <a:t> 모든 물체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3E2DBC-4279-4973-AC4B-8B3CC4696F10}"/>
              </a:ext>
            </a:extLst>
          </p:cNvPr>
          <p:cNvSpPr txBox="1"/>
          <p:nvPr/>
        </p:nvSpPr>
        <p:spPr>
          <a:xfrm>
            <a:off x="5520615" y="4499433"/>
            <a:ext cx="3931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#</a:t>
            </a:r>
            <a:r>
              <a:rPr lang="ko-KR" altLang="en-US" b="1" dirty="0"/>
              <a:t>레이어를 활용한 충돌연산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en-US" altLang="ko-KR" b="1" dirty="0">
                <a:solidFill>
                  <a:srgbClr val="00B050"/>
                </a:solidFill>
              </a:rPr>
              <a:t>P</a:t>
            </a:r>
            <a:br>
              <a:rPr lang="en-US" altLang="ko-KR" dirty="0"/>
            </a:b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Wall</a:t>
            </a:r>
            <a:br>
              <a:rPr lang="en-US" altLang="ko-KR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M</a:t>
            </a:r>
            <a:br>
              <a:rPr lang="en-US" altLang="ko-KR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Plane</a:t>
            </a:r>
          </a:p>
          <a:p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etc.. (</a:t>
            </a:r>
            <a:r>
              <a:rPr lang="ko-KR" altLang="en-US" dirty="0" err="1">
                <a:solidFill>
                  <a:schemeClr val="bg2">
                    <a:lumMod val="75000"/>
                  </a:schemeClr>
                </a:solidFill>
              </a:rPr>
              <a:t>하이라키상에</a:t>
            </a:r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 모든 물체</a:t>
            </a: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1F8703-5BF5-4182-B5CA-F846AC00F9B2}"/>
              </a:ext>
            </a:extLst>
          </p:cNvPr>
          <p:cNvSpPr txBox="1"/>
          <p:nvPr/>
        </p:nvSpPr>
        <p:spPr>
          <a:xfrm>
            <a:off x="5778758" y="4809212"/>
            <a:ext cx="5977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B050"/>
                </a:solidFill>
              </a:rPr>
              <a:t>&lt;&lt; </a:t>
            </a:r>
            <a:r>
              <a:rPr lang="ko-KR" altLang="en-US" sz="1200" b="1" dirty="0">
                <a:solidFill>
                  <a:srgbClr val="00B050"/>
                </a:solidFill>
              </a:rPr>
              <a:t>레이어를 이용하여 플레이어만 해당 레이어만 충돌체크 하도록 만들 수 있다</a:t>
            </a:r>
            <a:r>
              <a:rPr lang="en-US" altLang="ko-KR" sz="1200" b="1" dirty="0">
                <a:solidFill>
                  <a:srgbClr val="00B050"/>
                </a:solidFill>
              </a:rPr>
              <a:t>.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50DB19-6AD9-4B5F-B4E2-5328A81FD017}"/>
              </a:ext>
            </a:extLst>
          </p:cNvPr>
          <p:cNvSpPr txBox="1"/>
          <p:nvPr/>
        </p:nvSpPr>
        <p:spPr>
          <a:xfrm>
            <a:off x="5778758" y="2988296"/>
            <a:ext cx="5650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&lt;&lt; </a:t>
            </a:r>
            <a:r>
              <a:rPr lang="ko-KR" altLang="en-US" sz="1200" b="1" dirty="0">
                <a:solidFill>
                  <a:srgbClr val="FFC000"/>
                </a:solidFill>
              </a:rPr>
              <a:t>태그를 이용하여 필요 물체를 따로 찾아야한다</a:t>
            </a:r>
            <a:r>
              <a:rPr lang="en-US" altLang="ko-KR" sz="1200" b="1" dirty="0">
                <a:solidFill>
                  <a:srgbClr val="FFC000"/>
                </a:solidFill>
              </a:rPr>
              <a:t>.</a:t>
            </a:r>
            <a:endParaRPr lang="ko-KR" altLang="en-US" sz="1200" b="1" dirty="0">
              <a:solidFill>
                <a:srgbClr val="FFC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B8CF4B-4624-4D39-8E10-EC5603FA9709}"/>
              </a:ext>
            </a:extLst>
          </p:cNvPr>
          <p:cNvSpPr txBox="1"/>
          <p:nvPr/>
        </p:nvSpPr>
        <p:spPr>
          <a:xfrm>
            <a:off x="8679231" y="4067544"/>
            <a:ext cx="3931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&lt;&lt;</a:t>
            </a:r>
            <a:r>
              <a:rPr lang="ko-KR" altLang="en-US" sz="1200" b="1" dirty="0">
                <a:solidFill>
                  <a:srgbClr val="FF0000"/>
                </a:solidFill>
              </a:rPr>
              <a:t>감지는 되지 않지만 연산에는 포함된다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42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 animBg="1"/>
      <p:bldP spid="69" grpId="0" animBg="1"/>
      <p:bldP spid="69" grpId="1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30779"/>
            <a:ext cx="11543607" cy="4862300"/>
          </a:xfrm>
        </p:spPr>
        <p:txBody>
          <a:bodyPr>
            <a:normAutofit/>
          </a:bodyPr>
          <a:lstStyle/>
          <a:p>
            <a:r>
              <a:rPr lang="ko-KR" altLang="en-US" b="1" dirty="0"/>
              <a:t>벡터와 행렬</a:t>
            </a:r>
            <a:r>
              <a:rPr lang="en-US" altLang="ko-KR" b="1" dirty="0"/>
              <a:t>(</a:t>
            </a:r>
            <a:r>
              <a:rPr lang="ko-KR" altLang="en-US" b="1" dirty="0"/>
              <a:t>또는 사원수</a:t>
            </a:r>
            <a:r>
              <a:rPr lang="en-US" altLang="ko-KR" b="1" dirty="0"/>
              <a:t>)</a:t>
            </a:r>
            <a:r>
              <a:rPr lang="ko-KR" altLang="en-US" b="1" dirty="0"/>
              <a:t>의 곱</a:t>
            </a:r>
            <a:r>
              <a:rPr lang="en-US" altLang="ko-KR" b="1" dirty="0"/>
              <a:t>: </a:t>
            </a:r>
            <a:r>
              <a:rPr lang="en-US" altLang="ko-KR" dirty="0"/>
              <a:t>3</a:t>
            </a:r>
            <a:r>
              <a:rPr lang="ko-KR" altLang="en-US" dirty="0"/>
              <a:t>차원상의 </a:t>
            </a:r>
            <a:r>
              <a:rPr lang="ko-KR" altLang="en-US" dirty="0" err="1"/>
              <a:t>위치값을</a:t>
            </a:r>
            <a:r>
              <a:rPr lang="ko-KR" altLang="en-US" dirty="0"/>
              <a:t> 이동</a:t>
            </a:r>
            <a:r>
              <a:rPr lang="en-US" altLang="ko-KR" dirty="0"/>
              <a:t>,</a:t>
            </a:r>
            <a:r>
              <a:rPr lang="ko-KR" altLang="en-US" dirty="0"/>
              <a:t>회전</a:t>
            </a:r>
            <a:r>
              <a:rPr lang="en-US" altLang="ko-KR" dirty="0"/>
              <a:t> </a:t>
            </a:r>
            <a:r>
              <a:rPr lang="ko-KR" altLang="en-US" dirty="0" err="1"/>
              <a:t>시킨결과를</a:t>
            </a:r>
            <a:r>
              <a:rPr lang="ko-KR" altLang="en-US" dirty="0"/>
              <a:t> 도출한다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행렬과 행렬의 곱</a:t>
            </a:r>
            <a:r>
              <a:rPr lang="en-US" altLang="ko-KR" b="1" dirty="0"/>
              <a:t>: </a:t>
            </a:r>
            <a:r>
              <a:rPr lang="ko-KR" altLang="en-US" dirty="0"/>
              <a:t>오브젝트의 변형 상태들 끼리 곱하여 최종 변형을 만들어냄</a:t>
            </a:r>
            <a:r>
              <a:rPr lang="en-US" altLang="ko-KR" dirty="0"/>
              <a:t>. </a:t>
            </a:r>
            <a:r>
              <a:rPr lang="ko-KR" altLang="en-US" dirty="0" err="1"/>
              <a:t>오일러회전에도</a:t>
            </a:r>
            <a:r>
              <a:rPr lang="ko-KR" altLang="en-US" dirty="0"/>
              <a:t> 응용해서 사용됨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평면과 점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평면의 앞뒤를 </a:t>
            </a:r>
            <a:r>
              <a:rPr lang="ko-KR" altLang="en-US" dirty="0" err="1"/>
              <a:t>알수있는</a:t>
            </a:r>
            <a:r>
              <a:rPr lang="ko-KR" altLang="en-US" dirty="0"/>
              <a:t> 특성을 이용하여 충돌체크에 응용 할 수 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광선충돌</a:t>
            </a:r>
            <a:r>
              <a:rPr lang="en-US" altLang="ko-KR" b="1" dirty="0"/>
              <a:t>(</a:t>
            </a:r>
            <a:r>
              <a:rPr lang="en-US" altLang="ko-KR" b="1" dirty="0" err="1"/>
              <a:t>RayPicking</a:t>
            </a:r>
            <a:r>
              <a:rPr lang="en-US" altLang="ko-KR" b="1" dirty="0"/>
              <a:t>):</a:t>
            </a:r>
            <a:r>
              <a:rPr lang="en-US" altLang="ko-KR" dirty="0"/>
              <a:t> FPS</a:t>
            </a:r>
            <a:r>
              <a:rPr lang="ko-KR" altLang="en-US" dirty="0"/>
              <a:t>에서 총을 </a:t>
            </a:r>
            <a:r>
              <a:rPr lang="ko-KR" altLang="en-US" dirty="0" err="1"/>
              <a:t>쐈을때</a:t>
            </a:r>
            <a:r>
              <a:rPr lang="ko-KR" altLang="en-US" dirty="0"/>
              <a:t> 충돌 판정이나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마우스를 이용하여 해당위치로 </a:t>
            </a:r>
            <a:r>
              <a:rPr lang="ko-KR" altLang="en-US" dirty="0" err="1"/>
              <a:t>이동할때</a:t>
            </a:r>
            <a:r>
              <a:rPr lang="ko-KR" altLang="en-US" dirty="0"/>
              <a:t> 사용된다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충돌체크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게임에서 물체가 </a:t>
            </a:r>
            <a:r>
              <a:rPr lang="ko-KR" altLang="en-US" dirty="0" err="1"/>
              <a:t>부딧혔을때</a:t>
            </a:r>
            <a:r>
              <a:rPr lang="ko-KR" altLang="en-US" dirty="0"/>
              <a:t> 상태를 파악하여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게임에 물체간의 </a:t>
            </a:r>
            <a:r>
              <a:rPr lang="ko-KR" altLang="en-US" dirty="0" err="1"/>
              <a:t>층돌을</a:t>
            </a:r>
            <a:r>
              <a:rPr lang="ko-KR" altLang="en-US" dirty="0"/>
              <a:t> 간략하게 계산하여 </a:t>
            </a:r>
            <a:r>
              <a:rPr lang="ko-KR" altLang="en-US" dirty="0" err="1"/>
              <a:t>나타낼수있다</a:t>
            </a:r>
            <a:r>
              <a:rPr lang="en-US" altLang="ko-KR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게임수학의 활용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2956" y="5311367"/>
            <a:ext cx="78377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</a:rPr>
              <a:t>직접계산보단 원리를 파악하여</a:t>
            </a:r>
            <a:r>
              <a:rPr lang="en-US" altLang="ko-KR" sz="4000" b="1" dirty="0">
                <a:solidFill>
                  <a:srgbClr val="FF0000"/>
                </a:solidFill>
              </a:rPr>
              <a:t>,</a:t>
            </a:r>
            <a:br>
              <a:rPr lang="en-US" altLang="ko-KR" sz="4000" b="1" dirty="0">
                <a:solidFill>
                  <a:srgbClr val="FF0000"/>
                </a:solidFill>
              </a:rPr>
            </a:br>
            <a:r>
              <a:rPr lang="ko-KR" altLang="en-US" sz="4000" b="1" dirty="0">
                <a:solidFill>
                  <a:srgbClr val="FF0000"/>
                </a:solidFill>
              </a:rPr>
              <a:t>게임에 적용하는 것이 중요</a:t>
            </a:r>
            <a:r>
              <a:rPr lang="en-US" altLang="ko-KR" sz="4000" b="1" dirty="0">
                <a:solidFill>
                  <a:srgbClr val="FF0000"/>
                </a:solidFill>
              </a:rPr>
              <a:t>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49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ko-KR" altLang="en-US" b="1" dirty="0"/>
              <a:t>외적을 이용하여 위치에 따라 회전하는 축을 구 할 수 있다</a:t>
            </a:r>
            <a:r>
              <a:rPr lang="en-US" altLang="ko-KR" b="1" dirty="0"/>
              <a:t>.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게임수학 활용 </a:t>
            </a:r>
            <a:r>
              <a:rPr lang="en-US" altLang="ko-KR" dirty="0"/>
              <a:t>#Cross(</a:t>
            </a:r>
            <a:r>
              <a:rPr lang="ko-KR" altLang="en-US" dirty="0"/>
              <a:t>외적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978867-2CBF-4E16-9C79-9D6C08B40C87}"/>
              </a:ext>
            </a:extLst>
          </p:cNvPr>
          <p:cNvSpPr/>
          <p:nvPr/>
        </p:nvSpPr>
        <p:spPr>
          <a:xfrm>
            <a:off x="2319088" y="4298070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9710FC1-A20B-4164-833E-5410867EE5C7}"/>
              </a:ext>
            </a:extLst>
          </p:cNvPr>
          <p:cNvSpPr/>
          <p:nvPr/>
        </p:nvSpPr>
        <p:spPr>
          <a:xfrm>
            <a:off x="3413217" y="2988296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T1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B8CF4B-4624-4D39-8E10-EC5603FA9709}"/>
              </a:ext>
            </a:extLst>
          </p:cNvPr>
          <p:cNvSpPr txBox="1"/>
          <p:nvPr/>
        </p:nvSpPr>
        <p:spPr>
          <a:xfrm>
            <a:off x="7585102" y="5486676"/>
            <a:ext cx="3931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/>
                </a:solidFill>
              </a:rPr>
              <a:t>1. </a:t>
            </a:r>
            <a:r>
              <a:rPr lang="en-US" altLang="ko-KR" sz="1200" b="1" dirty="0" err="1">
                <a:solidFill>
                  <a:schemeClr val="accent5"/>
                </a:solidFill>
              </a:rPr>
              <a:t>Forword</a:t>
            </a:r>
            <a:r>
              <a:rPr lang="ko-KR" altLang="en-US" sz="1200" b="1" dirty="0"/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ToT1(T4)</a:t>
            </a:r>
            <a:r>
              <a:rPr lang="ko-KR" altLang="en-US" sz="1200" b="1" dirty="0"/>
              <a:t>을 </a:t>
            </a:r>
            <a:r>
              <a:rPr lang="ko-KR" altLang="en-US" sz="1200" b="1" dirty="0" err="1"/>
              <a:t>외적하면</a:t>
            </a:r>
            <a:r>
              <a:rPr lang="en-US" altLang="ko-KR" sz="1200" b="1" dirty="0"/>
              <a:t>, </a:t>
            </a:r>
            <a:r>
              <a:rPr lang="en-US" altLang="ko-KR" sz="1200" b="1" dirty="0" err="1">
                <a:solidFill>
                  <a:srgbClr val="92D050"/>
                </a:solidFill>
              </a:rPr>
              <a:t>Asix</a:t>
            </a:r>
            <a:r>
              <a:rPr lang="ko-KR" altLang="en-US" sz="1200" b="1" dirty="0"/>
              <a:t>가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나온다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6BFBD7-BE74-4E84-8551-C60A3BE3684C}"/>
              </a:ext>
            </a:extLst>
          </p:cNvPr>
          <p:cNvSpPr/>
          <p:nvPr/>
        </p:nvSpPr>
        <p:spPr>
          <a:xfrm>
            <a:off x="1089117" y="5516640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57D20D-699C-4C81-ACFA-D0D5BF0C9411}"/>
              </a:ext>
            </a:extLst>
          </p:cNvPr>
          <p:cNvSpPr/>
          <p:nvPr/>
        </p:nvSpPr>
        <p:spPr>
          <a:xfrm>
            <a:off x="3372553" y="5516639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F75EC1-E7B9-4664-858F-4DF58C179FF1}"/>
              </a:ext>
            </a:extLst>
          </p:cNvPr>
          <p:cNvSpPr/>
          <p:nvPr/>
        </p:nvSpPr>
        <p:spPr>
          <a:xfrm>
            <a:off x="1096078" y="2988295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T2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5E469C4-2128-4E1F-85F6-062639C820A6}"/>
              </a:ext>
            </a:extLst>
          </p:cNvPr>
          <p:cNvCxnSpPr>
            <a:cxnSpLocks/>
          </p:cNvCxnSpPr>
          <p:nvPr/>
        </p:nvCxnSpPr>
        <p:spPr>
          <a:xfrm>
            <a:off x="2687647" y="4666629"/>
            <a:ext cx="1053465" cy="121856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8E8649-B0FA-463D-94FA-D9394A3A562F}"/>
              </a:ext>
            </a:extLst>
          </p:cNvPr>
          <p:cNvCxnSpPr/>
          <p:nvPr/>
        </p:nvCxnSpPr>
        <p:spPr>
          <a:xfrm flipV="1">
            <a:off x="2687647" y="2828925"/>
            <a:ext cx="0" cy="1837704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2B706FA-D67F-4492-88E0-63794C41C542}"/>
              </a:ext>
            </a:extLst>
          </p:cNvPr>
          <p:cNvCxnSpPr>
            <a:cxnSpLocks/>
          </p:cNvCxnSpPr>
          <p:nvPr/>
        </p:nvCxnSpPr>
        <p:spPr>
          <a:xfrm flipV="1">
            <a:off x="2687646" y="3356854"/>
            <a:ext cx="1094130" cy="13097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원호 22">
            <a:extLst>
              <a:ext uri="{FF2B5EF4-FFF2-40B4-BE49-F238E27FC236}">
                <a16:creationId xmlns:a16="http://schemas.microsoft.com/office/drawing/2014/main" id="{768A6563-1193-43B2-9E25-7C65246ADB6E}"/>
              </a:ext>
            </a:extLst>
          </p:cNvPr>
          <p:cNvSpPr/>
          <p:nvPr/>
        </p:nvSpPr>
        <p:spPr>
          <a:xfrm>
            <a:off x="2130751" y="4119565"/>
            <a:ext cx="1094128" cy="1094128"/>
          </a:xfrm>
          <a:prstGeom prst="arc">
            <a:avLst>
              <a:gd name="adj1" fmla="val 16200000"/>
              <a:gd name="adj2" fmla="val 2711918"/>
            </a:avLst>
          </a:prstGeom>
          <a:ln w="254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1CA2756-5EAA-43EA-BED0-C29774992392}"/>
              </a:ext>
            </a:extLst>
          </p:cNvPr>
          <p:cNvCxnSpPr>
            <a:cxnSpLocks/>
          </p:cNvCxnSpPr>
          <p:nvPr/>
        </p:nvCxnSpPr>
        <p:spPr>
          <a:xfrm flipH="1" flipV="1">
            <a:off x="1405182" y="3330750"/>
            <a:ext cx="1241801" cy="133587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2982D8C-4008-4235-A4E6-B8AA09771A0C}"/>
              </a:ext>
            </a:extLst>
          </p:cNvPr>
          <p:cNvCxnSpPr>
            <a:cxnSpLocks/>
          </p:cNvCxnSpPr>
          <p:nvPr/>
        </p:nvCxnSpPr>
        <p:spPr>
          <a:xfrm flipH="1">
            <a:off x="1405182" y="4666628"/>
            <a:ext cx="1282464" cy="12446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원호 35">
            <a:extLst>
              <a:ext uri="{FF2B5EF4-FFF2-40B4-BE49-F238E27FC236}">
                <a16:creationId xmlns:a16="http://schemas.microsoft.com/office/drawing/2014/main" id="{A8AEFCF3-3FE3-4931-A569-40C757399571}"/>
              </a:ext>
            </a:extLst>
          </p:cNvPr>
          <p:cNvSpPr/>
          <p:nvPr/>
        </p:nvSpPr>
        <p:spPr>
          <a:xfrm>
            <a:off x="2120251" y="4119564"/>
            <a:ext cx="1094128" cy="1094128"/>
          </a:xfrm>
          <a:prstGeom prst="arc">
            <a:avLst>
              <a:gd name="adj1" fmla="val 8015354"/>
              <a:gd name="adj2" fmla="val 16358477"/>
            </a:avLst>
          </a:prstGeom>
          <a:ln w="25400">
            <a:solidFill>
              <a:srgbClr val="FFC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02B65C-08E3-442E-B953-AB01EDA4A20E}"/>
              </a:ext>
            </a:extLst>
          </p:cNvPr>
          <p:cNvSpPr/>
          <p:nvPr/>
        </p:nvSpPr>
        <p:spPr>
          <a:xfrm>
            <a:off x="6095999" y="4298068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EDFCDD-EB6D-40D7-BCCB-3F0CA185FD13}"/>
              </a:ext>
            </a:extLst>
          </p:cNvPr>
          <p:cNvSpPr txBox="1"/>
          <p:nvPr/>
        </p:nvSpPr>
        <p:spPr>
          <a:xfrm>
            <a:off x="466725" y="234315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#topVeiw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ADCD2C-DDCB-43DA-89E8-346B27D51B1F}"/>
              </a:ext>
            </a:extLst>
          </p:cNvPr>
          <p:cNvSpPr txBox="1"/>
          <p:nvPr/>
        </p:nvSpPr>
        <p:spPr>
          <a:xfrm>
            <a:off x="4476750" y="242371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#SideView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93F4F8-4ED2-4E9A-AB0E-84726E18B28C}"/>
              </a:ext>
            </a:extLst>
          </p:cNvPr>
          <p:cNvSpPr/>
          <p:nvPr/>
        </p:nvSpPr>
        <p:spPr>
          <a:xfrm>
            <a:off x="7585102" y="4298067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T1</a:t>
            </a:r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FE99763-D227-4E52-98A2-406A504C0F1A}"/>
              </a:ext>
            </a:extLst>
          </p:cNvPr>
          <p:cNvCxnSpPr>
            <a:cxnSpLocks/>
          </p:cNvCxnSpPr>
          <p:nvPr/>
        </p:nvCxnSpPr>
        <p:spPr>
          <a:xfrm>
            <a:off x="6464558" y="4666626"/>
            <a:ext cx="1489103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EF9D105-5F0E-4D1E-98EB-A289338814B1}"/>
              </a:ext>
            </a:extLst>
          </p:cNvPr>
          <p:cNvCxnSpPr/>
          <p:nvPr/>
        </p:nvCxnSpPr>
        <p:spPr>
          <a:xfrm flipV="1">
            <a:off x="6464558" y="3330750"/>
            <a:ext cx="0" cy="1335876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2716269-84A6-4B46-A659-B786609A7348}"/>
              </a:ext>
            </a:extLst>
          </p:cNvPr>
          <p:cNvSpPr/>
          <p:nvPr/>
        </p:nvSpPr>
        <p:spPr>
          <a:xfrm>
            <a:off x="4600435" y="4298067"/>
            <a:ext cx="737119" cy="737119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T2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74CAC1D-67B3-4674-9CD2-C84BE493334A}"/>
              </a:ext>
            </a:extLst>
          </p:cNvPr>
          <p:cNvCxnSpPr>
            <a:cxnSpLocks/>
          </p:cNvCxnSpPr>
          <p:nvPr/>
        </p:nvCxnSpPr>
        <p:spPr>
          <a:xfrm flipH="1">
            <a:off x="4961205" y="4666626"/>
            <a:ext cx="150335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27888E6-6FEE-4DAA-AEF2-41AD97EEFD1E}"/>
              </a:ext>
            </a:extLst>
          </p:cNvPr>
          <p:cNvCxnSpPr>
            <a:cxnSpLocks/>
          </p:cNvCxnSpPr>
          <p:nvPr/>
        </p:nvCxnSpPr>
        <p:spPr>
          <a:xfrm flipH="1">
            <a:off x="6553200" y="4559636"/>
            <a:ext cx="159006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8CF994D-25B7-4637-A8F0-C330EDC62561}"/>
              </a:ext>
            </a:extLst>
          </p:cNvPr>
          <p:cNvCxnSpPr>
            <a:cxnSpLocks/>
          </p:cNvCxnSpPr>
          <p:nvPr/>
        </p:nvCxnSpPr>
        <p:spPr>
          <a:xfrm flipH="1">
            <a:off x="6464556" y="4381500"/>
            <a:ext cx="88644" cy="11430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69DA3A3-AB99-4C5E-95A4-C15665D61B3D}"/>
              </a:ext>
            </a:extLst>
          </p:cNvPr>
          <p:cNvCxnSpPr>
            <a:cxnSpLocks/>
          </p:cNvCxnSpPr>
          <p:nvPr/>
        </p:nvCxnSpPr>
        <p:spPr>
          <a:xfrm>
            <a:off x="6553200" y="4400963"/>
            <a:ext cx="0" cy="155498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F0ABA13-18BF-4DB5-9CD9-692F865EBE2D}"/>
              </a:ext>
            </a:extLst>
          </p:cNvPr>
          <p:cNvCxnSpPr>
            <a:cxnSpLocks/>
          </p:cNvCxnSpPr>
          <p:nvPr/>
        </p:nvCxnSpPr>
        <p:spPr>
          <a:xfrm flipH="1">
            <a:off x="6623562" y="4552326"/>
            <a:ext cx="88644" cy="11430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AAC2B84-29B9-4B99-983D-14B8C8BE3BF8}"/>
              </a:ext>
            </a:extLst>
          </p:cNvPr>
          <p:cNvCxnSpPr>
            <a:cxnSpLocks/>
          </p:cNvCxnSpPr>
          <p:nvPr/>
        </p:nvCxnSpPr>
        <p:spPr>
          <a:xfrm>
            <a:off x="6318250" y="4666626"/>
            <a:ext cx="0" cy="155498"/>
          </a:xfrm>
          <a:prstGeom prst="line">
            <a:avLst/>
          </a:prstGeom>
          <a:ln w="254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7BA2A4B6-840A-435C-9D43-B9101930481A}"/>
              </a:ext>
            </a:extLst>
          </p:cNvPr>
          <p:cNvCxnSpPr>
            <a:cxnSpLocks/>
          </p:cNvCxnSpPr>
          <p:nvPr/>
        </p:nvCxnSpPr>
        <p:spPr>
          <a:xfrm flipH="1">
            <a:off x="6318250" y="4819026"/>
            <a:ext cx="152400" cy="0"/>
          </a:xfrm>
          <a:prstGeom prst="line">
            <a:avLst/>
          </a:prstGeom>
          <a:ln w="254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FCF3ECE-81AC-4A20-BB45-7E89F850DD3F}"/>
              </a:ext>
            </a:extLst>
          </p:cNvPr>
          <p:cNvCxnSpPr>
            <a:cxnSpLocks/>
          </p:cNvCxnSpPr>
          <p:nvPr/>
        </p:nvCxnSpPr>
        <p:spPr>
          <a:xfrm>
            <a:off x="6553200" y="4585702"/>
            <a:ext cx="0" cy="155498"/>
          </a:xfrm>
          <a:prstGeom prst="line">
            <a:avLst/>
          </a:prstGeom>
          <a:ln w="254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51675A6-B2E7-43E7-A91D-EA6650EDA9AE}"/>
              </a:ext>
            </a:extLst>
          </p:cNvPr>
          <p:cNvCxnSpPr>
            <a:cxnSpLocks/>
          </p:cNvCxnSpPr>
          <p:nvPr/>
        </p:nvCxnSpPr>
        <p:spPr>
          <a:xfrm flipH="1">
            <a:off x="6472322" y="4718331"/>
            <a:ext cx="88644" cy="114300"/>
          </a:xfrm>
          <a:prstGeom prst="line">
            <a:avLst/>
          </a:prstGeom>
          <a:ln w="254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1666712-F0AC-4DBD-8C1D-0965105B4C7F}"/>
              </a:ext>
            </a:extLst>
          </p:cNvPr>
          <p:cNvCxnSpPr>
            <a:cxnSpLocks/>
          </p:cNvCxnSpPr>
          <p:nvPr/>
        </p:nvCxnSpPr>
        <p:spPr>
          <a:xfrm>
            <a:off x="6467989" y="4666626"/>
            <a:ext cx="0" cy="1343649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F7605D7-1B7F-42FF-9032-91C4F3CA3748}"/>
              </a:ext>
            </a:extLst>
          </p:cNvPr>
          <p:cNvCxnSpPr>
            <a:cxnSpLocks/>
          </p:cNvCxnSpPr>
          <p:nvPr/>
        </p:nvCxnSpPr>
        <p:spPr>
          <a:xfrm flipV="1">
            <a:off x="6464557" y="3747777"/>
            <a:ext cx="888743" cy="918850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C73FA00-620F-4856-AFDB-08F0FBF34D14}"/>
              </a:ext>
            </a:extLst>
          </p:cNvPr>
          <p:cNvSpPr txBox="1"/>
          <p:nvPr/>
        </p:nvSpPr>
        <p:spPr>
          <a:xfrm>
            <a:off x="7585101" y="5873257"/>
            <a:ext cx="3931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/>
                </a:solidFill>
              </a:rPr>
              <a:t>2. </a:t>
            </a:r>
            <a:r>
              <a:rPr lang="en-US" altLang="ko-KR" sz="1200" b="1" dirty="0" err="1">
                <a:solidFill>
                  <a:schemeClr val="accent5"/>
                </a:solidFill>
              </a:rPr>
              <a:t>Forword</a:t>
            </a:r>
            <a:r>
              <a:rPr lang="ko-KR" altLang="en-US" sz="1200" b="1" dirty="0"/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ToT2(T3)</a:t>
            </a:r>
            <a:r>
              <a:rPr lang="ko-KR" altLang="en-US" sz="1200" b="1" dirty="0"/>
              <a:t>을 </a:t>
            </a:r>
            <a:r>
              <a:rPr lang="ko-KR" altLang="en-US" sz="1200" b="1" dirty="0" err="1"/>
              <a:t>외적하면</a:t>
            </a:r>
            <a:r>
              <a:rPr lang="en-US" altLang="ko-KR" sz="1200" b="1" dirty="0"/>
              <a:t>, </a:t>
            </a:r>
            <a:r>
              <a:rPr lang="en-US" altLang="ko-KR" sz="1200" b="1" dirty="0" err="1">
                <a:solidFill>
                  <a:srgbClr val="FFC000"/>
                </a:solidFill>
              </a:rPr>
              <a:t>Asix</a:t>
            </a:r>
            <a:r>
              <a:rPr lang="ko-KR" altLang="en-US" sz="1200" b="1" dirty="0"/>
              <a:t>가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나온다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0F7465-4B8E-49AA-B4BC-2B0AED3BE622}"/>
              </a:ext>
            </a:extLst>
          </p:cNvPr>
          <p:cNvSpPr txBox="1"/>
          <p:nvPr/>
        </p:nvSpPr>
        <p:spPr>
          <a:xfrm>
            <a:off x="6181724" y="6344029"/>
            <a:ext cx="609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&gt;&gt;1</a:t>
            </a:r>
            <a:r>
              <a:rPr lang="ko-KR" altLang="en-US" dirty="0">
                <a:solidFill>
                  <a:srgbClr val="FF0000"/>
                </a:solidFill>
              </a:rPr>
              <a:t>개의 축의 각도와 상관없이 항상 같은 축이 나온다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30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9" grpId="0" animBg="1"/>
      <p:bldP spid="69" grpId="1" animBg="1"/>
      <p:bldP spid="15" grpId="0" animBg="1"/>
      <p:bldP spid="15" grpId="1" animBg="1"/>
      <p:bldP spid="17" grpId="0" animBg="1"/>
      <p:bldP spid="17" grpId="1" animBg="1"/>
      <p:bldP spid="19" grpId="0" animBg="1"/>
      <p:bldP spid="19" grpId="1" animBg="1"/>
      <p:bldP spid="37" grpId="0" animBg="1"/>
      <p:bldP spid="40" grpId="0" animBg="1"/>
      <p:bldP spid="40" grpId="1" animBg="1"/>
      <p:bldP spid="55" grpId="0" animBg="1"/>
      <p:bldP spid="5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타원 116"/>
          <p:cNvSpPr/>
          <p:nvPr/>
        </p:nvSpPr>
        <p:spPr>
          <a:xfrm>
            <a:off x="5069098" y="5201515"/>
            <a:ext cx="638355" cy="638355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0" name="직선 화살표 연결선 139"/>
          <p:cNvCxnSpPr/>
          <p:nvPr/>
        </p:nvCxnSpPr>
        <p:spPr>
          <a:xfrm>
            <a:off x="5378632" y="5534511"/>
            <a:ext cx="1227908" cy="305359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LookAt</a:t>
            </a:r>
            <a:r>
              <a:rPr lang="en-US" altLang="ko-KR" b="1" dirty="0"/>
              <a:t>: </a:t>
            </a:r>
            <a:r>
              <a:rPr lang="ko-KR" altLang="en-US" dirty="0"/>
              <a:t>대상 물체를 바라보도록 만들기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 err="1"/>
              <a:t>게임수학의</a:t>
            </a:r>
            <a:r>
              <a:rPr lang="ko-KR" altLang="en-US" dirty="0"/>
              <a:t> 활용 </a:t>
            </a:r>
            <a:r>
              <a:rPr lang="en-US" altLang="ko-KR" dirty="0"/>
              <a:t>#</a:t>
            </a:r>
            <a:r>
              <a:rPr lang="en-US" altLang="ko-KR" dirty="0" err="1"/>
              <a:t>LookAt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902809" y="2265442"/>
            <a:ext cx="107884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A. </a:t>
            </a:r>
            <a:r>
              <a:rPr lang="en-US" altLang="ko-KR" b="1" dirty="0"/>
              <a:t>P</a:t>
            </a:r>
            <a:r>
              <a:rPr lang="ko-KR" altLang="en-US" dirty="0"/>
              <a:t>와 </a:t>
            </a:r>
            <a:r>
              <a:rPr lang="en-US" altLang="ko-KR" b="1" dirty="0"/>
              <a:t>M</a:t>
            </a:r>
            <a:r>
              <a:rPr lang="ko-KR" altLang="en-US" dirty="0"/>
              <a:t>의 </a:t>
            </a:r>
            <a:r>
              <a:rPr lang="en-US" altLang="ko-KR" b="1" dirty="0">
                <a:solidFill>
                  <a:srgbClr val="FF0000"/>
                </a:solidFill>
              </a:rPr>
              <a:t>d(</a:t>
            </a:r>
            <a:r>
              <a:rPr lang="ko-KR" altLang="en-US" b="1" dirty="0">
                <a:solidFill>
                  <a:srgbClr val="FF0000"/>
                </a:solidFill>
              </a:rPr>
              <a:t>거리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를 구하고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n(</a:t>
            </a:r>
            <a:r>
              <a:rPr lang="ko-KR" altLang="en-US" b="1" dirty="0">
                <a:solidFill>
                  <a:schemeClr val="accent2"/>
                </a:solidFill>
              </a:rPr>
              <a:t>평준화</a:t>
            </a:r>
            <a:r>
              <a:rPr lang="en-US" altLang="ko-KR" b="1" dirty="0">
                <a:solidFill>
                  <a:schemeClr val="accent2"/>
                </a:solidFill>
              </a:rPr>
              <a:t>)</a:t>
            </a:r>
            <a:r>
              <a:rPr lang="ko-KR" altLang="en-US" dirty="0"/>
              <a:t>을 구하여 </a:t>
            </a:r>
            <a:r>
              <a:rPr lang="en-US" altLang="ko-KR" b="1" dirty="0">
                <a:solidFill>
                  <a:schemeClr val="accent5"/>
                </a:solidFill>
              </a:rPr>
              <a:t>f(forward)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chemeClr val="accent2"/>
                </a:solidFill>
              </a:rPr>
              <a:t>n</a:t>
            </a:r>
            <a:r>
              <a:rPr lang="ko-KR" altLang="en-US" dirty="0"/>
              <a:t>사이의 내각 </a:t>
            </a:r>
            <a:r>
              <a:rPr lang="en-US" altLang="ko-KR" b="1" dirty="0">
                <a:solidFill>
                  <a:srgbClr val="FFC000"/>
                </a:solidFill>
              </a:rPr>
              <a:t>a</a:t>
            </a:r>
            <a:r>
              <a:rPr lang="ko-KR" altLang="en-US" dirty="0"/>
              <a:t>을 구한다</a:t>
            </a:r>
            <a:br>
              <a:rPr lang="en-US" altLang="ko-KR" dirty="0"/>
            </a:br>
            <a:r>
              <a:rPr lang="en-US" altLang="ko-KR" dirty="0"/>
              <a:t>B. </a:t>
            </a:r>
            <a:r>
              <a:rPr lang="en-US" altLang="ko-KR" b="1" dirty="0">
                <a:solidFill>
                  <a:srgbClr val="92D050"/>
                </a:solidFill>
              </a:rPr>
              <a:t>y(</a:t>
            </a:r>
            <a:r>
              <a:rPr lang="ko-KR" altLang="en-US" b="1" dirty="0">
                <a:solidFill>
                  <a:srgbClr val="92D050"/>
                </a:solidFill>
              </a:rPr>
              <a:t>축</a:t>
            </a:r>
            <a:r>
              <a:rPr lang="en-US" altLang="ko-KR" b="1" dirty="0">
                <a:solidFill>
                  <a:srgbClr val="92D050"/>
                </a:solidFill>
              </a:rPr>
              <a:t>)</a:t>
            </a:r>
            <a:r>
              <a:rPr lang="ko-KR" altLang="en-US" dirty="0"/>
              <a:t>을 구하기 위해 </a:t>
            </a:r>
            <a:r>
              <a:rPr lang="en-US" altLang="ko-KR" b="1" dirty="0">
                <a:solidFill>
                  <a:schemeClr val="accent2"/>
                </a:solidFill>
              </a:rPr>
              <a:t>n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chemeClr val="accent5"/>
                </a:solidFill>
              </a:rPr>
              <a:t>f</a:t>
            </a:r>
            <a:r>
              <a:rPr lang="en-US" altLang="ko-KR" dirty="0"/>
              <a:t> </a:t>
            </a:r>
            <a:r>
              <a:rPr lang="ko-KR" altLang="en-US" dirty="0"/>
              <a:t>외적이용한다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C. </a:t>
            </a:r>
            <a:r>
              <a:rPr lang="ko-KR" altLang="en-US" dirty="0"/>
              <a:t>회전축으로 </a:t>
            </a:r>
            <a:r>
              <a:rPr lang="en-US" altLang="ko-KR" b="1" dirty="0">
                <a:solidFill>
                  <a:srgbClr val="92D050"/>
                </a:solidFill>
              </a:rPr>
              <a:t>y</a:t>
            </a:r>
            <a:r>
              <a:rPr lang="ko-KR" altLang="en-US" dirty="0"/>
              <a:t>를 사용하고 </a:t>
            </a:r>
            <a:r>
              <a:rPr lang="en-US" altLang="ko-KR" b="1" dirty="0">
                <a:solidFill>
                  <a:schemeClr val="accent4"/>
                </a:solidFill>
              </a:rPr>
              <a:t>a</a:t>
            </a:r>
            <a:r>
              <a:rPr lang="ko-KR" altLang="en-US" dirty="0"/>
              <a:t>만큼 회전시킨다</a:t>
            </a:r>
            <a:endParaRPr lang="en-US" altLang="ko-KR" dirty="0"/>
          </a:p>
        </p:txBody>
      </p:sp>
      <p:sp>
        <p:nvSpPr>
          <p:cNvPr id="9" name="타원 8"/>
          <p:cNvSpPr/>
          <p:nvPr/>
        </p:nvSpPr>
        <p:spPr>
          <a:xfrm>
            <a:off x="1628801" y="5142585"/>
            <a:ext cx="638355" cy="638355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" name="그룹 42"/>
          <p:cNvGrpSpPr/>
          <p:nvPr/>
        </p:nvGrpSpPr>
        <p:grpSpPr>
          <a:xfrm>
            <a:off x="2764798" y="4128154"/>
            <a:ext cx="638355" cy="638355"/>
            <a:chOff x="6095997" y="3655980"/>
            <a:chExt cx="638355" cy="638355"/>
          </a:xfrm>
        </p:grpSpPr>
        <p:sp>
          <p:nvSpPr>
            <p:cNvPr id="70" name="타원 69"/>
            <p:cNvSpPr/>
            <p:nvPr/>
          </p:nvSpPr>
          <p:spPr>
            <a:xfrm>
              <a:off x="6095997" y="3655980"/>
              <a:ext cx="638355" cy="638355"/>
            </a:xfrm>
            <a:prstGeom prst="ellipse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타원 71"/>
            <p:cNvSpPr/>
            <p:nvPr/>
          </p:nvSpPr>
          <p:spPr>
            <a:xfrm>
              <a:off x="6370606" y="3930589"/>
              <a:ext cx="89139" cy="89139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3036441" y="4405536"/>
            <a:ext cx="366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</a:t>
            </a:r>
            <a:endParaRPr lang="ko-KR" altLang="en-US" sz="800" dirty="0"/>
          </a:p>
        </p:txBody>
      </p:sp>
      <p:cxnSp>
        <p:nvCxnSpPr>
          <p:cNvPr id="18" name="직선 화살표 연결선 17"/>
          <p:cNvCxnSpPr>
            <a:endCxn id="9" idx="0"/>
          </p:cNvCxnSpPr>
          <p:nvPr/>
        </p:nvCxnSpPr>
        <p:spPr>
          <a:xfrm flipV="1">
            <a:off x="1935495" y="5142585"/>
            <a:ext cx="12484" cy="34335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72" idx="3"/>
          </p:cNvCxnSpPr>
          <p:nvPr/>
        </p:nvCxnSpPr>
        <p:spPr>
          <a:xfrm flipV="1">
            <a:off x="1935495" y="4478848"/>
            <a:ext cx="1116966" cy="10070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42746" y="4957020"/>
            <a:ext cx="322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d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원형 44"/>
          <p:cNvSpPr/>
          <p:nvPr/>
        </p:nvSpPr>
        <p:spPr>
          <a:xfrm>
            <a:off x="1819392" y="5333176"/>
            <a:ext cx="257175" cy="257175"/>
          </a:xfrm>
          <a:prstGeom prst="pie">
            <a:avLst>
              <a:gd name="adj1" fmla="val 16111871"/>
              <a:gd name="adj2" fmla="val 18933674"/>
            </a:avLst>
          </a:prstGeom>
          <a:solidFill>
            <a:srgbClr val="FFC000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892530" y="5461762"/>
            <a:ext cx="241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P</a:t>
            </a:r>
            <a:endParaRPr lang="ko-KR" altLang="en-US" sz="800" dirty="0"/>
          </a:p>
        </p:txBody>
      </p:sp>
      <p:cxnSp>
        <p:nvCxnSpPr>
          <p:cNvPr id="122" name="직선 화살표 연결선 121"/>
          <p:cNvCxnSpPr>
            <a:endCxn id="117" idx="0"/>
          </p:cNvCxnSpPr>
          <p:nvPr/>
        </p:nvCxnSpPr>
        <p:spPr>
          <a:xfrm flipV="1">
            <a:off x="5378632" y="5201515"/>
            <a:ext cx="9644" cy="31110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759746" y="4954618"/>
            <a:ext cx="237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d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4345946" y="4126624"/>
            <a:ext cx="638355" cy="638355"/>
            <a:chOff x="6095997" y="3655980"/>
            <a:chExt cx="638355" cy="638355"/>
          </a:xfrm>
        </p:grpSpPr>
        <p:sp>
          <p:nvSpPr>
            <p:cNvPr id="127" name="타원 126"/>
            <p:cNvSpPr/>
            <p:nvPr/>
          </p:nvSpPr>
          <p:spPr>
            <a:xfrm>
              <a:off x="6095997" y="3655980"/>
              <a:ext cx="638355" cy="638355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128" name="타원 127"/>
            <p:cNvSpPr/>
            <p:nvPr/>
          </p:nvSpPr>
          <p:spPr>
            <a:xfrm>
              <a:off x="6370606" y="3930589"/>
              <a:ext cx="89139" cy="89139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4"/>
                </a:solidFill>
              </a:endParaRPr>
            </a:p>
          </p:txBody>
        </p:sp>
      </p:grpSp>
      <p:cxnSp>
        <p:nvCxnSpPr>
          <p:cNvPr id="129" name="직선 화살표 연결선 128"/>
          <p:cNvCxnSpPr/>
          <p:nvPr/>
        </p:nvCxnSpPr>
        <p:spPr>
          <a:xfrm flipH="1" flipV="1">
            <a:off x="4671551" y="4454789"/>
            <a:ext cx="707081" cy="10578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원형 129"/>
          <p:cNvSpPr/>
          <p:nvPr/>
        </p:nvSpPr>
        <p:spPr>
          <a:xfrm>
            <a:off x="5221267" y="5345036"/>
            <a:ext cx="295904" cy="295904"/>
          </a:xfrm>
          <a:prstGeom prst="pie">
            <a:avLst>
              <a:gd name="adj1" fmla="val 14262188"/>
              <a:gd name="adj2" fmla="val 16200000"/>
            </a:avLst>
          </a:prstGeom>
          <a:solidFill>
            <a:schemeClr val="accent4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1" name="타원 130"/>
          <p:cNvSpPr/>
          <p:nvPr/>
        </p:nvSpPr>
        <p:spPr>
          <a:xfrm>
            <a:off x="5334062" y="5471756"/>
            <a:ext cx="89139" cy="89139"/>
          </a:xfrm>
          <a:prstGeom prst="ellipse">
            <a:avLst/>
          </a:prstGeom>
          <a:solidFill>
            <a:schemeClr val="tx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5213067" y="5544070"/>
            <a:ext cx="241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P</a:t>
            </a:r>
            <a:endParaRPr lang="ko-KR" altLang="en-US" sz="800" dirty="0"/>
          </a:p>
        </p:txBody>
      </p:sp>
      <p:sp>
        <p:nvSpPr>
          <p:cNvPr id="121" name="TextBox 120"/>
          <p:cNvSpPr txBox="1"/>
          <p:nvPr/>
        </p:nvSpPr>
        <p:spPr>
          <a:xfrm>
            <a:off x="4426644" y="4396275"/>
            <a:ext cx="2396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</a:t>
            </a:r>
            <a:endParaRPr lang="ko-KR" altLang="en-US" sz="800" dirty="0"/>
          </a:p>
        </p:txBody>
      </p:sp>
      <p:cxnSp>
        <p:nvCxnSpPr>
          <p:cNvPr id="136" name="직선 화살표 연결선 135"/>
          <p:cNvCxnSpPr/>
          <p:nvPr/>
        </p:nvCxnSpPr>
        <p:spPr>
          <a:xfrm flipH="1" flipV="1">
            <a:off x="1234470" y="4258645"/>
            <a:ext cx="695749" cy="1227289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/>
          <p:cNvCxnSpPr/>
          <p:nvPr/>
        </p:nvCxnSpPr>
        <p:spPr>
          <a:xfrm flipV="1">
            <a:off x="1943174" y="5269660"/>
            <a:ext cx="235199" cy="21411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/>
          <p:cNvSpPr/>
          <p:nvPr/>
        </p:nvSpPr>
        <p:spPr>
          <a:xfrm>
            <a:off x="1893328" y="5423478"/>
            <a:ext cx="89139" cy="89139"/>
          </a:xfrm>
          <a:prstGeom prst="ellipse">
            <a:avLst/>
          </a:prstGeom>
          <a:solidFill>
            <a:schemeClr val="tx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2" name="직선 화살표 연결선 161"/>
          <p:cNvCxnSpPr/>
          <p:nvPr/>
        </p:nvCxnSpPr>
        <p:spPr>
          <a:xfrm flipH="1" flipV="1">
            <a:off x="5192887" y="5245991"/>
            <a:ext cx="170900" cy="25567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970652" y="5370120"/>
            <a:ext cx="322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accent2"/>
                </a:solidFill>
              </a:rPr>
              <a:t>n</a:t>
            </a:r>
            <a:endParaRPr lang="ko-KR" altLang="en-US" sz="800" dirty="0">
              <a:solidFill>
                <a:schemeClr val="accent2"/>
              </a:solidFill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772663" y="5140241"/>
            <a:ext cx="206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</a:rPr>
              <a:t>f</a:t>
            </a:r>
            <a:endParaRPr lang="ko-KR" altLang="en-US" sz="800" dirty="0">
              <a:solidFill>
                <a:srgbClr val="0070C0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346291" y="4338079"/>
            <a:ext cx="407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92D050"/>
                </a:solidFill>
              </a:rPr>
              <a:t>y</a:t>
            </a:r>
            <a:endParaRPr lang="ko-KR" altLang="en-US" sz="800" dirty="0">
              <a:solidFill>
                <a:srgbClr val="92D050"/>
              </a:solidFill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6111022" y="5816704"/>
            <a:ext cx="407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92D050"/>
                </a:solidFill>
              </a:rPr>
              <a:t>y</a:t>
            </a:r>
            <a:endParaRPr lang="ko-KR" altLang="en-US" sz="800" dirty="0">
              <a:solidFill>
                <a:srgbClr val="92D050"/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361683" y="5216441"/>
            <a:ext cx="206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</a:rPr>
              <a:t>f</a:t>
            </a:r>
            <a:endParaRPr lang="ko-KR" altLang="en-US" sz="800" dirty="0">
              <a:solidFill>
                <a:srgbClr val="0070C0"/>
              </a:solidFill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238027" y="5179118"/>
            <a:ext cx="103381" cy="215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C000"/>
                </a:solidFill>
              </a:rPr>
              <a:t>a</a:t>
            </a:r>
            <a:endParaRPr lang="ko-KR" altLang="en-US" sz="800" dirty="0">
              <a:solidFill>
                <a:srgbClr val="FFC000"/>
              </a:solidFill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52892" y="5169964"/>
            <a:ext cx="103381" cy="215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C000"/>
                </a:solidFill>
              </a:rPr>
              <a:t>a</a:t>
            </a:r>
            <a:endParaRPr lang="ko-KR" altLang="en-US" sz="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41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2207482" y="4825301"/>
            <a:ext cx="1052423" cy="1052423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ko-KR" altLang="en-US" b="1" dirty="0"/>
              <a:t>중력을 계산하기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 err="1"/>
              <a:t>게임수학의</a:t>
            </a:r>
            <a:r>
              <a:rPr lang="ko-KR" altLang="en-US" dirty="0"/>
              <a:t> 활용 </a:t>
            </a:r>
            <a:r>
              <a:rPr lang="en-US" altLang="ko-KR" dirty="0"/>
              <a:t>#</a:t>
            </a:r>
            <a:r>
              <a:rPr lang="ko-KR" altLang="en-US" dirty="0" err="1"/>
              <a:t>중력계산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52091" y="3356198"/>
            <a:ext cx="1052423" cy="1052423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078302" y="4408621"/>
            <a:ext cx="0" cy="108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7483" y="4669295"/>
            <a:ext cx="546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vG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2724011" y="3717724"/>
            <a:ext cx="0" cy="216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33693" y="3554134"/>
            <a:ext cx="181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92D050"/>
                </a:solidFill>
              </a:rPr>
              <a:t>vJumpPower</a:t>
            </a:r>
            <a:endParaRPr lang="ko-KR" altLang="en-US" dirty="0">
              <a:solidFill>
                <a:srgbClr val="92D050"/>
              </a:solidFill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4966644" y="5128621"/>
            <a:ext cx="0" cy="72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V="1">
            <a:off x="4966644" y="4408621"/>
            <a:ext cx="0" cy="72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flipV="1">
            <a:off x="4966644" y="3678082"/>
            <a:ext cx="0" cy="72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458413" y="5511270"/>
            <a:ext cx="0" cy="36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5458413" y="5143023"/>
            <a:ext cx="0" cy="36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6920503" y="4124217"/>
            <a:ext cx="1052423" cy="1052423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353844" y="5877724"/>
            <a:ext cx="113972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V="1">
            <a:off x="7432338" y="5157724"/>
            <a:ext cx="0" cy="72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8225613" y="4117763"/>
            <a:ext cx="1052423" cy="1052423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화살표 연결선 65"/>
          <p:cNvCxnSpPr/>
          <p:nvPr/>
        </p:nvCxnSpPr>
        <p:spPr>
          <a:xfrm flipV="1">
            <a:off x="8737448" y="5151270"/>
            <a:ext cx="0" cy="72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 flipV="1">
            <a:off x="8737448" y="4791270"/>
            <a:ext cx="0" cy="36000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8881087" y="4804238"/>
            <a:ext cx="0" cy="36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633013" y="4124217"/>
            <a:ext cx="1052423" cy="1052423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화살표 연결선 73"/>
          <p:cNvCxnSpPr/>
          <p:nvPr/>
        </p:nvCxnSpPr>
        <p:spPr>
          <a:xfrm>
            <a:off x="10181153" y="5176640"/>
            <a:ext cx="0" cy="36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33045" y="6082162"/>
            <a:ext cx="158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시간의 흐름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5458413" y="4759290"/>
            <a:ext cx="0" cy="36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16021" y="3349697"/>
            <a:ext cx="23139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중력을 작용하는 시간으로 나눈다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6920503" y="3629506"/>
            <a:ext cx="419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시간 별로 중력이 작용하므로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작용된 중력에 의해서 힘이 감소한다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8299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55239"/>
          </a:xfrm>
        </p:spPr>
        <p:txBody>
          <a:bodyPr>
            <a:normAutofit/>
          </a:bodyPr>
          <a:lstStyle/>
          <a:p>
            <a:r>
              <a:rPr lang="ko-KR" altLang="en-US" b="1" dirty="0"/>
              <a:t>탄착점으로 투사체의 움직임을 구현하기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3" y="20594"/>
            <a:ext cx="11757291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 err="1"/>
              <a:t>게임수학의</a:t>
            </a:r>
            <a:r>
              <a:rPr lang="ko-KR" altLang="en-US" dirty="0"/>
              <a:t> 활용 </a:t>
            </a:r>
            <a:r>
              <a:rPr lang="en-US" altLang="ko-KR" dirty="0"/>
              <a:t>#</a:t>
            </a:r>
            <a:r>
              <a:rPr lang="ko-KR" altLang="en-US" dirty="0" err="1"/>
              <a:t>역탄도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189679" y="3349689"/>
            <a:ext cx="1091682" cy="2258009"/>
          </a:xfrm>
          <a:prstGeom prst="rect">
            <a:avLst/>
          </a:prstGeom>
          <a:solidFill>
            <a:schemeClr val="accent6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699448" y="4207327"/>
            <a:ext cx="793102" cy="793102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Target</a:t>
            </a:r>
            <a:endParaRPr lang="ko-KR" altLang="en-US" sz="1000" dirty="0"/>
          </a:p>
        </p:txBody>
      </p:sp>
      <p:cxnSp>
        <p:nvCxnSpPr>
          <p:cNvPr id="27" name="직선 화살표 연결선 26"/>
          <p:cNvCxnSpPr>
            <a:cxnSpLocks/>
          </p:cNvCxnSpPr>
          <p:nvPr/>
        </p:nvCxnSpPr>
        <p:spPr>
          <a:xfrm flipV="1">
            <a:off x="4329509" y="2519161"/>
            <a:ext cx="9331" cy="2084717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1917441" y="4155006"/>
            <a:ext cx="793102" cy="793102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Target</a:t>
            </a:r>
            <a:endParaRPr lang="ko-KR" altLang="en-US" sz="1000" dirty="0"/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2313992" y="2519160"/>
            <a:ext cx="2015517" cy="20155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 flipV="1">
            <a:off x="2323323" y="4060368"/>
            <a:ext cx="463420" cy="46342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62140" y="2291628"/>
            <a:ext cx="6161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H</a:t>
            </a:r>
            <a:r>
              <a:rPr lang="en-US" altLang="ko-KR" dirty="0"/>
              <a:t> = (</a:t>
            </a:r>
            <a:r>
              <a:rPr lang="en-US" altLang="ko-KR" dirty="0" err="1">
                <a:solidFill>
                  <a:srgbClr val="92D050"/>
                </a:solidFill>
              </a:rPr>
              <a:t>vDist</a:t>
            </a:r>
            <a:r>
              <a:rPr lang="en-US" altLang="ko-KR" dirty="0" err="1"/>
              <a:t>.y</a:t>
            </a:r>
            <a:r>
              <a:rPr lang="en-US" altLang="ko-KR" dirty="0"/>
              <a:t> / Time) + (G/2 * Time)</a:t>
            </a:r>
            <a:br>
              <a:rPr lang="en-US" altLang="ko-KR" dirty="0"/>
            </a:br>
            <a:r>
              <a:rPr lang="en-US" altLang="ko-KR" dirty="0"/>
              <a:t>  </a:t>
            </a:r>
            <a:endParaRPr lang="ko-KR" altLang="en-US" dirty="0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2327892" y="4556161"/>
            <a:ext cx="3768107" cy="47717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34063" y="4681795"/>
            <a:ext cx="160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92D050"/>
                </a:solidFill>
              </a:rPr>
              <a:t>vDist</a:t>
            </a:r>
            <a:endParaRPr lang="ko-KR" altLang="en-US" dirty="0">
              <a:solidFill>
                <a:srgbClr val="92D050"/>
              </a:solidFill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2313992" y="5292337"/>
            <a:ext cx="621713" cy="787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21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화살표: 오른쪽 131">
            <a:extLst>
              <a:ext uri="{FF2B5EF4-FFF2-40B4-BE49-F238E27FC236}">
                <a16:creationId xmlns:a16="http://schemas.microsoft.com/office/drawing/2014/main" id="{638F6BB1-B91F-4339-8DEC-579C22574EE8}"/>
              </a:ext>
            </a:extLst>
          </p:cNvPr>
          <p:cNvSpPr/>
          <p:nvPr/>
        </p:nvSpPr>
        <p:spPr>
          <a:xfrm>
            <a:off x="5367333" y="3493346"/>
            <a:ext cx="1777172" cy="2623299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953286"/>
          </a:xfrm>
        </p:spPr>
        <p:txBody>
          <a:bodyPr>
            <a:normAutofit/>
          </a:bodyPr>
          <a:lstStyle/>
          <a:p>
            <a:r>
              <a:rPr lang="ko-KR" altLang="en-US" b="1" dirty="0"/>
              <a:t>움직이는 물체끼리 충돌체크가 되지않는 현상</a:t>
            </a:r>
            <a:br>
              <a:rPr lang="en-US" altLang="ko-KR" b="1" dirty="0"/>
            </a:br>
            <a:r>
              <a:rPr lang="ko-KR" altLang="en-US" sz="1400" dirty="0"/>
              <a:t>움직이는 물체에서 </a:t>
            </a:r>
            <a:r>
              <a:rPr lang="en-US" altLang="ko-KR" sz="1400" dirty="0"/>
              <a:t>Ray(Line)Cast</a:t>
            </a:r>
            <a:r>
              <a:rPr lang="ko-KR" altLang="en-US" sz="1400" dirty="0"/>
              <a:t>를 활용하여 충돌체크를 수행한다</a:t>
            </a:r>
            <a:r>
              <a:rPr lang="en-US" altLang="ko-KR" sz="1400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3" y="20594"/>
            <a:ext cx="11757291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게임수학의 활용 </a:t>
            </a:r>
            <a:r>
              <a:rPr lang="en-US" altLang="ko-KR" dirty="0"/>
              <a:t>#</a:t>
            </a:r>
            <a:r>
              <a:rPr lang="ko-KR" altLang="en-US" dirty="0"/>
              <a:t>충돌체크 오류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9CA46C0-3BC3-4D17-93A0-62676F65EF58}"/>
              </a:ext>
            </a:extLst>
          </p:cNvPr>
          <p:cNvGrpSpPr/>
          <p:nvPr/>
        </p:nvGrpSpPr>
        <p:grpSpPr>
          <a:xfrm>
            <a:off x="604345" y="3136230"/>
            <a:ext cx="1142437" cy="638649"/>
            <a:chOff x="604345" y="3136230"/>
            <a:chExt cx="1142437" cy="63864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0D62DF4-6246-42EF-BF15-2AC9B55F1568}"/>
                </a:ext>
              </a:extLst>
            </p:cNvPr>
            <p:cNvSpPr/>
            <p:nvPr/>
          </p:nvSpPr>
          <p:spPr>
            <a:xfrm>
              <a:off x="604345" y="3136230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D8EB501-66CC-44CA-9A64-189A6B33E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669" y="3455554"/>
              <a:ext cx="823113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77DA3BF-05DC-4BDA-967F-7AB8AD52DD09}"/>
              </a:ext>
            </a:extLst>
          </p:cNvPr>
          <p:cNvGrpSpPr/>
          <p:nvPr/>
        </p:nvGrpSpPr>
        <p:grpSpPr>
          <a:xfrm>
            <a:off x="4190939" y="3256603"/>
            <a:ext cx="1038229" cy="481283"/>
            <a:chOff x="4190939" y="3256603"/>
            <a:chExt cx="1038229" cy="4812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31E884E-1492-4DDC-846A-31EE0A2A4EAF}"/>
                </a:ext>
              </a:extLst>
            </p:cNvPr>
            <p:cNvSpPr/>
            <p:nvPr/>
          </p:nvSpPr>
          <p:spPr>
            <a:xfrm>
              <a:off x="4747885" y="3256603"/>
              <a:ext cx="481283" cy="481283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60BAEF5-11FC-472D-8D5C-86B0FE2F9D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0939" y="3497244"/>
              <a:ext cx="797588" cy="1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00A7631-EA40-4653-8F4F-6EBE2711B3BB}"/>
              </a:ext>
            </a:extLst>
          </p:cNvPr>
          <p:cNvGrpSpPr/>
          <p:nvPr/>
        </p:nvGrpSpPr>
        <p:grpSpPr>
          <a:xfrm>
            <a:off x="1427457" y="3889297"/>
            <a:ext cx="1142437" cy="638649"/>
            <a:chOff x="1427457" y="3889297"/>
            <a:chExt cx="1142437" cy="63864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4A318FF-DAB3-463B-AE9F-B043D4DEE4CD}"/>
                </a:ext>
              </a:extLst>
            </p:cNvPr>
            <p:cNvSpPr/>
            <p:nvPr/>
          </p:nvSpPr>
          <p:spPr>
            <a:xfrm>
              <a:off x="1427457" y="3889297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FAC2A69-8BBA-4B63-89C8-5613F0EA5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6781" y="4208621"/>
              <a:ext cx="823113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DB70B2C-D32E-4B32-8EE1-602B46F00DAB}"/>
              </a:ext>
            </a:extLst>
          </p:cNvPr>
          <p:cNvGrpSpPr/>
          <p:nvPr/>
        </p:nvGrpSpPr>
        <p:grpSpPr>
          <a:xfrm>
            <a:off x="3393005" y="3967978"/>
            <a:ext cx="1038229" cy="481283"/>
            <a:chOff x="4190939" y="3256603"/>
            <a:chExt cx="1038229" cy="481283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AB87AED1-3BD6-4FC7-97B0-C29BC4FA765C}"/>
                </a:ext>
              </a:extLst>
            </p:cNvPr>
            <p:cNvSpPr/>
            <p:nvPr/>
          </p:nvSpPr>
          <p:spPr>
            <a:xfrm>
              <a:off x="4747885" y="3256603"/>
              <a:ext cx="481283" cy="481283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6CF6BC4D-4CCF-4246-83C9-7C8CEB15A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0939" y="3497244"/>
              <a:ext cx="797588" cy="1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FC65792-12FC-4673-8CCA-EE1501CB33E7}"/>
              </a:ext>
            </a:extLst>
          </p:cNvPr>
          <p:cNvGrpSpPr/>
          <p:nvPr/>
        </p:nvGrpSpPr>
        <p:grpSpPr>
          <a:xfrm>
            <a:off x="2187636" y="4666443"/>
            <a:ext cx="1142437" cy="638649"/>
            <a:chOff x="1427457" y="3889297"/>
            <a:chExt cx="1142437" cy="638649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DD32878E-8584-448A-907E-B42C62FE890D}"/>
                </a:ext>
              </a:extLst>
            </p:cNvPr>
            <p:cNvSpPr/>
            <p:nvPr/>
          </p:nvSpPr>
          <p:spPr>
            <a:xfrm>
              <a:off x="1427457" y="3889297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79F4B4C6-4272-49EA-8DC4-9A7A409FA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6781" y="4208621"/>
              <a:ext cx="823113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620CE89-FFD9-467A-B035-B172E2AB9A00}"/>
              </a:ext>
            </a:extLst>
          </p:cNvPr>
          <p:cNvGrpSpPr/>
          <p:nvPr/>
        </p:nvGrpSpPr>
        <p:grpSpPr>
          <a:xfrm>
            <a:off x="2592660" y="4739935"/>
            <a:ext cx="1038229" cy="481283"/>
            <a:chOff x="4190939" y="3256603"/>
            <a:chExt cx="1038229" cy="481283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2C4EE063-FA40-4168-ACCF-5E6D4835B5FA}"/>
                </a:ext>
              </a:extLst>
            </p:cNvPr>
            <p:cNvSpPr/>
            <p:nvPr/>
          </p:nvSpPr>
          <p:spPr>
            <a:xfrm>
              <a:off x="4747885" y="3256603"/>
              <a:ext cx="481283" cy="481283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B4D879C2-0D57-4D88-9EA0-50926E572B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0939" y="3497244"/>
              <a:ext cx="797588" cy="1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EE6B57B-72F3-40A4-A46E-19448AFB99BC}"/>
              </a:ext>
            </a:extLst>
          </p:cNvPr>
          <p:cNvGrpSpPr/>
          <p:nvPr/>
        </p:nvGrpSpPr>
        <p:grpSpPr>
          <a:xfrm>
            <a:off x="3059670" y="5498660"/>
            <a:ext cx="1142437" cy="638649"/>
            <a:chOff x="1427457" y="3889297"/>
            <a:chExt cx="1142437" cy="638649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02913212-CC1F-4EFC-9726-0224E68E48EC}"/>
                </a:ext>
              </a:extLst>
            </p:cNvPr>
            <p:cNvSpPr/>
            <p:nvPr/>
          </p:nvSpPr>
          <p:spPr>
            <a:xfrm>
              <a:off x="1427457" y="3889297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AD2E2820-F4BE-4437-A4E7-9515B41F9B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6781" y="4208621"/>
              <a:ext cx="823113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01034F38-7419-4DB0-B131-2FAA286E7BBD}"/>
              </a:ext>
            </a:extLst>
          </p:cNvPr>
          <p:cNvGrpSpPr/>
          <p:nvPr/>
        </p:nvGrpSpPr>
        <p:grpSpPr>
          <a:xfrm>
            <a:off x="1670622" y="5577342"/>
            <a:ext cx="1038229" cy="481283"/>
            <a:chOff x="4190939" y="3256603"/>
            <a:chExt cx="1038229" cy="481283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BA40111D-8100-4051-ADF4-BC9642ACFDDA}"/>
                </a:ext>
              </a:extLst>
            </p:cNvPr>
            <p:cNvSpPr/>
            <p:nvPr/>
          </p:nvSpPr>
          <p:spPr>
            <a:xfrm>
              <a:off x="4747885" y="3256603"/>
              <a:ext cx="481283" cy="481283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66EFE77E-C7E1-4723-86F8-39A89CFF3D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0939" y="3497244"/>
              <a:ext cx="797588" cy="1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CD4297A4-EB5B-4040-B3E1-4720F1BC7683}"/>
              </a:ext>
            </a:extLst>
          </p:cNvPr>
          <p:cNvSpPr txBox="1"/>
          <p:nvPr/>
        </p:nvSpPr>
        <p:spPr>
          <a:xfrm>
            <a:off x="464155" y="6345065"/>
            <a:ext cx="4954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서로의 위치가 만날 경우가 없으므로 충돌 되지 않는다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3101346A-4609-4AF3-8624-7D6B2E29C090}"/>
              </a:ext>
            </a:extLst>
          </p:cNvPr>
          <p:cNvGrpSpPr/>
          <p:nvPr/>
        </p:nvGrpSpPr>
        <p:grpSpPr>
          <a:xfrm>
            <a:off x="0" y="3034707"/>
            <a:ext cx="5670634" cy="246221"/>
            <a:chOff x="0" y="3034707"/>
            <a:chExt cx="5670634" cy="24622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D3ACA4C-AFAB-4168-8837-8C4394293606}"/>
                </a:ext>
              </a:extLst>
            </p:cNvPr>
            <p:cNvSpPr txBox="1"/>
            <p:nvPr/>
          </p:nvSpPr>
          <p:spPr>
            <a:xfrm>
              <a:off x="0" y="3034707"/>
              <a:ext cx="7536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1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Frame</a:t>
              </a:r>
              <a:endParaRPr lang="ko-KR" altLang="en-US" sz="1000" b="1" dirty="0"/>
            </a:p>
          </p:txBody>
        </p: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660413ED-4694-4AA0-8BBD-A98AB86A2C97}"/>
                </a:ext>
              </a:extLst>
            </p:cNvPr>
            <p:cNvCxnSpPr>
              <a:cxnSpLocks/>
            </p:cNvCxnSpPr>
            <p:nvPr/>
          </p:nvCxnSpPr>
          <p:spPr>
            <a:xfrm>
              <a:off x="499099" y="3042424"/>
              <a:ext cx="5171535" cy="339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E6D6A5F-F6F2-4FDC-988A-29DE8718F1A9}"/>
              </a:ext>
            </a:extLst>
          </p:cNvPr>
          <p:cNvGrpSpPr/>
          <p:nvPr/>
        </p:nvGrpSpPr>
        <p:grpSpPr>
          <a:xfrm>
            <a:off x="-15268" y="3831097"/>
            <a:ext cx="5670634" cy="246221"/>
            <a:chOff x="0" y="3034707"/>
            <a:chExt cx="5670634" cy="24622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A2610A4-F24F-4DD1-A506-64FE4CCF9A22}"/>
                </a:ext>
              </a:extLst>
            </p:cNvPr>
            <p:cNvSpPr txBox="1"/>
            <p:nvPr/>
          </p:nvSpPr>
          <p:spPr>
            <a:xfrm>
              <a:off x="0" y="3034707"/>
              <a:ext cx="7536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2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Frame</a:t>
              </a:r>
              <a:endParaRPr lang="ko-KR" altLang="en-US" sz="1000" b="1" dirty="0"/>
            </a:p>
          </p:txBody>
        </p: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7B530FCC-AA7A-44E6-8373-09AFC37AD680}"/>
                </a:ext>
              </a:extLst>
            </p:cNvPr>
            <p:cNvCxnSpPr>
              <a:cxnSpLocks/>
            </p:cNvCxnSpPr>
            <p:nvPr/>
          </p:nvCxnSpPr>
          <p:spPr>
            <a:xfrm>
              <a:off x="499099" y="3042424"/>
              <a:ext cx="5171535" cy="339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F4A521C-E68B-423C-8393-29530CE73B7A}"/>
              </a:ext>
            </a:extLst>
          </p:cNvPr>
          <p:cNvGrpSpPr/>
          <p:nvPr/>
        </p:nvGrpSpPr>
        <p:grpSpPr>
          <a:xfrm>
            <a:off x="-15268" y="4580657"/>
            <a:ext cx="5670634" cy="246221"/>
            <a:chOff x="0" y="3034707"/>
            <a:chExt cx="5670634" cy="246221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FE9415B-27A5-45C2-9D8A-F4400DAB88E6}"/>
                </a:ext>
              </a:extLst>
            </p:cNvPr>
            <p:cNvSpPr txBox="1"/>
            <p:nvPr/>
          </p:nvSpPr>
          <p:spPr>
            <a:xfrm>
              <a:off x="0" y="3034707"/>
              <a:ext cx="7536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3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Frame</a:t>
              </a:r>
              <a:endParaRPr lang="ko-KR" altLang="en-US" sz="1000" b="1" dirty="0"/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A6DCE683-FF0C-4CD5-9D7E-3707D07B86C6}"/>
                </a:ext>
              </a:extLst>
            </p:cNvPr>
            <p:cNvCxnSpPr>
              <a:cxnSpLocks/>
            </p:cNvCxnSpPr>
            <p:nvPr/>
          </p:nvCxnSpPr>
          <p:spPr>
            <a:xfrm>
              <a:off x="499099" y="3042424"/>
              <a:ext cx="5171535" cy="339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1BA776B-15D4-485E-9AB9-EAB280E1C67E}"/>
              </a:ext>
            </a:extLst>
          </p:cNvPr>
          <p:cNvGrpSpPr/>
          <p:nvPr/>
        </p:nvGrpSpPr>
        <p:grpSpPr>
          <a:xfrm>
            <a:off x="-8496" y="5395746"/>
            <a:ext cx="5670634" cy="246221"/>
            <a:chOff x="0" y="3034707"/>
            <a:chExt cx="5670634" cy="246221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08904BC-21B9-48A1-9B66-D58639C40D85}"/>
                </a:ext>
              </a:extLst>
            </p:cNvPr>
            <p:cNvSpPr txBox="1"/>
            <p:nvPr/>
          </p:nvSpPr>
          <p:spPr>
            <a:xfrm>
              <a:off x="0" y="3034707"/>
              <a:ext cx="7536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4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Frame</a:t>
              </a:r>
              <a:endParaRPr lang="ko-KR" altLang="en-US" sz="1000" b="1" dirty="0"/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D746934D-DC0B-46A6-8CB5-D688762D7AAE}"/>
                </a:ext>
              </a:extLst>
            </p:cNvPr>
            <p:cNvCxnSpPr>
              <a:cxnSpLocks/>
            </p:cNvCxnSpPr>
            <p:nvPr/>
          </p:nvCxnSpPr>
          <p:spPr>
            <a:xfrm>
              <a:off x="499099" y="3042424"/>
              <a:ext cx="5171535" cy="339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8B40E6C6-004A-471B-8613-FDE78C6292F1}"/>
              </a:ext>
            </a:extLst>
          </p:cNvPr>
          <p:cNvGrpSpPr/>
          <p:nvPr/>
        </p:nvGrpSpPr>
        <p:grpSpPr>
          <a:xfrm>
            <a:off x="6325569" y="3067093"/>
            <a:ext cx="5685902" cy="3524193"/>
            <a:chOff x="5457810" y="3067093"/>
            <a:chExt cx="5685902" cy="3524193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9D5AEBB-4365-4145-B4A8-715CB5013CC2}"/>
                </a:ext>
              </a:extLst>
            </p:cNvPr>
            <p:cNvSpPr/>
            <p:nvPr/>
          </p:nvSpPr>
          <p:spPr>
            <a:xfrm>
              <a:off x="7987810" y="4701564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4A80CCC-2FCC-45F1-9E41-E6AE5EC0A985}"/>
                </a:ext>
              </a:extLst>
            </p:cNvPr>
            <p:cNvSpPr/>
            <p:nvPr/>
          </p:nvSpPr>
          <p:spPr>
            <a:xfrm>
              <a:off x="8810922" y="5524746"/>
              <a:ext cx="638648" cy="638649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endParaRPr lang="ko-KR" altLang="en-US" dirty="0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3D7AA8A-7F25-4DEA-A793-B3A5BF459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246" y="5844070"/>
              <a:ext cx="823113" cy="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094E1101-BA32-4704-8549-87F026F91AC5}"/>
                </a:ext>
              </a:extLst>
            </p:cNvPr>
            <p:cNvSpPr/>
            <p:nvPr/>
          </p:nvSpPr>
          <p:spPr>
            <a:xfrm>
              <a:off x="8889950" y="4780247"/>
              <a:ext cx="481283" cy="481283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82CFEB0-292D-4848-9A3D-8B7CEF70CB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8395" y="5020888"/>
              <a:ext cx="797588" cy="1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BB5F43C-147F-48D4-A16A-F2B89F657A31}"/>
                </a:ext>
              </a:extLst>
            </p:cNvPr>
            <p:cNvSpPr/>
            <p:nvPr/>
          </p:nvSpPr>
          <p:spPr>
            <a:xfrm>
              <a:off x="8889950" y="5601241"/>
              <a:ext cx="481283" cy="481283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FF0000"/>
                  </a:solidFill>
                </a:rPr>
                <a:t>B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697FB32A-A0F7-4841-9390-5893EF0CC7AA}"/>
                </a:ext>
              </a:extLst>
            </p:cNvPr>
            <p:cNvGrpSpPr/>
            <p:nvPr/>
          </p:nvGrpSpPr>
          <p:grpSpPr>
            <a:xfrm>
              <a:off x="6164062" y="3142017"/>
              <a:ext cx="1142437" cy="638649"/>
              <a:chOff x="604345" y="3136230"/>
              <a:chExt cx="1142437" cy="638649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3443D17D-24B4-4FF7-9918-073B07383515}"/>
                  </a:ext>
                </a:extLst>
              </p:cNvPr>
              <p:cNvSpPr/>
              <p:nvPr/>
            </p:nvSpPr>
            <p:spPr>
              <a:xfrm>
                <a:off x="604345" y="3136230"/>
                <a:ext cx="638648" cy="638649"/>
              </a:xfrm>
              <a:prstGeom prst="rect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P</a:t>
                </a:r>
                <a:endParaRPr lang="ko-KR" altLang="en-US" dirty="0"/>
              </a:p>
            </p:txBody>
          </p:sp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3BA127AC-64F7-4D82-8217-07B49093DE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3669" y="3455554"/>
                <a:ext cx="823113" cy="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906B1867-FFA2-4FFA-88F7-A05B3F656B85}"/>
                </a:ext>
              </a:extLst>
            </p:cNvPr>
            <p:cNvGrpSpPr/>
            <p:nvPr/>
          </p:nvGrpSpPr>
          <p:grpSpPr>
            <a:xfrm>
              <a:off x="9750656" y="3262390"/>
              <a:ext cx="1038229" cy="481283"/>
              <a:chOff x="4190939" y="3256603"/>
              <a:chExt cx="1038229" cy="481283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00B1FFEB-983B-4FA4-9C46-B626C12447A5}"/>
                  </a:ext>
                </a:extLst>
              </p:cNvPr>
              <p:cNvSpPr/>
              <p:nvPr/>
            </p:nvSpPr>
            <p:spPr>
              <a:xfrm>
                <a:off x="4747885" y="3256603"/>
                <a:ext cx="481283" cy="481283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B</a:t>
                </a:r>
                <a:endParaRPr lang="ko-KR" altLang="en-US" sz="1000" dirty="0"/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5982ACFF-7676-45AD-9EAC-0BBEA8CA3E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90939" y="3497244"/>
                <a:ext cx="797588" cy="1"/>
              </a:xfrm>
              <a:prstGeom prst="straightConnector1">
                <a:avLst/>
              </a:prstGeom>
              <a:ln w="254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DC7A80B1-1A9C-42DA-ACBF-2F992C9A8FE4}"/>
                </a:ext>
              </a:extLst>
            </p:cNvPr>
            <p:cNvGrpSpPr/>
            <p:nvPr/>
          </p:nvGrpSpPr>
          <p:grpSpPr>
            <a:xfrm>
              <a:off x="6976767" y="3931091"/>
              <a:ext cx="1142437" cy="638649"/>
              <a:chOff x="1427457" y="3889297"/>
              <a:chExt cx="1142437" cy="638649"/>
            </a:xfrm>
          </p:grpSpPr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8F217464-46FC-4245-B198-FB0E0ACA52AA}"/>
                  </a:ext>
                </a:extLst>
              </p:cNvPr>
              <p:cNvSpPr/>
              <p:nvPr/>
            </p:nvSpPr>
            <p:spPr>
              <a:xfrm>
                <a:off x="1427457" y="3889297"/>
                <a:ext cx="638648" cy="638649"/>
              </a:xfrm>
              <a:prstGeom prst="rect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P</a:t>
                </a:r>
                <a:endParaRPr lang="ko-KR" altLang="en-US" dirty="0"/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712F688D-F650-47C2-A564-97EDD12D76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6781" y="4208621"/>
                <a:ext cx="823113" cy="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655CF163-12C0-49B7-B58B-6FD678FC6E9B}"/>
                </a:ext>
              </a:extLst>
            </p:cNvPr>
            <p:cNvGrpSpPr/>
            <p:nvPr/>
          </p:nvGrpSpPr>
          <p:grpSpPr>
            <a:xfrm>
              <a:off x="8942315" y="4009772"/>
              <a:ext cx="1038229" cy="481283"/>
              <a:chOff x="4190939" y="3256603"/>
              <a:chExt cx="1038229" cy="481283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91CC05A8-3961-4A5B-9DB9-F702FD36DCCE}"/>
                  </a:ext>
                </a:extLst>
              </p:cNvPr>
              <p:cNvSpPr/>
              <p:nvPr/>
            </p:nvSpPr>
            <p:spPr>
              <a:xfrm>
                <a:off x="4747885" y="3256603"/>
                <a:ext cx="481283" cy="481283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B</a:t>
                </a:r>
                <a:endParaRPr lang="ko-KR" altLang="en-US" sz="1000" dirty="0"/>
              </a:p>
            </p:txBody>
          </p:sp>
          <p:cxnSp>
            <p:nvCxnSpPr>
              <p:cNvPr id="94" name="직선 화살표 연결선 93">
                <a:extLst>
                  <a:ext uri="{FF2B5EF4-FFF2-40B4-BE49-F238E27FC236}">
                    <a16:creationId xmlns:a16="http://schemas.microsoft.com/office/drawing/2014/main" id="{43F172EC-C7A9-4D9A-9F00-B9E928E3DA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90939" y="3497244"/>
                <a:ext cx="797588" cy="1"/>
              </a:xfrm>
              <a:prstGeom prst="straightConnector1">
                <a:avLst/>
              </a:prstGeom>
              <a:ln w="254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C2750E5-9FEF-40F4-A90C-40434D7A6947}"/>
                </a:ext>
              </a:extLst>
            </p:cNvPr>
            <p:cNvSpPr txBox="1"/>
            <p:nvPr/>
          </p:nvSpPr>
          <p:spPr>
            <a:xfrm>
              <a:off x="5987508" y="6345065"/>
              <a:ext cx="49545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B</a:t>
              </a:r>
              <a:r>
                <a:rPr lang="ko-KR" altLang="en-US" sz="1000" dirty="0"/>
                <a:t>에서 미리 충돌체크를 하여 반응 할 수 있도록 만들 수 있다</a:t>
              </a:r>
              <a:r>
                <a:rPr lang="en-US" altLang="ko-KR" sz="1000" dirty="0"/>
                <a:t>.</a:t>
              </a:r>
              <a:endParaRPr lang="ko-KR" altLang="en-US" sz="1000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B86E43C-18F5-4BCA-8103-AE1DFDFD3BD2}"/>
                </a:ext>
              </a:extLst>
            </p:cNvPr>
            <p:cNvGrpSpPr/>
            <p:nvPr/>
          </p:nvGrpSpPr>
          <p:grpSpPr>
            <a:xfrm>
              <a:off x="5473078" y="3067093"/>
              <a:ext cx="5670634" cy="246221"/>
              <a:chOff x="0" y="3034707"/>
              <a:chExt cx="5670634" cy="246221"/>
            </a:xfrm>
          </p:grpSpPr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02FD5C8-BB1C-41AF-AF37-193B295C13AC}"/>
                  </a:ext>
                </a:extLst>
              </p:cNvPr>
              <p:cNvSpPr txBox="1"/>
              <p:nvPr/>
            </p:nvSpPr>
            <p:spPr>
              <a:xfrm>
                <a:off x="0" y="3034707"/>
                <a:ext cx="7536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/>
                  <a:t>1</a:t>
                </a:r>
                <a:r>
                  <a:rPr lang="ko-KR" altLang="en-US" sz="1000" b="1" dirty="0"/>
                  <a:t> </a:t>
                </a:r>
                <a:r>
                  <a:rPr lang="en-US" altLang="ko-KR" sz="1000" b="1" dirty="0"/>
                  <a:t>Frame</a:t>
                </a:r>
                <a:endParaRPr lang="ko-KR" altLang="en-US" sz="1000" b="1" dirty="0"/>
              </a:p>
            </p:txBody>
          </p:sp>
          <p:cxnSp>
            <p:nvCxnSpPr>
              <p:cNvPr id="120" name="직선 화살표 연결선 119">
                <a:extLst>
                  <a:ext uri="{FF2B5EF4-FFF2-40B4-BE49-F238E27FC236}">
                    <a16:creationId xmlns:a16="http://schemas.microsoft.com/office/drawing/2014/main" id="{BF40C988-7757-4649-B988-FDBE647F2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99" y="3042424"/>
                <a:ext cx="5171535" cy="339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703F662A-0660-4B50-B319-5A686C7AB293}"/>
                </a:ext>
              </a:extLst>
            </p:cNvPr>
            <p:cNvGrpSpPr/>
            <p:nvPr/>
          </p:nvGrpSpPr>
          <p:grpSpPr>
            <a:xfrm>
              <a:off x="5457810" y="3863483"/>
              <a:ext cx="5670634" cy="246221"/>
              <a:chOff x="0" y="3034707"/>
              <a:chExt cx="5670634" cy="246221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64A98DA-C7B5-4EB4-A686-0DEFBC6A7612}"/>
                  </a:ext>
                </a:extLst>
              </p:cNvPr>
              <p:cNvSpPr txBox="1"/>
              <p:nvPr/>
            </p:nvSpPr>
            <p:spPr>
              <a:xfrm>
                <a:off x="0" y="3034707"/>
                <a:ext cx="7536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/>
                  <a:t>2</a:t>
                </a:r>
                <a:r>
                  <a:rPr lang="ko-KR" altLang="en-US" sz="1000" b="1" dirty="0"/>
                  <a:t> </a:t>
                </a:r>
                <a:r>
                  <a:rPr lang="en-US" altLang="ko-KR" sz="1000" b="1" dirty="0"/>
                  <a:t>Frame</a:t>
                </a:r>
                <a:endParaRPr lang="ko-KR" altLang="en-US" sz="1000" b="1" dirty="0"/>
              </a:p>
            </p:txBody>
          </p:sp>
          <p:cxnSp>
            <p:nvCxnSpPr>
              <p:cNvPr id="123" name="직선 화살표 연결선 122">
                <a:extLst>
                  <a:ext uri="{FF2B5EF4-FFF2-40B4-BE49-F238E27FC236}">
                    <a16:creationId xmlns:a16="http://schemas.microsoft.com/office/drawing/2014/main" id="{4D2B8EC0-3E0C-4738-9882-8D7C4AA81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99" y="3042424"/>
                <a:ext cx="5171535" cy="339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31984A7-A18D-4CA3-9476-995CDC2D0EAB}"/>
                </a:ext>
              </a:extLst>
            </p:cNvPr>
            <p:cNvGrpSpPr/>
            <p:nvPr/>
          </p:nvGrpSpPr>
          <p:grpSpPr>
            <a:xfrm>
              <a:off x="5457810" y="4613043"/>
              <a:ext cx="5670634" cy="246221"/>
              <a:chOff x="0" y="3034707"/>
              <a:chExt cx="5670634" cy="246221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9E57BDA-3739-4655-9353-6813197D2AA3}"/>
                  </a:ext>
                </a:extLst>
              </p:cNvPr>
              <p:cNvSpPr txBox="1"/>
              <p:nvPr/>
            </p:nvSpPr>
            <p:spPr>
              <a:xfrm>
                <a:off x="0" y="3034707"/>
                <a:ext cx="7536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/>
                  <a:t>3</a:t>
                </a:r>
                <a:r>
                  <a:rPr lang="ko-KR" altLang="en-US" sz="1000" b="1" dirty="0"/>
                  <a:t> </a:t>
                </a:r>
                <a:r>
                  <a:rPr lang="en-US" altLang="ko-KR" sz="1000" b="1" dirty="0"/>
                  <a:t>Frame</a:t>
                </a:r>
                <a:endParaRPr lang="ko-KR" altLang="en-US" sz="1000" b="1" dirty="0"/>
              </a:p>
            </p:txBody>
          </p:sp>
          <p:cxnSp>
            <p:nvCxnSpPr>
              <p:cNvPr id="126" name="직선 화살표 연결선 125">
                <a:extLst>
                  <a:ext uri="{FF2B5EF4-FFF2-40B4-BE49-F238E27FC236}">
                    <a16:creationId xmlns:a16="http://schemas.microsoft.com/office/drawing/2014/main" id="{2DA44D52-18C7-494B-8C86-8E90F07F3C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99" y="3042424"/>
                <a:ext cx="5171535" cy="339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3B3B53D3-0F4B-4DE7-BA13-D5A98DD0BA59}"/>
                </a:ext>
              </a:extLst>
            </p:cNvPr>
            <p:cNvGrpSpPr/>
            <p:nvPr/>
          </p:nvGrpSpPr>
          <p:grpSpPr>
            <a:xfrm>
              <a:off x="5464582" y="5428132"/>
              <a:ext cx="5670634" cy="246221"/>
              <a:chOff x="0" y="3034707"/>
              <a:chExt cx="5670634" cy="246221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5E6F9CD-6061-4B06-A6A7-C80DD4481A77}"/>
                  </a:ext>
                </a:extLst>
              </p:cNvPr>
              <p:cNvSpPr txBox="1"/>
              <p:nvPr/>
            </p:nvSpPr>
            <p:spPr>
              <a:xfrm>
                <a:off x="0" y="3034707"/>
                <a:ext cx="7536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/>
                  <a:t>4</a:t>
                </a:r>
                <a:r>
                  <a:rPr lang="ko-KR" altLang="en-US" sz="1000" b="1" dirty="0"/>
                  <a:t> </a:t>
                </a:r>
                <a:r>
                  <a:rPr lang="en-US" altLang="ko-KR" sz="1000" b="1" dirty="0"/>
                  <a:t>Frame</a:t>
                </a:r>
                <a:endParaRPr lang="ko-KR" altLang="en-US" sz="1000" b="1" dirty="0"/>
              </a:p>
            </p:txBody>
          </p:sp>
          <p:cxnSp>
            <p:nvCxnSpPr>
              <p:cNvPr id="129" name="직선 화살표 연결선 128">
                <a:extLst>
                  <a:ext uri="{FF2B5EF4-FFF2-40B4-BE49-F238E27FC236}">
                    <a16:creationId xmlns:a16="http://schemas.microsoft.com/office/drawing/2014/main" id="{6CA65B31-B4B7-4AFA-ADA0-CEA066BB0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99" y="3042424"/>
                <a:ext cx="5171535" cy="339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157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571653"/>
          </a:xfrm>
        </p:spPr>
        <p:txBody>
          <a:bodyPr>
            <a:normAutofit/>
          </a:bodyPr>
          <a:lstStyle/>
          <a:p>
            <a:r>
              <a:rPr lang="ko-KR" altLang="en-US" b="1" dirty="0"/>
              <a:t>평면과 빛방향과의 내각을 구하면</a:t>
            </a:r>
            <a:r>
              <a:rPr lang="en-US" altLang="ko-KR" b="1" dirty="0"/>
              <a:t>, </a:t>
            </a:r>
            <a:r>
              <a:rPr lang="ko-KR" altLang="en-US" b="1" dirty="0"/>
              <a:t>색상의 세기를 계산 할 수 있다</a:t>
            </a:r>
            <a:r>
              <a:rPr lang="en-US" altLang="ko-KR" b="1" dirty="0"/>
              <a:t>.</a:t>
            </a:r>
            <a:endParaRPr lang="en-US" altLang="ko-KR" sz="1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3" y="20594"/>
            <a:ext cx="11757291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게임수학의 활용 </a:t>
            </a:r>
            <a:r>
              <a:rPr lang="en-US" altLang="ko-KR" dirty="0"/>
              <a:t>#</a:t>
            </a:r>
            <a:r>
              <a:rPr lang="ko-KR" altLang="en-US" dirty="0" err="1"/>
              <a:t>픽셀쉐이더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DB2B2A-A46C-4AE3-9BED-81EB6AD71CCE}"/>
              </a:ext>
            </a:extLst>
          </p:cNvPr>
          <p:cNvSpPr/>
          <p:nvPr/>
        </p:nvSpPr>
        <p:spPr>
          <a:xfrm>
            <a:off x="4914966" y="3122451"/>
            <a:ext cx="1181034" cy="1181034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FEAB5F3-A3A0-4CDC-A1F1-6C64AB6883F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096000" y="3712968"/>
            <a:ext cx="443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3A1482F-A7EB-4CC6-B192-3B1E662A132C}"/>
              </a:ext>
            </a:extLst>
          </p:cNvPr>
          <p:cNvCxnSpPr>
            <a:stCxn id="2" idx="0"/>
          </p:cNvCxnSpPr>
          <p:nvPr/>
        </p:nvCxnSpPr>
        <p:spPr>
          <a:xfrm flipV="1">
            <a:off x="5505483" y="2697578"/>
            <a:ext cx="0" cy="42487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3280EE7-ED8D-47D6-973C-5281622F638A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471010" y="3712968"/>
            <a:ext cx="443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3438F60-35D3-4372-BB81-D578D9C1AF0C}"/>
              </a:ext>
            </a:extLst>
          </p:cNvPr>
          <p:cNvCxnSpPr>
            <a:stCxn id="2" idx="2"/>
          </p:cNvCxnSpPr>
          <p:nvPr/>
        </p:nvCxnSpPr>
        <p:spPr>
          <a:xfrm>
            <a:off x="5505483" y="4303485"/>
            <a:ext cx="0" cy="5923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21DAC777-8027-4FBE-AAB8-B6DE82577461}"/>
              </a:ext>
            </a:extLst>
          </p:cNvPr>
          <p:cNvSpPr/>
          <p:nvPr/>
        </p:nvSpPr>
        <p:spPr>
          <a:xfrm>
            <a:off x="8105943" y="5602180"/>
            <a:ext cx="452582" cy="452582"/>
          </a:xfrm>
          <a:prstGeom prst="ellipse">
            <a:avLst/>
          </a:prstGeom>
          <a:solidFill>
            <a:srgbClr val="FFC000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45D4EC5-8900-4D3D-B89B-E24CD8A68E36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405864" y="5828471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518E24-0F49-487B-919E-3E3A1864D127}"/>
              </a:ext>
            </a:extLst>
          </p:cNvPr>
          <p:cNvSpPr txBox="1"/>
          <p:nvPr/>
        </p:nvSpPr>
        <p:spPr>
          <a:xfrm>
            <a:off x="6151178" y="3800758"/>
            <a:ext cx="1247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0º </a:t>
            </a:r>
            <a:r>
              <a:rPr lang="ko-KR" altLang="en-US" sz="1200" dirty="0"/>
              <a:t>▶ </a:t>
            </a:r>
            <a:r>
              <a:rPr lang="en-US" altLang="ko-KR" sz="1200" dirty="0"/>
              <a:t>1 </a:t>
            </a:r>
            <a:endParaRPr lang="ko-KR" alt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09FC39-B5FD-4E80-9F77-432143C66CCB}"/>
              </a:ext>
            </a:extLst>
          </p:cNvPr>
          <p:cNvSpPr txBox="1"/>
          <p:nvPr/>
        </p:nvSpPr>
        <p:spPr>
          <a:xfrm>
            <a:off x="3934167" y="3800759"/>
            <a:ext cx="9177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180º </a:t>
            </a:r>
            <a:r>
              <a:rPr lang="ko-KR" altLang="en-US" sz="1200" dirty="0"/>
              <a:t>▶ </a:t>
            </a:r>
            <a:r>
              <a:rPr lang="en-US" altLang="ko-KR" sz="1200" dirty="0"/>
              <a:t>0 </a:t>
            </a:r>
            <a:endParaRPr lang="ko-KR" alt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43F6AC-C84B-4BB7-9C7E-F4ED85401848}"/>
              </a:ext>
            </a:extLst>
          </p:cNvPr>
          <p:cNvSpPr txBox="1"/>
          <p:nvPr/>
        </p:nvSpPr>
        <p:spPr>
          <a:xfrm>
            <a:off x="5584315" y="2662000"/>
            <a:ext cx="1404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90º </a:t>
            </a:r>
            <a:r>
              <a:rPr lang="ko-KR" altLang="en-US" sz="1200" dirty="0"/>
              <a:t>▶ </a:t>
            </a:r>
            <a:r>
              <a:rPr lang="en-US" altLang="ko-KR" sz="1200" dirty="0"/>
              <a:t>0 </a:t>
            </a:r>
            <a:endParaRPr lang="ko-KR" altLang="en-US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5842DE-7C2F-4F5E-B218-4EC43284A521}"/>
              </a:ext>
            </a:extLst>
          </p:cNvPr>
          <p:cNvSpPr txBox="1"/>
          <p:nvPr/>
        </p:nvSpPr>
        <p:spPr>
          <a:xfrm>
            <a:off x="5537788" y="4461159"/>
            <a:ext cx="100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-90º </a:t>
            </a:r>
            <a:r>
              <a:rPr lang="ko-KR" altLang="en-US" sz="1200" dirty="0"/>
              <a:t>▶ </a:t>
            </a:r>
            <a:r>
              <a:rPr lang="en-US" altLang="ko-KR" sz="1200" dirty="0"/>
              <a:t>0 </a:t>
            </a:r>
            <a:endParaRPr lang="ko-KR" altLang="en-US" sz="1200" dirty="0"/>
          </a:p>
        </p:txBody>
      </p:sp>
      <p:pic>
        <p:nvPicPr>
          <p:cNvPr id="102" name="Picture 2" descr="삼각함수 - 위키백과, 우리 모두의 백과사전">
            <a:extLst>
              <a:ext uri="{FF2B5EF4-FFF2-40B4-BE49-F238E27FC236}">
                <a16:creationId xmlns:a16="http://schemas.microsoft.com/office/drawing/2014/main" id="{CD256438-B5A8-4A4A-947F-7512ECF03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903" y="2494037"/>
            <a:ext cx="395706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2DAB812-F8E7-4DE4-86F0-6C620CD93543}"/>
              </a:ext>
            </a:extLst>
          </p:cNvPr>
          <p:cNvSpPr txBox="1"/>
          <p:nvPr/>
        </p:nvSpPr>
        <p:spPr>
          <a:xfrm>
            <a:off x="709127" y="3520422"/>
            <a:ext cx="262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RGB(1,0,0) * 1 = (1,0,0) 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1274F8F-D412-4E7C-951A-DBFCF03CC6A3}"/>
              </a:ext>
            </a:extLst>
          </p:cNvPr>
          <p:cNvSpPr txBox="1"/>
          <p:nvPr/>
        </p:nvSpPr>
        <p:spPr>
          <a:xfrm>
            <a:off x="721748" y="4058997"/>
            <a:ext cx="262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RGB(1,0,0) * 0 = (0,0,0) 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F5FAAB7-91D0-45B7-A1DC-A8F9F1D49014}"/>
              </a:ext>
            </a:extLst>
          </p:cNvPr>
          <p:cNvSpPr txBox="1"/>
          <p:nvPr/>
        </p:nvSpPr>
        <p:spPr>
          <a:xfrm>
            <a:off x="721748" y="4566847"/>
            <a:ext cx="293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RGB(1,0,0) * 0.5 = (0.5,0,0) 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7F2DEE3-2525-4F3E-8E42-4FF0427C0239}"/>
              </a:ext>
            </a:extLst>
          </p:cNvPr>
          <p:cNvGrpSpPr/>
          <p:nvPr/>
        </p:nvGrpSpPr>
        <p:grpSpPr>
          <a:xfrm rot="2700000">
            <a:off x="4410125" y="4831193"/>
            <a:ext cx="2068946" cy="2198255"/>
            <a:chOff x="6128304" y="4658166"/>
            <a:chExt cx="2068946" cy="2198255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A9FC958-CD9C-4EFF-AFAD-9E1762A75543}"/>
                </a:ext>
              </a:extLst>
            </p:cNvPr>
            <p:cNvSpPr/>
            <p:nvPr/>
          </p:nvSpPr>
          <p:spPr>
            <a:xfrm>
              <a:off x="6572260" y="5083039"/>
              <a:ext cx="1181034" cy="1181034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A0D97173-496C-4111-9483-B77981570999}"/>
                </a:ext>
              </a:extLst>
            </p:cNvPr>
            <p:cNvCxnSpPr>
              <a:cxnSpLocks/>
              <a:stCxn id="105" idx="3"/>
            </p:cNvCxnSpPr>
            <p:nvPr/>
          </p:nvCxnSpPr>
          <p:spPr>
            <a:xfrm>
              <a:off x="7753294" y="5673556"/>
              <a:ext cx="443956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B94CADD9-7976-4644-8302-393122D75454}"/>
                </a:ext>
              </a:extLst>
            </p:cNvPr>
            <p:cNvCxnSpPr>
              <a:stCxn id="105" idx="0"/>
            </p:cNvCxnSpPr>
            <p:nvPr/>
          </p:nvCxnSpPr>
          <p:spPr>
            <a:xfrm flipV="1">
              <a:off x="7162777" y="4658166"/>
              <a:ext cx="0" cy="42487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B04A32D7-23AD-4634-BEC3-636B67BAE289}"/>
                </a:ext>
              </a:extLst>
            </p:cNvPr>
            <p:cNvCxnSpPr>
              <a:cxnSpLocks/>
              <a:stCxn id="105" idx="1"/>
            </p:cNvCxnSpPr>
            <p:nvPr/>
          </p:nvCxnSpPr>
          <p:spPr>
            <a:xfrm flipH="1">
              <a:off x="6128304" y="5673556"/>
              <a:ext cx="443956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A3FE8537-024B-40D7-A8E5-AAAD9AD25E09}"/>
                </a:ext>
              </a:extLst>
            </p:cNvPr>
            <p:cNvCxnSpPr>
              <a:stCxn id="105" idx="2"/>
            </p:cNvCxnSpPr>
            <p:nvPr/>
          </p:nvCxnSpPr>
          <p:spPr>
            <a:xfrm>
              <a:off x="7162777" y="6264073"/>
              <a:ext cx="0" cy="59234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0021AE68-55EC-41CA-BDC4-1D4864DCEC2D}"/>
              </a:ext>
            </a:extLst>
          </p:cNvPr>
          <p:cNvSpPr txBox="1"/>
          <p:nvPr/>
        </p:nvSpPr>
        <p:spPr>
          <a:xfrm>
            <a:off x="6112774" y="5253524"/>
            <a:ext cx="1247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45º </a:t>
            </a:r>
            <a:r>
              <a:rPr lang="ko-KR" altLang="en-US" sz="1200" dirty="0"/>
              <a:t>▶ </a:t>
            </a:r>
            <a:r>
              <a:rPr lang="en-US" altLang="ko-KR" sz="1200" dirty="0"/>
              <a:t>0.5 </a:t>
            </a:r>
            <a:endParaRPr lang="ko-KR" alt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1932645-F308-442A-B649-DC983E8EEE18}"/>
              </a:ext>
            </a:extLst>
          </p:cNvPr>
          <p:cNvSpPr txBox="1"/>
          <p:nvPr/>
        </p:nvSpPr>
        <p:spPr>
          <a:xfrm>
            <a:off x="6068898" y="6209822"/>
            <a:ext cx="1247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135º </a:t>
            </a:r>
            <a:r>
              <a:rPr lang="ko-KR" altLang="en-US" sz="1200" dirty="0"/>
              <a:t>▶ </a:t>
            </a:r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2FD500-C6E9-48C6-A3D5-B8C1C629A6AB}"/>
              </a:ext>
            </a:extLst>
          </p:cNvPr>
          <p:cNvSpPr txBox="1"/>
          <p:nvPr/>
        </p:nvSpPr>
        <p:spPr>
          <a:xfrm>
            <a:off x="187695" y="3046410"/>
            <a:ext cx="4365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※Cos(t)</a:t>
            </a:r>
            <a:r>
              <a:rPr lang="ko-KR" altLang="en-US" sz="1400" dirty="0">
                <a:solidFill>
                  <a:srgbClr val="FF0000"/>
                </a:solidFill>
              </a:rPr>
              <a:t>각도는 </a:t>
            </a:r>
            <a:r>
              <a:rPr lang="en-US" altLang="ko-KR" sz="1400" dirty="0">
                <a:solidFill>
                  <a:srgbClr val="FF0000"/>
                </a:solidFill>
              </a:rPr>
              <a:t>90º</a:t>
            </a:r>
            <a:r>
              <a:rPr lang="ko-KR" altLang="en-US" sz="1400" dirty="0">
                <a:solidFill>
                  <a:srgbClr val="FF0000"/>
                </a:solidFill>
              </a:rPr>
              <a:t>가 넘어가면 </a:t>
            </a:r>
            <a:r>
              <a:rPr lang="en-US" altLang="ko-KR" sz="1400" dirty="0">
                <a:solidFill>
                  <a:srgbClr val="FF0000"/>
                </a:solidFill>
              </a:rPr>
              <a:t>0</a:t>
            </a:r>
            <a:r>
              <a:rPr lang="ko-KR" altLang="en-US" sz="1400" dirty="0">
                <a:solidFill>
                  <a:srgbClr val="FF0000"/>
                </a:solidFill>
              </a:rPr>
              <a:t>으로 처리된다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956CB10-70E2-4173-937D-C96FA1D4C2DD}"/>
              </a:ext>
            </a:extLst>
          </p:cNvPr>
          <p:cNvSpPr txBox="1"/>
          <p:nvPr/>
        </p:nvSpPr>
        <p:spPr>
          <a:xfrm>
            <a:off x="503509" y="2124709"/>
            <a:ext cx="9116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※</a:t>
            </a:r>
            <a:r>
              <a:rPr lang="ko-KR" altLang="en-US" sz="1400" dirty="0" err="1">
                <a:solidFill>
                  <a:srgbClr val="FF0000"/>
                </a:solidFill>
              </a:rPr>
              <a:t>픽셀쉐이더</a:t>
            </a:r>
            <a:r>
              <a:rPr lang="en-US" altLang="ko-KR" sz="1400" dirty="0">
                <a:solidFill>
                  <a:srgbClr val="FF0000"/>
                </a:solidFill>
              </a:rPr>
              <a:t>: 2</a:t>
            </a:r>
            <a:r>
              <a:rPr lang="ko-KR" altLang="en-US" sz="1400" dirty="0">
                <a:solidFill>
                  <a:srgbClr val="FF0000"/>
                </a:solidFill>
              </a:rPr>
              <a:t>차원에 표시되는 색상을 어떻게 표현할지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코드를 작성하여 표현하는 코드를 작성하는 </a:t>
            </a:r>
            <a:r>
              <a:rPr lang="ko-KR" altLang="en-US" sz="1400" dirty="0" err="1">
                <a:solidFill>
                  <a:srgbClr val="FF0000"/>
                </a:solidFill>
              </a:rPr>
              <a:t>쉐이더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1716CC8B-CE07-4C04-9B8B-91196CF14741}"/>
              </a:ext>
            </a:extLst>
          </p:cNvPr>
          <p:cNvCxnSpPr>
            <a:cxnSpLocks/>
          </p:cNvCxnSpPr>
          <p:nvPr/>
        </p:nvCxnSpPr>
        <p:spPr>
          <a:xfrm flipH="1">
            <a:off x="6068898" y="3712968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068D0E65-E6C2-4F9E-93F7-9618DD986956}"/>
              </a:ext>
            </a:extLst>
          </p:cNvPr>
          <p:cNvCxnSpPr>
            <a:cxnSpLocks/>
          </p:cNvCxnSpPr>
          <p:nvPr/>
        </p:nvCxnSpPr>
        <p:spPr>
          <a:xfrm flipH="1">
            <a:off x="5455304" y="3122451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B3117779-865D-464B-B0DB-E20CB995FD9C}"/>
              </a:ext>
            </a:extLst>
          </p:cNvPr>
          <p:cNvCxnSpPr>
            <a:cxnSpLocks/>
          </p:cNvCxnSpPr>
          <p:nvPr/>
        </p:nvCxnSpPr>
        <p:spPr>
          <a:xfrm flipH="1">
            <a:off x="5505483" y="4303485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CC3A68C-FEE8-4C37-9483-E362EFBF5A4E}"/>
              </a:ext>
            </a:extLst>
          </p:cNvPr>
          <p:cNvCxnSpPr>
            <a:cxnSpLocks/>
          </p:cNvCxnSpPr>
          <p:nvPr/>
        </p:nvCxnSpPr>
        <p:spPr>
          <a:xfrm flipH="1">
            <a:off x="4214887" y="3712968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545C5AA9-B3C8-47C1-B1E3-547C939FC2E9}"/>
              </a:ext>
            </a:extLst>
          </p:cNvPr>
          <p:cNvCxnSpPr>
            <a:cxnSpLocks/>
          </p:cNvCxnSpPr>
          <p:nvPr/>
        </p:nvCxnSpPr>
        <p:spPr>
          <a:xfrm flipH="1">
            <a:off x="5890528" y="5453551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371908A6-6523-49DC-914C-934860CD05A0}"/>
              </a:ext>
            </a:extLst>
          </p:cNvPr>
          <p:cNvCxnSpPr>
            <a:cxnSpLocks/>
          </p:cNvCxnSpPr>
          <p:nvPr/>
        </p:nvCxnSpPr>
        <p:spPr>
          <a:xfrm flipH="1">
            <a:off x="5890528" y="6274919"/>
            <a:ext cx="70007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B36DE8C-A0F8-03B3-E32A-D6FCBC774870}"/>
                  </a:ext>
                </a:extLst>
              </p14:cNvPr>
              <p14:cNvContentPartPr/>
              <p14:nvPr/>
            </p14:nvContentPartPr>
            <p14:xfrm>
              <a:off x="3549600" y="819000"/>
              <a:ext cx="8331480" cy="5207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B36DE8C-A0F8-03B3-E32A-D6FCBC7748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0240" y="809640"/>
                <a:ext cx="8350200" cy="522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65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49E9A9-E7C4-478F-9996-3DCB905A9556}"/>
              </a:ext>
            </a:extLst>
          </p:cNvPr>
          <p:cNvGrpSpPr/>
          <p:nvPr/>
        </p:nvGrpSpPr>
        <p:grpSpPr>
          <a:xfrm>
            <a:off x="6817567" y="2635805"/>
            <a:ext cx="4465469" cy="2167215"/>
            <a:chOff x="6287679" y="1587384"/>
            <a:chExt cx="3169710" cy="1538348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0F0A4F0F-BC4A-4058-8DCF-A3627325812D}"/>
                </a:ext>
              </a:extLst>
            </p:cNvPr>
            <p:cNvSpPr/>
            <p:nvPr/>
          </p:nvSpPr>
          <p:spPr>
            <a:xfrm>
              <a:off x="6287679" y="2013818"/>
              <a:ext cx="1111914" cy="1111914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Sphere</a:t>
              </a:r>
              <a:br>
                <a:rPr lang="en-US" altLang="ko-KR" sz="1400" dirty="0"/>
              </a:br>
              <a:r>
                <a:rPr lang="en-US" altLang="ko-KR" sz="800" dirty="0" err="1"/>
                <a:t>GameObject</a:t>
              </a:r>
              <a:endParaRPr lang="ko-KR" altLang="en-US" sz="800" dirty="0"/>
            </a:p>
          </p:txBody>
        </p:sp>
        <p:sp>
          <p:nvSpPr>
            <p:cNvPr id="19" name="화살표: 왼쪽 18">
              <a:extLst>
                <a:ext uri="{FF2B5EF4-FFF2-40B4-BE49-F238E27FC236}">
                  <a16:creationId xmlns:a16="http://schemas.microsoft.com/office/drawing/2014/main" id="{20B77410-A2AD-4C6E-A7A4-D151A1936BAA}"/>
                </a:ext>
              </a:extLst>
            </p:cNvPr>
            <p:cNvSpPr/>
            <p:nvPr/>
          </p:nvSpPr>
          <p:spPr>
            <a:xfrm>
              <a:off x="7502475" y="2187424"/>
              <a:ext cx="1954914" cy="755196"/>
            </a:xfrm>
            <a:prstGeom prst="leftArrow">
              <a:avLst/>
            </a:prstGeom>
            <a:solidFill>
              <a:srgbClr val="FFC00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rigidbody.AddForce</a:t>
              </a:r>
              <a:r>
                <a:rPr lang="en-US" altLang="ko-KR" sz="1400" dirty="0"/>
                <a:t>(</a:t>
              </a:r>
              <a:r>
                <a:rPr lang="en-US" altLang="ko-KR" sz="1400" dirty="0">
                  <a:solidFill>
                    <a:srgbClr val="7030A0"/>
                  </a:solidFill>
                </a:rPr>
                <a:t>right</a:t>
              </a:r>
              <a:r>
                <a:rPr lang="en-US" altLang="ko-KR" sz="1400" dirty="0"/>
                <a:t>)</a:t>
              </a:r>
              <a:br>
                <a:rPr lang="en-US" altLang="ko-KR" sz="1400" dirty="0"/>
              </a:br>
              <a:r>
                <a:rPr lang="en-US" altLang="ko-KR" sz="1000" dirty="0"/>
                <a:t>ScpritingAPI</a:t>
              </a:r>
              <a:endParaRPr lang="ko-KR" altLang="en-US" sz="10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D859121-6E9D-4A9F-956C-5143AEBB6362}"/>
                </a:ext>
              </a:extLst>
            </p:cNvPr>
            <p:cNvSpPr/>
            <p:nvPr/>
          </p:nvSpPr>
          <p:spPr>
            <a:xfrm>
              <a:off x="7592185" y="1587384"/>
              <a:ext cx="1442301" cy="478757"/>
            </a:xfrm>
            <a:prstGeom prst="rect">
              <a:avLst/>
            </a:prstGeom>
            <a:solidFill>
              <a:srgbClr val="92D050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RigidBody</a:t>
              </a:r>
              <a:br>
                <a:rPr lang="en-US" altLang="ko-KR" sz="1400" dirty="0"/>
              </a:br>
              <a:r>
                <a:rPr lang="en-US" altLang="ko-KR" sz="1000" dirty="0"/>
                <a:t>Component</a:t>
              </a:r>
              <a:endParaRPr lang="ko-KR" altLang="en-US" sz="1000" dirty="0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055B6D5-7E5F-4D5D-83AC-66A2189DB3C1}"/>
                </a:ext>
              </a:extLst>
            </p:cNvPr>
            <p:cNvCxnSpPr>
              <a:cxnSpLocks/>
              <a:stCxn id="2" idx="7"/>
              <a:endCxn id="12" idx="1"/>
            </p:cNvCxnSpPr>
            <p:nvPr/>
          </p:nvCxnSpPr>
          <p:spPr>
            <a:xfrm flipV="1">
              <a:off x="7236757" y="1826763"/>
              <a:ext cx="355427" cy="349892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1271042"/>
          </a:xfrm>
        </p:spPr>
        <p:txBody>
          <a:bodyPr>
            <a:normAutofit/>
          </a:bodyPr>
          <a:lstStyle/>
          <a:p>
            <a:r>
              <a:rPr lang="en-US" altLang="ko-KR" sz="2400" b="1" dirty="0" err="1"/>
              <a:t>RigidBody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강체</a:t>
            </a:r>
            <a:r>
              <a:rPr lang="en-US" altLang="ko-KR" sz="2400" b="1" dirty="0"/>
              <a:t>)</a:t>
            </a:r>
            <a:br>
              <a:rPr lang="en-US" altLang="ko-KR" sz="2400" b="1" dirty="0"/>
            </a:br>
            <a:r>
              <a:rPr lang="ko-KR" altLang="en-US" sz="2400" dirty="0"/>
              <a:t>힘을 받는 물체</a:t>
            </a:r>
            <a:r>
              <a:rPr lang="en-US" altLang="ko-KR" sz="2400" dirty="0"/>
              <a:t>(</a:t>
            </a:r>
            <a:r>
              <a:rPr lang="ko-KR" altLang="en-US" sz="2400" dirty="0"/>
              <a:t>물리용어</a:t>
            </a:r>
            <a:r>
              <a:rPr lang="en-US" altLang="ko-KR" sz="2400" dirty="0"/>
              <a:t>)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게임수학의 활용 </a:t>
            </a:r>
            <a:r>
              <a:rPr lang="en-US" altLang="ko-KR" dirty="0"/>
              <a:t>#RigidBody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35F459-D13E-4D9D-914B-4D45AEB7E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6" y="2732807"/>
            <a:ext cx="2800218" cy="3657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B0DC37F-AB69-4EB1-87BA-A54E175E807D}"/>
              </a:ext>
            </a:extLst>
          </p:cNvPr>
          <p:cNvSpPr txBox="1"/>
          <p:nvPr/>
        </p:nvSpPr>
        <p:spPr>
          <a:xfrm>
            <a:off x="2278431" y="4054853"/>
            <a:ext cx="4131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B050"/>
                </a:solidFill>
              </a:rPr>
              <a:t>&lt;&lt; </a:t>
            </a:r>
            <a:r>
              <a:rPr lang="ko-KR" altLang="en-US" sz="1200" b="1" dirty="0">
                <a:solidFill>
                  <a:srgbClr val="00B050"/>
                </a:solidFill>
              </a:rPr>
              <a:t>에디터</a:t>
            </a:r>
            <a:r>
              <a:rPr lang="en-US" altLang="ko-KR" sz="1200" b="1" dirty="0">
                <a:solidFill>
                  <a:srgbClr val="00B050"/>
                </a:solidFill>
              </a:rPr>
              <a:t>(</a:t>
            </a:r>
            <a:r>
              <a:rPr lang="ko-KR" altLang="en-US" sz="1200" b="1" dirty="0" err="1">
                <a:solidFill>
                  <a:srgbClr val="00B050"/>
                </a:solidFill>
              </a:rPr>
              <a:t>인스펙터</a:t>
            </a:r>
            <a:r>
              <a:rPr lang="en-US" altLang="ko-KR" sz="1200" b="1" dirty="0">
                <a:solidFill>
                  <a:srgbClr val="00B050"/>
                </a:solidFill>
              </a:rPr>
              <a:t>)</a:t>
            </a:r>
            <a:r>
              <a:rPr lang="ko-KR" altLang="en-US" sz="1200" b="1" dirty="0">
                <a:solidFill>
                  <a:srgbClr val="00B050"/>
                </a:solidFill>
              </a:rPr>
              <a:t>에서 사용하는 내용을 설명한 문서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D3D4E6-4F65-4591-AF33-2E543874A8F5}"/>
              </a:ext>
            </a:extLst>
          </p:cNvPr>
          <p:cNvSpPr txBox="1"/>
          <p:nvPr/>
        </p:nvSpPr>
        <p:spPr>
          <a:xfrm>
            <a:off x="2278431" y="5084130"/>
            <a:ext cx="577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B050"/>
                </a:solidFill>
              </a:rPr>
              <a:t>&lt;&lt; </a:t>
            </a:r>
            <a:r>
              <a:rPr lang="ko-KR" altLang="en-US" sz="1200" b="1" dirty="0">
                <a:solidFill>
                  <a:srgbClr val="00B050"/>
                </a:solidFill>
              </a:rPr>
              <a:t>컴포넌트클래스에 </a:t>
            </a:r>
            <a:r>
              <a:rPr lang="ko-KR" altLang="en-US" sz="1200" b="1" dirty="0" err="1">
                <a:solidFill>
                  <a:srgbClr val="00B050"/>
                </a:solidFill>
              </a:rPr>
              <a:t>포함되어있는</a:t>
            </a:r>
            <a:r>
              <a:rPr lang="ko-KR" altLang="en-US" sz="1200" b="1" dirty="0">
                <a:solidFill>
                  <a:srgbClr val="00B050"/>
                </a:solidFill>
              </a:rPr>
              <a:t> 멤버들의 목록이나 사용방법을 설명한 문서</a:t>
            </a:r>
          </a:p>
        </p:txBody>
      </p:sp>
    </p:spTree>
    <p:extLst>
      <p:ext uri="{BB962C8B-B14F-4D97-AF65-F5344CB8AC3E}">
        <p14:creationId xmlns:p14="http://schemas.microsoft.com/office/powerpoint/2010/main" val="1144822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4196" y="1696093"/>
            <a:ext cx="11543607" cy="652319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벡터의 활용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게임수학의 활용 </a:t>
            </a:r>
            <a:r>
              <a:rPr lang="en-US" altLang="ko-KR" dirty="0"/>
              <a:t>#</a:t>
            </a:r>
            <a:r>
              <a:rPr lang="ko-KR" altLang="en-US" dirty="0"/>
              <a:t>추적과 이동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93478CD-1421-4601-AD89-F4E4501EE145}"/>
              </a:ext>
            </a:extLst>
          </p:cNvPr>
          <p:cNvSpPr/>
          <p:nvPr/>
        </p:nvSpPr>
        <p:spPr>
          <a:xfrm>
            <a:off x="5743635" y="2836144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Player</a:t>
            </a:r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889E448-2638-499C-983F-C56173C9AD14}"/>
              </a:ext>
            </a:extLst>
          </p:cNvPr>
          <p:cNvSpPr/>
          <p:nvPr/>
        </p:nvSpPr>
        <p:spPr>
          <a:xfrm>
            <a:off x="10118906" y="1482335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1C4DD42-C044-43FE-B699-F4B1C1B78B36}"/>
              </a:ext>
            </a:extLst>
          </p:cNvPr>
          <p:cNvSpPr/>
          <p:nvPr/>
        </p:nvSpPr>
        <p:spPr>
          <a:xfrm>
            <a:off x="5828615" y="1499757"/>
            <a:ext cx="868218" cy="868218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Target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AC4EE-AC48-4E24-A6F0-F44BF98E0357}"/>
              </a:ext>
            </a:extLst>
          </p:cNvPr>
          <p:cNvSpPr txBox="1"/>
          <p:nvPr/>
        </p:nvSpPr>
        <p:spPr>
          <a:xfrm>
            <a:off x="7895674" y="1979981"/>
            <a:ext cx="744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C000"/>
                </a:solidFill>
              </a:rPr>
              <a:t>vDist</a:t>
            </a:r>
            <a:endParaRPr lang="ko-KR" altLang="en-US" sz="1200" dirty="0">
              <a:solidFill>
                <a:srgbClr val="FFC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0A2B782-0834-44BC-9346-06F9C41C1F26}"/>
              </a:ext>
            </a:extLst>
          </p:cNvPr>
          <p:cNvSpPr/>
          <p:nvPr/>
        </p:nvSpPr>
        <p:spPr>
          <a:xfrm>
            <a:off x="10488705" y="1859221"/>
            <a:ext cx="149290" cy="149290"/>
          </a:xfrm>
          <a:prstGeom prst="ellipse">
            <a:avLst/>
          </a:prstGeom>
          <a:solidFill>
            <a:srgbClr val="0070C0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67C81E2-8364-4BA9-B097-44F24A99ED8D}"/>
              </a:ext>
            </a:extLst>
          </p:cNvPr>
          <p:cNvSpPr/>
          <p:nvPr/>
        </p:nvSpPr>
        <p:spPr>
          <a:xfrm>
            <a:off x="6188079" y="1852134"/>
            <a:ext cx="149290" cy="149290"/>
          </a:xfrm>
          <a:prstGeom prst="ellipse">
            <a:avLst/>
          </a:prstGeom>
          <a:solidFill>
            <a:srgbClr val="FF0000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17BA-9944-48C0-BF53-EFDCC3328903}"/>
              </a:ext>
            </a:extLst>
          </p:cNvPr>
          <p:cNvSpPr txBox="1"/>
          <p:nvPr/>
        </p:nvSpPr>
        <p:spPr>
          <a:xfrm>
            <a:off x="5420548" y="1575135"/>
            <a:ext cx="1390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vTargetPos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818BA1-3BA2-48F7-8265-84FE866DA4F2}"/>
              </a:ext>
            </a:extLst>
          </p:cNvPr>
          <p:cNvSpPr txBox="1"/>
          <p:nvPr/>
        </p:nvSpPr>
        <p:spPr>
          <a:xfrm>
            <a:off x="10558256" y="1926779"/>
            <a:ext cx="744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accent5">
                    <a:lumMod val="75000"/>
                  </a:schemeClr>
                </a:solidFill>
              </a:rPr>
              <a:t>vPos</a:t>
            </a:r>
            <a:endParaRPr lang="ko-KR" alt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9D73913-4ABE-4A6E-9D66-C2DD61E66DDF}"/>
              </a:ext>
            </a:extLst>
          </p:cNvPr>
          <p:cNvCxnSpPr>
            <a:cxnSpLocks/>
          </p:cNvCxnSpPr>
          <p:nvPr/>
        </p:nvCxnSpPr>
        <p:spPr>
          <a:xfrm>
            <a:off x="6262724" y="1933866"/>
            <a:ext cx="4300626" cy="0"/>
          </a:xfrm>
          <a:prstGeom prst="line">
            <a:avLst/>
          </a:prstGeom>
          <a:ln w="254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4A34E6D7-C4FA-4BE5-A717-2E6888642328}"/>
              </a:ext>
            </a:extLst>
          </p:cNvPr>
          <p:cNvSpPr/>
          <p:nvPr/>
        </p:nvSpPr>
        <p:spPr>
          <a:xfrm>
            <a:off x="10130145" y="2836144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C7CCFED-9FF7-4A88-8BFF-7A8394FBB6E2}"/>
              </a:ext>
            </a:extLst>
          </p:cNvPr>
          <p:cNvCxnSpPr>
            <a:cxnSpLocks/>
          </p:cNvCxnSpPr>
          <p:nvPr/>
        </p:nvCxnSpPr>
        <p:spPr>
          <a:xfrm>
            <a:off x="6188079" y="3280588"/>
            <a:ext cx="4300626" cy="0"/>
          </a:xfrm>
          <a:prstGeom prst="line">
            <a:avLst/>
          </a:prstGeom>
          <a:ln w="254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45934F12-80D4-4EEA-A5C4-529567B8C972}"/>
              </a:ext>
            </a:extLst>
          </p:cNvPr>
          <p:cNvSpPr/>
          <p:nvPr/>
        </p:nvSpPr>
        <p:spPr>
          <a:xfrm>
            <a:off x="8191842" y="4123398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B4D2513-0551-48B6-9812-22DC509F23AE}"/>
              </a:ext>
            </a:extLst>
          </p:cNvPr>
          <p:cNvCxnSpPr>
            <a:cxnSpLocks/>
          </p:cNvCxnSpPr>
          <p:nvPr/>
        </p:nvCxnSpPr>
        <p:spPr>
          <a:xfrm>
            <a:off x="1962098" y="3280588"/>
            <a:ext cx="4300626" cy="0"/>
          </a:xfrm>
          <a:prstGeom prst="line">
            <a:avLst/>
          </a:prstGeom>
          <a:ln w="254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D59A3C0D-B657-4826-AD69-938D71D69BB3}"/>
              </a:ext>
            </a:extLst>
          </p:cNvPr>
          <p:cNvSpPr/>
          <p:nvPr/>
        </p:nvSpPr>
        <p:spPr>
          <a:xfrm>
            <a:off x="5764180" y="4123398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Player</a:t>
            </a:r>
            <a:endParaRPr lang="ko-KR" altLang="en-US" sz="12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2CE5E20-B770-4A67-B106-4A00FCCC8E09}"/>
              </a:ext>
            </a:extLst>
          </p:cNvPr>
          <p:cNvSpPr/>
          <p:nvPr/>
        </p:nvSpPr>
        <p:spPr>
          <a:xfrm>
            <a:off x="10113812" y="4116891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A3B8F8C-A652-4E06-BA74-1310C0B3D44C}"/>
              </a:ext>
            </a:extLst>
          </p:cNvPr>
          <p:cNvSpPr/>
          <p:nvPr/>
        </p:nvSpPr>
        <p:spPr>
          <a:xfrm>
            <a:off x="9153205" y="4123398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3B7D2C3-C371-4A65-8763-4B13D994ADF1}"/>
              </a:ext>
            </a:extLst>
          </p:cNvPr>
          <p:cNvSpPr/>
          <p:nvPr/>
        </p:nvSpPr>
        <p:spPr>
          <a:xfrm>
            <a:off x="7223503" y="4116891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EB0905F-0F98-46BE-B1D6-741D03DCE68B}"/>
              </a:ext>
            </a:extLst>
          </p:cNvPr>
          <p:cNvSpPr/>
          <p:nvPr/>
        </p:nvSpPr>
        <p:spPr>
          <a:xfrm>
            <a:off x="1517654" y="2836144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F363F13-45FA-4E85-8722-486324857E7D}"/>
              </a:ext>
            </a:extLst>
          </p:cNvPr>
          <p:cNvSpPr/>
          <p:nvPr/>
        </p:nvSpPr>
        <p:spPr>
          <a:xfrm>
            <a:off x="6252389" y="4105977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53F93AD-EA2C-4F31-9F53-AA9451AEC0A3}"/>
              </a:ext>
            </a:extLst>
          </p:cNvPr>
          <p:cNvSpPr/>
          <p:nvPr/>
        </p:nvSpPr>
        <p:spPr>
          <a:xfrm>
            <a:off x="5207112" y="4136619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6D505A5-11AD-42CB-8788-BC21CCA6AE5A}"/>
              </a:ext>
            </a:extLst>
          </p:cNvPr>
          <p:cNvCxnSpPr/>
          <p:nvPr/>
        </p:nvCxnSpPr>
        <p:spPr>
          <a:xfrm flipH="1" flipV="1">
            <a:off x="9597649" y="4561335"/>
            <a:ext cx="960607" cy="6507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09E127D-5B91-447B-9756-A857553F8545}"/>
              </a:ext>
            </a:extLst>
          </p:cNvPr>
          <p:cNvCxnSpPr/>
          <p:nvPr/>
        </p:nvCxnSpPr>
        <p:spPr>
          <a:xfrm flipH="1" flipV="1">
            <a:off x="5728321" y="4574556"/>
            <a:ext cx="960607" cy="6507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1884844-ECC5-424B-B815-3A6AE911BCEA}"/>
              </a:ext>
            </a:extLst>
          </p:cNvPr>
          <p:cNvSpPr/>
          <p:nvPr/>
        </p:nvSpPr>
        <p:spPr>
          <a:xfrm>
            <a:off x="5744477" y="5531243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Player</a:t>
            </a:r>
            <a:endParaRPr lang="ko-KR" altLang="en-US" sz="1200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51B0459D-966B-40BC-A6C2-7B2C826F3976}"/>
              </a:ext>
            </a:extLst>
          </p:cNvPr>
          <p:cNvSpPr/>
          <p:nvPr/>
        </p:nvSpPr>
        <p:spPr>
          <a:xfrm>
            <a:off x="5275971" y="5531243"/>
            <a:ext cx="888888" cy="888888"/>
          </a:xfrm>
          <a:prstGeom prst="ellipse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2BD7C04-25CE-4BBE-A24F-CBCA144F3F72}"/>
              </a:ext>
            </a:extLst>
          </p:cNvPr>
          <p:cNvSpPr/>
          <p:nvPr/>
        </p:nvSpPr>
        <p:spPr>
          <a:xfrm>
            <a:off x="6162026" y="5513822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FC585BD-9898-4714-B172-D0F998BAE313}"/>
              </a:ext>
            </a:extLst>
          </p:cNvPr>
          <p:cNvCxnSpPr/>
          <p:nvPr/>
        </p:nvCxnSpPr>
        <p:spPr>
          <a:xfrm flipH="1" flipV="1">
            <a:off x="5671916" y="5958864"/>
            <a:ext cx="960607" cy="6507"/>
          </a:xfrm>
          <a:prstGeom prst="straightConnector1">
            <a:avLst/>
          </a:prstGeom>
          <a:ln w="25400">
            <a:solidFill>
              <a:srgbClr val="92D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5ACAD1A-F476-4FF4-A8B4-2B195696B36F}"/>
              </a:ext>
            </a:extLst>
          </p:cNvPr>
          <p:cNvSpPr txBox="1"/>
          <p:nvPr/>
        </p:nvSpPr>
        <p:spPr>
          <a:xfrm>
            <a:off x="5275971" y="2367975"/>
            <a:ext cx="5902102" cy="37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#</a:t>
            </a:r>
            <a:r>
              <a:rPr lang="ko-KR" altLang="en-US" dirty="0"/>
              <a:t>플레이어는 타겟이 있어야만 이동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DC2095-30D6-491D-9249-B594E4EE84CE}"/>
              </a:ext>
            </a:extLst>
          </p:cNvPr>
          <p:cNvSpPr txBox="1"/>
          <p:nvPr/>
        </p:nvSpPr>
        <p:spPr>
          <a:xfrm>
            <a:off x="1962098" y="3668040"/>
            <a:ext cx="925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#</a:t>
            </a:r>
            <a:r>
              <a:rPr lang="ko-KR" altLang="en-US" dirty="0"/>
              <a:t>플레이어의 이동거리를 차이만큼 프레임당 이동하면 원하지않는 결과가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738192-3F44-4DF3-ACB4-E5D876301761}"/>
              </a:ext>
            </a:extLst>
          </p:cNvPr>
          <p:cNvSpPr txBox="1"/>
          <p:nvPr/>
        </p:nvSpPr>
        <p:spPr>
          <a:xfrm>
            <a:off x="557181" y="6488668"/>
            <a:ext cx="1068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#</a:t>
            </a:r>
            <a:r>
              <a:rPr lang="ko-KR" altLang="en-US" dirty="0"/>
              <a:t>그러므로 </a:t>
            </a:r>
            <a:r>
              <a:rPr lang="ko-KR" altLang="en-US" dirty="0" err="1"/>
              <a:t>이동할때</a:t>
            </a:r>
            <a:r>
              <a:rPr lang="ko-KR" altLang="en-US" dirty="0"/>
              <a:t> </a:t>
            </a:r>
            <a:r>
              <a:rPr lang="ko-KR" altLang="en-US" dirty="0" err="1"/>
              <a:t>이동량만큼</a:t>
            </a:r>
            <a:r>
              <a:rPr lang="ko-KR" altLang="en-US" dirty="0"/>
              <a:t> 오차를 두면 다음과 같이 떨리는 현상을 막을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2F335EA-27EC-478E-9E8A-25ED3555CF2E}"/>
              </a:ext>
            </a:extLst>
          </p:cNvPr>
          <p:cNvCxnSpPr>
            <a:cxnSpLocks/>
            <a:endCxn id="29" idx="2"/>
          </p:cNvCxnSpPr>
          <p:nvPr/>
        </p:nvCxnSpPr>
        <p:spPr>
          <a:xfrm flipH="1" flipV="1">
            <a:off x="10130145" y="3280588"/>
            <a:ext cx="358562" cy="10282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B4A7E7-47A1-4DA7-9488-3E267679A7BA}"/>
              </a:ext>
            </a:extLst>
          </p:cNvPr>
          <p:cNvSpPr txBox="1"/>
          <p:nvPr/>
        </p:nvSpPr>
        <p:spPr>
          <a:xfrm>
            <a:off x="9659939" y="2920786"/>
            <a:ext cx="68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7030A0"/>
                </a:solidFill>
              </a:rPr>
              <a:t>vDir</a:t>
            </a:r>
            <a:endParaRPr lang="ko-KR" altLang="en-US" dirty="0">
              <a:solidFill>
                <a:srgbClr val="7030A0"/>
              </a:solidFill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7AD5E8B-57FD-4DBF-9F15-5B6A1F8F2AE7}"/>
              </a:ext>
            </a:extLst>
          </p:cNvPr>
          <p:cNvGrpSpPr/>
          <p:nvPr/>
        </p:nvGrpSpPr>
        <p:grpSpPr>
          <a:xfrm>
            <a:off x="843933" y="2142721"/>
            <a:ext cx="3598462" cy="544228"/>
            <a:chOff x="1852658" y="2152197"/>
            <a:chExt cx="3598462" cy="544228"/>
          </a:xfrm>
        </p:grpSpPr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4C75257-A759-47B8-A536-E04D352358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9027" y="2343370"/>
              <a:ext cx="358562" cy="10282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4DE491C-D36E-43DC-9FC2-C30D9DC30B85}"/>
                </a:ext>
              </a:extLst>
            </p:cNvPr>
            <p:cNvCxnSpPr/>
            <p:nvPr/>
          </p:nvCxnSpPr>
          <p:spPr>
            <a:xfrm flipH="1" flipV="1">
              <a:off x="4091623" y="2364721"/>
              <a:ext cx="960607" cy="650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C71F916-2A3D-465B-BBBC-151EBEC7798E}"/>
                </a:ext>
              </a:extLst>
            </p:cNvPr>
            <p:cNvSpPr txBox="1"/>
            <p:nvPr/>
          </p:nvSpPr>
          <p:spPr>
            <a:xfrm>
              <a:off x="3743124" y="2158704"/>
              <a:ext cx="326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C1A87EDC-FAEC-4F29-A6A1-E139507F737D}"/>
                </a:ext>
              </a:extLst>
            </p:cNvPr>
            <p:cNvCxnSpPr/>
            <p:nvPr/>
          </p:nvCxnSpPr>
          <p:spPr>
            <a:xfrm flipH="1" flipV="1">
              <a:off x="1852658" y="2336863"/>
              <a:ext cx="960607" cy="6507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3D7386-AC1C-4466-8E73-55324320B11E}"/>
                </a:ext>
              </a:extLst>
            </p:cNvPr>
            <p:cNvSpPr txBox="1"/>
            <p:nvPr/>
          </p:nvSpPr>
          <p:spPr>
            <a:xfrm>
              <a:off x="2944837" y="2152197"/>
              <a:ext cx="326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=</a:t>
              </a:r>
              <a:endParaRPr lang="ko-KR" alt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C9A31C9-867E-4065-B4EA-2265FB7937DB}"/>
                </a:ext>
              </a:extLst>
            </p:cNvPr>
            <p:cNvSpPr txBox="1"/>
            <p:nvPr/>
          </p:nvSpPr>
          <p:spPr>
            <a:xfrm>
              <a:off x="4203501" y="2406248"/>
              <a:ext cx="12476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>
                  <a:solidFill>
                    <a:schemeClr val="accent6"/>
                  </a:solidFill>
                </a:rPr>
                <a:t>이동량</a:t>
              </a:r>
              <a:r>
                <a:rPr lang="en-US" altLang="ko-KR" sz="1200" dirty="0">
                  <a:solidFill>
                    <a:schemeClr val="accent6"/>
                  </a:solidFill>
                </a:rPr>
                <a:t>(</a:t>
              </a:r>
              <a:r>
                <a:rPr lang="ko-KR" altLang="en-US" sz="1200" dirty="0">
                  <a:solidFill>
                    <a:schemeClr val="accent6"/>
                  </a:solidFill>
                </a:rPr>
                <a:t>스칼라</a:t>
              </a:r>
              <a:r>
                <a:rPr lang="en-US" altLang="ko-KR" sz="1200" dirty="0">
                  <a:solidFill>
                    <a:schemeClr val="accent6"/>
                  </a:solidFill>
                </a:rPr>
                <a:t>)</a:t>
              </a:r>
              <a:endParaRPr lang="ko-KR" altLang="en-US" sz="1200" dirty="0">
                <a:solidFill>
                  <a:schemeClr val="accent6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D4759BD-F693-451B-AB77-27D4F7230BAA}"/>
                </a:ext>
              </a:extLst>
            </p:cNvPr>
            <p:cNvSpPr txBox="1"/>
            <p:nvPr/>
          </p:nvSpPr>
          <p:spPr>
            <a:xfrm>
              <a:off x="3259500" y="2419426"/>
              <a:ext cx="5328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rgbClr val="7030A0"/>
                  </a:solidFill>
                </a:rPr>
                <a:t>vDir</a:t>
              </a:r>
              <a:endParaRPr lang="ko-KR" alt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7605A6-DD3E-476D-8DD5-35CEA2404975}"/>
                </a:ext>
              </a:extLst>
            </p:cNvPr>
            <p:cNvSpPr txBox="1"/>
            <p:nvPr/>
          </p:nvSpPr>
          <p:spPr>
            <a:xfrm>
              <a:off x="1908734" y="2375247"/>
              <a:ext cx="7032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accent6"/>
                  </a:solidFill>
                </a:rPr>
                <a:t>vMove</a:t>
              </a:r>
              <a:endParaRPr lang="ko-KR" altLang="en-US" sz="12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ABF32F2-4F6A-4FC5-A242-FA1E0283956F}"/>
              </a:ext>
            </a:extLst>
          </p:cNvPr>
          <p:cNvSpPr txBox="1"/>
          <p:nvPr/>
        </p:nvSpPr>
        <p:spPr>
          <a:xfrm>
            <a:off x="646922" y="5138417"/>
            <a:ext cx="1068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#</a:t>
            </a:r>
            <a:r>
              <a:rPr lang="ko-KR" altLang="en-US" dirty="0"/>
              <a:t>플레이의 방향을 구하여</a:t>
            </a:r>
            <a:r>
              <a:rPr lang="en-US" altLang="ko-KR" dirty="0"/>
              <a:t>, </a:t>
            </a:r>
            <a:r>
              <a:rPr lang="ko-KR" altLang="en-US" dirty="0" err="1"/>
              <a:t>이동량만큼</a:t>
            </a:r>
            <a:r>
              <a:rPr lang="ko-KR" altLang="en-US" dirty="0"/>
              <a:t> 이동한다</a:t>
            </a:r>
            <a:r>
              <a:rPr lang="en-US" altLang="ko-KR" dirty="0"/>
              <a:t>. </a:t>
            </a:r>
            <a:r>
              <a:rPr lang="ko-KR" altLang="en-US" dirty="0"/>
              <a:t>그러나 정확한 위치로 이동은 불가능하다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CC95B72-C085-4FA6-8413-B910CF20C145}"/>
              </a:ext>
            </a:extLst>
          </p:cNvPr>
          <p:cNvSpPr/>
          <p:nvPr/>
        </p:nvSpPr>
        <p:spPr>
          <a:xfrm>
            <a:off x="628766" y="5302096"/>
            <a:ext cx="888888" cy="888888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Eagle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61464C3-95D9-4F0F-B045-A870F93908C9}"/>
              </a:ext>
            </a:extLst>
          </p:cNvPr>
          <p:cNvCxnSpPr/>
          <p:nvPr/>
        </p:nvCxnSpPr>
        <p:spPr>
          <a:xfrm flipV="1">
            <a:off x="1063690" y="4821501"/>
            <a:ext cx="0" cy="937143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BB9AC36-432F-41C7-9FCC-EEFCE4848AF2}"/>
              </a:ext>
            </a:extLst>
          </p:cNvPr>
          <p:cNvCxnSpPr/>
          <p:nvPr/>
        </p:nvCxnSpPr>
        <p:spPr>
          <a:xfrm flipH="1" flipV="1">
            <a:off x="1063690" y="5763883"/>
            <a:ext cx="960607" cy="6507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579437D-3C22-437C-845E-93BE63B3BC56}"/>
              </a:ext>
            </a:extLst>
          </p:cNvPr>
          <p:cNvCxnSpPr>
            <a:cxnSpLocks/>
            <a:endCxn id="63" idx="7"/>
          </p:cNvCxnSpPr>
          <p:nvPr/>
        </p:nvCxnSpPr>
        <p:spPr>
          <a:xfrm flipV="1">
            <a:off x="1073210" y="5432271"/>
            <a:ext cx="314269" cy="343358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4EE7EA8-8735-435B-A804-C0FAE2D4CE78}"/>
              </a:ext>
            </a:extLst>
          </p:cNvPr>
          <p:cNvCxnSpPr>
            <a:cxnSpLocks/>
          </p:cNvCxnSpPr>
          <p:nvPr/>
        </p:nvCxnSpPr>
        <p:spPr>
          <a:xfrm flipH="1">
            <a:off x="749764" y="5771887"/>
            <a:ext cx="313274" cy="297759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96A00B62-1F00-418E-B1D9-620ADF27EF4C}"/>
              </a:ext>
            </a:extLst>
          </p:cNvPr>
          <p:cNvCxnSpPr>
            <a:cxnSpLocks/>
            <a:endCxn id="63" idx="1"/>
          </p:cNvCxnSpPr>
          <p:nvPr/>
        </p:nvCxnSpPr>
        <p:spPr>
          <a:xfrm flipH="1" flipV="1">
            <a:off x="758941" y="5432271"/>
            <a:ext cx="303065" cy="308554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6DF0AE1-7CF2-43B8-9C82-CB3012BCF934}"/>
              </a:ext>
            </a:extLst>
          </p:cNvPr>
          <p:cNvCxnSpPr>
            <a:cxnSpLocks/>
            <a:endCxn id="63" idx="5"/>
          </p:cNvCxnSpPr>
          <p:nvPr/>
        </p:nvCxnSpPr>
        <p:spPr>
          <a:xfrm>
            <a:off x="1073210" y="5758644"/>
            <a:ext cx="314269" cy="302165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FC9D172-C0C6-429B-83C7-B09D2CAE7843}"/>
              </a:ext>
            </a:extLst>
          </p:cNvPr>
          <p:cNvCxnSpPr/>
          <p:nvPr/>
        </p:nvCxnSpPr>
        <p:spPr>
          <a:xfrm flipH="1" flipV="1">
            <a:off x="140359" y="5766919"/>
            <a:ext cx="960607" cy="6507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9152AD0-DF33-45C9-870C-CAEAA81CE510}"/>
              </a:ext>
            </a:extLst>
          </p:cNvPr>
          <p:cNvCxnSpPr/>
          <p:nvPr/>
        </p:nvCxnSpPr>
        <p:spPr>
          <a:xfrm flipV="1">
            <a:off x="1062006" y="5740825"/>
            <a:ext cx="0" cy="937143"/>
          </a:xfrm>
          <a:prstGeom prst="straightConnector1">
            <a:avLst/>
          </a:prstGeom>
          <a:ln w="25400">
            <a:solidFill>
              <a:srgbClr val="92D05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378ED78-7A56-4FC6-938D-A7071949399C}"/>
              </a:ext>
            </a:extLst>
          </p:cNvPr>
          <p:cNvSpPr txBox="1"/>
          <p:nvPr/>
        </p:nvSpPr>
        <p:spPr>
          <a:xfrm>
            <a:off x="1376987" y="6084491"/>
            <a:ext cx="904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7030A0"/>
                </a:solidFill>
              </a:rPr>
              <a:t>vDir</a:t>
            </a:r>
            <a:r>
              <a:rPr lang="en-US" altLang="ko-KR" sz="1200" dirty="0">
                <a:solidFill>
                  <a:srgbClr val="7030A0"/>
                </a:solidFill>
              </a:rPr>
              <a:t>(</a:t>
            </a:r>
            <a:r>
              <a:rPr lang="en-US" altLang="ko-KR" sz="1200" dirty="0" err="1">
                <a:solidFill>
                  <a:srgbClr val="7030A0"/>
                </a:solidFill>
              </a:rPr>
              <a:t>x,y</a:t>
            </a:r>
            <a:r>
              <a:rPr lang="en-US" altLang="ko-KR" sz="1200" dirty="0">
                <a:solidFill>
                  <a:srgbClr val="7030A0"/>
                </a:solidFill>
              </a:rPr>
              <a:t>)</a:t>
            </a:r>
            <a:endParaRPr lang="ko-KR" altLang="en-US" sz="1200" dirty="0">
              <a:solidFill>
                <a:srgbClr val="7030A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56E289-16AE-465C-B254-1870A5E150DD}"/>
              </a:ext>
            </a:extLst>
          </p:cNvPr>
          <p:cNvSpPr txBox="1"/>
          <p:nvPr/>
        </p:nvSpPr>
        <p:spPr>
          <a:xfrm>
            <a:off x="3669" y="4414895"/>
            <a:ext cx="466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벡터의 수치를 통해 방향을 </a:t>
            </a:r>
            <a:r>
              <a:rPr lang="ko-KR" altLang="en-US" dirty="0" err="1"/>
              <a:t>예측할수있다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151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48829"/>
          </a:xfrm>
        </p:spPr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53844" y="205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dirty="0" err="1"/>
              <a:t>QnA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8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25400">
          <a:noFill/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8633</TotalTime>
  <Words>2580</Words>
  <Application>Microsoft Office PowerPoint</Application>
  <PresentationFormat>와이드스크린</PresentationFormat>
  <Paragraphs>456</Paragraphs>
  <Slides>36</Slides>
  <Notes>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테마</vt:lpstr>
      <vt:lpstr>PowerPoint 프레젠테이션</vt:lpstr>
      <vt:lpstr>게임 수학 #정의</vt:lpstr>
      <vt:lpstr>게임 수학 #목차</vt:lpstr>
      <vt:lpstr>1.벡터 #정의,활용</vt:lpstr>
      <vt:lpstr>1.벡터 #계산,활용</vt:lpstr>
      <vt:lpstr>1.벡터 #사이의 거리</vt:lpstr>
      <vt:lpstr>1.벡터 #이동</vt:lpstr>
      <vt:lpstr>1.벡터 #이동량,방향</vt:lpstr>
      <vt:lpstr>1.벡터 #이동량,방향</vt:lpstr>
      <vt:lpstr>1.벡터 #응용 DeltaTime</vt:lpstr>
      <vt:lpstr>1.벡터 #내적,외적</vt:lpstr>
      <vt:lpstr>2.평면 #정의,활용</vt:lpstr>
      <vt:lpstr>2.평면과 백터 #벡터의 반사</vt:lpstr>
      <vt:lpstr>3.광선 #정의,계산,활용</vt:lpstr>
      <vt:lpstr>4.행렬 #정의,계산,활용</vt:lpstr>
      <vt:lpstr>4.행렬 #공간변환-버텍스 쉐이더</vt:lpstr>
      <vt:lpstr>4.행렬 #역공간변환(역행렬:inverse) </vt:lpstr>
      <vt:lpstr>4.행렬 # 오브젝트의 원점/변형</vt:lpstr>
      <vt:lpstr>4.행렬 # 오브젝트의 변형과 행렬의 곱</vt:lpstr>
      <vt:lpstr>5.사원수 #정의,활용</vt:lpstr>
      <vt:lpstr>6.충돌확인 #정의</vt:lpstr>
      <vt:lpstr>6.충돌확인 #원형 충돌처리</vt:lpstr>
      <vt:lpstr>6.충돌확인 #호</vt:lpstr>
      <vt:lpstr>6.충돌확인 #AABB</vt:lpstr>
      <vt:lpstr>6.충돌확인 #OBB</vt:lpstr>
      <vt:lpstr>6.충돌체크와 레이어(Unity3D)</vt:lpstr>
      <vt:lpstr>7. 게임수학의 활용</vt:lpstr>
      <vt:lpstr>7.게임수학 활용 #Cross(외적)</vt:lpstr>
      <vt:lpstr>7.게임수학의 활용 #LookAt</vt:lpstr>
      <vt:lpstr>8.게임수학의 활용 #중력계산</vt:lpstr>
      <vt:lpstr>8.게임수학의 활용 #역탄도</vt:lpstr>
      <vt:lpstr>8.게임수학의 활용 #충돌체크 오류</vt:lpstr>
      <vt:lpstr>8.게임수학의 활용 #픽셀쉐이더</vt:lpstr>
      <vt:lpstr>8.게임수학의 활용 #RigidBody</vt:lpstr>
      <vt:lpstr>8.게임수학의 활용 #추적과 이동</vt:lpstr>
      <vt:lpstr>감사합니다!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프로그래밍 세계에 오신 것 을 환영합니다!</dc:title>
  <dc:creator>khg</dc:creator>
  <cp:lastModifiedBy>김 홍규</cp:lastModifiedBy>
  <cp:revision>452</cp:revision>
  <dcterms:created xsi:type="dcterms:W3CDTF">2017-03-04T14:06:46Z</dcterms:created>
  <dcterms:modified xsi:type="dcterms:W3CDTF">2025-06-04T00:32:33Z</dcterms:modified>
</cp:coreProperties>
</file>