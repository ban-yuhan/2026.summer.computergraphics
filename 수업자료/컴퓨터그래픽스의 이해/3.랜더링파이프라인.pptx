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84" r:id="rId3"/>
    <p:sldId id="270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6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00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A48F30-AD1A-4121-AE45-51C611F455EF}" v="16" dt="2021-11-16T09:52:39.9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059" autoAdjust="0"/>
  </p:normalViewPr>
  <p:slideViewPr>
    <p:cSldViewPr snapToGrid="0">
      <p:cViewPr>
        <p:scale>
          <a:sx n="200" d="100"/>
          <a:sy n="200" d="100"/>
        </p:scale>
        <p:origin x="-4626" y="-39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9" d="100"/>
        <a:sy n="4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홍규" userId="6d16d8e1c579a2a2" providerId="LiveId" clId="{6EA48F30-AD1A-4121-AE45-51C611F455EF}"/>
    <pc:docChg chg="undo custSel modSld">
      <pc:chgData name="김 홍규" userId="6d16d8e1c579a2a2" providerId="LiveId" clId="{6EA48F30-AD1A-4121-AE45-51C611F455EF}" dt="2021-11-16T09:53:20.656" v="150" actId="478"/>
      <pc:docMkLst>
        <pc:docMk/>
      </pc:docMkLst>
      <pc:sldChg chg="addSp delSp modSp mod">
        <pc:chgData name="김 홍규" userId="6d16d8e1c579a2a2" providerId="LiveId" clId="{6EA48F30-AD1A-4121-AE45-51C611F455EF}" dt="2021-11-16T09:53:20.656" v="150" actId="478"/>
        <pc:sldMkLst>
          <pc:docMk/>
          <pc:sldMk cId="89147688" sldId="290"/>
        </pc:sldMkLst>
        <pc:spChg chg="add mod">
          <ac:chgData name="김 홍규" userId="6d16d8e1c579a2a2" providerId="LiveId" clId="{6EA48F30-AD1A-4121-AE45-51C611F455EF}" dt="2021-11-16T09:37:21.545" v="40" actId="164"/>
          <ac:spMkLst>
            <pc:docMk/>
            <pc:sldMk cId="89147688" sldId="290"/>
            <ac:spMk id="48" creationId="{A5A842C8-9F0A-4693-8CFC-D5190BF0C04F}"/>
          </ac:spMkLst>
        </pc:spChg>
        <pc:spChg chg="add mod">
          <ac:chgData name="김 홍규" userId="6d16d8e1c579a2a2" providerId="LiveId" clId="{6EA48F30-AD1A-4121-AE45-51C611F455EF}" dt="2021-11-16T09:37:44.831" v="45" actId="1076"/>
          <ac:spMkLst>
            <pc:docMk/>
            <pc:sldMk cId="89147688" sldId="290"/>
            <ac:spMk id="49" creationId="{BB73C70A-765F-4100-917F-C527FFCA949A}"/>
          </ac:spMkLst>
        </pc:spChg>
        <pc:spChg chg="add mod">
          <ac:chgData name="김 홍규" userId="6d16d8e1c579a2a2" providerId="LiveId" clId="{6EA48F30-AD1A-4121-AE45-51C611F455EF}" dt="2021-11-16T09:37:50.749" v="46" actId="1076"/>
          <ac:spMkLst>
            <pc:docMk/>
            <pc:sldMk cId="89147688" sldId="290"/>
            <ac:spMk id="51" creationId="{D4310CDB-8F14-418E-9D52-E1CAD9AD4F24}"/>
          </ac:spMkLst>
        </pc:spChg>
        <pc:spChg chg="add mod">
          <ac:chgData name="김 홍규" userId="6d16d8e1c579a2a2" providerId="LiveId" clId="{6EA48F30-AD1A-4121-AE45-51C611F455EF}" dt="2021-11-16T09:38:05.895" v="101" actId="1035"/>
          <ac:spMkLst>
            <pc:docMk/>
            <pc:sldMk cId="89147688" sldId="290"/>
            <ac:spMk id="54" creationId="{710E9E5E-92C6-4A48-AC48-C8E499EE9268}"/>
          </ac:spMkLst>
        </pc:spChg>
        <pc:spChg chg="add del mod">
          <ac:chgData name="김 홍규" userId="6d16d8e1c579a2a2" providerId="LiveId" clId="{6EA48F30-AD1A-4121-AE45-51C611F455EF}" dt="2021-11-16T09:37:04.400" v="38" actId="478"/>
          <ac:spMkLst>
            <pc:docMk/>
            <pc:sldMk cId="89147688" sldId="290"/>
            <ac:spMk id="71" creationId="{8F84586A-43B0-43E1-97E3-3AA25E8D88D1}"/>
          </ac:spMkLst>
        </pc:spChg>
        <pc:spChg chg="add del mod">
          <ac:chgData name="김 홍규" userId="6d16d8e1c579a2a2" providerId="LiveId" clId="{6EA48F30-AD1A-4121-AE45-51C611F455EF}" dt="2021-11-16T09:37:06.104" v="39" actId="478"/>
          <ac:spMkLst>
            <pc:docMk/>
            <pc:sldMk cId="89147688" sldId="290"/>
            <ac:spMk id="72" creationId="{3738380C-AEC5-45CF-980B-9F17BEB51FBD}"/>
          </ac:spMkLst>
        </pc:spChg>
        <pc:spChg chg="add del mod">
          <ac:chgData name="김 홍규" userId="6d16d8e1c579a2a2" providerId="LiveId" clId="{6EA48F30-AD1A-4121-AE45-51C611F455EF}" dt="2021-11-16T09:37:03.080" v="37" actId="478"/>
          <ac:spMkLst>
            <pc:docMk/>
            <pc:sldMk cId="89147688" sldId="290"/>
            <ac:spMk id="73" creationId="{457A3966-956C-4D8F-B7F7-773852E25419}"/>
          </ac:spMkLst>
        </pc:spChg>
        <pc:spChg chg="mod">
          <ac:chgData name="김 홍규" userId="6d16d8e1c579a2a2" providerId="LiveId" clId="{6EA48F30-AD1A-4121-AE45-51C611F455EF}" dt="2021-11-16T09:37:25.291" v="41"/>
          <ac:spMkLst>
            <pc:docMk/>
            <pc:sldMk cId="89147688" sldId="290"/>
            <ac:spMk id="75" creationId="{14E9A1C6-2951-4AE7-8ABC-3620C7919713}"/>
          </ac:spMkLst>
        </pc:spChg>
        <pc:spChg chg="mod">
          <ac:chgData name="김 홍규" userId="6d16d8e1c579a2a2" providerId="LiveId" clId="{6EA48F30-AD1A-4121-AE45-51C611F455EF}" dt="2021-11-16T09:37:25.291" v="41"/>
          <ac:spMkLst>
            <pc:docMk/>
            <pc:sldMk cId="89147688" sldId="290"/>
            <ac:spMk id="76" creationId="{7ECA25EF-E89F-420D-9FF6-9946CB236B69}"/>
          </ac:spMkLst>
        </pc:spChg>
        <pc:spChg chg="mod">
          <ac:chgData name="김 홍규" userId="6d16d8e1c579a2a2" providerId="LiveId" clId="{6EA48F30-AD1A-4121-AE45-51C611F455EF}" dt="2021-11-16T09:37:25.291" v="41"/>
          <ac:spMkLst>
            <pc:docMk/>
            <pc:sldMk cId="89147688" sldId="290"/>
            <ac:spMk id="77" creationId="{2F66FAB1-AB77-4ED4-8205-08B84410E71E}"/>
          </ac:spMkLst>
        </pc:spChg>
        <pc:spChg chg="mod">
          <ac:chgData name="김 홍규" userId="6d16d8e1c579a2a2" providerId="LiveId" clId="{6EA48F30-AD1A-4121-AE45-51C611F455EF}" dt="2021-11-16T09:37:25.291" v="41"/>
          <ac:spMkLst>
            <pc:docMk/>
            <pc:sldMk cId="89147688" sldId="290"/>
            <ac:spMk id="79" creationId="{52080761-6AFA-42A3-A4A9-08C5A2619901}"/>
          </ac:spMkLst>
        </pc:spChg>
        <pc:spChg chg="del mod topLvl">
          <ac:chgData name="김 홍규" userId="6d16d8e1c579a2a2" providerId="LiveId" clId="{6EA48F30-AD1A-4121-AE45-51C611F455EF}" dt="2021-11-16T09:51:31.545" v="133" actId="478"/>
          <ac:spMkLst>
            <pc:docMk/>
            <pc:sldMk cId="89147688" sldId="290"/>
            <ac:spMk id="95" creationId="{9A6C3B91-C214-4D26-8537-3264E91B7D3F}"/>
          </ac:spMkLst>
        </pc:spChg>
        <pc:spChg chg="del mod topLvl">
          <ac:chgData name="김 홍규" userId="6d16d8e1c579a2a2" providerId="LiveId" clId="{6EA48F30-AD1A-4121-AE45-51C611F455EF}" dt="2021-11-16T09:51:31.545" v="133" actId="478"/>
          <ac:spMkLst>
            <pc:docMk/>
            <pc:sldMk cId="89147688" sldId="290"/>
            <ac:spMk id="96" creationId="{144B8F9C-5F3B-4525-850D-4D8FDB7F4136}"/>
          </ac:spMkLst>
        </pc:spChg>
        <pc:spChg chg="del mod topLvl">
          <ac:chgData name="김 홍규" userId="6d16d8e1c579a2a2" providerId="LiveId" clId="{6EA48F30-AD1A-4121-AE45-51C611F455EF}" dt="2021-11-16T09:51:31.545" v="133" actId="478"/>
          <ac:spMkLst>
            <pc:docMk/>
            <pc:sldMk cId="89147688" sldId="290"/>
            <ac:spMk id="97" creationId="{9FFF7FD1-C3ED-40C4-8D04-1C62816EFCC6}"/>
          </ac:spMkLst>
        </pc:spChg>
        <pc:spChg chg="del mod topLvl">
          <ac:chgData name="김 홍규" userId="6d16d8e1c579a2a2" providerId="LiveId" clId="{6EA48F30-AD1A-4121-AE45-51C611F455EF}" dt="2021-11-16T09:51:31.545" v="133" actId="478"/>
          <ac:spMkLst>
            <pc:docMk/>
            <pc:sldMk cId="89147688" sldId="290"/>
            <ac:spMk id="98" creationId="{B7E860EE-498E-423F-986C-E3BD908D35EA}"/>
          </ac:spMkLst>
        </pc:spChg>
        <pc:spChg chg="del mod topLvl">
          <ac:chgData name="김 홍규" userId="6d16d8e1c579a2a2" providerId="LiveId" clId="{6EA48F30-AD1A-4121-AE45-51C611F455EF}" dt="2021-11-16T09:51:31.545" v="133" actId="478"/>
          <ac:spMkLst>
            <pc:docMk/>
            <pc:sldMk cId="89147688" sldId="290"/>
            <ac:spMk id="106" creationId="{3C9F69D7-B6DD-4E46-8CCD-67ED89F42344}"/>
          </ac:spMkLst>
        </pc:spChg>
        <pc:spChg chg="del mod topLvl">
          <ac:chgData name="김 홍규" userId="6d16d8e1c579a2a2" providerId="LiveId" clId="{6EA48F30-AD1A-4121-AE45-51C611F455EF}" dt="2021-11-16T09:51:31.545" v="133" actId="478"/>
          <ac:spMkLst>
            <pc:docMk/>
            <pc:sldMk cId="89147688" sldId="290"/>
            <ac:spMk id="107" creationId="{14E5C314-3BF9-4BB6-80B5-0AF7E831DCE9}"/>
          </ac:spMkLst>
        </pc:spChg>
        <pc:spChg chg="del mod topLvl">
          <ac:chgData name="김 홍규" userId="6d16d8e1c579a2a2" providerId="LiveId" clId="{6EA48F30-AD1A-4121-AE45-51C611F455EF}" dt="2021-11-16T09:51:31.545" v="133" actId="478"/>
          <ac:spMkLst>
            <pc:docMk/>
            <pc:sldMk cId="89147688" sldId="290"/>
            <ac:spMk id="108" creationId="{A7B2F568-1765-4052-9C3D-D9AC09300384}"/>
          </ac:spMkLst>
        </pc:spChg>
        <pc:spChg chg="add del mod topLvl">
          <ac:chgData name="김 홍규" userId="6d16d8e1c579a2a2" providerId="LiveId" clId="{6EA48F30-AD1A-4121-AE45-51C611F455EF}" dt="2021-11-16T09:53:20.656" v="150" actId="478"/>
          <ac:spMkLst>
            <pc:docMk/>
            <pc:sldMk cId="89147688" sldId="290"/>
            <ac:spMk id="109" creationId="{B60329CE-599C-4782-B6D4-7D610FC657DF}"/>
          </ac:spMkLst>
        </pc:spChg>
        <pc:spChg chg="mod topLvl">
          <ac:chgData name="김 홍규" userId="6d16d8e1c579a2a2" providerId="LiveId" clId="{6EA48F30-AD1A-4121-AE45-51C611F455EF}" dt="2021-11-16T09:52:39.972" v="145" actId="165"/>
          <ac:spMkLst>
            <pc:docMk/>
            <pc:sldMk cId="89147688" sldId="290"/>
            <ac:spMk id="135" creationId="{5D6B3801-3163-4183-BEE4-122B82C7E7DF}"/>
          </ac:spMkLst>
        </pc:spChg>
        <pc:spChg chg="mod topLvl">
          <ac:chgData name="김 홍규" userId="6d16d8e1c579a2a2" providerId="LiveId" clId="{6EA48F30-AD1A-4121-AE45-51C611F455EF}" dt="2021-11-16T09:52:49.280" v="146" actId="1076"/>
          <ac:spMkLst>
            <pc:docMk/>
            <pc:sldMk cId="89147688" sldId="290"/>
            <ac:spMk id="136" creationId="{132A457B-EDC8-42A3-A794-A07591D68DCB}"/>
          </ac:spMkLst>
        </pc:spChg>
        <pc:spChg chg="mod topLvl">
          <ac:chgData name="김 홍규" userId="6d16d8e1c579a2a2" providerId="LiveId" clId="{6EA48F30-AD1A-4121-AE45-51C611F455EF}" dt="2021-11-16T09:52:39.972" v="145" actId="165"/>
          <ac:spMkLst>
            <pc:docMk/>
            <pc:sldMk cId="89147688" sldId="290"/>
            <ac:spMk id="137" creationId="{87D90D71-3740-4056-8AC6-A6A4296D12C6}"/>
          </ac:spMkLst>
        </pc:spChg>
        <pc:spChg chg="mod topLvl">
          <ac:chgData name="김 홍규" userId="6d16d8e1c579a2a2" providerId="LiveId" clId="{6EA48F30-AD1A-4121-AE45-51C611F455EF}" dt="2021-11-16T09:53:01.224" v="147" actId="1076"/>
          <ac:spMkLst>
            <pc:docMk/>
            <pc:sldMk cId="89147688" sldId="290"/>
            <ac:spMk id="138" creationId="{FCB451F1-C872-479A-A9CB-B822F2FCD455}"/>
          </ac:spMkLst>
        </pc:spChg>
        <pc:spChg chg="mod topLvl">
          <ac:chgData name="김 홍규" userId="6d16d8e1c579a2a2" providerId="LiveId" clId="{6EA48F30-AD1A-4121-AE45-51C611F455EF}" dt="2021-11-16T09:52:39.972" v="145" actId="165"/>
          <ac:spMkLst>
            <pc:docMk/>
            <pc:sldMk cId="89147688" sldId="290"/>
            <ac:spMk id="156" creationId="{B5BE5262-BD1E-4879-8A63-446BD3F4989F}"/>
          </ac:spMkLst>
        </pc:spChg>
        <pc:spChg chg="mod topLvl">
          <ac:chgData name="김 홍규" userId="6d16d8e1c579a2a2" providerId="LiveId" clId="{6EA48F30-AD1A-4121-AE45-51C611F455EF}" dt="2021-11-16T09:52:49.280" v="146" actId="1076"/>
          <ac:spMkLst>
            <pc:docMk/>
            <pc:sldMk cId="89147688" sldId="290"/>
            <ac:spMk id="157" creationId="{890BB0B3-9B6A-4F78-94A7-526DEF83E450}"/>
          </ac:spMkLst>
        </pc:spChg>
        <pc:spChg chg="mod topLvl">
          <ac:chgData name="김 홍규" userId="6d16d8e1c579a2a2" providerId="LiveId" clId="{6EA48F30-AD1A-4121-AE45-51C611F455EF}" dt="2021-11-16T09:52:39.972" v="145" actId="165"/>
          <ac:spMkLst>
            <pc:docMk/>
            <pc:sldMk cId="89147688" sldId="290"/>
            <ac:spMk id="158" creationId="{44F3D6C5-4FDE-4549-AB1C-78DD93E3C6AF}"/>
          </ac:spMkLst>
        </pc:spChg>
        <pc:spChg chg="mod topLvl">
          <ac:chgData name="김 홍규" userId="6d16d8e1c579a2a2" providerId="LiveId" clId="{6EA48F30-AD1A-4121-AE45-51C611F455EF}" dt="2021-11-16T09:53:01.224" v="147" actId="1076"/>
          <ac:spMkLst>
            <pc:docMk/>
            <pc:sldMk cId="89147688" sldId="290"/>
            <ac:spMk id="159" creationId="{51FFC306-8925-4AE3-9603-59FF7879B970}"/>
          </ac:spMkLst>
        </pc:spChg>
        <pc:grpChg chg="add mod">
          <ac:chgData name="김 홍규" userId="6d16d8e1c579a2a2" providerId="LiveId" clId="{6EA48F30-AD1A-4121-AE45-51C611F455EF}" dt="2021-11-16T09:37:29.009" v="42" actId="1076"/>
          <ac:grpSpMkLst>
            <pc:docMk/>
            <pc:sldMk cId="89147688" sldId="290"/>
            <ac:grpSpMk id="26" creationId="{C21766B0-E1F2-4C28-A046-7B8E491785CB}"/>
          </ac:grpSpMkLst>
        </pc:grpChg>
        <pc:grpChg chg="add mod">
          <ac:chgData name="김 홍규" userId="6d16d8e1c579a2a2" providerId="LiveId" clId="{6EA48F30-AD1A-4121-AE45-51C611F455EF}" dt="2021-11-16T09:38:00.543" v="94" actId="1037"/>
          <ac:grpSpMkLst>
            <pc:docMk/>
            <pc:sldMk cId="89147688" sldId="290"/>
            <ac:grpSpMk id="74" creationId="{70B01C6A-48E4-486F-9486-F4E84335F189}"/>
          </ac:grpSpMkLst>
        </pc:grpChg>
        <pc:grpChg chg="add del mod">
          <ac:chgData name="김 홍규" userId="6d16d8e1c579a2a2" providerId="LiveId" clId="{6EA48F30-AD1A-4121-AE45-51C611F455EF}" dt="2021-11-16T09:38:30.198" v="104" actId="165"/>
          <ac:grpSpMkLst>
            <pc:docMk/>
            <pc:sldMk cId="89147688" sldId="290"/>
            <ac:grpSpMk id="94" creationId="{621F1950-E1B4-4A2A-9D19-A4F7EE0E15D1}"/>
          </ac:grpSpMkLst>
        </pc:grpChg>
        <pc:grpChg chg="add del mod">
          <ac:chgData name="김 홍규" userId="6d16d8e1c579a2a2" providerId="LiveId" clId="{6EA48F30-AD1A-4121-AE45-51C611F455EF}" dt="2021-11-16T09:38:30.198" v="104" actId="165"/>
          <ac:grpSpMkLst>
            <pc:docMk/>
            <pc:sldMk cId="89147688" sldId="290"/>
            <ac:grpSpMk id="105" creationId="{2A0E49BF-E5EE-47FB-B4CF-DD9F0E682FCA}"/>
          </ac:grpSpMkLst>
        </pc:grpChg>
        <pc:grpChg chg="add del mod">
          <ac:chgData name="김 홍규" userId="6d16d8e1c579a2a2" providerId="LiveId" clId="{6EA48F30-AD1A-4121-AE45-51C611F455EF}" dt="2021-11-16T09:52:39.972" v="145" actId="165"/>
          <ac:grpSpMkLst>
            <pc:docMk/>
            <pc:sldMk cId="89147688" sldId="290"/>
            <ac:grpSpMk id="134" creationId="{477F2305-E8DF-43F3-A15F-11D4BCA1B8A5}"/>
          </ac:grpSpMkLst>
        </pc:grpChg>
        <pc:grpChg chg="add del mod">
          <ac:chgData name="김 홍규" userId="6d16d8e1c579a2a2" providerId="LiveId" clId="{6EA48F30-AD1A-4121-AE45-51C611F455EF}" dt="2021-11-16T09:52:39.972" v="145" actId="165"/>
          <ac:grpSpMkLst>
            <pc:docMk/>
            <pc:sldMk cId="89147688" sldId="290"/>
            <ac:grpSpMk id="155" creationId="{0F40BA17-9E52-4A20-8921-871A697BAB71}"/>
          </ac:grpSpMkLst>
        </pc:grpChg>
        <pc:cxnChg chg="add mod">
          <ac:chgData name="김 홍규" userId="6d16d8e1c579a2a2" providerId="LiveId" clId="{6EA48F30-AD1A-4121-AE45-51C611F455EF}" dt="2021-11-16T09:38:05.895" v="101" actId="1035"/>
          <ac:cxnSpMkLst>
            <pc:docMk/>
            <pc:sldMk cId="89147688" sldId="290"/>
            <ac:cxnSpMk id="7" creationId="{23F0026E-A653-40DF-8F7C-5D5D711DD70F}"/>
          </ac:cxnSpMkLst>
        </pc:cxnChg>
        <pc:cxnChg chg="add mod">
          <ac:chgData name="김 홍규" userId="6d16d8e1c579a2a2" providerId="LiveId" clId="{6EA48F30-AD1A-4121-AE45-51C611F455EF}" dt="2021-11-16T09:38:05.895" v="101" actId="1035"/>
          <ac:cxnSpMkLst>
            <pc:docMk/>
            <pc:sldMk cId="89147688" sldId="290"/>
            <ac:cxnSpMk id="21" creationId="{D7FF9E1D-6109-4FED-B939-D347825C0461}"/>
          </ac:cxnSpMkLst>
        </pc:cxnChg>
        <pc:cxnChg chg="add mod">
          <ac:chgData name="김 홍규" userId="6d16d8e1c579a2a2" providerId="LiveId" clId="{6EA48F30-AD1A-4121-AE45-51C611F455EF}" dt="2021-11-16T09:37:44.831" v="45" actId="1076"/>
          <ac:cxnSpMkLst>
            <pc:docMk/>
            <pc:sldMk cId="89147688" sldId="290"/>
            <ac:cxnSpMk id="57" creationId="{768255E2-FA79-41FF-B1CD-DE03D2CDFD32}"/>
          </ac:cxnSpMkLst>
        </pc:cxnChg>
        <pc:cxnChg chg="add mod">
          <ac:chgData name="김 홍규" userId="6d16d8e1c579a2a2" providerId="LiveId" clId="{6EA48F30-AD1A-4121-AE45-51C611F455EF}" dt="2021-11-16T09:37:50.749" v="46" actId="1076"/>
          <ac:cxnSpMkLst>
            <pc:docMk/>
            <pc:sldMk cId="89147688" sldId="290"/>
            <ac:cxnSpMk id="58" creationId="{31DFB956-D715-4EC3-82AD-FA9F542D60FF}"/>
          </ac:cxnSpMkLst>
        </pc:cxnChg>
        <pc:cxnChg chg="mod">
          <ac:chgData name="김 홍규" userId="6d16d8e1c579a2a2" providerId="LiveId" clId="{6EA48F30-AD1A-4121-AE45-51C611F455EF}" dt="2021-11-16T09:37:25.291" v="41"/>
          <ac:cxnSpMkLst>
            <pc:docMk/>
            <pc:sldMk cId="89147688" sldId="290"/>
            <ac:cxnSpMk id="90" creationId="{CBFE84C7-006F-4DE5-8AEF-65425FD42E63}"/>
          </ac:cxnSpMkLst>
        </pc:cxnChg>
        <pc:cxnChg chg="mod">
          <ac:chgData name="김 홍규" userId="6d16d8e1c579a2a2" providerId="LiveId" clId="{6EA48F30-AD1A-4121-AE45-51C611F455EF}" dt="2021-11-16T09:37:25.291" v="41"/>
          <ac:cxnSpMkLst>
            <pc:docMk/>
            <pc:sldMk cId="89147688" sldId="290"/>
            <ac:cxnSpMk id="91" creationId="{70B220BF-1723-4646-AF19-072D973BDBA0}"/>
          </ac:cxnSpMkLst>
        </pc:cxnChg>
        <pc:cxnChg chg="mod">
          <ac:chgData name="김 홍규" userId="6d16d8e1c579a2a2" providerId="LiveId" clId="{6EA48F30-AD1A-4121-AE45-51C611F455EF}" dt="2021-11-16T09:37:25.291" v="41"/>
          <ac:cxnSpMkLst>
            <pc:docMk/>
            <pc:sldMk cId="89147688" sldId="290"/>
            <ac:cxnSpMk id="92" creationId="{40D33B84-B1FB-4419-8E6A-E583D81E8BF1}"/>
          </ac:cxnSpMkLst>
        </pc:cxnChg>
        <pc:cxnChg chg="mod">
          <ac:chgData name="김 홍규" userId="6d16d8e1c579a2a2" providerId="LiveId" clId="{6EA48F30-AD1A-4121-AE45-51C611F455EF}" dt="2021-11-16T09:37:25.291" v="41"/>
          <ac:cxnSpMkLst>
            <pc:docMk/>
            <pc:sldMk cId="89147688" sldId="290"/>
            <ac:cxnSpMk id="93" creationId="{6B1D65F5-41CC-4D56-A643-6620E019E096}"/>
          </ac:cxnSpMkLst>
        </pc:cxnChg>
        <pc:cxnChg chg="del mod topLvl">
          <ac:chgData name="김 홍규" userId="6d16d8e1c579a2a2" providerId="LiveId" clId="{6EA48F30-AD1A-4121-AE45-51C611F455EF}" dt="2021-11-16T09:51:31.545" v="133" actId="478"/>
          <ac:cxnSpMkLst>
            <pc:docMk/>
            <pc:sldMk cId="89147688" sldId="290"/>
            <ac:cxnSpMk id="99" creationId="{1E929030-9457-4430-BD78-29BE16CDD97E}"/>
          </ac:cxnSpMkLst>
        </pc:cxnChg>
        <pc:cxnChg chg="del mod topLvl">
          <ac:chgData name="김 홍규" userId="6d16d8e1c579a2a2" providerId="LiveId" clId="{6EA48F30-AD1A-4121-AE45-51C611F455EF}" dt="2021-11-16T09:51:31.545" v="133" actId="478"/>
          <ac:cxnSpMkLst>
            <pc:docMk/>
            <pc:sldMk cId="89147688" sldId="290"/>
            <ac:cxnSpMk id="100" creationId="{7B09D3AF-788F-4D69-B453-2C5073594C6F}"/>
          </ac:cxnSpMkLst>
        </pc:cxnChg>
        <pc:cxnChg chg="del mod topLvl">
          <ac:chgData name="김 홍규" userId="6d16d8e1c579a2a2" providerId="LiveId" clId="{6EA48F30-AD1A-4121-AE45-51C611F455EF}" dt="2021-11-16T09:51:31.545" v="133" actId="478"/>
          <ac:cxnSpMkLst>
            <pc:docMk/>
            <pc:sldMk cId="89147688" sldId="290"/>
            <ac:cxnSpMk id="101" creationId="{01CC9193-ED3F-4619-AC37-73A1D9CAFF71}"/>
          </ac:cxnSpMkLst>
        </pc:cxnChg>
        <pc:cxnChg chg="mod topLvl">
          <ac:chgData name="김 홍규" userId="6d16d8e1c579a2a2" providerId="LiveId" clId="{6EA48F30-AD1A-4121-AE45-51C611F455EF}" dt="2021-11-16T09:51:31.545" v="133" actId="478"/>
          <ac:cxnSpMkLst>
            <pc:docMk/>
            <pc:sldMk cId="89147688" sldId="290"/>
            <ac:cxnSpMk id="104" creationId="{288FA45B-C3AE-43EF-9038-09C66EA1E65E}"/>
          </ac:cxnSpMkLst>
        </pc:cxnChg>
        <pc:cxnChg chg="del mod topLvl">
          <ac:chgData name="김 홍규" userId="6d16d8e1c579a2a2" providerId="LiveId" clId="{6EA48F30-AD1A-4121-AE45-51C611F455EF}" dt="2021-11-16T09:51:31.545" v="133" actId="478"/>
          <ac:cxnSpMkLst>
            <pc:docMk/>
            <pc:sldMk cId="89147688" sldId="290"/>
            <ac:cxnSpMk id="110" creationId="{9CC48FFD-6EDA-42BC-A1F4-FFA809C55B07}"/>
          </ac:cxnSpMkLst>
        </pc:cxnChg>
        <pc:cxnChg chg="del mod topLvl">
          <ac:chgData name="김 홍규" userId="6d16d8e1c579a2a2" providerId="LiveId" clId="{6EA48F30-AD1A-4121-AE45-51C611F455EF}" dt="2021-11-16T09:51:31.545" v="133" actId="478"/>
          <ac:cxnSpMkLst>
            <pc:docMk/>
            <pc:sldMk cId="89147688" sldId="290"/>
            <ac:cxnSpMk id="111" creationId="{B64983C8-2772-46EA-800F-F690B731A2D4}"/>
          </ac:cxnSpMkLst>
        </pc:cxnChg>
        <pc:cxnChg chg="del mod topLvl">
          <ac:chgData name="김 홍규" userId="6d16d8e1c579a2a2" providerId="LiveId" clId="{6EA48F30-AD1A-4121-AE45-51C611F455EF}" dt="2021-11-16T09:51:31.545" v="133" actId="478"/>
          <ac:cxnSpMkLst>
            <pc:docMk/>
            <pc:sldMk cId="89147688" sldId="290"/>
            <ac:cxnSpMk id="112" creationId="{B9CA3F41-E972-4985-8590-9C96D906962C}"/>
          </ac:cxnSpMkLst>
        </pc:cxnChg>
        <pc:cxnChg chg="del mod topLvl">
          <ac:chgData name="김 홍규" userId="6d16d8e1c579a2a2" providerId="LiveId" clId="{6EA48F30-AD1A-4121-AE45-51C611F455EF}" dt="2021-11-16T09:51:31.545" v="133" actId="478"/>
          <ac:cxnSpMkLst>
            <pc:docMk/>
            <pc:sldMk cId="89147688" sldId="290"/>
            <ac:cxnSpMk id="113" creationId="{5175E22B-BA33-438B-9DA3-F9AEC274E15D}"/>
          </ac:cxnSpMkLst>
        </pc:cxnChg>
        <pc:cxnChg chg="mod topLvl">
          <ac:chgData name="김 홍규" userId="6d16d8e1c579a2a2" providerId="LiveId" clId="{6EA48F30-AD1A-4121-AE45-51C611F455EF}" dt="2021-11-16T09:53:01.224" v="147" actId="1076"/>
          <ac:cxnSpMkLst>
            <pc:docMk/>
            <pc:sldMk cId="89147688" sldId="290"/>
            <ac:cxnSpMk id="139" creationId="{589F7480-83A0-4EA4-972B-FFF134813066}"/>
          </ac:cxnSpMkLst>
        </pc:cxnChg>
        <pc:cxnChg chg="mod topLvl">
          <ac:chgData name="김 홍규" userId="6d16d8e1c579a2a2" providerId="LiveId" clId="{6EA48F30-AD1A-4121-AE45-51C611F455EF}" dt="2021-11-16T09:52:49.280" v="146" actId="1076"/>
          <ac:cxnSpMkLst>
            <pc:docMk/>
            <pc:sldMk cId="89147688" sldId="290"/>
            <ac:cxnSpMk id="140" creationId="{3C513863-8EBA-47C4-88F9-584E7BA7B32B}"/>
          </ac:cxnSpMkLst>
        </pc:cxnChg>
        <pc:cxnChg chg="mod topLvl">
          <ac:chgData name="김 홍규" userId="6d16d8e1c579a2a2" providerId="LiveId" clId="{6EA48F30-AD1A-4121-AE45-51C611F455EF}" dt="2021-11-16T09:52:39.972" v="145" actId="165"/>
          <ac:cxnSpMkLst>
            <pc:docMk/>
            <pc:sldMk cId="89147688" sldId="290"/>
            <ac:cxnSpMk id="141" creationId="{81824267-4F0C-4320-8286-138BAD6F205D}"/>
          </ac:cxnSpMkLst>
        </pc:cxnChg>
        <pc:cxnChg chg="mod topLvl">
          <ac:chgData name="김 홍규" userId="6d16d8e1c579a2a2" providerId="LiveId" clId="{6EA48F30-AD1A-4121-AE45-51C611F455EF}" dt="2021-11-16T09:53:01.224" v="147" actId="1076"/>
          <ac:cxnSpMkLst>
            <pc:docMk/>
            <pc:sldMk cId="89147688" sldId="290"/>
            <ac:cxnSpMk id="142" creationId="{3A07D49D-4310-4726-878B-36B6CE04C0A7}"/>
          </ac:cxnSpMkLst>
        </pc:cxnChg>
        <pc:cxnChg chg="mod topLvl">
          <ac:chgData name="김 홍규" userId="6d16d8e1c579a2a2" providerId="LiveId" clId="{6EA48F30-AD1A-4121-AE45-51C611F455EF}" dt="2021-11-16T09:53:01.224" v="147" actId="1076"/>
          <ac:cxnSpMkLst>
            <pc:docMk/>
            <pc:sldMk cId="89147688" sldId="290"/>
            <ac:cxnSpMk id="160" creationId="{2012848C-1F76-401C-A5E0-861E72C55BB6}"/>
          </ac:cxnSpMkLst>
        </pc:cxnChg>
        <pc:cxnChg chg="mod topLvl">
          <ac:chgData name="김 홍규" userId="6d16d8e1c579a2a2" providerId="LiveId" clId="{6EA48F30-AD1A-4121-AE45-51C611F455EF}" dt="2021-11-16T09:52:49.280" v="146" actId="1076"/>
          <ac:cxnSpMkLst>
            <pc:docMk/>
            <pc:sldMk cId="89147688" sldId="290"/>
            <ac:cxnSpMk id="161" creationId="{0ABA7498-91D8-4CBD-BE13-E7878A7C4EC5}"/>
          </ac:cxnSpMkLst>
        </pc:cxnChg>
        <pc:cxnChg chg="mod topLvl">
          <ac:chgData name="김 홍규" userId="6d16d8e1c579a2a2" providerId="LiveId" clId="{6EA48F30-AD1A-4121-AE45-51C611F455EF}" dt="2021-11-16T09:52:39.972" v="145" actId="165"/>
          <ac:cxnSpMkLst>
            <pc:docMk/>
            <pc:sldMk cId="89147688" sldId="290"/>
            <ac:cxnSpMk id="162" creationId="{C0164F28-3C73-4794-8D9A-2B62D1F3FAC6}"/>
          </ac:cxnSpMkLst>
        </pc:cxnChg>
        <pc:cxnChg chg="mod topLvl">
          <ac:chgData name="김 홍규" userId="6d16d8e1c579a2a2" providerId="LiveId" clId="{6EA48F30-AD1A-4121-AE45-51C611F455EF}" dt="2021-11-16T09:53:01.224" v="147" actId="1076"/>
          <ac:cxnSpMkLst>
            <pc:docMk/>
            <pc:sldMk cId="89147688" sldId="290"/>
            <ac:cxnSpMk id="163" creationId="{ECBC6D56-DBEB-4EE8-95FD-55091FC3417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6576BB-FB4C-40CB-BB2E-53E35754AF7E}" type="datetimeFigureOut">
              <a:rPr lang="ko-KR" altLang="en-US" smtClean="0"/>
              <a:t>2021-11-16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6BAE6-016F-4081-BAFD-FE7CDAEA6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910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96BAE6-016F-4081-BAFD-FE7CDAEA65F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956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96BAE6-016F-4081-BAFD-FE7CDAEA65F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26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96BAE6-016F-4081-BAFD-FE7CDAEA65F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26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96BAE6-016F-4081-BAFD-FE7CDAEA65F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26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96BAE6-016F-4081-BAFD-FE7CDAEA65F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26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96BAE6-016F-4081-BAFD-FE7CDAEA65F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26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2021-11-16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8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2021-11-16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13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2021-11-16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475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2021-11-16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462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2021-11-16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679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2021-11-16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49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2021-11-16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864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2021-11-16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727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2021-11-16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931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2021-11-16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738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D26-4F1F-436F-A5A7-DDE242B05E0E}" type="datetimeFigureOut">
              <a:rPr lang="ko-KR" altLang="en-US" smtClean="0"/>
              <a:t>2021-11-16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78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93D26-4F1F-436F-A5A7-DDE242B05E0E}" type="datetimeFigureOut">
              <a:rPr lang="ko-KR" altLang="en-US" smtClean="0"/>
              <a:t>2021-11-16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E4557-555B-4025-9991-5BE3AD21B8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66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windows/desktop/dn899200(v=vs.85).aspx#direct3d_12_graphics_pipelin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sdn.microsoft.com/ko-kr/library/windows/desktop/bb219679(v=vs.85).aspx" TargetMode="External"/><Relationship Id="rId4" Type="http://schemas.openxmlformats.org/officeDocument/2006/relationships/hyperlink" Target="https://msdn.microsoft.com/en-us/library/windows/desktop/ff476882(v=vs.85).aspx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렌더링 파이프라인</a:t>
            </a:r>
            <a:endParaRPr lang="ko-KR" altLang="en-US" dirty="0"/>
          </a:p>
        </p:txBody>
      </p:sp>
      <p:sp>
        <p:nvSpPr>
          <p:cNvPr id="9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altLang="ko-KR"/>
              <a:t>3</a:t>
            </a:r>
            <a:r>
              <a:rPr lang="ko-KR" altLang="en-US"/>
              <a:t>차원공간상의 가상카메라를 이용한 </a:t>
            </a:r>
            <a:r>
              <a:rPr lang="en-US" altLang="ko-KR"/>
              <a:t>2D</a:t>
            </a:r>
            <a:r>
              <a:rPr lang="ko-KR" altLang="en-US"/>
              <a:t>이미지 만들기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26550" y="5989419"/>
            <a:ext cx="2965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Ver. 1.2</a:t>
            </a:r>
          </a:p>
          <a:p>
            <a:pPr algn="r"/>
            <a:r>
              <a:rPr lang="en-US" altLang="ko-KR" dirty="0"/>
              <a:t>downkhg@gmail.com</a:t>
            </a:r>
          </a:p>
          <a:p>
            <a:pPr algn="r"/>
            <a:r>
              <a:rPr lang="ko-KR" altLang="en-US" dirty="0"/>
              <a:t>김홍규</a:t>
            </a:r>
          </a:p>
        </p:txBody>
      </p:sp>
    </p:spTree>
    <p:extLst>
      <p:ext uri="{BB962C8B-B14F-4D97-AF65-F5344CB8AC3E}">
        <p14:creationId xmlns:p14="http://schemas.microsoft.com/office/powerpoint/2010/main" val="67605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365720"/>
            <a:ext cx="10515600" cy="2724545"/>
          </a:xfrm>
        </p:spPr>
        <p:txBody>
          <a:bodyPr>
            <a:normAutofit/>
          </a:bodyPr>
          <a:lstStyle/>
          <a:p>
            <a:r>
              <a:rPr lang="en-US" altLang="ko-KR"/>
              <a:t>3</a:t>
            </a:r>
            <a:r>
              <a:rPr lang="ko-KR" altLang="en-US"/>
              <a:t>차원공간에 물체들이 가상의 카메라로 보여진다</a:t>
            </a:r>
            <a:r>
              <a:rPr lang="en-US" altLang="ko-KR"/>
              <a:t>.</a:t>
            </a:r>
          </a:p>
          <a:p>
            <a:r>
              <a:rPr lang="ko-KR" altLang="en-US"/>
              <a:t>우리는 이것을 당연하게 받아들이는 현상을 컴퓨터내부에서 </a:t>
            </a:r>
            <a:br>
              <a:rPr lang="en-US" altLang="ko-KR"/>
            </a:br>
            <a:r>
              <a:rPr lang="ko-KR" altLang="en-US"/>
              <a:t>계산을 하여 우리에게 보여주기위한 과정을 말한다</a:t>
            </a:r>
            <a:r>
              <a:rPr lang="en-US" altLang="ko-KR"/>
              <a:t>.</a:t>
            </a:r>
          </a:p>
          <a:p>
            <a:r>
              <a:rPr lang="ko-KR" altLang="en-US"/>
              <a:t>개념을 파악하고 </a:t>
            </a:r>
            <a:r>
              <a:rPr lang="en-US" altLang="ko-KR"/>
              <a:t>3D</a:t>
            </a:r>
            <a:r>
              <a:rPr lang="ko-KR" altLang="en-US"/>
              <a:t>에서 객체들이 어떻게 컨트롤 되고 사용되는지 개념을 이해하기 위해 알아야한다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/>
              <a:t>렌더링 파이프라인 </a:t>
            </a:r>
            <a:r>
              <a:rPr lang="en-US" altLang="ko-KR"/>
              <a:t>#</a:t>
            </a:r>
            <a:r>
              <a:rPr lang="ko-KR" altLang="en-US"/>
              <a:t>정의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192110" y="3802519"/>
            <a:ext cx="1676400" cy="1246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로컬스페이스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3192360" y="3802519"/>
            <a:ext cx="1676400" cy="1246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월드스페이스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5116410" y="3802519"/>
            <a:ext cx="1676400" cy="1246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뷰스페이스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7078560" y="3802519"/>
            <a:ext cx="1676400" cy="1246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컬링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9028738" y="3802519"/>
            <a:ext cx="1676400" cy="1246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조명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9010387" y="5281041"/>
            <a:ext cx="1676400" cy="1246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클리핑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7086337" y="5300090"/>
            <a:ext cx="1676400" cy="1246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투영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5086087" y="5305577"/>
            <a:ext cx="1676400" cy="1246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뷰포트</a:t>
            </a:r>
            <a:endParaRPr lang="ko-KR" altLang="en-US" dirty="0"/>
          </a:p>
        </p:txBody>
      </p:sp>
      <p:sp>
        <p:nvSpPr>
          <p:cNvPr id="16" name="오른쪽 화살표 15"/>
          <p:cNvSpPr/>
          <p:nvPr/>
        </p:nvSpPr>
        <p:spPr>
          <a:xfrm>
            <a:off x="2773260" y="4126368"/>
            <a:ext cx="476250" cy="62865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오른쪽 화살표 16"/>
          <p:cNvSpPr/>
          <p:nvPr/>
        </p:nvSpPr>
        <p:spPr>
          <a:xfrm>
            <a:off x="4830660" y="4145418"/>
            <a:ext cx="476250" cy="62865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오른쪽 화살표 17"/>
          <p:cNvSpPr/>
          <p:nvPr/>
        </p:nvSpPr>
        <p:spPr>
          <a:xfrm>
            <a:off x="6726135" y="4135893"/>
            <a:ext cx="476250" cy="62865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오른쪽 화살표 21"/>
          <p:cNvSpPr/>
          <p:nvPr/>
        </p:nvSpPr>
        <p:spPr>
          <a:xfrm rot="5400000">
            <a:off x="9628813" y="4828628"/>
            <a:ext cx="476250" cy="62865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오른쪽 화살표 24"/>
          <p:cNvSpPr/>
          <p:nvPr/>
        </p:nvSpPr>
        <p:spPr>
          <a:xfrm rot="10800000">
            <a:off x="8591287" y="5576316"/>
            <a:ext cx="476250" cy="62865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오른쪽 화살표 25"/>
          <p:cNvSpPr/>
          <p:nvPr/>
        </p:nvSpPr>
        <p:spPr>
          <a:xfrm rot="10800000">
            <a:off x="6648187" y="5614416"/>
            <a:ext cx="476250" cy="62865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오른쪽 화살표 20"/>
          <p:cNvSpPr/>
          <p:nvPr/>
        </p:nvSpPr>
        <p:spPr>
          <a:xfrm>
            <a:off x="8648612" y="4111358"/>
            <a:ext cx="476250" cy="62865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3154260" y="5305577"/>
            <a:ext cx="1676400" cy="1246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레스터라이즈</a:t>
            </a:r>
            <a:endParaRPr lang="ko-KR" altLang="en-US" dirty="0"/>
          </a:p>
        </p:txBody>
      </p:sp>
      <p:sp>
        <p:nvSpPr>
          <p:cNvPr id="24" name="오른쪽 화살표 23"/>
          <p:cNvSpPr/>
          <p:nvPr/>
        </p:nvSpPr>
        <p:spPr>
          <a:xfrm rot="10800000">
            <a:off x="4703340" y="5614417"/>
            <a:ext cx="476250" cy="62865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3913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8393" y="1825625"/>
            <a:ext cx="11543607" cy="669926"/>
          </a:xfrm>
        </p:spPr>
        <p:txBody>
          <a:bodyPr>
            <a:normAutofit/>
          </a:bodyPr>
          <a:lstStyle/>
          <a:p>
            <a:r>
              <a:rPr lang="ko-KR" altLang="en-US"/>
              <a:t>오브젝트를 기준으로 원점을 잡는 공간을 의미함</a:t>
            </a:r>
            <a:r>
              <a:rPr lang="en-US" altLang="ko-KR"/>
              <a:t>.</a:t>
            </a:r>
            <a:endParaRPr lang="en-US" altLang="ko-KR" dirty="0"/>
          </a:p>
          <a:p>
            <a:endParaRPr lang="en-US" altLang="ko-KR" sz="36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/>
              <a:t>로컬스페이스 </a:t>
            </a:r>
            <a:endParaRPr lang="ko-KR" altLang="en-US" dirty="0"/>
          </a:p>
        </p:txBody>
      </p:sp>
      <p:grpSp>
        <p:nvGrpSpPr>
          <p:cNvPr id="16" name="그룹 15"/>
          <p:cNvGrpSpPr/>
          <p:nvPr/>
        </p:nvGrpSpPr>
        <p:grpSpPr>
          <a:xfrm>
            <a:off x="1152525" y="2999042"/>
            <a:ext cx="3505868" cy="3431658"/>
            <a:chOff x="2043404" y="4543865"/>
            <a:chExt cx="1315616" cy="1287768"/>
          </a:xfrm>
        </p:grpSpPr>
        <p:grpSp>
          <p:nvGrpSpPr>
            <p:cNvPr id="17" name="그룹 16"/>
            <p:cNvGrpSpPr/>
            <p:nvPr/>
          </p:nvGrpSpPr>
          <p:grpSpPr>
            <a:xfrm>
              <a:off x="2242293" y="4954484"/>
              <a:ext cx="609930" cy="589383"/>
              <a:chOff x="5760874" y="4990323"/>
              <a:chExt cx="946279" cy="914401"/>
            </a:xfrm>
          </p:grpSpPr>
          <p:sp>
            <p:nvSpPr>
              <p:cNvPr id="28" name="자유형 27"/>
              <p:cNvSpPr/>
              <p:nvPr/>
            </p:nvSpPr>
            <p:spPr>
              <a:xfrm rot="10800000" flipV="1">
                <a:off x="5770984" y="4990323"/>
                <a:ext cx="914400" cy="264367"/>
              </a:xfrm>
              <a:custGeom>
                <a:avLst/>
                <a:gdLst>
                  <a:gd name="connsiteX0" fmla="*/ 0 w 914400"/>
                  <a:gd name="connsiteY0" fmla="*/ 0 h 289249"/>
                  <a:gd name="connsiteX1" fmla="*/ 625151 w 914400"/>
                  <a:gd name="connsiteY1" fmla="*/ 0 h 289249"/>
                  <a:gd name="connsiteX2" fmla="*/ 914400 w 914400"/>
                  <a:gd name="connsiteY2" fmla="*/ 289249 h 289249"/>
                  <a:gd name="connsiteX3" fmla="*/ 279919 w 914400"/>
                  <a:gd name="connsiteY3" fmla="*/ 289249 h 289249"/>
                  <a:gd name="connsiteX4" fmla="*/ 0 w 914400"/>
                  <a:gd name="connsiteY4" fmla="*/ 0 h 289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289249">
                    <a:moveTo>
                      <a:pt x="0" y="0"/>
                    </a:moveTo>
                    <a:lnTo>
                      <a:pt x="625151" y="0"/>
                    </a:lnTo>
                    <a:lnTo>
                      <a:pt x="914400" y="289249"/>
                    </a:lnTo>
                    <a:lnTo>
                      <a:pt x="279919" y="2892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자유형 28"/>
              <p:cNvSpPr/>
              <p:nvPr/>
            </p:nvSpPr>
            <p:spPr>
              <a:xfrm rot="5400000">
                <a:off x="6105329" y="5302899"/>
                <a:ext cx="914400" cy="289249"/>
              </a:xfrm>
              <a:custGeom>
                <a:avLst/>
                <a:gdLst>
                  <a:gd name="connsiteX0" fmla="*/ 0 w 914400"/>
                  <a:gd name="connsiteY0" fmla="*/ 0 h 289249"/>
                  <a:gd name="connsiteX1" fmla="*/ 625151 w 914400"/>
                  <a:gd name="connsiteY1" fmla="*/ 0 h 289249"/>
                  <a:gd name="connsiteX2" fmla="*/ 914400 w 914400"/>
                  <a:gd name="connsiteY2" fmla="*/ 289249 h 289249"/>
                  <a:gd name="connsiteX3" fmla="*/ 279919 w 914400"/>
                  <a:gd name="connsiteY3" fmla="*/ 289249 h 289249"/>
                  <a:gd name="connsiteX4" fmla="*/ 0 w 914400"/>
                  <a:gd name="connsiteY4" fmla="*/ 0 h 289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289249">
                    <a:moveTo>
                      <a:pt x="0" y="0"/>
                    </a:moveTo>
                    <a:lnTo>
                      <a:pt x="625151" y="0"/>
                    </a:lnTo>
                    <a:lnTo>
                      <a:pt x="914400" y="289249"/>
                    </a:lnTo>
                    <a:lnTo>
                      <a:pt x="279919" y="2892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5760874" y="5274909"/>
                <a:ext cx="650033" cy="62501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" name="그룹 19"/>
            <p:cNvGrpSpPr/>
            <p:nvPr/>
          </p:nvGrpSpPr>
          <p:grpSpPr>
            <a:xfrm>
              <a:off x="2043404" y="4543865"/>
              <a:ext cx="1315616" cy="1287768"/>
              <a:chOff x="2043404" y="4543865"/>
              <a:chExt cx="1315616" cy="1287768"/>
            </a:xfrm>
          </p:grpSpPr>
          <p:cxnSp>
            <p:nvCxnSpPr>
              <p:cNvPr id="24" name="직선 화살표 연결선 23"/>
              <p:cNvCxnSpPr/>
              <p:nvPr/>
            </p:nvCxnSpPr>
            <p:spPr>
              <a:xfrm flipH="1">
                <a:off x="2043404" y="5327780"/>
                <a:ext cx="503853" cy="5038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그룹 24"/>
              <p:cNvGrpSpPr/>
              <p:nvPr/>
            </p:nvGrpSpPr>
            <p:grpSpPr>
              <a:xfrm>
                <a:off x="2547257" y="4543865"/>
                <a:ext cx="811763" cy="783915"/>
                <a:chOff x="2547257" y="4543865"/>
                <a:chExt cx="811763" cy="783915"/>
              </a:xfrm>
            </p:grpSpPr>
            <p:cxnSp>
              <p:nvCxnSpPr>
                <p:cNvPr id="26" name="직선 화살표 연결선 25"/>
                <p:cNvCxnSpPr/>
                <p:nvPr/>
              </p:nvCxnSpPr>
              <p:spPr>
                <a:xfrm flipV="1">
                  <a:off x="2547257" y="4543865"/>
                  <a:ext cx="0" cy="78391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직선 화살표 연결선 26"/>
                <p:cNvCxnSpPr/>
                <p:nvPr/>
              </p:nvCxnSpPr>
              <p:spPr>
                <a:xfrm>
                  <a:off x="2547257" y="5327780"/>
                  <a:ext cx="81176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4" name="그룹 33"/>
          <p:cNvGrpSpPr/>
          <p:nvPr/>
        </p:nvGrpSpPr>
        <p:grpSpPr>
          <a:xfrm>
            <a:off x="5613366" y="2999043"/>
            <a:ext cx="3505867" cy="3431657"/>
            <a:chOff x="3715917" y="4524188"/>
            <a:chExt cx="1315616" cy="1287768"/>
          </a:xfrm>
        </p:grpSpPr>
        <p:sp>
          <p:nvSpPr>
            <p:cNvPr id="35" name="타원 34"/>
            <p:cNvSpPr/>
            <p:nvPr/>
          </p:nvSpPr>
          <p:spPr>
            <a:xfrm>
              <a:off x="3938932" y="4979096"/>
              <a:ext cx="561674" cy="56167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" name="그룹 35"/>
            <p:cNvGrpSpPr/>
            <p:nvPr/>
          </p:nvGrpSpPr>
          <p:grpSpPr>
            <a:xfrm>
              <a:off x="3715917" y="4524188"/>
              <a:ext cx="1315616" cy="1287768"/>
              <a:chOff x="3715917" y="4524188"/>
              <a:chExt cx="1315616" cy="1287768"/>
            </a:xfrm>
          </p:grpSpPr>
          <p:cxnSp>
            <p:nvCxnSpPr>
              <p:cNvPr id="39" name="직선 화살표 연결선 38"/>
              <p:cNvCxnSpPr/>
              <p:nvPr/>
            </p:nvCxnSpPr>
            <p:spPr>
              <a:xfrm flipV="1">
                <a:off x="4219770" y="4524188"/>
                <a:ext cx="0" cy="78391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화살표 연결선 39"/>
              <p:cNvCxnSpPr/>
              <p:nvPr/>
            </p:nvCxnSpPr>
            <p:spPr>
              <a:xfrm flipH="1">
                <a:off x="3715917" y="5308103"/>
                <a:ext cx="503853" cy="5038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화살표 연결선 40"/>
              <p:cNvCxnSpPr/>
              <p:nvPr/>
            </p:nvCxnSpPr>
            <p:spPr>
              <a:xfrm>
                <a:off x="4219770" y="5308103"/>
                <a:ext cx="81176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9292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8393" y="1825625"/>
            <a:ext cx="11543607" cy="669926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sz="3600"/>
              <a:t>다수의 모델을 구성하고 그 위치의 관계를 나타낼때 사용한다</a:t>
            </a:r>
            <a:r>
              <a:rPr lang="en-US" altLang="ko-KR" sz="3600"/>
              <a:t>.</a:t>
            </a:r>
            <a:endParaRPr lang="en-US" altLang="ko-KR" sz="36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/>
              <a:t>월드스페이스</a:t>
            </a:r>
            <a:endParaRPr lang="ko-KR" altLang="en-US" dirty="0"/>
          </a:p>
        </p:txBody>
      </p:sp>
      <p:grpSp>
        <p:nvGrpSpPr>
          <p:cNvPr id="17" name="그룹 16"/>
          <p:cNvGrpSpPr/>
          <p:nvPr/>
        </p:nvGrpSpPr>
        <p:grpSpPr>
          <a:xfrm>
            <a:off x="6318423" y="4167635"/>
            <a:ext cx="1275234" cy="1232279"/>
            <a:chOff x="5760874" y="4990323"/>
            <a:chExt cx="946279" cy="914401"/>
          </a:xfrm>
        </p:grpSpPr>
        <p:sp>
          <p:nvSpPr>
            <p:cNvPr id="28" name="자유형 27"/>
            <p:cNvSpPr/>
            <p:nvPr/>
          </p:nvSpPr>
          <p:spPr>
            <a:xfrm rot="10800000" flipV="1">
              <a:off x="5770984" y="4990323"/>
              <a:ext cx="914400" cy="264367"/>
            </a:xfrm>
            <a:custGeom>
              <a:avLst/>
              <a:gdLst>
                <a:gd name="connsiteX0" fmla="*/ 0 w 914400"/>
                <a:gd name="connsiteY0" fmla="*/ 0 h 289249"/>
                <a:gd name="connsiteX1" fmla="*/ 625151 w 914400"/>
                <a:gd name="connsiteY1" fmla="*/ 0 h 289249"/>
                <a:gd name="connsiteX2" fmla="*/ 914400 w 914400"/>
                <a:gd name="connsiteY2" fmla="*/ 289249 h 289249"/>
                <a:gd name="connsiteX3" fmla="*/ 279919 w 914400"/>
                <a:gd name="connsiteY3" fmla="*/ 289249 h 289249"/>
                <a:gd name="connsiteX4" fmla="*/ 0 w 914400"/>
                <a:gd name="connsiteY4" fmla="*/ 0 h 289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289249">
                  <a:moveTo>
                    <a:pt x="0" y="0"/>
                  </a:moveTo>
                  <a:lnTo>
                    <a:pt x="625151" y="0"/>
                  </a:lnTo>
                  <a:lnTo>
                    <a:pt x="914400" y="289249"/>
                  </a:lnTo>
                  <a:lnTo>
                    <a:pt x="279919" y="289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자유형 28"/>
            <p:cNvSpPr/>
            <p:nvPr/>
          </p:nvSpPr>
          <p:spPr>
            <a:xfrm rot="5400000">
              <a:off x="6105329" y="5302899"/>
              <a:ext cx="914400" cy="289249"/>
            </a:xfrm>
            <a:custGeom>
              <a:avLst/>
              <a:gdLst>
                <a:gd name="connsiteX0" fmla="*/ 0 w 914400"/>
                <a:gd name="connsiteY0" fmla="*/ 0 h 289249"/>
                <a:gd name="connsiteX1" fmla="*/ 625151 w 914400"/>
                <a:gd name="connsiteY1" fmla="*/ 0 h 289249"/>
                <a:gd name="connsiteX2" fmla="*/ 914400 w 914400"/>
                <a:gd name="connsiteY2" fmla="*/ 289249 h 289249"/>
                <a:gd name="connsiteX3" fmla="*/ 279919 w 914400"/>
                <a:gd name="connsiteY3" fmla="*/ 289249 h 289249"/>
                <a:gd name="connsiteX4" fmla="*/ 0 w 914400"/>
                <a:gd name="connsiteY4" fmla="*/ 0 h 289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289249">
                  <a:moveTo>
                    <a:pt x="0" y="0"/>
                  </a:moveTo>
                  <a:lnTo>
                    <a:pt x="625151" y="0"/>
                  </a:lnTo>
                  <a:lnTo>
                    <a:pt x="914400" y="289249"/>
                  </a:lnTo>
                  <a:lnTo>
                    <a:pt x="279919" y="289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760874" y="5274909"/>
              <a:ext cx="641126" cy="62501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6187316" y="3721307"/>
            <a:ext cx="2007223" cy="1964735"/>
            <a:chOff x="2043404" y="4543869"/>
            <a:chExt cx="1315616" cy="1287764"/>
          </a:xfrm>
        </p:grpSpPr>
        <p:cxnSp>
          <p:nvCxnSpPr>
            <p:cNvPr id="24" name="직선 화살표 연결선 23"/>
            <p:cNvCxnSpPr/>
            <p:nvPr/>
          </p:nvCxnSpPr>
          <p:spPr>
            <a:xfrm flipH="1">
              <a:off x="2043404" y="5327780"/>
              <a:ext cx="503853" cy="5038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그룹 24"/>
            <p:cNvGrpSpPr/>
            <p:nvPr/>
          </p:nvGrpSpPr>
          <p:grpSpPr>
            <a:xfrm>
              <a:off x="2547257" y="4543869"/>
              <a:ext cx="811763" cy="783915"/>
              <a:chOff x="2547257" y="4543869"/>
              <a:chExt cx="811763" cy="783915"/>
            </a:xfrm>
          </p:grpSpPr>
          <p:cxnSp>
            <p:nvCxnSpPr>
              <p:cNvPr id="26" name="직선 화살표 연결선 25"/>
              <p:cNvCxnSpPr/>
              <p:nvPr/>
            </p:nvCxnSpPr>
            <p:spPr>
              <a:xfrm flipV="1">
                <a:off x="2547257" y="4543869"/>
                <a:ext cx="0" cy="78391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화살표 연결선 26"/>
              <p:cNvCxnSpPr/>
              <p:nvPr/>
            </p:nvCxnSpPr>
            <p:spPr>
              <a:xfrm>
                <a:off x="2547257" y="5327780"/>
                <a:ext cx="81176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" name="타원 34"/>
          <p:cNvSpPr/>
          <p:nvPr/>
        </p:nvSpPr>
        <p:spPr>
          <a:xfrm>
            <a:off x="8991937" y="4139715"/>
            <a:ext cx="1055145" cy="105514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그룹 35"/>
          <p:cNvGrpSpPr/>
          <p:nvPr/>
        </p:nvGrpSpPr>
        <p:grpSpPr>
          <a:xfrm>
            <a:off x="8795715" y="3568907"/>
            <a:ext cx="1882807" cy="1842957"/>
            <a:chOff x="3715919" y="4524188"/>
            <a:chExt cx="1315614" cy="1287768"/>
          </a:xfrm>
        </p:grpSpPr>
        <p:cxnSp>
          <p:nvCxnSpPr>
            <p:cNvPr id="39" name="직선 화살표 연결선 38"/>
            <p:cNvCxnSpPr/>
            <p:nvPr/>
          </p:nvCxnSpPr>
          <p:spPr>
            <a:xfrm flipV="1">
              <a:off x="4219770" y="4524188"/>
              <a:ext cx="0" cy="7839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/>
            <p:cNvCxnSpPr/>
            <p:nvPr/>
          </p:nvCxnSpPr>
          <p:spPr>
            <a:xfrm flipH="1">
              <a:off x="3715919" y="5308103"/>
              <a:ext cx="503853" cy="5038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/>
            <p:cNvCxnSpPr/>
            <p:nvPr/>
          </p:nvCxnSpPr>
          <p:spPr>
            <a:xfrm>
              <a:off x="4219770" y="5308103"/>
              <a:ext cx="8117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30"/>
          <p:cNvGrpSpPr/>
          <p:nvPr/>
        </p:nvGrpSpPr>
        <p:grpSpPr>
          <a:xfrm>
            <a:off x="7076184" y="3172163"/>
            <a:ext cx="3602338" cy="3526087"/>
            <a:chOff x="3715917" y="4524188"/>
            <a:chExt cx="1315616" cy="1287768"/>
          </a:xfrm>
        </p:grpSpPr>
        <p:cxnSp>
          <p:nvCxnSpPr>
            <p:cNvPr id="33" name="직선 화살표 연결선 32"/>
            <p:cNvCxnSpPr/>
            <p:nvPr/>
          </p:nvCxnSpPr>
          <p:spPr>
            <a:xfrm flipV="1">
              <a:off x="4219770" y="4524188"/>
              <a:ext cx="0" cy="783915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/>
            <p:cNvCxnSpPr/>
            <p:nvPr/>
          </p:nvCxnSpPr>
          <p:spPr>
            <a:xfrm flipH="1">
              <a:off x="3715917" y="5308103"/>
              <a:ext cx="503853" cy="50385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/>
            <p:cNvCxnSpPr/>
            <p:nvPr/>
          </p:nvCxnSpPr>
          <p:spPr>
            <a:xfrm>
              <a:off x="4219770" y="5308103"/>
              <a:ext cx="811763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173" y="2629238"/>
            <a:ext cx="5334000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388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8393" y="1825625"/>
            <a:ext cx="11543607" cy="669926"/>
          </a:xfrm>
        </p:spPr>
        <p:txBody>
          <a:bodyPr>
            <a:normAutofit/>
          </a:bodyPr>
          <a:lstStyle/>
          <a:p>
            <a:r>
              <a:rPr lang="ko-KR" altLang="en-US" sz="3600"/>
              <a:t>카메라를 기준으로 본 물체간의 관계</a:t>
            </a:r>
            <a:endParaRPr lang="en-US" altLang="ko-KR" sz="36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/>
              <a:t>뷰 스페이스</a:t>
            </a:r>
            <a:endParaRPr lang="ko-KR" altLang="en-US" dirty="0"/>
          </a:p>
        </p:txBody>
      </p:sp>
      <p:grpSp>
        <p:nvGrpSpPr>
          <p:cNvPr id="17" name="그룹 16"/>
          <p:cNvGrpSpPr/>
          <p:nvPr/>
        </p:nvGrpSpPr>
        <p:grpSpPr>
          <a:xfrm>
            <a:off x="6111403" y="3961958"/>
            <a:ext cx="1275234" cy="1232279"/>
            <a:chOff x="5760874" y="4990323"/>
            <a:chExt cx="946279" cy="914401"/>
          </a:xfrm>
        </p:grpSpPr>
        <p:sp>
          <p:nvSpPr>
            <p:cNvPr id="28" name="자유형 27"/>
            <p:cNvSpPr/>
            <p:nvPr/>
          </p:nvSpPr>
          <p:spPr>
            <a:xfrm rot="10800000" flipV="1">
              <a:off x="5770984" y="4990323"/>
              <a:ext cx="914400" cy="264367"/>
            </a:xfrm>
            <a:custGeom>
              <a:avLst/>
              <a:gdLst>
                <a:gd name="connsiteX0" fmla="*/ 0 w 914400"/>
                <a:gd name="connsiteY0" fmla="*/ 0 h 289249"/>
                <a:gd name="connsiteX1" fmla="*/ 625151 w 914400"/>
                <a:gd name="connsiteY1" fmla="*/ 0 h 289249"/>
                <a:gd name="connsiteX2" fmla="*/ 914400 w 914400"/>
                <a:gd name="connsiteY2" fmla="*/ 289249 h 289249"/>
                <a:gd name="connsiteX3" fmla="*/ 279919 w 914400"/>
                <a:gd name="connsiteY3" fmla="*/ 289249 h 289249"/>
                <a:gd name="connsiteX4" fmla="*/ 0 w 914400"/>
                <a:gd name="connsiteY4" fmla="*/ 0 h 289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289249">
                  <a:moveTo>
                    <a:pt x="0" y="0"/>
                  </a:moveTo>
                  <a:lnTo>
                    <a:pt x="625151" y="0"/>
                  </a:lnTo>
                  <a:lnTo>
                    <a:pt x="914400" y="289249"/>
                  </a:lnTo>
                  <a:lnTo>
                    <a:pt x="279919" y="289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자유형 28"/>
            <p:cNvSpPr/>
            <p:nvPr/>
          </p:nvSpPr>
          <p:spPr>
            <a:xfrm rot="5400000">
              <a:off x="6105329" y="5302899"/>
              <a:ext cx="914400" cy="289249"/>
            </a:xfrm>
            <a:custGeom>
              <a:avLst/>
              <a:gdLst>
                <a:gd name="connsiteX0" fmla="*/ 0 w 914400"/>
                <a:gd name="connsiteY0" fmla="*/ 0 h 289249"/>
                <a:gd name="connsiteX1" fmla="*/ 625151 w 914400"/>
                <a:gd name="connsiteY1" fmla="*/ 0 h 289249"/>
                <a:gd name="connsiteX2" fmla="*/ 914400 w 914400"/>
                <a:gd name="connsiteY2" fmla="*/ 289249 h 289249"/>
                <a:gd name="connsiteX3" fmla="*/ 279919 w 914400"/>
                <a:gd name="connsiteY3" fmla="*/ 289249 h 289249"/>
                <a:gd name="connsiteX4" fmla="*/ 0 w 914400"/>
                <a:gd name="connsiteY4" fmla="*/ 0 h 289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289249">
                  <a:moveTo>
                    <a:pt x="0" y="0"/>
                  </a:moveTo>
                  <a:lnTo>
                    <a:pt x="625151" y="0"/>
                  </a:lnTo>
                  <a:lnTo>
                    <a:pt x="914400" y="289249"/>
                  </a:lnTo>
                  <a:lnTo>
                    <a:pt x="279919" y="289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760874" y="5274909"/>
              <a:ext cx="641126" cy="62501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타원 34"/>
          <p:cNvSpPr/>
          <p:nvPr/>
        </p:nvSpPr>
        <p:spPr>
          <a:xfrm>
            <a:off x="8342199" y="3934038"/>
            <a:ext cx="1055145" cy="105514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/>
          <p:cNvGrpSpPr/>
          <p:nvPr/>
        </p:nvGrpSpPr>
        <p:grpSpPr>
          <a:xfrm>
            <a:off x="6426446" y="2966486"/>
            <a:ext cx="3602338" cy="3526087"/>
            <a:chOff x="3715917" y="4524188"/>
            <a:chExt cx="1315616" cy="1287768"/>
          </a:xfrm>
        </p:grpSpPr>
        <p:cxnSp>
          <p:nvCxnSpPr>
            <p:cNvPr id="33" name="직선 화살표 연결선 32"/>
            <p:cNvCxnSpPr/>
            <p:nvPr/>
          </p:nvCxnSpPr>
          <p:spPr>
            <a:xfrm flipV="1">
              <a:off x="4219770" y="4524188"/>
              <a:ext cx="0" cy="783915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/>
            <p:cNvCxnSpPr/>
            <p:nvPr/>
          </p:nvCxnSpPr>
          <p:spPr>
            <a:xfrm flipH="1">
              <a:off x="3715917" y="5308103"/>
              <a:ext cx="503853" cy="50385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/>
            <p:cNvCxnSpPr/>
            <p:nvPr/>
          </p:nvCxnSpPr>
          <p:spPr>
            <a:xfrm>
              <a:off x="4219770" y="5308103"/>
              <a:ext cx="811763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/>
          <p:cNvGrpSpPr/>
          <p:nvPr/>
        </p:nvGrpSpPr>
        <p:grpSpPr>
          <a:xfrm>
            <a:off x="6183035" y="2945301"/>
            <a:ext cx="5040325" cy="2800350"/>
            <a:chOff x="4130597" y="1797133"/>
            <a:chExt cx="5040325" cy="2800350"/>
          </a:xfrm>
        </p:grpSpPr>
        <p:grpSp>
          <p:nvGrpSpPr>
            <p:cNvPr id="30" name="그룹 29"/>
            <p:cNvGrpSpPr/>
            <p:nvPr/>
          </p:nvGrpSpPr>
          <p:grpSpPr>
            <a:xfrm>
              <a:off x="8359159" y="3261994"/>
              <a:ext cx="811763" cy="428040"/>
              <a:chOff x="6399392" y="4971117"/>
              <a:chExt cx="811763" cy="428040"/>
            </a:xfrm>
          </p:grpSpPr>
          <p:sp>
            <p:nvSpPr>
              <p:cNvPr id="43" name="직사각형 42"/>
              <p:cNvSpPr/>
              <p:nvPr/>
            </p:nvSpPr>
            <p:spPr>
              <a:xfrm>
                <a:off x="6587413" y="4974366"/>
                <a:ext cx="623742" cy="4247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이등변 삼각형 43"/>
              <p:cNvSpPr/>
              <p:nvPr/>
            </p:nvSpPr>
            <p:spPr>
              <a:xfrm rot="5400000">
                <a:off x="6359879" y="5010630"/>
                <a:ext cx="420691" cy="341665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34" name="직선 화살표 연결선 33"/>
            <p:cNvCxnSpPr>
              <a:stCxn id="44" idx="2"/>
            </p:cNvCxnSpPr>
            <p:nvPr/>
          </p:nvCxnSpPr>
          <p:spPr>
            <a:xfrm flipH="1" flipV="1">
              <a:off x="4281988" y="1797133"/>
              <a:ext cx="4077171" cy="1464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/>
            <p:cNvCxnSpPr>
              <a:stCxn id="44" idx="4"/>
            </p:cNvCxnSpPr>
            <p:nvPr/>
          </p:nvCxnSpPr>
          <p:spPr>
            <a:xfrm flipH="1">
              <a:off x="4130597" y="3682685"/>
              <a:ext cx="4228562" cy="9147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/>
          <p:cNvGrpSpPr/>
          <p:nvPr/>
        </p:nvGrpSpPr>
        <p:grpSpPr>
          <a:xfrm>
            <a:off x="10141142" y="3491932"/>
            <a:ext cx="1882807" cy="1842957"/>
            <a:chOff x="3715919" y="4524188"/>
            <a:chExt cx="1315614" cy="1287768"/>
          </a:xfrm>
        </p:grpSpPr>
        <p:cxnSp>
          <p:nvCxnSpPr>
            <p:cNvPr id="46" name="직선 화살표 연결선 45"/>
            <p:cNvCxnSpPr/>
            <p:nvPr/>
          </p:nvCxnSpPr>
          <p:spPr>
            <a:xfrm flipV="1">
              <a:off x="4219770" y="4524188"/>
              <a:ext cx="0" cy="7839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/>
            <p:cNvCxnSpPr/>
            <p:nvPr/>
          </p:nvCxnSpPr>
          <p:spPr>
            <a:xfrm flipH="1">
              <a:off x="3715919" y="5308103"/>
              <a:ext cx="503853" cy="5038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/>
            <p:cNvCxnSpPr/>
            <p:nvPr/>
          </p:nvCxnSpPr>
          <p:spPr>
            <a:xfrm>
              <a:off x="4219770" y="5308103"/>
              <a:ext cx="8117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00" y="2721154"/>
            <a:ext cx="5195615" cy="1541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976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8393" y="1825625"/>
            <a:ext cx="11543607" cy="669926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카메라에서 </a:t>
            </a:r>
            <a:r>
              <a:rPr lang="ko-KR" altLang="en-US" sz="3600" dirty="0" err="1"/>
              <a:t>보이지않는</a:t>
            </a:r>
            <a:r>
              <a:rPr lang="ko-KR" altLang="en-US" sz="3600" dirty="0"/>
              <a:t> 뒷면을 추려낸다</a:t>
            </a:r>
            <a:endParaRPr lang="en-US" altLang="ko-KR" sz="36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 dirty="0" err="1"/>
              <a:t>컬링</a:t>
            </a:r>
            <a:r>
              <a:rPr lang="en-US" altLang="ko-KR" dirty="0"/>
              <a:t>(</a:t>
            </a:r>
            <a:r>
              <a:rPr lang="ko-KR" altLang="en-US" dirty="0"/>
              <a:t>후면선별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8" name="자유형 27"/>
          <p:cNvSpPr/>
          <p:nvPr/>
        </p:nvSpPr>
        <p:spPr>
          <a:xfrm rot="10800000" flipV="1">
            <a:off x="6966623" y="3992269"/>
            <a:ext cx="1232273" cy="356270"/>
          </a:xfrm>
          <a:custGeom>
            <a:avLst/>
            <a:gdLst>
              <a:gd name="connsiteX0" fmla="*/ 0 w 914400"/>
              <a:gd name="connsiteY0" fmla="*/ 0 h 289249"/>
              <a:gd name="connsiteX1" fmla="*/ 625151 w 914400"/>
              <a:gd name="connsiteY1" fmla="*/ 0 h 289249"/>
              <a:gd name="connsiteX2" fmla="*/ 914400 w 914400"/>
              <a:gd name="connsiteY2" fmla="*/ 289249 h 289249"/>
              <a:gd name="connsiteX3" fmla="*/ 279919 w 914400"/>
              <a:gd name="connsiteY3" fmla="*/ 289249 h 289249"/>
              <a:gd name="connsiteX4" fmla="*/ 0 w 914400"/>
              <a:gd name="connsiteY4" fmla="*/ 0 h 28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89249">
                <a:moveTo>
                  <a:pt x="0" y="0"/>
                </a:moveTo>
                <a:lnTo>
                  <a:pt x="625151" y="0"/>
                </a:lnTo>
                <a:lnTo>
                  <a:pt x="914400" y="289249"/>
                </a:lnTo>
                <a:lnTo>
                  <a:pt x="279919" y="289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자유형 28"/>
          <p:cNvSpPr/>
          <p:nvPr/>
        </p:nvSpPr>
        <p:spPr>
          <a:xfrm rot="5400000">
            <a:off x="7417194" y="4413508"/>
            <a:ext cx="1232278" cy="389801"/>
          </a:xfrm>
          <a:custGeom>
            <a:avLst/>
            <a:gdLst>
              <a:gd name="connsiteX0" fmla="*/ 0 w 914400"/>
              <a:gd name="connsiteY0" fmla="*/ 0 h 289249"/>
              <a:gd name="connsiteX1" fmla="*/ 625151 w 914400"/>
              <a:gd name="connsiteY1" fmla="*/ 0 h 289249"/>
              <a:gd name="connsiteX2" fmla="*/ 914400 w 914400"/>
              <a:gd name="connsiteY2" fmla="*/ 289249 h 289249"/>
              <a:gd name="connsiteX3" fmla="*/ 279919 w 914400"/>
              <a:gd name="connsiteY3" fmla="*/ 289249 h 289249"/>
              <a:gd name="connsiteX4" fmla="*/ 0 w 914400"/>
              <a:gd name="connsiteY4" fmla="*/ 0 h 28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89249">
                <a:moveTo>
                  <a:pt x="0" y="0"/>
                </a:moveTo>
                <a:lnTo>
                  <a:pt x="625151" y="0"/>
                </a:lnTo>
                <a:lnTo>
                  <a:pt x="914400" y="289249"/>
                </a:lnTo>
                <a:lnTo>
                  <a:pt x="279919" y="289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6952998" y="4375787"/>
            <a:ext cx="864001" cy="8422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/>
          <p:cNvGrpSpPr/>
          <p:nvPr/>
        </p:nvGrpSpPr>
        <p:grpSpPr>
          <a:xfrm>
            <a:off x="5747823" y="2933203"/>
            <a:ext cx="5040325" cy="3126847"/>
            <a:chOff x="4113409" y="1587583"/>
            <a:chExt cx="5040325" cy="3126847"/>
          </a:xfrm>
        </p:grpSpPr>
        <p:grpSp>
          <p:nvGrpSpPr>
            <p:cNvPr id="30" name="그룹 29"/>
            <p:cNvGrpSpPr/>
            <p:nvPr/>
          </p:nvGrpSpPr>
          <p:grpSpPr>
            <a:xfrm>
              <a:off x="8341971" y="3052444"/>
              <a:ext cx="811763" cy="428040"/>
              <a:chOff x="6382204" y="4761567"/>
              <a:chExt cx="811763" cy="428040"/>
            </a:xfrm>
          </p:grpSpPr>
          <p:sp>
            <p:nvSpPr>
              <p:cNvPr id="43" name="직사각형 42"/>
              <p:cNvSpPr/>
              <p:nvPr/>
            </p:nvSpPr>
            <p:spPr>
              <a:xfrm>
                <a:off x="6570225" y="4764816"/>
                <a:ext cx="623742" cy="4247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이등변 삼각형 43"/>
              <p:cNvSpPr/>
              <p:nvPr/>
            </p:nvSpPr>
            <p:spPr>
              <a:xfrm rot="5400000">
                <a:off x="6342691" y="4801080"/>
                <a:ext cx="420691" cy="341665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34" name="직선 화살표 연결선 33"/>
            <p:cNvCxnSpPr>
              <a:stCxn id="44" idx="2"/>
            </p:cNvCxnSpPr>
            <p:nvPr/>
          </p:nvCxnSpPr>
          <p:spPr>
            <a:xfrm flipH="1" flipV="1">
              <a:off x="4264800" y="1587583"/>
              <a:ext cx="4077171" cy="1464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/>
            <p:cNvCxnSpPr>
              <a:stCxn id="44" idx="4"/>
            </p:cNvCxnSpPr>
            <p:nvPr/>
          </p:nvCxnSpPr>
          <p:spPr>
            <a:xfrm flipH="1">
              <a:off x="4113409" y="3473135"/>
              <a:ext cx="4228562" cy="12412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1120427" y="5935706"/>
            <a:ext cx="302396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200"/>
              <a:t>카메라에서 보여지는 화면</a:t>
            </a:r>
            <a:endParaRPr lang="ko-KR" altLang="en-US" sz="1200" dirty="0"/>
          </a:p>
        </p:txBody>
      </p:sp>
      <p:sp>
        <p:nvSpPr>
          <p:cNvPr id="39" name="직사각형 38"/>
          <p:cNvSpPr/>
          <p:nvPr/>
        </p:nvSpPr>
        <p:spPr>
          <a:xfrm>
            <a:off x="1112126" y="3333526"/>
            <a:ext cx="3720762" cy="258179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2533186" y="4210316"/>
            <a:ext cx="828530" cy="82819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51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9" grpId="0" animBg="1"/>
      <p:bldP spid="32" grpId="0" animBg="1"/>
      <p:bldP spid="32" grpId="1" animBg="1"/>
      <p:bldP spid="27" grpId="0"/>
      <p:bldP spid="39" grpId="0" animBg="1"/>
      <p:bldP spid="5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타원 23"/>
          <p:cNvSpPr/>
          <p:nvPr/>
        </p:nvSpPr>
        <p:spPr>
          <a:xfrm>
            <a:off x="4652217" y="3033660"/>
            <a:ext cx="863124" cy="86312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/>
          </a:p>
        </p:txBody>
      </p:sp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8393" y="1365720"/>
            <a:ext cx="11543607" cy="1790234"/>
          </a:xfrm>
        </p:spPr>
        <p:txBody>
          <a:bodyPr>
            <a:normAutofit/>
          </a:bodyPr>
          <a:lstStyle/>
          <a:p>
            <a:r>
              <a:rPr lang="ko-KR" altLang="en-US" sz="3600"/>
              <a:t>조명은 월드스페이스에서 정의되지만</a:t>
            </a:r>
            <a:r>
              <a:rPr lang="en-US" altLang="ko-KR" sz="3600"/>
              <a:t>,</a:t>
            </a:r>
            <a:br>
              <a:rPr lang="en-US" altLang="ko-KR" sz="3600"/>
            </a:br>
            <a:r>
              <a:rPr lang="ko-KR" altLang="en-US" sz="3600"/>
              <a:t>그림자나 명암이 처리되는 것은 뷰포트 변환시에 적용된다</a:t>
            </a:r>
            <a:r>
              <a:rPr lang="en-US" altLang="ko-KR" sz="3600"/>
              <a:t>.</a:t>
            </a:r>
            <a:endParaRPr lang="en-US" altLang="ko-KR" sz="36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/>
              <a:t>조명</a:t>
            </a:r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4234241" y="3245378"/>
            <a:ext cx="5040325" cy="2800350"/>
            <a:chOff x="4130597" y="1797133"/>
            <a:chExt cx="5040325" cy="2800350"/>
          </a:xfrm>
        </p:grpSpPr>
        <p:grpSp>
          <p:nvGrpSpPr>
            <p:cNvPr id="30" name="그룹 29"/>
            <p:cNvGrpSpPr/>
            <p:nvPr/>
          </p:nvGrpSpPr>
          <p:grpSpPr>
            <a:xfrm>
              <a:off x="8359159" y="3261994"/>
              <a:ext cx="811763" cy="428040"/>
              <a:chOff x="6399392" y="4971117"/>
              <a:chExt cx="811763" cy="428040"/>
            </a:xfrm>
          </p:grpSpPr>
          <p:sp>
            <p:nvSpPr>
              <p:cNvPr id="43" name="직사각형 42"/>
              <p:cNvSpPr/>
              <p:nvPr/>
            </p:nvSpPr>
            <p:spPr>
              <a:xfrm>
                <a:off x="6587413" y="4974366"/>
                <a:ext cx="623742" cy="4247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이등변 삼각형 43"/>
              <p:cNvSpPr/>
              <p:nvPr/>
            </p:nvSpPr>
            <p:spPr>
              <a:xfrm rot="5400000">
                <a:off x="6359879" y="5010630"/>
                <a:ext cx="420691" cy="341665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34" name="직선 화살표 연결선 33"/>
            <p:cNvCxnSpPr>
              <a:stCxn id="44" idx="2"/>
            </p:cNvCxnSpPr>
            <p:nvPr/>
          </p:nvCxnSpPr>
          <p:spPr>
            <a:xfrm flipH="1" flipV="1">
              <a:off x="4281988" y="1797133"/>
              <a:ext cx="4077171" cy="1464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/>
            <p:cNvCxnSpPr>
              <a:stCxn id="44" idx="4"/>
            </p:cNvCxnSpPr>
            <p:nvPr/>
          </p:nvCxnSpPr>
          <p:spPr>
            <a:xfrm flipH="1">
              <a:off x="4130597" y="3682685"/>
              <a:ext cx="4228562" cy="9147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/>
          <p:cNvGrpSpPr/>
          <p:nvPr/>
        </p:nvGrpSpPr>
        <p:grpSpPr>
          <a:xfrm>
            <a:off x="8192348" y="3792009"/>
            <a:ext cx="1882807" cy="1842957"/>
            <a:chOff x="3715919" y="4524188"/>
            <a:chExt cx="1315614" cy="1287768"/>
          </a:xfrm>
        </p:grpSpPr>
        <p:cxnSp>
          <p:nvCxnSpPr>
            <p:cNvPr id="46" name="직선 화살표 연결선 45"/>
            <p:cNvCxnSpPr/>
            <p:nvPr/>
          </p:nvCxnSpPr>
          <p:spPr>
            <a:xfrm flipV="1">
              <a:off x="4219770" y="4524188"/>
              <a:ext cx="0" cy="7839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/>
            <p:cNvCxnSpPr/>
            <p:nvPr/>
          </p:nvCxnSpPr>
          <p:spPr>
            <a:xfrm flipH="1">
              <a:off x="3715919" y="5308103"/>
              <a:ext cx="503853" cy="5038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/>
            <p:cNvCxnSpPr/>
            <p:nvPr/>
          </p:nvCxnSpPr>
          <p:spPr>
            <a:xfrm>
              <a:off x="4219770" y="5308103"/>
              <a:ext cx="8117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/>
          <p:cNvGrpSpPr/>
          <p:nvPr/>
        </p:nvGrpSpPr>
        <p:grpSpPr>
          <a:xfrm>
            <a:off x="4634291" y="4223935"/>
            <a:ext cx="1275234" cy="1232279"/>
            <a:chOff x="5760874" y="4990323"/>
            <a:chExt cx="946279" cy="914401"/>
          </a:xfrm>
        </p:grpSpPr>
        <p:sp>
          <p:nvSpPr>
            <p:cNvPr id="28" name="자유형 27"/>
            <p:cNvSpPr/>
            <p:nvPr/>
          </p:nvSpPr>
          <p:spPr>
            <a:xfrm rot="10800000" flipV="1">
              <a:off x="5770984" y="4990323"/>
              <a:ext cx="914400" cy="264367"/>
            </a:xfrm>
            <a:custGeom>
              <a:avLst/>
              <a:gdLst>
                <a:gd name="connsiteX0" fmla="*/ 0 w 914400"/>
                <a:gd name="connsiteY0" fmla="*/ 0 h 289249"/>
                <a:gd name="connsiteX1" fmla="*/ 625151 w 914400"/>
                <a:gd name="connsiteY1" fmla="*/ 0 h 289249"/>
                <a:gd name="connsiteX2" fmla="*/ 914400 w 914400"/>
                <a:gd name="connsiteY2" fmla="*/ 289249 h 289249"/>
                <a:gd name="connsiteX3" fmla="*/ 279919 w 914400"/>
                <a:gd name="connsiteY3" fmla="*/ 289249 h 289249"/>
                <a:gd name="connsiteX4" fmla="*/ 0 w 914400"/>
                <a:gd name="connsiteY4" fmla="*/ 0 h 289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289249">
                  <a:moveTo>
                    <a:pt x="0" y="0"/>
                  </a:moveTo>
                  <a:lnTo>
                    <a:pt x="625151" y="0"/>
                  </a:lnTo>
                  <a:lnTo>
                    <a:pt x="914400" y="289249"/>
                  </a:lnTo>
                  <a:lnTo>
                    <a:pt x="279919" y="289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자유형 28"/>
            <p:cNvSpPr/>
            <p:nvPr/>
          </p:nvSpPr>
          <p:spPr>
            <a:xfrm rot="5400000">
              <a:off x="6105329" y="5302899"/>
              <a:ext cx="914400" cy="289249"/>
            </a:xfrm>
            <a:custGeom>
              <a:avLst/>
              <a:gdLst>
                <a:gd name="connsiteX0" fmla="*/ 0 w 914400"/>
                <a:gd name="connsiteY0" fmla="*/ 0 h 289249"/>
                <a:gd name="connsiteX1" fmla="*/ 625151 w 914400"/>
                <a:gd name="connsiteY1" fmla="*/ 0 h 289249"/>
                <a:gd name="connsiteX2" fmla="*/ 914400 w 914400"/>
                <a:gd name="connsiteY2" fmla="*/ 289249 h 289249"/>
                <a:gd name="connsiteX3" fmla="*/ 279919 w 914400"/>
                <a:gd name="connsiteY3" fmla="*/ 289249 h 289249"/>
                <a:gd name="connsiteX4" fmla="*/ 0 w 914400"/>
                <a:gd name="connsiteY4" fmla="*/ 0 h 289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" h="289249">
                  <a:moveTo>
                    <a:pt x="0" y="0"/>
                  </a:moveTo>
                  <a:lnTo>
                    <a:pt x="625151" y="0"/>
                  </a:lnTo>
                  <a:lnTo>
                    <a:pt x="914400" y="289249"/>
                  </a:lnTo>
                  <a:lnTo>
                    <a:pt x="279919" y="289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760874" y="5274909"/>
              <a:ext cx="641126" cy="62501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924855" y="3812199"/>
            <a:ext cx="2591897" cy="2145478"/>
            <a:chOff x="924855" y="3812199"/>
            <a:chExt cx="2591897" cy="2145478"/>
          </a:xfrm>
        </p:grpSpPr>
        <p:grpSp>
          <p:nvGrpSpPr>
            <p:cNvPr id="50" name="그룹 49"/>
            <p:cNvGrpSpPr/>
            <p:nvPr/>
          </p:nvGrpSpPr>
          <p:grpSpPr>
            <a:xfrm>
              <a:off x="924855" y="3812199"/>
              <a:ext cx="2591897" cy="2145478"/>
              <a:chOff x="6689327" y="4604896"/>
              <a:chExt cx="1774532" cy="1468893"/>
            </a:xfrm>
          </p:grpSpPr>
          <p:sp>
            <p:nvSpPr>
              <p:cNvPr id="51" name="TextBox 50"/>
              <p:cNvSpPr txBox="1"/>
              <p:nvPr/>
            </p:nvSpPr>
            <p:spPr>
              <a:xfrm>
                <a:off x="6689327" y="5827568"/>
                <a:ext cx="139531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 err="1"/>
                  <a:t>뷰포트</a:t>
                </a:r>
                <a:endParaRPr lang="ko-KR" altLang="en-US" sz="1000" dirty="0"/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6747027" y="4604896"/>
                <a:ext cx="1716832" cy="119128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>
              <a:off x="1722774" y="4160229"/>
              <a:ext cx="1080335" cy="1043945"/>
              <a:chOff x="5760874" y="4990323"/>
              <a:chExt cx="946279" cy="914401"/>
            </a:xfrm>
          </p:grpSpPr>
          <p:sp>
            <p:nvSpPr>
              <p:cNvPr id="60" name="자유형 59"/>
              <p:cNvSpPr/>
              <p:nvPr/>
            </p:nvSpPr>
            <p:spPr>
              <a:xfrm rot="10800000" flipV="1">
                <a:off x="5770984" y="4990323"/>
                <a:ext cx="914400" cy="264367"/>
              </a:xfrm>
              <a:custGeom>
                <a:avLst/>
                <a:gdLst>
                  <a:gd name="connsiteX0" fmla="*/ 0 w 914400"/>
                  <a:gd name="connsiteY0" fmla="*/ 0 h 289249"/>
                  <a:gd name="connsiteX1" fmla="*/ 625151 w 914400"/>
                  <a:gd name="connsiteY1" fmla="*/ 0 h 289249"/>
                  <a:gd name="connsiteX2" fmla="*/ 914400 w 914400"/>
                  <a:gd name="connsiteY2" fmla="*/ 289249 h 289249"/>
                  <a:gd name="connsiteX3" fmla="*/ 279919 w 914400"/>
                  <a:gd name="connsiteY3" fmla="*/ 289249 h 289249"/>
                  <a:gd name="connsiteX4" fmla="*/ 0 w 914400"/>
                  <a:gd name="connsiteY4" fmla="*/ 0 h 289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289249">
                    <a:moveTo>
                      <a:pt x="0" y="0"/>
                    </a:moveTo>
                    <a:lnTo>
                      <a:pt x="625151" y="0"/>
                    </a:lnTo>
                    <a:lnTo>
                      <a:pt x="914400" y="289249"/>
                    </a:lnTo>
                    <a:lnTo>
                      <a:pt x="279919" y="2892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자유형 60"/>
              <p:cNvSpPr/>
              <p:nvPr/>
            </p:nvSpPr>
            <p:spPr>
              <a:xfrm rot="5400000">
                <a:off x="6105329" y="5302899"/>
                <a:ext cx="914400" cy="289249"/>
              </a:xfrm>
              <a:custGeom>
                <a:avLst/>
                <a:gdLst>
                  <a:gd name="connsiteX0" fmla="*/ 0 w 914400"/>
                  <a:gd name="connsiteY0" fmla="*/ 0 h 289249"/>
                  <a:gd name="connsiteX1" fmla="*/ 625151 w 914400"/>
                  <a:gd name="connsiteY1" fmla="*/ 0 h 289249"/>
                  <a:gd name="connsiteX2" fmla="*/ 914400 w 914400"/>
                  <a:gd name="connsiteY2" fmla="*/ 289249 h 289249"/>
                  <a:gd name="connsiteX3" fmla="*/ 279919 w 914400"/>
                  <a:gd name="connsiteY3" fmla="*/ 289249 h 289249"/>
                  <a:gd name="connsiteX4" fmla="*/ 0 w 914400"/>
                  <a:gd name="connsiteY4" fmla="*/ 0 h 289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289249">
                    <a:moveTo>
                      <a:pt x="0" y="0"/>
                    </a:moveTo>
                    <a:lnTo>
                      <a:pt x="625151" y="0"/>
                    </a:lnTo>
                    <a:lnTo>
                      <a:pt x="914400" y="289249"/>
                    </a:lnTo>
                    <a:lnTo>
                      <a:pt x="279919" y="2892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/>
              <p:cNvSpPr/>
              <p:nvPr/>
            </p:nvSpPr>
            <p:spPr>
              <a:xfrm>
                <a:off x="5760874" y="5274909"/>
                <a:ext cx="641126" cy="625010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615" y="2469384"/>
            <a:ext cx="7637323" cy="452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198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8393" y="1492250"/>
            <a:ext cx="11543607" cy="669926"/>
          </a:xfrm>
        </p:spPr>
        <p:txBody>
          <a:bodyPr>
            <a:normAutofit/>
          </a:bodyPr>
          <a:lstStyle/>
          <a:p>
            <a:r>
              <a:rPr lang="ko-KR" altLang="en-US" sz="3600"/>
              <a:t>화면 밖에 면을 추려내는 단계</a:t>
            </a:r>
            <a:endParaRPr lang="en-US" altLang="ko-KR" sz="3600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 dirty="0" err="1"/>
              <a:t>클리핑</a:t>
            </a:r>
            <a:r>
              <a:rPr lang="en-US" altLang="ko-KR" dirty="0"/>
              <a:t>(</a:t>
            </a:r>
            <a:r>
              <a:rPr lang="ko-KR" altLang="en-US" dirty="0"/>
              <a:t>절단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8" name="자유형 27"/>
          <p:cNvSpPr/>
          <p:nvPr/>
        </p:nvSpPr>
        <p:spPr>
          <a:xfrm rot="5400000" flipV="1">
            <a:off x="6402410" y="4076310"/>
            <a:ext cx="1232273" cy="356270"/>
          </a:xfrm>
          <a:custGeom>
            <a:avLst/>
            <a:gdLst>
              <a:gd name="connsiteX0" fmla="*/ 0 w 914400"/>
              <a:gd name="connsiteY0" fmla="*/ 0 h 289249"/>
              <a:gd name="connsiteX1" fmla="*/ 625151 w 914400"/>
              <a:gd name="connsiteY1" fmla="*/ 0 h 289249"/>
              <a:gd name="connsiteX2" fmla="*/ 914400 w 914400"/>
              <a:gd name="connsiteY2" fmla="*/ 289249 h 289249"/>
              <a:gd name="connsiteX3" fmla="*/ 279919 w 914400"/>
              <a:gd name="connsiteY3" fmla="*/ 289249 h 289249"/>
              <a:gd name="connsiteX4" fmla="*/ 0 w 914400"/>
              <a:gd name="connsiteY4" fmla="*/ 0 h 28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89249">
                <a:moveTo>
                  <a:pt x="0" y="0"/>
                </a:moveTo>
                <a:lnTo>
                  <a:pt x="625151" y="0"/>
                </a:lnTo>
                <a:lnTo>
                  <a:pt x="914400" y="289249"/>
                </a:lnTo>
                <a:lnTo>
                  <a:pt x="279919" y="289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자유형 28"/>
          <p:cNvSpPr/>
          <p:nvPr/>
        </p:nvSpPr>
        <p:spPr>
          <a:xfrm rot="10800000">
            <a:off x="6840411" y="3623068"/>
            <a:ext cx="1232278" cy="389801"/>
          </a:xfrm>
          <a:custGeom>
            <a:avLst/>
            <a:gdLst>
              <a:gd name="connsiteX0" fmla="*/ 0 w 914400"/>
              <a:gd name="connsiteY0" fmla="*/ 0 h 289249"/>
              <a:gd name="connsiteX1" fmla="*/ 625151 w 914400"/>
              <a:gd name="connsiteY1" fmla="*/ 0 h 289249"/>
              <a:gd name="connsiteX2" fmla="*/ 914400 w 914400"/>
              <a:gd name="connsiteY2" fmla="*/ 289249 h 289249"/>
              <a:gd name="connsiteX3" fmla="*/ 279919 w 914400"/>
              <a:gd name="connsiteY3" fmla="*/ 289249 h 289249"/>
              <a:gd name="connsiteX4" fmla="*/ 0 w 914400"/>
              <a:gd name="connsiteY4" fmla="*/ 0 h 28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89249">
                <a:moveTo>
                  <a:pt x="0" y="0"/>
                </a:moveTo>
                <a:lnTo>
                  <a:pt x="625151" y="0"/>
                </a:lnTo>
                <a:lnTo>
                  <a:pt x="914400" y="289249"/>
                </a:lnTo>
                <a:lnTo>
                  <a:pt x="279919" y="289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7223928" y="4037863"/>
            <a:ext cx="864001" cy="8422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/>
          <p:cNvGrpSpPr/>
          <p:nvPr/>
        </p:nvGrpSpPr>
        <p:grpSpPr>
          <a:xfrm>
            <a:off x="5325811" y="3027870"/>
            <a:ext cx="3602338" cy="3526087"/>
            <a:chOff x="3715917" y="4524188"/>
            <a:chExt cx="1315616" cy="1287768"/>
          </a:xfrm>
        </p:grpSpPr>
        <p:cxnSp>
          <p:nvCxnSpPr>
            <p:cNvPr id="33" name="직선 화살표 연결선 32"/>
            <p:cNvCxnSpPr/>
            <p:nvPr/>
          </p:nvCxnSpPr>
          <p:spPr>
            <a:xfrm flipV="1">
              <a:off x="4219770" y="4524188"/>
              <a:ext cx="0" cy="783915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/>
            <p:cNvCxnSpPr/>
            <p:nvPr/>
          </p:nvCxnSpPr>
          <p:spPr>
            <a:xfrm flipH="1">
              <a:off x="3715917" y="5308103"/>
              <a:ext cx="503853" cy="50385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/>
            <p:cNvCxnSpPr/>
            <p:nvPr/>
          </p:nvCxnSpPr>
          <p:spPr>
            <a:xfrm>
              <a:off x="4219770" y="5308103"/>
              <a:ext cx="811763" cy="0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/>
          <p:cNvGrpSpPr/>
          <p:nvPr/>
        </p:nvGrpSpPr>
        <p:grpSpPr>
          <a:xfrm>
            <a:off x="5082400" y="3006685"/>
            <a:ext cx="5040325" cy="2800350"/>
            <a:chOff x="4130597" y="1797133"/>
            <a:chExt cx="5040325" cy="2800350"/>
          </a:xfrm>
        </p:grpSpPr>
        <p:grpSp>
          <p:nvGrpSpPr>
            <p:cNvPr id="30" name="그룹 29"/>
            <p:cNvGrpSpPr/>
            <p:nvPr/>
          </p:nvGrpSpPr>
          <p:grpSpPr>
            <a:xfrm>
              <a:off x="8359159" y="3261994"/>
              <a:ext cx="811763" cy="428040"/>
              <a:chOff x="6399392" y="4971117"/>
              <a:chExt cx="811763" cy="428040"/>
            </a:xfrm>
          </p:grpSpPr>
          <p:sp>
            <p:nvSpPr>
              <p:cNvPr id="43" name="직사각형 42"/>
              <p:cNvSpPr/>
              <p:nvPr/>
            </p:nvSpPr>
            <p:spPr>
              <a:xfrm>
                <a:off x="6587413" y="4974366"/>
                <a:ext cx="623742" cy="4247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이등변 삼각형 43"/>
              <p:cNvSpPr/>
              <p:nvPr/>
            </p:nvSpPr>
            <p:spPr>
              <a:xfrm rot="5400000">
                <a:off x="6359879" y="5010630"/>
                <a:ext cx="420691" cy="341665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34" name="직선 화살표 연결선 33"/>
            <p:cNvCxnSpPr>
              <a:stCxn id="44" idx="2"/>
            </p:cNvCxnSpPr>
            <p:nvPr/>
          </p:nvCxnSpPr>
          <p:spPr>
            <a:xfrm flipH="1" flipV="1">
              <a:off x="4281988" y="1797133"/>
              <a:ext cx="4077171" cy="14648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/>
            <p:cNvCxnSpPr>
              <a:stCxn id="44" idx="4"/>
            </p:cNvCxnSpPr>
            <p:nvPr/>
          </p:nvCxnSpPr>
          <p:spPr>
            <a:xfrm flipH="1">
              <a:off x="4130597" y="3682685"/>
              <a:ext cx="4228562" cy="9147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/>
          <p:cNvGrpSpPr/>
          <p:nvPr/>
        </p:nvGrpSpPr>
        <p:grpSpPr>
          <a:xfrm>
            <a:off x="9040507" y="3553316"/>
            <a:ext cx="1882807" cy="1842957"/>
            <a:chOff x="3715919" y="4524188"/>
            <a:chExt cx="1315614" cy="1287768"/>
          </a:xfrm>
        </p:grpSpPr>
        <p:cxnSp>
          <p:nvCxnSpPr>
            <p:cNvPr id="46" name="직선 화살표 연결선 45"/>
            <p:cNvCxnSpPr/>
            <p:nvPr/>
          </p:nvCxnSpPr>
          <p:spPr>
            <a:xfrm flipV="1">
              <a:off x="4219770" y="4524188"/>
              <a:ext cx="0" cy="7839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/>
            <p:cNvCxnSpPr/>
            <p:nvPr/>
          </p:nvCxnSpPr>
          <p:spPr>
            <a:xfrm flipH="1">
              <a:off x="3715919" y="5308103"/>
              <a:ext cx="503853" cy="5038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/>
            <p:cNvCxnSpPr/>
            <p:nvPr/>
          </p:nvCxnSpPr>
          <p:spPr>
            <a:xfrm>
              <a:off x="4219770" y="5308103"/>
              <a:ext cx="8117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1901940" y="5344014"/>
            <a:ext cx="2446886" cy="431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뷰포트</a:t>
            </a:r>
            <a:endParaRPr lang="ko-KR" altLang="en-US" sz="1000" dirty="0"/>
          </a:p>
        </p:txBody>
      </p:sp>
      <p:sp>
        <p:nvSpPr>
          <p:cNvPr id="27" name="직사각형 26"/>
          <p:cNvSpPr/>
          <p:nvPr/>
        </p:nvSpPr>
        <p:spPr>
          <a:xfrm>
            <a:off x="1901940" y="3878370"/>
            <a:ext cx="1506528" cy="1403213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 flipV="1">
            <a:off x="7861607" y="3946423"/>
            <a:ext cx="3810" cy="1257161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sys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자유형 51"/>
          <p:cNvSpPr/>
          <p:nvPr/>
        </p:nvSpPr>
        <p:spPr>
          <a:xfrm rot="10800000" flipV="1">
            <a:off x="2545991" y="3947675"/>
            <a:ext cx="1232273" cy="356270"/>
          </a:xfrm>
          <a:custGeom>
            <a:avLst/>
            <a:gdLst>
              <a:gd name="connsiteX0" fmla="*/ 0 w 914400"/>
              <a:gd name="connsiteY0" fmla="*/ 0 h 289249"/>
              <a:gd name="connsiteX1" fmla="*/ 625151 w 914400"/>
              <a:gd name="connsiteY1" fmla="*/ 0 h 289249"/>
              <a:gd name="connsiteX2" fmla="*/ 914400 w 914400"/>
              <a:gd name="connsiteY2" fmla="*/ 289249 h 289249"/>
              <a:gd name="connsiteX3" fmla="*/ 279919 w 914400"/>
              <a:gd name="connsiteY3" fmla="*/ 289249 h 289249"/>
              <a:gd name="connsiteX4" fmla="*/ 0 w 914400"/>
              <a:gd name="connsiteY4" fmla="*/ 0 h 28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89249">
                <a:moveTo>
                  <a:pt x="0" y="0"/>
                </a:moveTo>
                <a:lnTo>
                  <a:pt x="625151" y="0"/>
                </a:lnTo>
                <a:lnTo>
                  <a:pt x="914400" y="289249"/>
                </a:lnTo>
                <a:lnTo>
                  <a:pt x="279919" y="289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자유형 52"/>
          <p:cNvSpPr/>
          <p:nvPr/>
        </p:nvSpPr>
        <p:spPr>
          <a:xfrm rot="5400000">
            <a:off x="2996562" y="4368914"/>
            <a:ext cx="1232278" cy="389801"/>
          </a:xfrm>
          <a:custGeom>
            <a:avLst/>
            <a:gdLst>
              <a:gd name="connsiteX0" fmla="*/ 0 w 914400"/>
              <a:gd name="connsiteY0" fmla="*/ 0 h 289249"/>
              <a:gd name="connsiteX1" fmla="*/ 625151 w 914400"/>
              <a:gd name="connsiteY1" fmla="*/ 0 h 289249"/>
              <a:gd name="connsiteX2" fmla="*/ 914400 w 914400"/>
              <a:gd name="connsiteY2" fmla="*/ 289249 h 289249"/>
              <a:gd name="connsiteX3" fmla="*/ 279919 w 914400"/>
              <a:gd name="connsiteY3" fmla="*/ 289249 h 289249"/>
              <a:gd name="connsiteX4" fmla="*/ 0 w 914400"/>
              <a:gd name="connsiteY4" fmla="*/ 0 h 28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289249">
                <a:moveTo>
                  <a:pt x="0" y="0"/>
                </a:moveTo>
                <a:lnTo>
                  <a:pt x="625151" y="0"/>
                </a:lnTo>
                <a:lnTo>
                  <a:pt x="914400" y="289249"/>
                </a:lnTo>
                <a:lnTo>
                  <a:pt x="279919" y="289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>
            <a:off x="2532366" y="4331193"/>
            <a:ext cx="864001" cy="8422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1901940" y="3878370"/>
            <a:ext cx="1505357" cy="140321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96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3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2" grpId="0" animBg="1"/>
      <p:bldP spid="25" grpId="0"/>
      <p:bldP spid="27" grpId="0" animBg="1"/>
      <p:bldP spid="52" grpId="0" animBg="1"/>
      <p:bldP spid="53" grpId="0" animBg="1"/>
      <p:bldP spid="53" grpId="1" animBg="1"/>
      <p:bldP spid="54" grpId="0" animBg="1"/>
      <p:bldP spid="5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0225" y="1492249"/>
            <a:ext cx="11543607" cy="2021837"/>
          </a:xfrm>
        </p:spPr>
        <p:txBody>
          <a:bodyPr>
            <a:normAutofit/>
          </a:bodyPr>
          <a:lstStyle/>
          <a:p>
            <a:r>
              <a:rPr lang="ko-KR" altLang="en-US" sz="3600"/>
              <a:t>뷰스페이스를 </a:t>
            </a:r>
            <a:r>
              <a:rPr lang="en-US" altLang="ko-KR" sz="3600"/>
              <a:t>3D</a:t>
            </a:r>
            <a:r>
              <a:rPr lang="ko-KR" altLang="en-US" sz="3600"/>
              <a:t>에서 </a:t>
            </a:r>
            <a:r>
              <a:rPr lang="en-US" altLang="ko-KR" sz="3600"/>
              <a:t>2D</a:t>
            </a:r>
            <a:r>
              <a:rPr lang="ko-KR" altLang="en-US" sz="3600"/>
              <a:t>로 변환하여</a:t>
            </a:r>
            <a:br>
              <a:rPr lang="en-US" altLang="ko-KR" sz="3600"/>
            </a:br>
            <a:r>
              <a:rPr lang="ko-KR" altLang="en-US" sz="3600"/>
              <a:t>원근감을 나타낼수 있게 된다</a:t>
            </a:r>
            <a:r>
              <a:rPr lang="en-US" altLang="ko-KR" sz="3600"/>
              <a:t>.</a:t>
            </a:r>
          </a:p>
          <a:p>
            <a:endParaRPr lang="en-US" altLang="ko-KR" sz="360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/>
              <a:t>원근투영 </a:t>
            </a:r>
            <a:r>
              <a:rPr lang="en-US" altLang="ko-KR"/>
              <a:t>#Perspective Projection</a:t>
            </a:r>
            <a:endParaRPr lang="ko-KR" altLang="en-US" dirty="0"/>
          </a:p>
        </p:txBody>
      </p:sp>
      <p:sp>
        <p:nvSpPr>
          <p:cNvPr id="102" name="오른쪽 화살표 101"/>
          <p:cNvSpPr/>
          <p:nvPr/>
        </p:nvSpPr>
        <p:spPr>
          <a:xfrm>
            <a:off x="3652259" y="5113643"/>
            <a:ext cx="425793" cy="421814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오른쪽 화살표 102"/>
          <p:cNvSpPr/>
          <p:nvPr/>
        </p:nvSpPr>
        <p:spPr>
          <a:xfrm>
            <a:off x="6745266" y="5169061"/>
            <a:ext cx="425793" cy="421814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7" name="그룹 36"/>
          <p:cNvGrpSpPr/>
          <p:nvPr/>
        </p:nvGrpSpPr>
        <p:grpSpPr>
          <a:xfrm>
            <a:off x="3896960" y="4352082"/>
            <a:ext cx="3006042" cy="1968582"/>
            <a:chOff x="5053499" y="3663266"/>
            <a:chExt cx="3006042" cy="1968582"/>
          </a:xfrm>
        </p:grpSpPr>
        <p:grpSp>
          <p:nvGrpSpPr>
            <p:cNvPr id="80" name="그룹 79"/>
            <p:cNvGrpSpPr/>
            <p:nvPr/>
          </p:nvGrpSpPr>
          <p:grpSpPr>
            <a:xfrm>
              <a:off x="5053499" y="3663266"/>
              <a:ext cx="3006042" cy="1968582"/>
              <a:chOff x="1084425" y="4183644"/>
              <a:chExt cx="3006042" cy="1968582"/>
            </a:xfrm>
          </p:grpSpPr>
          <p:grpSp>
            <p:nvGrpSpPr>
              <p:cNvPr id="81" name="그룹 80"/>
              <p:cNvGrpSpPr/>
              <p:nvPr/>
            </p:nvGrpSpPr>
            <p:grpSpPr>
              <a:xfrm>
                <a:off x="1084425" y="4183644"/>
                <a:ext cx="3006042" cy="1968582"/>
                <a:chOff x="1239820" y="3958288"/>
                <a:chExt cx="4227883" cy="1968582"/>
              </a:xfrm>
            </p:grpSpPr>
            <p:cxnSp>
              <p:nvCxnSpPr>
                <p:cNvPr id="84" name="직선 연결선 83"/>
                <p:cNvCxnSpPr/>
                <p:nvPr/>
              </p:nvCxnSpPr>
              <p:spPr>
                <a:xfrm flipV="1">
                  <a:off x="2458599" y="3975169"/>
                  <a:ext cx="0" cy="19517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sysDash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/>
                <p:cNvGrpSpPr/>
                <p:nvPr/>
              </p:nvGrpSpPr>
              <p:grpSpPr>
                <a:xfrm>
                  <a:off x="1239820" y="3958288"/>
                  <a:ext cx="4227883" cy="1968582"/>
                  <a:chOff x="1239820" y="3958288"/>
                  <a:chExt cx="4227883" cy="1968582"/>
                </a:xfrm>
              </p:grpSpPr>
              <p:grpSp>
                <p:nvGrpSpPr>
                  <p:cNvPr id="86" name="그룹 85"/>
                  <p:cNvGrpSpPr/>
                  <p:nvPr/>
                </p:nvGrpSpPr>
                <p:grpSpPr>
                  <a:xfrm>
                    <a:off x="1239820" y="3958288"/>
                    <a:ext cx="4227883" cy="1968581"/>
                    <a:chOff x="4130598" y="2278038"/>
                    <a:chExt cx="4227883" cy="1968581"/>
                  </a:xfrm>
                </p:grpSpPr>
                <p:cxnSp>
                  <p:nvCxnSpPr>
                    <p:cNvPr id="88" name="직선 화살표 연결선 87"/>
                    <p:cNvCxnSpPr/>
                    <p:nvPr/>
                  </p:nvCxnSpPr>
                  <p:spPr>
                    <a:xfrm flipH="1">
                      <a:off x="4204862" y="2278038"/>
                      <a:ext cx="4121639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직선 화살표 연결선 88"/>
                    <p:cNvCxnSpPr/>
                    <p:nvPr/>
                  </p:nvCxnSpPr>
                  <p:spPr>
                    <a:xfrm flipH="1">
                      <a:off x="4130598" y="4246619"/>
                      <a:ext cx="4227883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87" name="직선 연결선 86"/>
                  <p:cNvCxnSpPr/>
                  <p:nvPr/>
                </p:nvCxnSpPr>
                <p:spPr>
                  <a:xfrm flipV="1">
                    <a:off x="4257953" y="3958288"/>
                    <a:ext cx="0" cy="1968582"/>
                  </a:xfrm>
                  <a:prstGeom prst="line">
                    <a:avLst/>
                  </a:prstGeom>
                  <a:ln w="12700">
                    <a:solidFill>
                      <a:srgbClr val="FF0000"/>
                    </a:solidFill>
                    <a:prstDash val="sysDash"/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2" name="타원 81"/>
              <p:cNvSpPr/>
              <p:nvPr/>
            </p:nvSpPr>
            <p:spPr>
              <a:xfrm>
                <a:off x="2351378" y="4407337"/>
                <a:ext cx="828000" cy="82800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직사각형 82"/>
              <p:cNvSpPr/>
              <p:nvPr/>
            </p:nvSpPr>
            <p:spPr>
              <a:xfrm>
                <a:off x="2036792" y="5346662"/>
                <a:ext cx="527572" cy="52735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2" name="사다리꼴 21"/>
            <p:cNvSpPr/>
            <p:nvPr/>
          </p:nvSpPr>
          <p:spPr>
            <a:xfrm rot="16200000">
              <a:off x="5915748" y="4835304"/>
              <a:ext cx="717890" cy="517489"/>
            </a:xfrm>
            <a:prstGeom prst="trapezoid">
              <a:avLst>
                <a:gd name="adj" fmla="val 18365"/>
              </a:avLst>
            </a:prstGeom>
            <a:solidFill>
              <a:schemeClr val="accent6">
                <a:lumMod val="60000"/>
                <a:lumOff val="40000"/>
                <a:alpha val="5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/>
            <p:cNvSpPr/>
            <p:nvPr/>
          </p:nvSpPr>
          <p:spPr>
            <a:xfrm>
              <a:off x="6419866" y="4040103"/>
              <a:ext cx="527572" cy="527572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7326979" y="4383877"/>
            <a:ext cx="2494195" cy="2130553"/>
            <a:chOff x="9268203" y="3680148"/>
            <a:chExt cx="2494195" cy="2130553"/>
          </a:xfrm>
        </p:grpSpPr>
        <p:grpSp>
          <p:nvGrpSpPr>
            <p:cNvPr id="36" name="그룹 35"/>
            <p:cNvGrpSpPr/>
            <p:nvPr/>
          </p:nvGrpSpPr>
          <p:grpSpPr>
            <a:xfrm>
              <a:off x="9268203" y="3680148"/>
              <a:ext cx="2494195" cy="2130553"/>
              <a:chOff x="6747027" y="4604896"/>
              <a:chExt cx="1716832" cy="1466525"/>
            </a:xfrm>
          </p:grpSpPr>
          <p:sp>
            <p:nvSpPr>
              <p:cNvPr id="39" name="TextBox 38"/>
              <p:cNvSpPr txBox="1"/>
              <p:nvPr/>
            </p:nvSpPr>
            <p:spPr>
              <a:xfrm>
                <a:off x="6763158" y="5825200"/>
                <a:ext cx="139531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 err="1"/>
                  <a:t>뷰포트</a:t>
                </a:r>
                <a:endParaRPr lang="ko-KR" altLang="en-US" sz="1000" dirty="0"/>
              </a:p>
            </p:txBody>
          </p:sp>
          <p:grpSp>
            <p:nvGrpSpPr>
              <p:cNvPr id="40" name="그룹 39"/>
              <p:cNvGrpSpPr/>
              <p:nvPr/>
            </p:nvGrpSpPr>
            <p:grpSpPr>
              <a:xfrm>
                <a:off x="6747027" y="4604896"/>
                <a:ext cx="1716832" cy="1191289"/>
                <a:chOff x="6747027" y="4604896"/>
                <a:chExt cx="1716832" cy="1191289"/>
              </a:xfrm>
            </p:grpSpPr>
            <p:sp>
              <p:nvSpPr>
                <p:cNvPr id="41" name="직사각형 40"/>
                <p:cNvSpPr/>
                <p:nvPr/>
              </p:nvSpPr>
              <p:spPr>
                <a:xfrm>
                  <a:off x="6747027" y="4604896"/>
                  <a:ext cx="1716832" cy="1191289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직사각형 51"/>
                <p:cNvSpPr/>
                <p:nvPr/>
              </p:nvSpPr>
              <p:spPr>
                <a:xfrm>
                  <a:off x="7012038" y="4982518"/>
                  <a:ext cx="448776" cy="49312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3" name="타원 52"/>
            <p:cNvSpPr/>
            <p:nvPr/>
          </p:nvSpPr>
          <p:spPr>
            <a:xfrm>
              <a:off x="10515300" y="4153675"/>
              <a:ext cx="828000" cy="828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717260" y="4095185"/>
            <a:ext cx="2738814" cy="2499256"/>
            <a:chOff x="362962" y="3085027"/>
            <a:chExt cx="2943201" cy="2685766"/>
          </a:xfrm>
        </p:grpSpPr>
        <p:grpSp>
          <p:nvGrpSpPr>
            <p:cNvPr id="78" name="그룹 77"/>
            <p:cNvGrpSpPr/>
            <p:nvPr/>
          </p:nvGrpSpPr>
          <p:grpSpPr>
            <a:xfrm>
              <a:off x="362962" y="3171010"/>
              <a:ext cx="2930502" cy="2599783"/>
              <a:chOff x="1242002" y="3822476"/>
              <a:chExt cx="2930502" cy="2599783"/>
            </a:xfrm>
          </p:grpSpPr>
          <p:grpSp>
            <p:nvGrpSpPr>
              <p:cNvPr id="15" name="그룹 14"/>
              <p:cNvGrpSpPr/>
              <p:nvPr/>
            </p:nvGrpSpPr>
            <p:grpSpPr>
              <a:xfrm>
                <a:off x="1242002" y="3822476"/>
                <a:ext cx="2930502" cy="2599783"/>
                <a:chOff x="1461446" y="3597120"/>
                <a:chExt cx="4121639" cy="2599783"/>
              </a:xfrm>
            </p:grpSpPr>
            <p:cxnSp>
              <p:nvCxnSpPr>
                <p:cNvPr id="55" name="직선 연결선 54"/>
                <p:cNvCxnSpPr/>
                <p:nvPr/>
              </p:nvCxnSpPr>
              <p:spPr>
                <a:xfrm flipV="1">
                  <a:off x="2458599" y="3921829"/>
                  <a:ext cx="0" cy="19517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sysDash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" name="그룹 13"/>
                <p:cNvGrpSpPr/>
                <p:nvPr/>
              </p:nvGrpSpPr>
              <p:grpSpPr>
                <a:xfrm>
                  <a:off x="1461446" y="3597120"/>
                  <a:ext cx="4121639" cy="2599783"/>
                  <a:chOff x="1461446" y="3597120"/>
                  <a:chExt cx="4121639" cy="2599783"/>
                </a:xfrm>
              </p:grpSpPr>
              <p:grpSp>
                <p:nvGrpSpPr>
                  <p:cNvPr id="2" name="그룹 1"/>
                  <p:cNvGrpSpPr/>
                  <p:nvPr/>
                </p:nvGrpSpPr>
                <p:grpSpPr>
                  <a:xfrm>
                    <a:off x="1461446" y="3597120"/>
                    <a:ext cx="4121639" cy="2599783"/>
                    <a:chOff x="4352224" y="1916870"/>
                    <a:chExt cx="4121639" cy="2599783"/>
                  </a:xfrm>
                </p:grpSpPr>
                <p:cxnSp>
                  <p:nvCxnSpPr>
                    <p:cNvPr id="34" name="직선 화살표 연결선 33"/>
                    <p:cNvCxnSpPr/>
                    <p:nvPr/>
                  </p:nvCxnSpPr>
                  <p:spPr>
                    <a:xfrm flipH="1" flipV="1">
                      <a:off x="4352224" y="1916870"/>
                      <a:ext cx="4121639" cy="1285838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직선 화살표 연결선 41"/>
                    <p:cNvCxnSpPr/>
                    <p:nvPr/>
                  </p:nvCxnSpPr>
                  <p:spPr>
                    <a:xfrm flipH="1">
                      <a:off x="4352224" y="3202708"/>
                      <a:ext cx="4121639" cy="1313945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56" name="직선 연결선 55"/>
                  <p:cNvCxnSpPr/>
                  <p:nvPr/>
                </p:nvCxnSpPr>
                <p:spPr>
                  <a:xfrm flipV="1">
                    <a:off x="4257953" y="4475262"/>
                    <a:ext cx="0" cy="827433"/>
                  </a:xfrm>
                  <a:prstGeom prst="line">
                    <a:avLst/>
                  </a:prstGeom>
                  <a:ln w="12700">
                    <a:solidFill>
                      <a:srgbClr val="FF0000"/>
                    </a:solidFill>
                    <a:prstDash val="sysDash"/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3" name="타원 62"/>
              <p:cNvSpPr/>
              <p:nvPr/>
            </p:nvSpPr>
            <p:spPr>
              <a:xfrm>
                <a:off x="2551664" y="4683699"/>
                <a:ext cx="527572" cy="527572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/>
              <p:cNvSpPr/>
              <p:nvPr/>
            </p:nvSpPr>
            <p:spPr>
              <a:xfrm>
                <a:off x="2024092" y="5270462"/>
                <a:ext cx="527572" cy="52735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9" name="직선 연결선 8"/>
            <p:cNvCxnSpPr/>
            <p:nvPr/>
          </p:nvCxnSpPr>
          <p:spPr>
            <a:xfrm flipV="1">
              <a:off x="3293464" y="3085027"/>
              <a:ext cx="0" cy="2599784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/>
            <p:cNvCxnSpPr/>
            <p:nvPr/>
          </p:nvCxnSpPr>
          <p:spPr>
            <a:xfrm flipH="1">
              <a:off x="2351290" y="4032233"/>
              <a:ext cx="942174" cy="1"/>
            </a:xfrm>
            <a:prstGeom prst="straightConnector1">
              <a:avLst/>
            </a:prstGeom>
            <a:ln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2542977" y="3806966"/>
              <a:ext cx="5588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/>
                <a:t>near</a:t>
              </a:r>
              <a:endParaRPr lang="ko-KR" altLang="en-US" sz="1000"/>
            </a:p>
          </p:txBody>
        </p:sp>
        <p:cxnSp>
          <p:nvCxnSpPr>
            <p:cNvPr id="31" name="직선 화살표 연결선 30"/>
            <p:cNvCxnSpPr/>
            <p:nvPr/>
          </p:nvCxnSpPr>
          <p:spPr>
            <a:xfrm flipH="1">
              <a:off x="1071942" y="3495719"/>
              <a:ext cx="2221522" cy="0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2071890" y="3229394"/>
              <a:ext cx="5588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/>
                <a:t>far</a:t>
              </a:r>
              <a:endParaRPr lang="ko-KR" altLang="en-US" sz="1000"/>
            </a:p>
          </p:txBody>
        </p:sp>
        <p:sp>
          <p:nvSpPr>
            <p:cNvPr id="32" name="이등변 삼각형 31"/>
            <p:cNvSpPr/>
            <p:nvPr/>
          </p:nvSpPr>
          <p:spPr>
            <a:xfrm rot="5400000">
              <a:off x="1213201" y="3354460"/>
              <a:ext cx="1951702" cy="2234223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  <a:alpha val="5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12365" y="3745410"/>
              <a:ext cx="1119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frustum</a:t>
              </a:r>
              <a:endParaRPr lang="ko-KR" altLang="en-US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7022" y="2171373"/>
            <a:ext cx="2731271" cy="192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9" name="TextBox 68"/>
          <p:cNvSpPr txBox="1"/>
          <p:nvPr/>
        </p:nvSpPr>
        <p:spPr>
          <a:xfrm>
            <a:off x="8708299" y="4105861"/>
            <a:ext cx="29772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#</a:t>
            </a:r>
            <a:r>
              <a:rPr lang="ko-KR" altLang="en-US" sz="1000"/>
              <a:t>원근투영</a:t>
            </a:r>
          </a:p>
        </p:txBody>
      </p:sp>
      <p:pic>
        <p:nvPicPr>
          <p:cNvPr id="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22" y="2726740"/>
            <a:ext cx="7105650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C21766B0-E1F2-4C28-A046-7B8E491785CB}"/>
              </a:ext>
            </a:extLst>
          </p:cNvPr>
          <p:cNvGrpSpPr/>
          <p:nvPr/>
        </p:nvGrpSpPr>
        <p:grpSpPr>
          <a:xfrm>
            <a:off x="1311019" y="4421071"/>
            <a:ext cx="1325299" cy="1923260"/>
            <a:chOff x="1376933" y="5469318"/>
            <a:chExt cx="1325299" cy="1923260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A5A842C8-9F0A-4693-8CFC-D5190BF0C04F}"/>
                </a:ext>
              </a:extLst>
            </p:cNvPr>
            <p:cNvSpPr/>
            <p:nvPr/>
          </p:nvSpPr>
          <p:spPr>
            <a:xfrm rot="21442645">
              <a:off x="1376933" y="5469318"/>
              <a:ext cx="131824" cy="1318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BB73C70A-765F-4100-917F-C527FFCA949A}"/>
                </a:ext>
              </a:extLst>
            </p:cNvPr>
            <p:cNvSpPr/>
            <p:nvPr/>
          </p:nvSpPr>
          <p:spPr>
            <a:xfrm rot="21442645">
              <a:off x="2567754" y="5911607"/>
              <a:ext cx="131824" cy="1318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D4310CDB-8F14-418E-9D52-E1CAD9AD4F24}"/>
                </a:ext>
              </a:extLst>
            </p:cNvPr>
            <p:cNvSpPr/>
            <p:nvPr/>
          </p:nvSpPr>
          <p:spPr>
            <a:xfrm rot="21442645">
              <a:off x="1376933" y="7260753"/>
              <a:ext cx="131824" cy="1318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710E9E5E-92C6-4A48-AC48-C8E499EE9268}"/>
                </a:ext>
              </a:extLst>
            </p:cNvPr>
            <p:cNvSpPr/>
            <p:nvPr/>
          </p:nvSpPr>
          <p:spPr>
            <a:xfrm rot="21442645">
              <a:off x="2570408" y="6780184"/>
              <a:ext cx="131824" cy="1318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23F0026E-A653-40DF-8F7C-5D5D711DD70F}"/>
                </a:ext>
              </a:extLst>
            </p:cNvPr>
            <p:cNvCxnSpPr>
              <a:stCxn id="49" idx="4"/>
              <a:endCxn id="54" idx="0"/>
            </p:cNvCxnSpPr>
            <p:nvPr/>
          </p:nvCxnSpPr>
          <p:spPr>
            <a:xfrm flipH="1">
              <a:off x="2633304" y="6043363"/>
              <a:ext cx="3378" cy="736890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768255E2-FA79-41FF-B1CD-DE03D2CDFD32}"/>
                </a:ext>
              </a:extLst>
            </p:cNvPr>
            <p:cNvCxnSpPr>
              <a:cxnSpLocks/>
              <a:stCxn id="48" idx="6"/>
              <a:endCxn id="49" idx="2"/>
            </p:cNvCxnSpPr>
            <p:nvPr/>
          </p:nvCxnSpPr>
          <p:spPr>
            <a:xfrm>
              <a:off x="1508688" y="5532215"/>
              <a:ext cx="1059135" cy="448321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31DFB956-D715-4EC3-82AD-FA9F542D60FF}"/>
                </a:ext>
              </a:extLst>
            </p:cNvPr>
            <p:cNvCxnSpPr>
              <a:cxnSpLocks/>
              <a:stCxn id="48" idx="4"/>
              <a:endCxn id="51" idx="0"/>
            </p:cNvCxnSpPr>
            <p:nvPr/>
          </p:nvCxnSpPr>
          <p:spPr>
            <a:xfrm flipH="1">
              <a:off x="1439829" y="5601074"/>
              <a:ext cx="6032" cy="1659748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7FF9E1D-6109-4FED-B939-D347825C0461}"/>
                </a:ext>
              </a:extLst>
            </p:cNvPr>
            <p:cNvCxnSpPr>
              <a:stCxn id="51" idx="6"/>
              <a:endCxn id="54" idx="2"/>
            </p:cNvCxnSpPr>
            <p:nvPr/>
          </p:nvCxnSpPr>
          <p:spPr>
            <a:xfrm flipV="1">
              <a:off x="1508688" y="6849113"/>
              <a:ext cx="1061789" cy="474537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70B01C6A-48E4-486F-9486-F4E84335F189}"/>
              </a:ext>
            </a:extLst>
          </p:cNvPr>
          <p:cNvGrpSpPr/>
          <p:nvPr/>
        </p:nvGrpSpPr>
        <p:grpSpPr>
          <a:xfrm>
            <a:off x="1381688" y="5451953"/>
            <a:ext cx="624954" cy="625627"/>
            <a:chOff x="1376933" y="5456716"/>
            <a:chExt cx="624954" cy="625627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14E9A1C6-2951-4AE7-8ABC-3620C7919713}"/>
                </a:ext>
              </a:extLst>
            </p:cNvPr>
            <p:cNvSpPr/>
            <p:nvPr/>
          </p:nvSpPr>
          <p:spPr>
            <a:xfrm rot="21442645">
              <a:off x="1376933" y="5469318"/>
              <a:ext cx="131824" cy="1318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7ECA25EF-E89F-420D-9FF6-9946CB236B69}"/>
                </a:ext>
              </a:extLst>
            </p:cNvPr>
            <p:cNvSpPr/>
            <p:nvPr/>
          </p:nvSpPr>
          <p:spPr>
            <a:xfrm rot="21442645">
              <a:off x="1861874" y="5456716"/>
              <a:ext cx="131824" cy="1318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2F66FAB1-AB77-4ED4-8205-08B84410E71E}"/>
                </a:ext>
              </a:extLst>
            </p:cNvPr>
            <p:cNvSpPr/>
            <p:nvPr/>
          </p:nvSpPr>
          <p:spPr>
            <a:xfrm rot="21442645">
              <a:off x="1376933" y="5950518"/>
              <a:ext cx="131824" cy="1318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52080761-6AFA-42A3-A4A9-08C5A2619901}"/>
                </a:ext>
              </a:extLst>
            </p:cNvPr>
            <p:cNvSpPr/>
            <p:nvPr/>
          </p:nvSpPr>
          <p:spPr>
            <a:xfrm rot="21442645">
              <a:off x="1870063" y="5942691"/>
              <a:ext cx="131824" cy="13182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CBFE84C7-006F-4DE5-8AEF-65425FD42E63}"/>
                </a:ext>
              </a:extLst>
            </p:cNvPr>
            <p:cNvCxnSpPr>
              <a:stCxn id="76" idx="4"/>
              <a:endCxn id="79" idx="0"/>
            </p:cNvCxnSpPr>
            <p:nvPr/>
          </p:nvCxnSpPr>
          <p:spPr>
            <a:xfrm>
              <a:off x="1930802" y="5588472"/>
              <a:ext cx="2157" cy="354288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70B220BF-1723-4646-AF19-072D973BDBA0}"/>
                </a:ext>
              </a:extLst>
            </p:cNvPr>
            <p:cNvCxnSpPr>
              <a:cxnSpLocks/>
              <a:stCxn id="75" idx="6"/>
              <a:endCxn id="76" idx="2"/>
            </p:cNvCxnSpPr>
            <p:nvPr/>
          </p:nvCxnSpPr>
          <p:spPr>
            <a:xfrm flipV="1">
              <a:off x="1508688" y="5525645"/>
              <a:ext cx="353255" cy="6570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40D33B84-B1FB-4419-8E6A-E583D81E8BF1}"/>
                </a:ext>
              </a:extLst>
            </p:cNvPr>
            <p:cNvCxnSpPr>
              <a:cxnSpLocks/>
              <a:stCxn id="75" idx="4"/>
              <a:endCxn id="77" idx="0"/>
            </p:cNvCxnSpPr>
            <p:nvPr/>
          </p:nvCxnSpPr>
          <p:spPr>
            <a:xfrm flipH="1">
              <a:off x="1439829" y="5601074"/>
              <a:ext cx="6032" cy="349513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6B1D65F5-41CC-4D56-A643-6620E019E096}"/>
                </a:ext>
              </a:extLst>
            </p:cNvPr>
            <p:cNvCxnSpPr>
              <a:stCxn id="77" idx="6"/>
              <a:endCxn id="79" idx="2"/>
            </p:cNvCxnSpPr>
            <p:nvPr/>
          </p:nvCxnSpPr>
          <p:spPr>
            <a:xfrm flipV="1">
              <a:off x="1508688" y="6011620"/>
              <a:ext cx="361444" cy="1795"/>
            </a:xfrm>
            <a:prstGeom prst="line">
              <a:avLst/>
            </a:prstGeom>
            <a:ln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288FA45B-C3AE-43EF-9038-09C66EA1E65E}"/>
              </a:ext>
            </a:extLst>
          </p:cNvPr>
          <p:cNvCxnSpPr>
            <a:cxnSpLocks/>
          </p:cNvCxnSpPr>
          <p:nvPr/>
        </p:nvCxnSpPr>
        <p:spPr>
          <a:xfrm>
            <a:off x="4830561" y="6317656"/>
            <a:ext cx="1145366" cy="14181"/>
          </a:xfrm>
          <a:prstGeom prst="line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타원 134">
            <a:extLst>
              <a:ext uri="{FF2B5EF4-FFF2-40B4-BE49-F238E27FC236}">
                <a16:creationId xmlns:a16="http://schemas.microsoft.com/office/drawing/2014/main" id="{5D6B3801-3163-4183-BEE4-122B82C7E7DF}"/>
              </a:ext>
            </a:extLst>
          </p:cNvPr>
          <p:cNvSpPr/>
          <p:nvPr/>
        </p:nvSpPr>
        <p:spPr>
          <a:xfrm rot="21442645">
            <a:off x="4692840" y="4300234"/>
            <a:ext cx="131824" cy="1318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132A457B-EDC8-42A3-A794-A07591D68DCB}"/>
              </a:ext>
            </a:extLst>
          </p:cNvPr>
          <p:cNvSpPr/>
          <p:nvPr/>
        </p:nvSpPr>
        <p:spPr>
          <a:xfrm rot="21442645">
            <a:off x="5980931" y="4277458"/>
            <a:ext cx="131824" cy="1318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87D90D71-3740-4056-8AC6-A6A4296D12C6}"/>
              </a:ext>
            </a:extLst>
          </p:cNvPr>
          <p:cNvSpPr/>
          <p:nvPr/>
        </p:nvSpPr>
        <p:spPr>
          <a:xfrm rot="21442645">
            <a:off x="4709583" y="6251743"/>
            <a:ext cx="131824" cy="1318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FCB451F1-C872-479A-A9CB-B822F2FCD455}"/>
              </a:ext>
            </a:extLst>
          </p:cNvPr>
          <p:cNvSpPr/>
          <p:nvPr/>
        </p:nvSpPr>
        <p:spPr>
          <a:xfrm rot="21442645">
            <a:off x="5978874" y="6260447"/>
            <a:ext cx="131824" cy="1318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589F7480-83A0-4EA4-972B-FFF134813066}"/>
              </a:ext>
            </a:extLst>
          </p:cNvPr>
          <p:cNvCxnSpPr>
            <a:stCxn id="136" idx="4"/>
            <a:endCxn id="138" idx="0"/>
          </p:cNvCxnSpPr>
          <p:nvPr/>
        </p:nvCxnSpPr>
        <p:spPr>
          <a:xfrm flipH="1">
            <a:off x="6041770" y="4409214"/>
            <a:ext cx="8089" cy="1851302"/>
          </a:xfrm>
          <a:prstGeom prst="line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3C513863-8EBA-47C4-88F9-584E7BA7B32B}"/>
              </a:ext>
            </a:extLst>
          </p:cNvPr>
          <p:cNvCxnSpPr>
            <a:cxnSpLocks/>
            <a:stCxn id="135" idx="6"/>
            <a:endCxn id="136" idx="2"/>
          </p:cNvCxnSpPr>
          <p:nvPr/>
        </p:nvCxnSpPr>
        <p:spPr>
          <a:xfrm flipV="1">
            <a:off x="4824595" y="4346387"/>
            <a:ext cx="1156405" cy="16744"/>
          </a:xfrm>
          <a:prstGeom prst="line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81824267-4F0C-4320-8286-138BAD6F205D}"/>
              </a:ext>
            </a:extLst>
          </p:cNvPr>
          <p:cNvCxnSpPr>
            <a:cxnSpLocks/>
            <a:stCxn id="135" idx="4"/>
            <a:endCxn id="137" idx="0"/>
          </p:cNvCxnSpPr>
          <p:nvPr/>
        </p:nvCxnSpPr>
        <p:spPr>
          <a:xfrm>
            <a:off x="4761768" y="4431990"/>
            <a:ext cx="10711" cy="1819822"/>
          </a:xfrm>
          <a:prstGeom prst="line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3A07D49D-4310-4726-878B-36B6CE04C0A7}"/>
              </a:ext>
            </a:extLst>
          </p:cNvPr>
          <p:cNvCxnSpPr>
            <a:stCxn id="137" idx="6"/>
            <a:endCxn id="138" idx="2"/>
          </p:cNvCxnSpPr>
          <p:nvPr/>
        </p:nvCxnSpPr>
        <p:spPr>
          <a:xfrm>
            <a:off x="4841338" y="6314640"/>
            <a:ext cx="1137605" cy="14736"/>
          </a:xfrm>
          <a:prstGeom prst="line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타원 155">
            <a:extLst>
              <a:ext uri="{FF2B5EF4-FFF2-40B4-BE49-F238E27FC236}">
                <a16:creationId xmlns:a16="http://schemas.microsoft.com/office/drawing/2014/main" id="{B5BE5262-BD1E-4879-8A63-446BD3F4989F}"/>
              </a:ext>
            </a:extLst>
          </p:cNvPr>
          <p:cNvSpPr/>
          <p:nvPr/>
        </p:nvSpPr>
        <p:spPr>
          <a:xfrm rot="21442645">
            <a:off x="4786966" y="5459174"/>
            <a:ext cx="136772" cy="1409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890BB0B3-9B6A-4F78-94A7-526DEF83E450}"/>
              </a:ext>
            </a:extLst>
          </p:cNvPr>
          <p:cNvSpPr/>
          <p:nvPr/>
        </p:nvSpPr>
        <p:spPr>
          <a:xfrm rot="21442645">
            <a:off x="5300171" y="5022082"/>
            <a:ext cx="136772" cy="1409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44F3D6C5-4FDE-4549-AB1C-78DD93E3C6AF}"/>
              </a:ext>
            </a:extLst>
          </p:cNvPr>
          <p:cNvSpPr/>
          <p:nvPr/>
        </p:nvSpPr>
        <p:spPr>
          <a:xfrm rot="21442645">
            <a:off x="4786966" y="5973634"/>
            <a:ext cx="136772" cy="1409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51FFC306-8925-4AE3-9603-59FF7879B970}"/>
              </a:ext>
            </a:extLst>
          </p:cNvPr>
          <p:cNvSpPr/>
          <p:nvPr/>
        </p:nvSpPr>
        <p:spPr>
          <a:xfrm rot="21442645">
            <a:off x="5297916" y="6681513"/>
            <a:ext cx="136772" cy="1409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2012848C-1F76-401C-A5E0-861E72C55BB6}"/>
              </a:ext>
            </a:extLst>
          </p:cNvPr>
          <p:cNvCxnSpPr>
            <a:stCxn id="157" idx="4"/>
            <a:endCxn id="159" idx="0"/>
          </p:cNvCxnSpPr>
          <p:nvPr/>
        </p:nvCxnSpPr>
        <p:spPr>
          <a:xfrm flipH="1">
            <a:off x="5363078" y="5162944"/>
            <a:ext cx="8703" cy="1518643"/>
          </a:xfrm>
          <a:prstGeom prst="line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0ABA7498-91D8-4CBD-BE13-E7878A7C4EC5}"/>
              </a:ext>
            </a:extLst>
          </p:cNvPr>
          <p:cNvCxnSpPr>
            <a:cxnSpLocks/>
            <a:stCxn id="156" idx="6"/>
            <a:endCxn id="157" idx="2"/>
          </p:cNvCxnSpPr>
          <p:nvPr/>
        </p:nvCxnSpPr>
        <p:spPr>
          <a:xfrm flipV="1">
            <a:off x="4923666" y="5095679"/>
            <a:ext cx="376577" cy="430834"/>
          </a:xfrm>
          <a:prstGeom prst="line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C0164F28-3C73-4794-8D9A-2B62D1F3FAC6}"/>
              </a:ext>
            </a:extLst>
          </p:cNvPr>
          <p:cNvCxnSpPr>
            <a:cxnSpLocks/>
            <a:stCxn id="156" idx="4"/>
            <a:endCxn id="158" idx="0"/>
          </p:cNvCxnSpPr>
          <p:nvPr/>
        </p:nvCxnSpPr>
        <p:spPr>
          <a:xfrm flipH="1">
            <a:off x="4852223" y="5600037"/>
            <a:ext cx="6258" cy="373671"/>
          </a:xfrm>
          <a:prstGeom prst="line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CBC6D56-DBEB-4EE8-95FD-55091FC34171}"/>
              </a:ext>
            </a:extLst>
          </p:cNvPr>
          <p:cNvCxnSpPr>
            <a:stCxn id="158" idx="6"/>
            <a:endCxn id="159" idx="2"/>
          </p:cNvCxnSpPr>
          <p:nvPr/>
        </p:nvCxnSpPr>
        <p:spPr>
          <a:xfrm>
            <a:off x="4923666" y="6040973"/>
            <a:ext cx="374322" cy="714137"/>
          </a:xfrm>
          <a:prstGeom prst="line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4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0225" y="1492249"/>
            <a:ext cx="11543607" cy="2021837"/>
          </a:xfrm>
        </p:spPr>
        <p:txBody>
          <a:bodyPr>
            <a:normAutofit/>
          </a:bodyPr>
          <a:lstStyle/>
          <a:p>
            <a:r>
              <a:rPr lang="ko-KR" altLang="en-US" sz="3600"/>
              <a:t>평면이 서로 평행하므로 원근감이 느껴지지않는다</a:t>
            </a:r>
            <a:r>
              <a:rPr lang="en-US" altLang="ko-KR" sz="3600"/>
              <a:t>.</a:t>
            </a: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/>
              <a:t>직교투영 </a:t>
            </a:r>
            <a:r>
              <a:rPr lang="en-US" altLang="ko-KR"/>
              <a:t>#Orthographic Projection </a:t>
            </a:r>
            <a:endParaRPr lang="ko-KR" altLang="en-US" dirty="0"/>
          </a:p>
        </p:txBody>
      </p:sp>
      <p:sp>
        <p:nvSpPr>
          <p:cNvPr id="103" name="오른쪽 화살표 102"/>
          <p:cNvSpPr/>
          <p:nvPr/>
        </p:nvSpPr>
        <p:spPr>
          <a:xfrm>
            <a:off x="4455072" y="4991710"/>
            <a:ext cx="425793" cy="421814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7" name="그룹 36"/>
          <p:cNvGrpSpPr/>
          <p:nvPr/>
        </p:nvGrpSpPr>
        <p:grpSpPr>
          <a:xfrm>
            <a:off x="1388652" y="4264932"/>
            <a:ext cx="3006042" cy="1968582"/>
            <a:chOff x="5053499" y="3663266"/>
            <a:chExt cx="3006042" cy="1968582"/>
          </a:xfrm>
        </p:grpSpPr>
        <p:grpSp>
          <p:nvGrpSpPr>
            <p:cNvPr id="80" name="그룹 79"/>
            <p:cNvGrpSpPr/>
            <p:nvPr/>
          </p:nvGrpSpPr>
          <p:grpSpPr>
            <a:xfrm>
              <a:off x="5053499" y="3663266"/>
              <a:ext cx="3006042" cy="1968582"/>
              <a:chOff x="1084425" y="4183644"/>
              <a:chExt cx="3006042" cy="1968582"/>
            </a:xfrm>
          </p:grpSpPr>
          <p:grpSp>
            <p:nvGrpSpPr>
              <p:cNvPr id="81" name="그룹 80"/>
              <p:cNvGrpSpPr/>
              <p:nvPr/>
            </p:nvGrpSpPr>
            <p:grpSpPr>
              <a:xfrm>
                <a:off x="1084425" y="4183644"/>
                <a:ext cx="3006042" cy="1968582"/>
                <a:chOff x="1239820" y="3958288"/>
                <a:chExt cx="4227883" cy="1968582"/>
              </a:xfrm>
            </p:grpSpPr>
            <p:cxnSp>
              <p:nvCxnSpPr>
                <p:cNvPr id="84" name="직선 연결선 83"/>
                <p:cNvCxnSpPr/>
                <p:nvPr/>
              </p:nvCxnSpPr>
              <p:spPr>
                <a:xfrm flipV="1">
                  <a:off x="2458599" y="3975169"/>
                  <a:ext cx="0" cy="19517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  <a:prstDash val="sysDash"/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/>
                <p:cNvGrpSpPr/>
                <p:nvPr/>
              </p:nvGrpSpPr>
              <p:grpSpPr>
                <a:xfrm>
                  <a:off x="1239820" y="3958288"/>
                  <a:ext cx="4227883" cy="1968582"/>
                  <a:chOff x="1239820" y="3958288"/>
                  <a:chExt cx="4227883" cy="1968582"/>
                </a:xfrm>
              </p:grpSpPr>
              <p:grpSp>
                <p:nvGrpSpPr>
                  <p:cNvPr id="86" name="그룹 85"/>
                  <p:cNvGrpSpPr/>
                  <p:nvPr/>
                </p:nvGrpSpPr>
                <p:grpSpPr>
                  <a:xfrm>
                    <a:off x="1239820" y="3958288"/>
                    <a:ext cx="4227883" cy="1968581"/>
                    <a:chOff x="4130598" y="2278038"/>
                    <a:chExt cx="4227883" cy="1968581"/>
                  </a:xfrm>
                </p:grpSpPr>
                <p:cxnSp>
                  <p:nvCxnSpPr>
                    <p:cNvPr id="88" name="직선 화살표 연결선 87"/>
                    <p:cNvCxnSpPr/>
                    <p:nvPr/>
                  </p:nvCxnSpPr>
                  <p:spPr>
                    <a:xfrm flipH="1">
                      <a:off x="4204862" y="2278038"/>
                      <a:ext cx="4121639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직선 화살표 연결선 88"/>
                    <p:cNvCxnSpPr/>
                    <p:nvPr/>
                  </p:nvCxnSpPr>
                  <p:spPr>
                    <a:xfrm flipH="1">
                      <a:off x="4130598" y="4246619"/>
                      <a:ext cx="4227883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87" name="직선 연결선 86"/>
                  <p:cNvCxnSpPr/>
                  <p:nvPr/>
                </p:nvCxnSpPr>
                <p:spPr>
                  <a:xfrm flipV="1">
                    <a:off x="4257953" y="3958288"/>
                    <a:ext cx="0" cy="1968582"/>
                  </a:xfrm>
                  <a:prstGeom prst="line">
                    <a:avLst/>
                  </a:prstGeom>
                  <a:ln w="12700">
                    <a:solidFill>
                      <a:srgbClr val="FF0000"/>
                    </a:solidFill>
                    <a:prstDash val="sysDash"/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3" name="직사각형 82"/>
              <p:cNvSpPr/>
              <p:nvPr/>
            </p:nvSpPr>
            <p:spPr>
              <a:xfrm>
                <a:off x="2036792" y="5346662"/>
                <a:ext cx="527572" cy="52735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0" name="타원 49"/>
            <p:cNvSpPr/>
            <p:nvPr/>
          </p:nvSpPr>
          <p:spPr>
            <a:xfrm>
              <a:off x="6419866" y="4040103"/>
              <a:ext cx="527572" cy="527572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5019616" y="4417433"/>
            <a:ext cx="2494195" cy="2130553"/>
            <a:chOff x="9268203" y="3680148"/>
            <a:chExt cx="2494195" cy="2130553"/>
          </a:xfrm>
        </p:grpSpPr>
        <p:grpSp>
          <p:nvGrpSpPr>
            <p:cNvPr id="36" name="그룹 35"/>
            <p:cNvGrpSpPr/>
            <p:nvPr/>
          </p:nvGrpSpPr>
          <p:grpSpPr>
            <a:xfrm>
              <a:off x="9268203" y="3680148"/>
              <a:ext cx="2494195" cy="2130553"/>
              <a:chOff x="6747027" y="4604896"/>
              <a:chExt cx="1716832" cy="1466525"/>
            </a:xfrm>
          </p:grpSpPr>
          <p:sp>
            <p:nvSpPr>
              <p:cNvPr id="39" name="TextBox 38"/>
              <p:cNvSpPr txBox="1"/>
              <p:nvPr/>
            </p:nvSpPr>
            <p:spPr>
              <a:xfrm>
                <a:off x="6763158" y="5825200"/>
                <a:ext cx="139531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 err="1"/>
                  <a:t>뷰포트</a:t>
                </a:r>
                <a:endParaRPr lang="ko-KR" altLang="en-US" sz="1000" dirty="0"/>
              </a:p>
            </p:txBody>
          </p:sp>
          <p:grpSp>
            <p:nvGrpSpPr>
              <p:cNvPr id="40" name="그룹 39"/>
              <p:cNvGrpSpPr/>
              <p:nvPr/>
            </p:nvGrpSpPr>
            <p:grpSpPr>
              <a:xfrm>
                <a:off x="6747027" y="4604896"/>
                <a:ext cx="1716832" cy="1191289"/>
                <a:chOff x="6747027" y="4604896"/>
                <a:chExt cx="1716832" cy="1191289"/>
              </a:xfrm>
            </p:grpSpPr>
            <p:sp>
              <p:nvSpPr>
                <p:cNvPr id="41" name="직사각형 40"/>
                <p:cNvSpPr/>
                <p:nvPr/>
              </p:nvSpPr>
              <p:spPr>
                <a:xfrm>
                  <a:off x="6747027" y="4604896"/>
                  <a:ext cx="1716832" cy="1191289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직사각형 51"/>
                <p:cNvSpPr/>
                <p:nvPr/>
              </p:nvSpPr>
              <p:spPr>
                <a:xfrm>
                  <a:off x="6947684" y="4930839"/>
                  <a:ext cx="570781" cy="569938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3" name="타원 52"/>
            <p:cNvSpPr/>
            <p:nvPr/>
          </p:nvSpPr>
          <p:spPr>
            <a:xfrm>
              <a:off x="10540467" y="4153675"/>
              <a:ext cx="828000" cy="828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445" y="2224133"/>
            <a:ext cx="2616523" cy="2542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532445" y="4745489"/>
            <a:ext cx="29772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#</a:t>
            </a:r>
            <a:r>
              <a:rPr lang="ko-KR" altLang="en-US" sz="1000"/>
              <a:t>직교투영</a:t>
            </a:r>
          </a:p>
        </p:txBody>
      </p:sp>
    </p:spTree>
    <p:extLst>
      <p:ext uri="{BB962C8B-B14F-4D97-AF65-F5344CB8AC3E}">
        <p14:creationId xmlns:p14="http://schemas.microsoft.com/office/powerpoint/2010/main" val="2512980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0225" y="1492249"/>
            <a:ext cx="11543607" cy="2021837"/>
          </a:xfrm>
        </p:spPr>
        <p:txBody>
          <a:bodyPr>
            <a:normAutofit/>
          </a:bodyPr>
          <a:lstStyle/>
          <a:p>
            <a:r>
              <a:rPr lang="ko-KR" altLang="en-US" sz="3600"/>
              <a:t>프로젝트 윈도우의 좌표에 뷰포트화면으로 변환 과정</a:t>
            </a:r>
            <a:endParaRPr lang="en-US" altLang="ko-KR" sz="360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/>
              <a:t>뷰포트 변환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121170" y="5529878"/>
            <a:ext cx="24033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윈도우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579" y="3037878"/>
            <a:ext cx="3138373" cy="2380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8" name="그룹 37"/>
          <p:cNvGrpSpPr/>
          <p:nvPr/>
        </p:nvGrpSpPr>
        <p:grpSpPr>
          <a:xfrm>
            <a:off x="490360" y="3383455"/>
            <a:ext cx="2494196" cy="2392644"/>
            <a:chOff x="9268205" y="3680149"/>
            <a:chExt cx="2494196" cy="2392644"/>
          </a:xfrm>
        </p:grpSpPr>
        <p:grpSp>
          <p:nvGrpSpPr>
            <p:cNvPr id="36" name="그룹 35"/>
            <p:cNvGrpSpPr/>
            <p:nvPr/>
          </p:nvGrpSpPr>
          <p:grpSpPr>
            <a:xfrm>
              <a:off x="9268205" y="3680149"/>
              <a:ext cx="2494196" cy="2392644"/>
              <a:chOff x="6747026" y="4604896"/>
              <a:chExt cx="1716832" cy="1646930"/>
            </a:xfrm>
          </p:grpSpPr>
          <p:sp>
            <p:nvSpPr>
              <p:cNvPr id="39" name="TextBox 38"/>
              <p:cNvSpPr txBox="1"/>
              <p:nvPr/>
            </p:nvSpPr>
            <p:spPr>
              <a:xfrm>
                <a:off x="6747026" y="6005605"/>
                <a:ext cx="139531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dirty="0" err="1"/>
                  <a:t>뷰포트</a:t>
                </a:r>
                <a:endParaRPr lang="ko-KR" altLang="en-US" sz="1000" dirty="0"/>
              </a:p>
            </p:txBody>
          </p:sp>
          <p:grpSp>
            <p:nvGrpSpPr>
              <p:cNvPr id="40" name="그룹 39"/>
              <p:cNvGrpSpPr/>
              <p:nvPr/>
            </p:nvGrpSpPr>
            <p:grpSpPr>
              <a:xfrm>
                <a:off x="6747026" y="4604896"/>
                <a:ext cx="1716832" cy="1191289"/>
                <a:chOff x="6747026" y="4604896"/>
                <a:chExt cx="1716832" cy="1191289"/>
              </a:xfrm>
            </p:grpSpPr>
            <p:sp>
              <p:nvSpPr>
                <p:cNvPr id="41" name="직사각형 40"/>
                <p:cNvSpPr/>
                <p:nvPr/>
              </p:nvSpPr>
              <p:spPr>
                <a:xfrm>
                  <a:off x="6747026" y="4604896"/>
                  <a:ext cx="1716832" cy="1191289"/>
                </a:xfrm>
                <a:prstGeom prst="rect">
                  <a:avLst/>
                </a:prstGeom>
                <a:solidFill>
                  <a:schemeClr val="bg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2" name="직사각형 51"/>
                <p:cNvSpPr/>
                <p:nvPr/>
              </p:nvSpPr>
              <p:spPr>
                <a:xfrm>
                  <a:off x="6947684" y="4930839"/>
                  <a:ext cx="570781" cy="569938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3" name="타원 52"/>
            <p:cNvSpPr/>
            <p:nvPr/>
          </p:nvSpPr>
          <p:spPr>
            <a:xfrm>
              <a:off x="10540467" y="4153675"/>
              <a:ext cx="828000" cy="828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3540" y="2804131"/>
            <a:ext cx="2924175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등호 9"/>
          <p:cNvSpPr/>
          <p:nvPr/>
        </p:nvSpPr>
        <p:spPr>
          <a:xfrm>
            <a:off x="7349255" y="3986328"/>
            <a:ext cx="683648" cy="683648"/>
          </a:xfrm>
          <a:prstGeom prst="mathEqual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덧셈 기호 10"/>
          <p:cNvSpPr/>
          <p:nvPr/>
        </p:nvSpPr>
        <p:spPr>
          <a:xfrm>
            <a:off x="3214834" y="3917152"/>
            <a:ext cx="816431" cy="816431"/>
          </a:xfrm>
          <a:prstGeom prst="mathPlus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23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이등변 삼각형 92"/>
          <p:cNvSpPr/>
          <p:nvPr/>
        </p:nvSpPr>
        <p:spPr>
          <a:xfrm>
            <a:off x="1385770" y="4274681"/>
            <a:ext cx="803605" cy="692763"/>
          </a:xfrm>
          <a:prstGeom prst="triangle">
            <a:avLst/>
          </a:prstGeom>
          <a:pattFill prst="zigZag">
            <a:fgClr>
              <a:schemeClr val="accent1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6014239" y="2928194"/>
            <a:ext cx="4662975" cy="323558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0225" y="1492249"/>
            <a:ext cx="11543607" cy="2021837"/>
          </a:xfrm>
        </p:spPr>
        <p:txBody>
          <a:bodyPr>
            <a:normAutofit/>
          </a:bodyPr>
          <a:lstStyle/>
          <a:p>
            <a:r>
              <a:rPr lang="ko-KR" altLang="en-US" sz="3600"/>
              <a:t>스크린좌표에 버텍스가 변환 후 각 삼각형에 면과 컬러를 색으로 채우는 과정</a:t>
            </a:r>
            <a:endParaRPr lang="en-US" altLang="ko-KR" sz="360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/>
              <a:t>레스터라이즈</a:t>
            </a:r>
            <a:endParaRPr lang="ko-KR" altLang="en-US" dirty="0"/>
          </a:p>
        </p:txBody>
      </p:sp>
      <p:sp>
        <p:nvSpPr>
          <p:cNvPr id="2053" name="이등변 삼각형 2052"/>
          <p:cNvSpPr/>
          <p:nvPr/>
        </p:nvSpPr>
        <p:spPr>
          <a:xfrm>
            <a:off x="6957059" y="3265111"/>
            <a:ext cx="2899257" cy="2499360"/>
          </a:xfrm>
          <a:prstGeom prst="triangle">
            <a:avLst/>
          </a:prstGeom>
          <a:pattFill prst="zigZag">
            <a:fgClr>
              <a:schemeClr val="accent1">
                <a:lumMod val="60000"/>
                <a:lumOff val="40000"/>
              </a:schemeClr>
            </a:fgClr>
            <a:bgClr>
              <a:schemeClr val="bg1"/>
            </a:bgClr>
          </a:patt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타원 1"/>
          <p:cNvSpPr/>
          <p:nvPr/>
        </p:nvSpPr>
        <p:spPr>
          <a:xfrm>
            <a:off x="1726612" y="4237280"/>
            <a:ext cx="121920" cy="121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1312110" y="4899402"/>
            <a:ext cx="121920" cy="121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2092855" y="4906484"/>
            <a:ext cx="121920" cy="121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/>
          <p:cNvGrpSpPr/>
          <p:nvPr/>
        </p:nvGrpSpPr>
        <p:grpSpPr>
          <a:xfrm>
            <a:off x="449097" y="3406708"/>
            <a:ext cx="3933138" cy="2216166"/>
            <a:chOff x="5237784" y="2146131"/>
            <a:chExt cx="3933138" cy="2216166"/>
          </a:xfrm>
        </p:grpSpPr>
        <p:grpSp>
          <p:nvGrpSpPr>
            <p:cNvPr id="27" name="그룹 26"/>
            <p:cNvGrpSpPr/>
            <p:nvPr/>
          </p:nvGrpSpPr>
          <p:grpSpPr>
            <a:xfrm>
              <a:off x="8359159" y="3261994"/>
              <a:ext cx="811763" cy="428040"/>
              <a:chOff x="6399392" y="4971117"/>
              <a:chExt cx="811763" cy="428040"/>
            </a:xfrm>
          </p:grpSpPr>
          <p:sp>
            <p:nvSpPr>
              <p:cNvPr id="30" name="직사각형 29"/>
              <p:cNvSpPr/>
              <p:nvPr/>
            </p:nvSpPr>
            <p:spPr>
              <a:xfrm>
                <a:off x="6587413" y="4974366"/>
                <a:ext cx="623742" cy="424791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이등변 삼각형 30"/>
              <p:cNvSpPr/>
              <p:nvPr/>
            </p:nvSpPr>
            <p:spPr>
              <a:xfrm rot="5400000">
                <a:off x="6359879" y="5010630"/>
                <a:ext cx="420691" cy="341665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8" name="직선 화살표 연결선 27"/>
            <p:cNvCxnSpPr>
              <a:stCxn id="31" idx="2"/>
            </p:cNvCxnSpPr>
            <p:nvPr/>
          </p:nvCxnSpPr>
          <p:spPr>
            <a:xfrm flipH="1" flipV="1">
              <a:off x="5237784" y="2146131"/>
              <a:ext cx="3121375" cy="11158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/>
            <p:cNvCxnSpPr>
              <a:stCxn id="31" idx="4"/>
            </p:cNvCxnSpPr>
            <p:nvPr/>
          </p:nvCxnSpPr>
          <p:spPr>
            <a:xfrm flipH="1">
              <a:off x="5237784" y="3682685"/>
              <a:ext cx="3121375" cy="6796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타원 74"/>
          <p:cNvSpPr/>
          <p:nvPr/>
        </p:nvSpPr>
        <p:spPr>
          <a:xfrm>
            <a:off x="8345727" y="3206388"/>
            <a:ext cx="121920" cy="121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/>
          <p:cNvSpPr/>
          <p:nvPr/>
        </p:nvSpPr>
        <p:spPr>
          <a:xfrm>
            <a:off x="6896099" y="5703511"/>
            <a:ext cx="121920" cy="121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/>
          <p:cNvSpPr/>
          <p:nvPr/>
        </p:nvSpPr>
        <p:spPr>
          <a:xfrm>
            <a:off x="9795356" y="5703511"/>
            <a:ext cx="121920" cy="1219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59" name="직선 화살표 연결선 2058"/>
          <p:cNvCxnSpPr>
            <a:stCxn id="2" idx="6"/>
            <a:endCxn id="75" idx="2"/>
          </p:cNvCxnSpPr>
          <p:nvPr/>
        </p:nvCxnSpPr>
        <p:spPr>
          <a:xfrm flipV="1">
            <a:off x="1848532" y="3267348"/>
            <a:ext cx="6497195" cy="1030892"/>
          </a:xfrm>
          <a:prstGeom prst="straightConnector1">
            <a:avLst/>
          </a:prstGeom>
          <a:ln w="9525">
            <a:solidFill>
              <a:schemeClr val="accent3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직선 화살표 연결선 2060"/>
          <p:cNvCxnSpPr>
            <a:stCxn id="12" idx="6"/>
            <a:endCxn id="77" idx="2"/>
          </p:cNvCxnSpPr>
          <p:nvPr/>
        </p:nvCxnSpPr>
        <p:spPr>
          <a:xfrm>
            <a:off x="1434030" y="4960362"/>
            <a:ext cx="5462069" cy="804109"/>
          </a:xfrm>
          <a:prstGeom prst="straightConnector1">
            <a:avLst/>
          </a:prstGeom>
          <a:ln w="9525">
            <a:solidFill>
              <a:schemeClr val="accent3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직선 화살표 연결선 2062"/>
          <p:cNvCxnSpPr>
            <a:stCxn id="13" idx="6"/>
            <a:endCxn id="78" idx="1"/>
          </p:cNvCxnSpPr>
          <p:nvPr/>
        </p:nvCxnSpPr>
        <p:spPr>
          <a:xfrm>
            <a:off x="2214775" y="4967444"/>
            <a:ext cx="7598436" cy="753922"/>
          </a:xfrm>
          <a:prstGeom prst="straightConnector1">
            <a:avLst/>
          </a:prstGeom>
          <a:ln w="9525">
            <a:solidFill>
              <a:schemeClr val="accent3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직선 연결선 2074"/>
          <p:cNvCxnSpPr>
            <a:stCxn id="12" idx="7"/>
            <a:endCxn id="2" idx="3"/>
          </p:cNvCxnSpPr>
          <p:nvPr/>
        </p:nvCxnSpPr>
        <p:spPr>
          <a:xfrm flipV="1">
            <a:off x="1416175" y="4341345"/>
            <a:ext cx="328292" cy="575912"/>
          </a:xfrm>
          <a:prstGeom prst="line">
            <a:avLst/>
          </a:prstGeom>
          <a:ln w="25400"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>
            <a:stCxn id="2" idx="5"/>
            <a:endCxn id="13" idx="0"/>
          </p:cNvCxnSpPr>
          <p:nvPr/>
        </p:nvCxnSpPr>
        <p:spPr>
          <a:xfrm>
            <a:off x="1830677" y="4341345"/>
            <a:ext cx="323138" cy="565139"/>
          </a:xfrm>
          <a:prstGeom prst="straightConnector1">
            <a:avLst/>
          </a:prstGeom>
          <a:ln w="25400"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>
            <a:stCxn id="13" idx="2"/>
            <a:endCxn id="12" idx="6"/>
          </p:cNvCxnSpPr>
          <p:nvPr/>
        </p:nvCxnSpPr>
        <p:spPr>
          <a:xfrm flipH="1" flipV="1">
            <a:off x="1434030" y="4960362"/>
            <a:ext cx="658825" cy="7082"/>
          </a:xfrm>
          <a:prstGeom prst="straightConnector1">
            <a:avLst/>
          </a:prstGeom>
          <a:ln w="25400"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29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89" grpId="0" animBg="1"/>
      <p:bldP spid="2053" grpId="0" animBg="1"/>
      <p:bldP spid="2" grpId="0" animBg="1"/>
      <p:bldP spid="12" grpId="0" animBg="1"/>
      <p:bldP spid="13" grpId="0" animBg="1"/>
      <p:bldP spid="75" grpId="0" animBg="1"/>
      <p:bldP spid="77" grpId="0" animBg="1"/>
      <p:bldP spid="7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0225" y="1492250"/>
            <a:ext cx="11543607" cy="2791884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앞서 언급된 파이프라인은 고정파이프 라인으로 수정이 불가능함</a:t>
            </a:r>
            <a:r>
              <a:rPr lang="en-US" altLang="ko-KR" sz="3600" dirty="0"/>
              <a:t>. </a:t>
            </a:r>
            <a:r>
              <a:rPr lang="ko-KR" altLang="en-US" sz="3600" dirty="0"/>
              <a:t>그래서 프로그래머가 </a:t>
            </a:r>
            <a:r>
              <a:rPr lang="ko-KR" altLang="en-US" sz="3600" dirty="0" err="1"/>
              <a:t>직접관여할수있는</a:t>
            </a:r>
            <a:r>
              <a:rPr lang="ko-KR" altLang="en-US" sz="3600" dirty="0"/>
              <a:t> </a:t>
            </a:r>
            <a:r>
              <a:rPr lang="ko-KR" altLang="en-US" sz="3600" dirty="0" err="1"/>
              <a:t>프로그래머블</a:t>
            </a:r>
            <a:r>
              <a:rPr lang="ko-KR" altLang="en-US" sz="3600" dirty="0"/>
              <a:t> 파이프라인 개념이 도입된다</a:t>
            </a:r>
            <a:r>
              <a:rPr lang="en-US" altLang="ko-KR" sz="3600" dirty="0"/>
              <a:t>.</a:t>
            </a:r>
          </a:p>
          <a:p>
            <a:r>
              <a:rPr lang="ko-KR" altLang="en-US" sz="3600" dirty="0"/>
              <a:t>파이프라인 처리 자체를 분류하여 프로그래머가 직접 컨트롤 가능하게 </a:t>
            </a:r>
            <a:r>
              <a:rPr lang="ko-KR" altLang="en-US" sz="3600" dirty="0" err="1"/>
              <a:t>하는것이</a:t>
            </a:r>
            <a:r>
              <a:rPr lang="ko-KR" altLang="en-US" sz="3600" dirty="0"/>
              <a:t> 주 목적이다</a:t>
            </a:r>
            <a:r>
              <a:rPr lang="en-US" altLang="ko-KR" sz="3600" dirty="0"/>
              <a:t>.</a:t>
            </a: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3844" y="20594"/>
            <a:ext cx="10515600" cy="1325563"/>
          </a:xfrm>
        </p:spPr>
        <p:txBody>
          <a:bodyPr/>
          <a:lstStyle/>
          <a:p>
            <a:r>
              <a:rPr lang="ko-KR" altLang="en-US"/>
              <a:t>그래픽스 파이프라인 </a:t>
            </a:r>
            <a:endParaRPr lang="ko-KR" altLang="en-US" dirty="0"/>
          </a:p>
        </p:txBody>
      </p:sp>
      <p:sp>
        <p:nvSpPr>
          <p:cNvPr id="41" name="오른쪽 화살표 40">
            <a:hlinkClick r:id="rId3"/>
          </p:cNvPr>
          <p:cNvSpPr/>
          <p:nvPr/>
        </p:nvSpPr>
        <p:spPr>
          <a:xfrm>
            <a:off x="-8389" y="5649686"/>
            <a:ext cx="11473542" cy="1208314"/>
          </a:xfrm>
          <a:prstGeom prst="rightArrow">
            <a:avLst>
              <a:gd name="adj1" fmla="val 50000"/>
              <a:gd name="adj2" fmla="val 25676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b="1"/>
              <a:t>Direct12 </a:t>
            </a:r>
            <a:r>
              <a:rPr lang="ko-KR" altLang="en-US" b="1"/>
              <a:t>그래픽파이프라인</a:t>
            </a:r>
          </a:p>
        </p:txBody>
      </p:sp>
      <p:sp>
        <p:nvSpPr>
          <p:cNvPr id="5" name="오른쪽 화살표 4">
            <a:hlinkClick r:id="rId4"/>
          </p:cNvPr>
          <p:cNvSpPr/>
          <p:nvPr/>
        </p:nvSpPr>
        <p:spPr>
          <a:xfrm>
            <a:off x="0" y="4931229"/>
            <a:ext cx="11059885" cy="1208314"/>
          </a:xfrm>
          <a:prstGeom prst="rightArrow">
            <a:avLst>
              <a:gd name="adj1" fmla="val 50000"/>
              <a:gd name="adj2" fmla="val 25676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b="1"/>
              <a:t>Direct11 </a:t>
            </a:r>
            <a:r>
              <a:rPr lang="ko-KR" altLang="en-US" b="1"/>
              <a:t>그래픽파이프라인</a:t>
            </a:r>
          </a:p>
        </p:txBody>
      </p:sp>
      <p:sp>
        <p:nvSpPr>
          <p:cNvPr id="40" name="오른쪽 화살표 39">
            <a:hlinkClick r:id="rId5"/>
          </p:cNvPr>
          <p:cNvSpPr/>
          <p:nvPr/>
        </p:nvSpPr>
        <p:spPr>
          <a:xfrm>
            <a:off x="0" y="4212772"/>
            <a:ext cx="10635341" cy="1208314"/>
          </a:xfrm>
          <a:prstGeom prst="rightArrow">
            <a:avLst>
              <a:gd name="adj1" fmla="val 50000"/>
              <a:gd name="adj2" fmla="val 25676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b="1"/>
              <a:t>Direct9 </a:t>
            </a:r>
            <a:r>
              <a:rPr lang="ko-KR" altLang="en-US" b="1"/>
              <a:t>그래픽파이프라인</a:t>
            </a:r>
          </a:p>
        </p:txBody>
      </p:sp>
    </p:spTree>
    <p:extLst>
      <p:ext uri="{BB962C8B-B14F-4D97-AF65-F5344CB8AC3E}">
        <p14:creationId xmlns:p14="http://schemas.microsoft.com/office/powerpoint/2010/main" val="408669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 animBg="1"/>
      <p:bldP spid="4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48829"/>
          </a:xfrm>
        </p:spPr>
        <p:txBody>
          <a:bodyPr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0" y="-19345"/>
            <a:ext cx="12192000" cy="13850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353844" y="205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dirty="0" err="1"/>
              <a:t>QnA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0987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5964</TotalTime>
  <Words>229</Words>
  <Application>Microsoft Office PowerPoint</Application>
  <PresentationFormat>와이드스크린</PresentationFormat>
  <Paragraphs>64</Paragraphs>
  <Slides>14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렌더링 파이프라인 #정의</vt:lpstr>
      <vt:lpstr>로컬스페이스 </vt:lpstr>
      <vt:lpstr>월드스페이스</vt:lpstr>
      <vt:lpstr>뷰 스페이스</vt:lpstr>
      <vt:lpstr>컬링(후면선별)</vt:lpstr>
      <vt:lpstr>조명</vt:lpstr>
      <vt:lpstr>클리핑(절단)</vt:lpstr>
      <vt:lpstr>원근투영 #Perspective Projection</vt:lpstr>
      <vt:lpstr>직교투영 #Orthographic Projection </vt:lpstr>
      <vt:lpstr>뷰포트 변환</vt:lpstr>
      <vt:lpstr>레스터라이즈</vt:lpstr>
      <vt:lpstr>그래픽스 파이프라인 </vt:lpstr>
      <vt:lpstr>감사합니다!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게임 프로그래밍 세계에 오신 것 을 환영합니다!</dc:title>
  <dc:creator>khg</dc:creator>
  <cp:lastModifiedBy>김 홍규</cp:lastModifiedBy>
  <cp:revision>368</cp:revision>
  <dcterms:created xsi:type="dcterms:W3CDTF">2017-03-04T14:06:46Z</dcterms:created>
  <dcterms:modified xsi:type="dcterms:W3CDTF">2021-11-16T09:53:28Z</dcterms:modified>
</cp:coreProperties>
</file>