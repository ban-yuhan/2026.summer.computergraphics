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8" r:id="rId3"/>
    <p:sldId id="285" r:id="rId4"/>
    <p:sldId id="261" r:id="rId5"/>
    <p:sldId id="259" r:id="rId6"/>
    <p:sldId id="263" r:id="rId7"/>
    <p:sldId id="266" r:id="rId8"/>
    <p:sldId id="268" r:id="rId9"/>
    <p:sldId id="269" r:id="rId10"/>
    <p:sldId id="270" r:id="rId11"/>
    <p:sldId id="274" r:id="rId12"/>
    <p:sldId id="264" r:id="rId13"/>
    <p:sldId id="265" r:id="rId14"/>
    <p:sldId id="271" r:id="rId15"/>
    <p:sldId id="272" r:id="rId16"/>
    <p:sldId id="273" r:id="rId17"/>
    <p:sldId id="281" r:id="rId18"/>
    <p:sldId id="277" r:id="rId19"/>
    <p:sldId id="280" r:id="rId20"/>
    <p:sldId id="278" r:id="rId21"/>
    <p:sldId id="282" r:id="rId22"/>
    <p:sldId id="283" r:id="rId23"/>
    <p:sldId id="279" r:id="rId24"/>
    <p:sldId id="284" r:id="rId25"/>
    <p:sldId id="275" r:id="rId26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063BEC-9F66-4671-80ED-F3AECD952380}" v="5" dt="2024-07-23T06:27:20.4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214" autoAdjust="0"/>
  </p:normalViewPr>
  <p:slideViewPr>
    <p:cSldViewPr>
      <p:cViewPr varScale="1">
        <p:scale>
          <a:sx n="79" d="100"/>
          <a:sy n="79" d="100"/>
        </p:scale>
        <p:origin x="108" y="11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홍규" userId="6d16d8e1c579a2a2" providerId="Windows Live" clId="Web-{6A299275-905B-4A88-8B7B-6D1CCEF7E521}"/>
    <pc:docChg chg="sldOrd">
      <pc:chgData name="김 홍규" userId="6d16d8e1c579a2a2" providerId="Windows Live" clId="Web-{6A299275-905B-4A88-8B7B-6D1CCEF7E521}" dt="2023-12-12T01:38:36.237" v="0"/>
      <pc:docMkLst>
        <pc:docMk/>
      </pc:docMkLst>
      <pc:sldChg chg="ord">
        <pc:chgData name="김 홍규" userId="6d16d8e1c579a2a2" providerId="Windows Live" clId="Web-{6A299275-905B-4A88-8B7B-6D1CCEF7E521}" dt="2023-12-12T01:38:36.237" v="0"/>
        <pc:sldMkLst>
          <pc:docMk/>
          <pc:sldMk cId="3762170397" sldId="259"/>
        </pc:sldMkLst>
      </pc:sldChg>
    </pc:docChg>
  </pc:docChgLst>
  <pc:docChgLst>
    <pc:chgData name="김 홍규" userId="6d16d8e1c579a2a2" providerId="Windows Live" clId="Web-{4E063BEC-9F66-4671-80ED-F3AECD952380}"/>
    <pc:docChg chg="modSld">
      <pc:chgData name="김 홍규" userId="6d16d8e1c579a2a2" providerId="Windows Live" clId="Web-{4E063BEC-9F66-4671-80ED-F3AECD952380}" dt="2024-07-23T06:27:20.293" v="1" actId="20577"/>
      <pc:docMkLst>
        <pc:docMk/>
      </pc:docMkLst>
      <pc:sldChg chg="modSp">
        <pc:chgData name="김 홍규" userId="6d16d8e1c579a2a2" providerId="Windows Live" clId="Web-{4E063BEC-9F66-4671-80ED-F3AECD952380}" dt="2024-07-23T06:27:20.293" v="1" actId="20577"/>
        <pc:sldMkLst>
          <pc:docMk/>
          <pc:sldMk cId="1857921451" sldId="283"/>
        </pc:sldMkLst>
        <pc:spChg chg="mod">
          <ac:chgData name="김 홍규" userId="6d16d8e1c579a2a2" providerId="Windows Live" clId="Web-{4E063BEC-9F66-4671-80ED-F3AECD952380}" dt="2024-07-23T06:27:20.293" v="1" actId="20577"/>
          <ac:spMkLst>
            <pc:docMk/>
            <pc:sldMk cId="1857921451" sldId="283"/>
            <ac:spMk id="7" creationId="{36081F16-E6BD-4BB3-A16F-328ADD4516F3}"/>
          </ac:spMkLst>
        </pc:spChg>
      </pc:sldChg>
    </pc:docChg>
  </pc:docChgLst>
  <pc:docChgLst>
    <pc:chgData name="김 홍규" userId="6d16d8e1c579a2a2" providerId="LiveId" clId="{EF4F68CB-4F29-40CF-9997-D0983CAD4E29}"/>
    <pc:docChg chg="undo custSel addSld modSld sldOrd">
      <pc:chgData name="김 홍규" userId="6d16d8e1c579a2a2" providerId="LiveId" clId="{EF4F68CB-4F29-40CF-9997-D0983CAD4E29}" dt="2021-12-02T08:05:46.137" v="2624"/>
      <pc:docMkLst>
        <pc:docMk/>
      </pc:docMkLst>
      <pc:sldChg chg="modSp mod">
        <pc:chgData name="김 홍규" userId="6d16d8e1c579a2a2" providerId="LiveId" clId="{EF4F68CB-4F29-40CF-9997-D0983CAD4E29}" dt="2021-12-01T10:55:07.182" v="1937" actId="20577"/>
        <pc:sldMkLst>
          <pc:docMk/>
          <pc:sldMk cId="1383561903" sldId="256"/>
        </pc:sldMkLst>
        <pc:spChg chg="mod">
          <ac:chgData name="김 홍규" userId="6d16d8e1c579a2a2" providerId="LiveId" clId="{EF4F68CB-4F29-40CF-9997-D0983CAD4E29}" dt="2021-12-01T10:55:07.182" v="1937" actId="20577"/>
          <ac:spMkLst>
            <pc:docMk/>
            <pc:sldMk cId="1383561903" sldId="256"/>
            <ac:spMk id="7" creationId="{00000000-0000-0000-0000-000000000000}"/>
          </ac:spMkLst>
        </pc:spChg>
      </pc:sldChg>
      <pc:sldChg chg="ord">
        <pc:chgData name="김 홍규" userId="6d16d8e1c579a2a2" providerId="LiveId" clId="{EF4F68CB-4F29-40CF-9997-D0983CAD4E29}" dt="2021-12-02T08:03:05.045" v="2622"/>
        <pc:sldMkLst>
          <pc:docMk/>
          <pc:sldMk cId="1301111282" sldId="258"/>
        </pc:sldMkLst>
      </pc:sldChg>
      <pc:sldChg chg="modSp mod">
        <pc:chgData name="김 홍규" userId="6d16d8e1c579a2a2" providerId="LiveId" clId="{EF4F68CB-4F29-40CF-9997-D0983CAD4E29}" dt="2021-12-01T11:02:35.996" v="2473" actId="20577"/>
        <pc:sldMkLst>
          <pc:docMk/>
          <pc:sldMk cId="498177515" sldId="279"/>
        </pc:sldMkLst>
        <pc:spChg chg="mod">
          <ac:chgData name="김 홍규" userId="6d16d8e1c579a2a2" providerId="LiveId" clId="{EF4F68CB-4F29-40CF-9997-D0983CAD4E29}" dt="2021-12-01T11:02:35.996" v="2473" actId="20577"/>
          <ac:spMkLst>
            <pc:docMk/>
            <pc:sldMk cId="498177515" sldId="279"/>
            <ac:spMk id="2" creationId="{00000000-0000-0000-0000-000000000000}"/>
          </ac:spMkLst>
        </pc:spChg>
      </pc:sldChg>
      <pc:sldChg chg="addSp delSp modSp new mod ord modAnim">
        <pc:chgData name="김 홍규" userId="6d16d8e1c579a2a2" providerId="LiveId" clId="{EF4F68CB-4F29-40CF-9997-D0983CAD4E29}" dt="2021-12-02T08:05:46.137" v="2624"/>
        <pc:sldMkLst>
          <pc:docMk/>
          <pc:sldMk cId="169034810" sldId="282"/>
        </pc:sldMkLst>
        <pc:spChg chg="mod">
          <ac:chgData name="김 홍규" userId="6d16d8e1c579a2a2" providerId="LiveId" clId="{EF4F68CB-4F29-40CF-9997-D0983CAD4E29}" dt="2021-12-01T10:33:58.804" v="1230" actId="20577"/>
          <ac:spMkLst>
            <pc:docMk/>
            <pc:sldMk cId="169034810" sldId="282"/>
            <ac:spMk id="2" creationId="{A6C08293-BCF9-4C80-AD4D-76CA2747EA0F}"/>
          </ac:spMkLst>
        </pc:spChg>
        <pc:spChg chg="del">
          <ac:chgData name="김 홍규" userId="6d16d8e1c579a2a2" providerId="LiveId" clId="{EF4F68CB-4F29-40CF-9997-D0983CAD4E29}" dt="2021-12-01T10:05:33.041" v="51" actId="478"/>
          <ac:spMkLst>
            <pc:docMk/>
            <pc:sldMk cId="169034810" sldId="282"/>
            <ac:spMk id="3" creationId="{85387939-1758-4087-90AB-02B24984FA99}"/>
          </ac:spMkLst>
        </pc:spChg>
        <pc:spChg chg="add mod">
          <ac:chgData name="김 홍규" userId="6d16d8e1c579a2a2" providerId="LiveId" clId="{EF4F68CB-4F29-40CF-9997-D0983CAD4E29}" dt="2021-12-01T10:20:28.827" v="702" actId="1035"/>
          <ac:spMkLst>
            <pc:docMk/>
            <pc:sldMk cId="169034810" sldId="282"/>
            <ac:spMk id="4" creationId="{A3AAD06B-BC91-4E61-93C6-95FE2AB01EA7}"/>
          </ac:spMkLst>
        </pc:spChg>
        <pc:spChg chg="add mod">
          <ac:chgData name="김 홍규" userId="6d16d8e1c579a2a2" providerId="LiveId" clId="{EF4F68CB-4F29-40CF-9997-D0983CAD4E29}" dt="2021-12-01T10:17:19.480" v="655" actId="1036"/>
          <ac:spMkLst>
            <pc:docMk/>
            <pc:sldMk cId="169034810" sldId="282"/>
            <ac:spMk id="5" creationId="{0322040B-A9ED-4662-BDE6-0484881ADD8C}"/>
          </ac:spMkLst>
        </pc:spChg>
        <pc:spChg chg="add mod">
          <ac:chgData name="김 홍규" userId="6d16d8e1c579a2a2" providerId="LiveId" clId="{EF4F68CB-4F29-40CF-9997-D0983CAD4E29}" dt="2021-12-01T10:05:57.303" v="55" actId="164"/>
          <ac:spMkLst>
            <pc:docMk/>
            <pc:sldMk cId="169034810" sldId="282"/>
            <ac:spMk id="8" creationId="{1E96D53C-C4DA-448B-8959-3979A5DE42C7}"/>
          </ac:spMkLst>
        </pc:spChg>
        <pc:spChg chg="add mod">
          <ac:chgData name="김 홍규" userId="6d16d8e1c579a2a2" providerId="LiveId" clId="{EF4F68CB-4F29-40CF-9997-D0983CAD4E29}" dt="2021-12-01T10:05:57.303" v="55" actId="164"/>
          <ac:spMkLst>
            <pc:docMk/>
            <pc:sldMk cId="169034810" sldId="282"/>
            <ac:spMk id="9" creationId="{DAAE24F4-DA83-435D-A90A-D47E482D1A45}"/>
          </ac:spMkLst>
        </pc:spChg>
        <pc:spChg chg="add mod">
          <ac:chgData name="김 홍규" userId="6d16d8e1c579a2a2" providerId="LiveId" clId="{EF4F68CB-4F29-40CF-9997-D0983CAD4E29}" dt="2021-12-01T10:05:57.303" v="55" actId="164"/>
          <ac:spMkLst>
            <pc:docMk/>
            <pc:sldMk cId="169034810" sldId="282"/>
            <ac:spMk id="10" creationId="{65FCC01E-4EED-4D70-863F-056C72839606}"/>
          </ac:spMkLst>
        </pc:spChg>
        <pc:spChg chg="add mod">
          <ac:chgData name="김 홍규" userId="6d16d8e1c579a2a2" providerId="LiveId" clId="{EF4F68CB-4F29-40CF-9997-D0983CAD4E29}" dt="2021-12-01T10:05:57.303" v="55" actId="164"/>
          <ac:spMkLst>
            <pc:docMk/>
            <pc:sldMk cId="169034810" sldId="282"/>
            <ac:spMk id="11" creationId="{EF5A0564-E605-4D3C-82F4-B456D6D96A1C}"/>
          </ac:spMkLst>
        </pc:spChg>
        <pc:spChg chg="add mod">
          <ac:chgData name="김 홍규" userId="6d16d8e1c579a2a2" providerId="LiveId" clId="{EF4F68CB-4F29-40CF-9997-D0983CAD4E29}" dt="2021-12-01T10:05:57.303" v="55" actId="164"/>
          <ac:spMkLst>
            <pc:docMk/>
            <pc:sldMk cId="169034810" sldId="282"/>
            <ac:spMk id="12" creationId="{E76E2A79-6ECD-454F-90BB-6FFC6F7F387A}"/>
          </ac:spMkLst>
        </pc:spChg>
        <pc:spChg chg="add mod">
          <ac:chgData name="김 홍규" userId="6d16d8e1c579a2a2" providerId="LiveId" clId="{EF4F68CB-4F29-40CF-9997-D0983CAD4E29}" dt="2021-12-01T10:05:57.303" v="55" actId="164"/>
          <ac:spMkLst>
            <pc:docMk/>
            <pc:sldMk cId="169034810" sldId="282"/>
            <ac:spMk id="13" creationId="{AEAAB6D1-1F36-4F89-90F0-44909506C732}"/>
          </ac:spMkLst>
        </pc:spChg>
        <pc:spChg chg="add mod">
          <ac:chgData name="김 홍규" userId="6d16d8e1c579a2a2" providerId="LiveId" clId="{EF4F68CB-4F29-40CF-9997-D0983CAD4E29}" dt="2021-12-01T10:05:57.303" v="55" actId="164"/>
          <ac:spMkLst>
            <pc:docMk/>
            <pc:sldMk cId="169034810" sldId="282"/>
            <ac:spMk id="14" creationId="{41D63493-CDA6-4485-94C2-F7E3D038EC5F}"/>
          </ac:spMkLst>
        </pc:spChg>
        <pc:spChg chg="add mod">
          <ac:chgData name="김 홍규" userId="6d16d8e1c579a2a2" providerId="LiveId" clId="{EF4F68CB-4F29-40CF-9997-D0983CAD4E29}" dt="2021-12-01T10:05:57.303" v="55" actId="164"/>
          <ac:spMkLst>
            <pc:docMk/>
            <pc:sldMk cId="169034810" sldId="282"/>
            <ac:spMk id="15" creationId="{55D6D5D4-04A7-4CAA-95BC-3842954E7137}"/>
          </ac:spMkLst>
        </pc:spChg>
        <pc:spChg chg="add mod">
          <ac:chgData name="김 홍규" userId="6d16d8e1c579a2a2" providerId="LiveId" clId="{EF4F68CB-4F29-40CF-9997-D0983CAD4E29}" dt="2021-12-01T10:05:57.303" v="55" actId="164"/>
          <ac:spMkLst>
            <pc:docMk/>
            <pc:sldMk cId="169034810" sldId="282"/>
            <ac:spMk id="16" creationId="{E0198A26-3947-4535-96C0-28C4592ECCB9}"/>
          </ac:spMkLst>
        </pc:spChg>
        <pc:spChg chg="add mod">
          <ac:chgData name="김 홍규" userId="6d16d8e1c579a2a2" providerId="LiveId" clId="{EF4F68CB-4F29-40CF-9997-D0983CAD4E29}" dt="2021-12-01T10:05:57.303" v="55" actId="164"/>
          <ac:spMkLst>
            <pc:docMk/>
            <pc:sldMk cId="169034810" sldId="282"/>
            <ac:spMk id="17" creationId="{D2D7CF56-A8C6-47CA-B9AD-0A6D48246534}"/>
          </ac:spMkLst>
        </pc:spChg>
        <pc:spChg chg="add mod">
          <ac:chgData name="김 홍규" userId="6d16d8e1c579a2a2" providerId="LiveId" clId="{EF4F68CB-4F29-40CF-9997-D0983CAD4E29}" dt="2021-12-01T10:05:57.303" v="55" actId="164"/>
          <ac:spMkLst>
            <pc:docMk/>
            <pc:sldMk cId="169034810" sldId="282"/>
            <ac:spMk id="18" creationId="{AD7025CA-8A0F-4BE0-8B80-D843F6FA308B}"/>
          </ac:spMkLst>
        </pc:spChg>
        <pc:spChg chg="add mod">
          <ac:chgData name="김 홍규" userId="6d16d8e1c579a2a2" providerId="LiveId" clId="{EF4F68CB-4F29-40CF-9997-D0983CAD4E29}" dt="2021-12-01T10:05:57.303" v="55" actId="164"/>
          <ac:spMkLst>
            <pc:docMk/>
            <pc:sldMk cId="169034810" sldId="282"/>
            <ac:spMk id="19" creationId="{4F9FEFB7-AC0C-41D0-AF99-D246B3AA5078}"/>
          </ac:spMkLst>
        </pc:spChg>
        <pc:spChg chg="add mod">
          <ac:chgData name="김 홍규" userId="6d16d8e1c579a2a2" providerId="LiveId" clId="{EF4F68CB-4F29-40CF-9997-D0983CAD4E29}" dt="2021-12-01T10:05:57.303" v="55" actId="164"/>
          <ac:spMkLst>
            <pc:docMk/>
            <pc:sldMk cId="169034810" sldId="282"/>
            <ac:spMk id="20" creationId="{494AB584-563D-4292-AA9C-126F16E9FFF7}"/>
          </ac:spMkLst>
        </pc:spChg>
        <pc:spChg chg="add mod">
          <ac:chgData name="김 홍규" userId="6d16d8e1c579a2a2" providerId="LiveId" clId="{EF4F68CB-4F29-40CF-9997-D0983CAD4E29}" dt="2021-12-01T10:05:57.303" v="55" actId="164"/>
          <ac:spMkLst>
            <pc:docMk/>
            <pc:sldMk cId="169034810" sldId="282"/>
            <ac:spMk id="21" creationId="{B61F85E1-ABFA-4181-AD13-1E1214EBA146}"/>
          </ac:spMkLst>
        </pc:spChg>
        <pc:spChg chg="add mod">
          <ac:chgData name="김 홍규" userId="6d16d8e1c579a2a2" providerId="LiveId" clId="{EF4F68CB-4F29-40CF-9997-D0983CAD4E29}" dt="2021-12-01T10:05:57.303" v="55" actId="164"/>
          <ac:spMkLst>
            <pc:docMk/>
            <pc:sldMk cId="169034810" sldId="282"/>
            <ac:spMk id="22" creationId="{8A72674C-5429-4B2A-81C9-FF523ACB3196}"/>
          </ac:spMkLst>
        </pc:spChg>
        <pc:spChg chg="add mod">
          <ac:chgData name="김 홍규" userId="6d16d8e1c579a2a2" providerId="LiveId" clId="{EF4F68CB-4F29-40CF-9997-D0983CAD4E29}" dt="2021-12-01T10:05:57.303" v="55" actId="164"/>
          <ac:spMkLst>
            <pc:docMk/>
            <pc:sldMk cId="169034810" sldId="282"/>
            <ac:spMk id="23" creationId="{92A718E7-5D23-4000-92B2-2054F4656921}"/>
          </ac:spMkLst>
        </pc:spChg>
        <pc:spChg chg="add mod">
          <ac:chgData name="김 홍규" userId="6d16d8e1c579a2a2" providerId="LiveId" clId="{EF4F68CB-4F29-40CF-9997-D0983CAD4E29}" dt="2021-12-01T10:20:28.827" v="702" actId="1035"/>
          <ac:spMkLst>
            <pc:docMk/>
            <pc:sldMk cId="169034810" sldId="282"/>
            <ac:spMk id="24" creationId="{2DC2B434-F60D-4C12-B1B9-D5FDAC74D3EF}"/>
          </ac:spMkLst>
        </pc:spChg>
        <pc:spChg chg="add mod">
          <ac:chgData name="김 홍규" userId="6d16d8e1c579a2a2" providerId="LiveId" clId="{EF4F68CB-4F29-40CF-9997-D0983CAD4E29}" dt="2021-12-01T10:20:28.827" v="702" actId="1035"/>
          <ac:spMkLst>
            <pc:docMk/>
            <pc:sldMk cId="169034810" sldId="282"/>
            <ac:spMk id="25" creationId="{F4A47DA6-AB8A-4740-9DA6-1C8DD6DB3729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26" creationId="{F4E1867D-0F58-4D89-97FF-137BC5E3B810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27" creationId="{2B5449EA-4543-4097-97C7-A9D5B68F7F8A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28" creationId="{86FD517A-01C1-46E8-B05B-7DA0A4EAC9B9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29" creationId="{EE723B4A-C85F-4B0B-8D07-F5D3725C4890}"/>
          </ac:spMkLst>
        </pc:spChg>
        <pc:spChg chg="add mod">
          <ac:chgData name="김 홍규" userId="6d16d8e1c579a2a2" providerId="LiveId" clId="{EF4F68CB-4F29-40CF-9997-D0983CAD4E29}" dt="2021-12-01T10:08:52.730" v="110" actId="1035"/>
          <ac:spMkLst>
            <pc:docMk/>
            <pc:sldMk cId="169034810" sldId="282"/>
            <ac:spMk id="30" creationId="{9964E755-F475-4E0D-A3D5-D67F17D8E5A3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31" creationId="{3D8AB08B-43D8-4AC1-A7A6-A327A3E6BCAE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32" creationId="{15613AAF-A824-4080-B790-02026BD61CCB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33" creationId="{8DCA87FD-E514-42FC-A55D-2233A049C9FD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34" creationId="{53E8906E-65F8-41ED-BD80-07A0DFD5FA79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35" creationId="{E2F66972-8502-46DD-B97F-4ED814370A40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36" creationId="{BF5E5AD5-7E7F-4CD9-A03C-72EC5B7A8502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37" creationId="{B66CFCE5-9332-46B5-A0EB-B2D953601210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38" creationId="{9BF56AF3-DB79-4270-A05C-0AF87FAF7128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39" creationId="{868BCE56-D5ED-4374-AB73-C79FFA435D37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40" creationId="{A0918B61-085B-4B6D-92F4-93C31832E7BB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41" creationId="{C4DE451D-9E76-49A8-B4AD-8FAF76D7F71A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42" creationId="{B7DED0F1-7761-4A3B-AB16-EE7302E905DC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43" creationId="{B873ADE1-A641-444E-B883-36A1D72941EF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44" creationId="{D69D2AA2-DAEF-4C46-AA36-407CAC7C45AA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45" creationId="{BE116824-1D8C-40D8-8A3B-905453897F5A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46" creationId="{F4D38948-E50C-4445-B221-65E50DA24EF4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47" creationId="{2A1ACCE7-CD88-47CF-B221-9E863B87ED0A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48" creationId="{8C006E86-F140-48A2-BFEF-5BD3F8FED570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49" creationId="{8773D4F3-CCCD-4BCD-AD5B-8B4E2CA45D56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50" creationId="{36BF8A4E-D44B-48CB-90C2-B52474C15FA9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51" creationId="{6FE01D19-0F09-4540-8450-7184A8776E84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52" creationId="{48BF6D71-175B-4910-9D21-E540DBDE7640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53" creationId="{02E062CF-2F3C-452E-9BCB-2DC5A6622369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54" creationId="{30B275D4-6BDD-4BBC-9992-D88893B7A8A3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55" creationId="{EDFB9164-E70F-47A7-979D-2733B592C1FB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56" creationId="{2FBE89EB-6CC2-43E5-99DB-EFD7BF5022AB}"/>
          </ac:spMkLst>
        </pc:spChg>
        <pc:spChg chg="add mod">
          <ac:chgData name="김 홍규" userId="6d16d8e1c579a2a2" providerId="LiveId" clId="{EF4F68CB-4F29-40CF-9997-D0983CAD4E29}" dt="2021-12-01T10:07:51.183" v="75" actId="164"/>
          <ac:spMkLst>
            <pc:docMk/>
            <pc:sldMk cId="169034810" sldId="282"/>
            <ac:spMk id="57" creationId="{1EB7EE7D-C270-49E2-8F89-9A3431B1B229}"/>
          </ac:spMkLst>
        </pc:spChg>
        <pc:spChg chg="add mod">
          <ac:chgData name="김 홍규" userId="6d16d8e1c579a2a2" providerId="LiveId" clId="{EF4F68CB-4F29-40CF-9997-D0983CAD4E29}" dt="2021-12-01T10:18:11.195" v="668" actId="1076"/>
          <ac:spMkLst>
            <pc:docMk/>
            <pc:sldMk cId="169034810" sldId="282"/>
            <ac:spMk id="58" creationId="{464B9C1F-EC78-47EF-8658-6BB09B849989}"/>
          </ac:spMkLst>
        </pc:spChg>
        <pc:spChg chg="add mod">
          <ac:chgData name="김 홍규" userId="6d16d8e1c579a2a2" providerId="LiveId" clId="{EF4F68CB-4F29-40CF-9997-D0983CAD4E29}" dt="2021-12-01T10:17:51.684" v="663" actId="14100"/>
          <ac:spMkLst>
            <pc:docMk/>
            <pc:sldMk cId="169034810" sldId="282"/>
            <ac:spMk id="59" creationId="{E438B35A-4168-4B7A-8877-001C00245FA3}"/>
          </ac:spMkLst>
        </pc:spChg>
        <pc:spChg chg="add mod">
          <ac:chgData name="김 홍규" userId="6d16d8e1c579a2a2" providerId="LiveId" clId="{EF4F68CB-4F29-40CF-9997-D0983CAD4E29}" dt="2021-12-01T10:20:28.827" v="702" actId="1035"/>
          <ac:spMkLst>
            <pc:docMk/>
            <pc:sldMk cId="169034810" sldId="282"/>
            <ac:spMk id="60" creationId="{905D3EF9-B983-47F5-8031-9627BE723109}"/>
          </ac:spMkLst>
        </pc:spChg>
        <pc:spChg chg="add del mod">
          <ac:chgData name="김 홍규" userId="6d16d8e1c579a2a2" providerId="LiveId" clId="{EF4F68CB-4F29-40CF-9997-D0983CAD4E29}" dt="2021-12-01T10:14:16.202" v="551" actId="478"/>
          <ac:spMkLst>
            <pc:docMk/>
            <pc:sldMk cId="169034810" sldId="282"/>
            <ac:spMk id="61" creationId="{BFFFD7D1-8C4B-4DA7-B09C-D37E46ADE417}"/>
          </ac:spMkLst>
        </pc:spChg>
        <pc:spChg chg="add mod">
          <ac:chgData name="김 홍규" userId="6d16d8e1c579a2a2" providerId="LiveId" clId="{EF4F68CB-4F29-40CF-9997-D0983CAD4E29}" dt="2021-12-01T10:28:21.468" v="1173" actId="1076"/>
          <ac:spMkLst>
            <pc:docMk/>
            <pc:sldMk cId="169034810" sldId="282"/>
            <ac:spMk id="62" creationId="{A44E9EA4-C270-40BC-85FE-E3FBF8480118}"/>
          </ac:spMkLst>
        </pc:spChg>
        <pc:spChg chg="add mod">
          <ac:chgData name="김 홍규" userId="6d16d8e1c579a2a2" providerId="LiveId" clId="{EF4F68CB-4F29-40CF-9997-D0983CAD4E29}" dt="2021-12-01T10:33:52.427" v="1215" actId="20577"/>
          <ac:spMkLst>
            <pc:docMk/>
            <pc:sldMk cId="169034810" sldId="282"/>
            <ac:spMk id="65" creationId="{ABBDFDEB-4BD8-4107-8749-2A4AADA569E5}"/>
          </ac:spMkLst>
        </pc:spChg>
        <pc:spChg chg="add mod">
          <ac:chgData name="김 홍규" userId="6d16d8e1c579a2a2" providerId="LiveId" clId="{EF4F68CB-4F29-40CF-9997-D0983CAD4E29}" dt="2021-12-01T10:28:21.468" v="1173" actId="1076"/>
          <ac:spMkLst>
            <pc:docMk/>
            <pc:sldMk cId="169034810" sldId="282"/>
            <ac:spMk id="66" creationId="{F3CE6250-7ADD-43C5-900E-D239924FF282}"/>
          </ac:spMkLst>
        </pc:spChg>
        <pc:spChg chg="add mod">
          <ac:chgData name="김 홍규" userId="6d16d8e1c579a2a2" providerId="LiveId" clId="{EF4F68CB-4F29-40CF-9997-D0983CAD4E29}" dt="2021-12-01T10:19:00.908" v="681" actId="1076"/>
          <ac:spMkLst>
            <pc:docMk/>
            <pc:sldMk cId="169034810" sldId="282"/>
            <ac:spMk id="67" creationId="{9DCB8559-E2BE-4E33-9B52-74F5DE41FD2C}"/>
          </ac:spMkLst>
        </pc:spChg>
        <pc:spChg chg="add del mod">
          <ac:chgData name="김 홍규" userId="6d16d8e1c579a2a2" providerId="LiveId" clId="{EF4F68CB-4F29-40CF-9997-D0983CAD4E29}" dt="2021-12-01T10:20:08.177" v="697" actId="478"/>
          <ac:spMkLst>
            <pc:docMk/>
            <pc:sldMk cId="169034810" sldId="282"/>
            <ac:spMk id="68" creationId="{6786C232-F319-4390-8B17-6F4289295DC5}"/>
          </ac:spMkLst>
        </pc:spChg>
        <pc:spChg chg="add mod">
          <ac:chgData name="김 홍규" userId="6d16d8e1c579a2a2" providerId="LiveId" clId="{EF4F68CB-4F29-40CF-9997-D0983CAD4E29}" dt="2021-12-01T10:20:35.200" v="703" actId="1076"/>
          <ac:spMkLst>
            <pc:docMk/>
            <pc:sldMk cId="169034810" sldId="282"/>
            <ac:spMk id="69" creationId="{78CD740F-514D-4ADC-AC03-0AC32D1347EB}"/>
          </ac:spMkLst>
        </pc:spChg>
        <pc:spChg chg="add mod">
          <ac:chgData name="김 홍규" userId="6d16d8e1c579a2a2" providerId="LiveId" clId="{EF4F68CB-4F29-40CF-9997-D0983CAD4E29}" dt="2021-12-01T10:28:21.468" v="1173" actId="1076"/>
          <ac:spMkLst>
            <pc:docMk/>
            <pc:sldMk cId="169034810" sldId="282"/>
            <ac:spMk id="70" creationId="{1F5D5E38-1952-4FD2-910E-766702594133}"/>
          </ac:spMkLst>
        </pc:spChg>
        <pc:spChg chg="add mod">
          <ac:chgData name="김 홍규" userId="6d16d8e1c579a2a2" providerId="LiveId" clId="{EF4F68CB-4F29-40CF-9997-D0983CAD4E29}" dt="2021-12-01T10:28:21.468" v="1173" actId="1076"/>
          <ac:spMkLst>
            <pc:docMk/>
            <pc:sldMk cId="169034810" sldId="282"/>
            <ac:spMk id="71" creationId="{8941E0FA-56E4-4622-83D0-172BA7E0A418}"/>
          </ac:spMkLst>
        </pc:spChg>
        <pc:spChg chg="add mod">
          <ac:chgData name="김 홍규" userId="6d16d8e1c579a2a2" providerId="LiveId" clId="{EF4F68CB-4F29-40CF-9997-D0983CAD4E29}" dt="2021-12-01T10:43:08.886" v="1935" actId="1076"/>
          <ac:spMkLst>
            <pc:docMk/>
            <pc:sldMk cId="169034810" sldId="282"/>
            <ac:spMk id="72" creationId="{4301A0E8-A4CA-4BDB-B1F7-8D5624D969EC}"/>
          </ac:spMkLst>
        </pc:spChg>
        <pc:spChg chg="add mod">
          <ac:chgData name="김 홍규" userId="6d16d8e1c579a2a2" providerId="LiveId" clId="{EF4F68CB-4F29-40CF-9997-D0983CAD4E29}" dt="2021-12-01T10:22:12.567" v="733" actId="164"/>
          <ac:spMkLst>
            <pc:docMk/>
            <pc:sldMk cId="169034810" sldId="282"/>
            <ac:spMk id="73" creationId="{95383581-6E42-4024-996B-56352254E835}"/>
          </ac:spMkLst>
        </pc:spChg>
        <pc:spChg chg="add del mod">
          <ac:chgData name="김 홍규" userId="6d16d8e1c579a2a2" providerId="LiveId" clId="{EF4F68CB-4F29-40CF-9997-D0983CAD4E29}" dt="2021-12-01T10:32:43.870" v="1212" actId="478"/>
          <ac:spMkLst>
            <pc:docMk/>
            <pc:sldMk cId="169034810" sldId="282"/>
            <ac:spMk id="80" creationId="{362587F3-1E50-4849-9FFB-D8DA064C248B}"/>
          </ac:spMkLst>
        </pc:spChg>
        <pc:spChg chg="add mod">
          <ac:chgData name="김 홍규" userId="6d16d8e1c579a2a2" providerId="LiveId" clId="{EF4F68CB-4F29-40CF-9997-D0983CAD4E29}" dt="2021-12-01T10:59:49.950" v="2177" actId="1076"/>
          <ac:spMkLst>
            <pc:docMk/>
            <pc:sldMk cId="169034810" sldId="282"/>
            <ac:spMk id="82" creationId="{BEE29210-D674-4F4B-B5DB-12D465345608}"/>
          </ac:spMkLst>
        </pc:spChg>
        <pc:grpChg chg="add mod">
          <ac:chgData name="김 홍규" userId="6d16d8e1c579a2a2" providerId="LiveId" clId="{EF4F68CB-4F29-40CF-9997-D0983CAD4E29}" dt="2021-12-01T10:18:24.716" v="674" actId="1076"/>
          <ac:grpSpMkLst>
            <pc:docMk/>
            <pc:sldMk cId="169034810" sldId="282"/>
            <ac:grpSpMk id="63" creationId="{C1E64A84-6A39-4F54-85C0-F8C40FC101ED}"/>
          </ac:grpSpMkLst>
        </pc:grpChg>
        <pc:grpChg chg="add mod">
          <ac:chgData name="김 홍규" userId="6d16d8e1c579a2a2" providerId="LiveId" clId="{EF4F68CB-4F29-40CF-9997-D0983CAD4E29}" dt="2021-12-01T10:17:19.480" v="655" actId="1036"/>
          <ac:grpSpMkLst>
            <pc:docMk/>
            <pc:sldMk cId="169034810" sldId="282"/>
            <ac:grpSpMk id="64" creationId="{BDC66271-4DCE-431B-B905-A270FA216817}"/>
          </ac:grpSpMkLst>
        </pc:grpChg>
        <pc:grpChg chg="add mod">
          <ac:chgData name="김 홍규" userId="6d16d8e1c579a2a2" providerId="LiveId" clId="{EF4F68CB-4F29-40CF-9997-D0983CAD4E29}" dt="2021-12-01T10:22:20.628" v="735" actId="1076"/>
          <ac:grpSpMkLst>
            <pc:docMk/>
            <pc:sldMk cId="169034810" sldId="282"/>
            <ac:grpSpMk id="74" creationId="{CE79EAC0-49AB-4418-820A-3AE9AB0E7BD5}"/>
          </ac:grpSpMkLst>
        </pc:grpChg>
        <pc:grpChg chg="add mod">
          <ac:chgData name="김 홍규" userId="6d16d8e1c579a2a2" providerId="LiveId" clId="{EF4F68CB-4F29-40CF-9997-D0983CAD4E29}" dt="2021-12-01T10:22:17.200" v="734" actId="164"/>
          <ac:grpSpMkLst>
            <pc:docMk/>
            <pc:sldMk cId="169034810" sldId="282"/>
            <ac:grpSpMk id="75" creationId="{986AAD06-86CE-4F07-A504-719FDB4B719C}"/>
          </ac:grpSpMkLst>
        </pc:grpChg>
        <pc:picChg chg="add mod">
          <ac:chgData name="김 홍규" userId="6d16d8e1c579a2a2" providerId="LiveId" clId="{EF4F68CB-4F29-40CF-9997-D0983CAD4E29}" dt="2021-12-01T10:22:12.567" v="733" actId="164"/>
          <ac:picMkLst>
            <pc:docMk/>
            <pc:sldMk cId="169034810" sldId="282"/>
            <ac:picMk id="6" creationId="{20308D1E-28ED-4C4B-A5ED-1EE8346E6EE1}"/>
          </ac:picMkLst>
        </pc:picChg>
        <pc:picChg chg="add mod">
          <ac:chgData name="김 홍규" userId="6d16d8e1c579a2a2" providerId="LiveId" clId="{EF4F68CB-4F29-40CF-9997-D0983CAD4E29}" dt="2021-12-01T10:22:17.200" v="734" actId="164"/>
          <ac:picMkLst>
            <pc:docMk/>
            <pc:sldMk cId="169034810" sldId="282"/>
            <ac:picMk id="7" creationId="{708A18DB-2256-4D0E-95E4-A039DA757382}"/>
          </ac:picMkLst>
        </pc:picChg>
        <pc:picChg chg="add del mod">
          <ac:chgData name="김 홍규" userId="6d16d8e1c579a2a2" providerId="LiveId" clId="{EF4F68CB-4F29-40CF-9997-D0983CAD4E29}" dt="2021-12-01T10:23:48.791" v="744" actId="21"/>
          <ac:picMkLst>
            <pc:docMk/>
            <pc:sldMk cId="169034810" sldId="282"/>
            <ac:picMk id="77" creationId="{D6FC1136-36C9-4708-9F92-0B7730A34291}"/>
          </ac:picMkLst>
        </pc:picChg>
        <pc:picChg chg="add del mod">
          <ac:chgData name="김 홍규" userId="6d16d8e1c579a2a2" providerId="LiveId" clId="{EF4F68CB-4F29-40CF-9997-D0983CAD4E29}" dt="2021-12-01T10:32:44.598" v="1213" actId="478"/>
          <ac:picMkLst>
            <pc:docMk/>
            <pc:sldMk cId="169034810" sldId="282"/>
            <ac:picMk id="79" creationId="{B953EE3A-AF0F-4C79-A245-C172BF6147DD}"/>
          </ac:picMkLst>
        </pc:picChg>
        <pc:picChg chg="add mod">
          <ac:chgData name="김 홍규" userId="6d16d8e1c579a2a2" providerId="LiveId" clId="{EF4F68CB-4F29-40CF-9997-D0983CAD4E29}" dt="2021-12-01T10:59:41.656" v="2175" actId="14100"/>
          <ac:picMkLst>
            <pc:docMk/>
            <pc:sldMk cId="169034810" sldId="282"/>
            <ac:picMk id="81" creationId="{53ED0968-6E2A-4168-8F94-68A9FF3B9EB1}"/>
          </ac:picMkLst>
        </pc:picChg>
      </pc:sldChg>
      <pc:sldChg chg="addSp delSp modSp add mod ord">
        <pc:chgData name="김 홍규" userId="6d16d8e1c579a2a2" providerId="LiveId" clId="{EF4F68CB-4F29-40CF-9997-D0983CAD4E29}" dt="2021-12-02T08:05:46.137" v="2624"/>
        <pc:sldMkLst>
          <pc:docMk/>
          <pc:sldMk cId="1857921451" sldId="283"/>
        </pc:sldMkLst>
        <pc:spChg chg="mod">
          <ac:chgData name="김 홍규" userId="6d16d8e1c579a2a2" providerId="LiveId" clId="{EF4F68CB-4F29-40CF-9997-D0983CAD4E29}" dt="2021-12-01T10:58:16.516" v="2170"/>
          <ac:spMkLst>
            <pc:docMk/>
            <pc:sldMk cId="1857921451" sldId="283"/>
            <ac:spMk id="2" creationId="{00000000-0000-0000-0000-000000000000}"/>
          </ac:spMkLst>
        </pc:spChg>
        <pc:spChg chg="mod">
          <ac:chgData name="김 홍규" userId="6d16d8e1c579a2a2" providerId="LiveId" clId="{EF4F68CB-4F29-40CF-9997-D0983CAD4E29}" dt="2021-12-02T07:06:57.129" v="2618" actId="20577"/>
          <ac:spMkLst>
            <pc:docMk/>
            <pc:sldMk cId="1857921451" sldId="283"/>
            <ac:spMk id="3" creationId="{00000000-0000-0000-0000-000000000000}"/>
          </ac:spMkLst>
        </pc:spChg>
        <pc:spChg chg="add mod">
          <ac:chgData name="김 홍규" userId="6d16d8e1c579a2a2" providerId="LiveId" clId="{EF4F68CB-4F29-40CF-9997-D0983CAD4E29}" dt="2021-12-01T10:58:24.746" v="2172" actId="1076"/>
          <ac:spMkLst>
            <pc:docMk/>
            <pc:sldMk cId="1857921451" sldId="283"/>
            <ac:spMk id="7" creationId="{36081F16-E6BD-4BB3-A16F-328ADD4516F3}"/>
          </ac:spMkLst>
        </pc:spChg>
        <pc:picChg chg="add del mod">
          <ac:chgData name="김 홍규" userId="6d16d8e1c579a2a2" providerId="LiveId" clId="{EF4F68CB-4F29-40CF-9997-D0983CAD4E29}" dt="2021-12-01T10:25:20.231" v="933" actId="478"/>
          <ac:picMkLst>
            <pc:docMk/>
            <pc:sldMk cId="1857921451" sldId="283"/>
            <ac:picMk id="4" creationId="{F3D3CED7-E575-4FA2-8ADD-8ABA5127D17E}"/>
          </ac:picMkLst>
        </pc:picChg>
        <pc:picChg chg="add mod">
          <ac:chgData name="김 홍규" userId="6d16d8e1c579a2a2" providerId="LiveId" clId="{EF4F68CB-4F29-40CF-9997-D0983CAD4E29}" dt="2021-12-01T10:25:37.592" v="941" actId="1076"/>
          <ac:picMkLst>
            <pc:docMk/>
            <pc:sldMk cId="1857921451" sldId="283"/>
            <ac:picMk id="6" creationId="{E16DB644-12C4-4E28-B1C1-6D063372979A}"/>
          </ac:picMkLst>
        </pc:picChg>
      </pc:sldChg>
      <pc:sldChg chg="addSp delSp modSp new mod modAnim">
        <pc:chgData name="김 홍규" userId="6d16d8e1c579a2a2" providerId="LiveId" clId="{EF4F68CB-4F29-40CF-9997-D0983CAD4E29}" dt="2021-12-02T07:05:38.466" v="2606" actId="20577"/>
        <pc:sldMkLst>
          <pc:docMk/>
          <pc:sldMk cId="978156971" sldId="284"/>
        </pc:sldMkLst>
        <pc:spChg chg="mod">
          <ac:chgData name="김 홍규" userId="6d16d8e1c579a2a2" providerId="LiveId" clId="{EF4F68CB-4F29-40CF-9997-D0983CAD4E29}" dt="2021-12-01T10:27:58.093" v="1171" actId="120"/>
          <ac:spMkLst>
            <pc:docMk/>
            <pc:sldMk cId="978156971" sldId="284"/>
            <ac:spMk id="2" creationId="{BF10EF47-4CE5-43F6-93F3-AD20CB4A3420}"/>
          </ac:spMkLst>
        </pc:spChg>
        <pc:spChg chg="del">
          <ac:chgData name="김 홍규" userId="6d16d8e1c579a2a2" providerId="LiveId" clId="{EF4F68CB-4F29-40CF-9997-D0983CAD4E29}" dt="2021-12-01T10:37:26.831" v="1437" actId="478"/>
          <ac:spMkLst>
            <pc:docMk/>
            <pc:sldMk cId="978156971" sldId="284"/>
            <ac:spMk id="3" creationId="{C7B7D80D-3526-463F-8313-EB4398179F39}"/>
          </ac:spMkLst>
        </pc:spChg>
        <pc:spChg chg="add mod">
          <ac:chgData name="김 홍규" userId="6d16d8e1c579a2a2" providerId="LiveId" clId="{EF4F68CB-4F29-40CF-9997-D0983CAD4E29}" dt="2021-12-01T10:42:17.087" v="1934" actId="1076"/>
          <ac:spMkLst>
            <pc:docMk/>
            <pc:sldMk cId="978156971" sldId="284"/>
            <ac:spMk id="5" creationId="{828DC757-AE88-4839-98A9-F24034F647AF}"/>
          </ac:spMkLst>
        </pc:spChg>
        <pc:spChg chg="add mod">
          <ac:chgData name="김 홍규" userId="6d16d8e1c579a2a2" providerId="LiveId" clId="{EF4F68CB-4F29-40CF-9997-D0983CAD4E29}" dt="2021-12-02T07:05:38.466" v="2606" actId="20577"/>
          <ac:spMkLst>
            <pc:docMk/>
            <pc:sldMk cId="978156971" sldId="284"/>
            <ac:spMk id="6" creationId="{A67B73AF-9A3A-4493-B349-3C1CB9A6AB50}"/>
          </ac:spMkLst>
        </pc:spChg>
        <pc:picChg chg="add mod">
          <ac:chgData name="김 홍규" userId="6d16d8e1c579a2a2" providerId="LiveId" clId="{EF4F68CB-4F29-40CF-9997-D0983CAD4E29}" dt="2021-12-01T10:59:01.885" v="2173"/>
          <ac:picMkLst>
            <pc:docMk/>
            <pc:sldMk cId="978156971" sldId="284"/>
            <ac:picMk id="4" creationId="{6BC3B7D3-E59F-4B36-ADDE-14F289F613A0}"/>
          </ac:picMkLst>
        </pc:picChg>
      </pc:sldChg>
      <pc:sldChg chg="add ord">
        <pc:chgData name="김 홍규" userId="6d16d8e1c579a2a2" providerId="LiveId" clId="{EF4F68CB-4F29-40CF-9997-D0983CAD4E29}" dt="2021-12-02T08:03:02.985" v="2620"/>
        <pc:sldMkLst>
          <pc:docMk/>
          <pc:sldMk cId="11765754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4D25DB-C7F1-4355-B3E0-D4FDB915464B}" type="datetimeFigureOut">
              <a:rPr lang="ko-KR" altLang="en-US" smtClean="0"/>
              <a:t>2024-07-22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BAF420-50B1-40BF-A46D-617A173E8E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0604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AF420-50B1-40BF-A46D-617A173E8E1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8464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AF420-50B1-40BF-A46D-617A173E8E1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454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AF420-50B1-40BF-A46D-617A173E8E1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795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AF420-50B1-40BF-A46D-617A173E8E1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795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175D-854F-4665-99D6-1A63A03AA58F}" type="datetimeFigureOut">
              <a:rPr lang="ko-KR" altLang="en-US" smtClean="0"/>
              <a:t>2024-07-22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B4877-E430-4403-9D9E-36E6D4678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4277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175D-854F-4665-99D6-1A63A03AA58F}" type="datetimeFigureOut">
              <a:rPr lang="ko-KR" altLang="en-US" smtClean="0"/>
              <a:t>2024-07-22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B4877-E430-4403-9D9E-36E6D4678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0397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175D-854F-4665-99D6-1A63A03AA58F}" type="datetimeFigureOut">
              <a:rPr lang="ko-KR" altLang="en-US" smtClean="0"/>
              <a:t>2024-07-22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B4877-E430-4403-9D9E-36E6D4678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8829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175D-854F-4665-99D6-1A63A03AA58F}" type="datetimeFigureOut">
              <a:rPr lang="ko-KR" altLang="en-US" smtClean="0"/>
              <a:t>2024-07-22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B4877-E430-4403-9D9E-36E6D4678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869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175D-854F-4665-99D6-1A63A03AA58F}" type="datetimeFigureOut">
              <a:rPr lang="ko-KR" altLang="en-US" smtClean="0"/>
              <a:t>2024-07-22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B4877-E430-4403-9D9E-36E6D4678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267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175D-854F-4665-99D6-1A63A03AA58F}" type="datetimeFigureOut">
              <a:rPr lang="ko-KR" altLang="en-US" smtClean="0"/>
              <a:t>2024-07-22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B4877-E430-4403-9D9E-36E6D4678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80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175D-854F-4665-99D6-1A63A03AA58F}" type="datetimeFigureOut">
              <a:rPr lang="ko-KR" altLang="en-US" smtClean="0"/>
              <a:t>2024-07-22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B4877-E430-4403-9D9E-36E6D4678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9597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175D-854F-4665-99D6-1A63A03AA58F}" type="datetimeFigureOut">
              <a:rPr lang="ko-KR" altLang="en-US" smtClean="0"/>
              <a:t>2024-07-22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B4877-E430-4403-9D9E-36E6D4678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776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175D-854F-4665-99D6-1A63A03AA58F}" type="datetimeFigureOut">
              <a:rPr lang="ko-KR" altLang="en-US" smtClean="0"/>
              <a:t>2024-07-22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B4877-E430-4403-9D9E-36E6D4678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80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175D-854F-4665-99D6-1A63A03AA58F}" type="datetimeFigureOut">
              <a:rPr lang="ko-KR" altLang="en-US" smtClean="0"/>
              <a:t>2024-07-22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B4877-E430-4403-9D9E-36E6D4678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9687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175D-854F-4665-99D6-1A63A03AA58F}" type="datetimeFigureOut">
              <a:rPr lang="ko-KR" altLang="en-US" smtClean="0"/>
              <a:t>2024-07-22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B4877-E430-4403-9D9E-36E6D4678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438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1C175D-854F-4665-99D6-1A63A03AA58F}" type="datetimeFigureOut">
              <a:rPr lang="ko-KR" altLang="en-US" smtClean="0"/>
              <a:t>2024-07-22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5B4877-E430-4403-9D9E-36E6D4678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161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hyperlink" Target="https://www.youtube.com/watch?v=dRiUuV6i03g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astertek.com/tutdx11.html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youtube.com/watch?v=KYubTIaEKC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microsoft/DirectX-Graphics-Samples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그래픽스 파이프 라인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Direct3D 11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178550" y="4220170"/>
            <a:ext cx="2965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Ver. 2.0</a:t>
            </a:r>
          </a:p>
          <a:p>
            <a:pPr algn="r"/>
            <a:r>
              <a:rPr lang="en-US" altLang="ko-KR" dirty="0"/>
              <a:t>downkhg@gmail.com</a:t>
            </a:r>
          </a:p>
          <a:p>
            <a:pPr algn="r"/>
            <a:r>
              <a:rPr lang="ko-KR" altLang="en-US" dirty="0"/>
              <a:t>김홍규</a:t>
            </a:r>
          </a:p>
        </p:txBody>
      </p:sp>
    </p:spTree>
    <p:extLst>
      <p:ext uri="{BB962C8B-B14F-4D97-AF65-F5344CB8AC3E}">
        <p14:creationId xmlns:p14="http://schemas.microsoft.com/office/powerpoint/2010/main" val="1383561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그래픽스 파이프 라인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렌더링파이프라인은 프로그래머가 관여할 것이 적었으나</a:t>
            </a:r>
            <a:r>
              <a:rPr lang="en-US" altLang="ko-KR" sz="2400" dirty="0"/>
              <a:t>, </a:t>
            </a:r>
            <a:r>
              <a:rPr lang="ko-KR" altLang="en-US" sz="2400" dirty="0"/>
              <a:t>하드웨어의 발전에 따라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커스텀이</a:t>
            </a:r>
            <a:r>
              <a:rPr lang="ko-KR" altLang="en-US" sz="2400" dirty="0"/>
              <a:t> 필요하게 되었다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이때</a:t>
            </a:r>
            <a:r>
              <a:rPr lang="en-US" altLang="ko-KR" sz="2400" dirty="0"/>
              <a:t>,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커스텀을</a:t>
            </a:r>
            <a:r>
              <a:rPr lang="ko-KR" altLang="en-US" sz="2400" dirty="0"/>
              <a:t> 위해 </a:t>
            </a:r>
            <a:r>
              <a:rPr lang="ko-KR" altLang="en-US" sz="2400" dirty="0" err="1"/>
              <a:t>고안된것이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쉐이더언어이며</a:t>
            </a:r>
            <a:r>
              <a:rPr lang="en-US" altLang="ko-KR" sz="2400" dirty="0"/>
              <a:t>,</a:t>
            </a:r>
            <a:br>
              <a:rPr lang="en-US" altLang="ko-KR" sz="2400" dirty="0"/>
            </a:br>
            <a:r>
              <a:rPr lang="ko-KR" altLang="en-US" sz="2400" dirty="0" err="1"/>
              <a:t>쉐이더언어와</a:t>
            </a:r>
            <a:r>
              <a:rPr lang="ko-KR" altLang="en-US" sz="2400" dirty="0"/>
              <a:t> 그래픽카드의 </a:t>
            </a:r>
            <a:r>
              <a:rPr lang="ko-KR" altLang="en-US" sz="2400" dirty="0" err="1"/>
              <a:t>처리방식에대하여</a:t>
            </a:r>
            <a:r>
              <a:rPr lang="ko-KR" altLang="en-US" sz="2400" dirty="0"/>
              <a:t> 학습한다</a:t>
            </a:r>
            <a:r>
              <a:rPr lang="en-US" altLang="ko-KR" sz="2400" dirty="0"/>
              <a:t>.</a:t>
            </a:r>
            <a:br>
              <a:rPr lang="en-US" altLang="ko-KR" sz="2800" dirty="0"/>
            </a:b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01111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그래픽스 파이프 라인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렌더링파이프라인은 프로그래머가 관여할 것이 적었으나</a:t>
            </a:r>
            <a:r>
              <a:rPr lang="en-US" altLang="ko-KR" sz="2400" dirty="0"/>
              <a:t>, </a:t>
            </a:r>
            <a:r>
              <a:rPr lang="ko-KR" altLang="en-US" sz="2400" dirty="0"/>
              <a:t>하드웨어의 발전에 따라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커스텀이</a:t>
            </a:r>
            <a:r>
              <a:rPr lang="ko-KR" altLang="en-US" sz="2400" dirty="0"/>
              <a:t> 필요하게 되었다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이때</a:t>
            </a:r>
            <a:r>
              <a:rPr lang="en-US" altLang="ko-KR" sz="2400" dirty="0"/>
              <a:t>,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커스텀을</a:t>
            </a:r>
            <a:r>
              <a:rPr lang="ko-KR" altLang="en-US" sz="2400" dirty="0"/>
              <a:t> 위해 </a:t>
            </a:r>
            <a:r>
              <a:rPr lang="ko-KR" altLang="en-US" sz="2400" dirty="0" err="1"/>
              <a:t>고안된것이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쉐이더언어이며</a:t>
            </a:r>
            <a:r>
              <a:rPr lang="en-US" altLang="ko-KR" sz="2400" dirty="0"/>
              <a:t>,</a:t>
            </a:r>
            <a:br>
              <a:rPr lang="en-US" altLang="ko-KR" sz="2400" dirty="0"/>
            </a:br>
            <a:r>
              <a:rPr lang="ko-KR" altLang="en-US" sz="2400" dirty="0" err="1"/>
              <a:t>쉐이더언어와</a:t>
            </a:r>
            <a:r>
              <a:rPr lang="ko-KR" altLang="en-US" sz="2400" dirty="0"/>
              <a:t> 그래픽카드의 </a:t>
            </a:r>
            <a:r>
              <a:rPr lang="ko-KR" altLang="en-US" sz="2400" dirty="0" err="1"/>
              <a:t>처리방식에대하여</a:t>
            </a:r>
            <a:r>
              <a:rPr lang="ko-KR" altLang="en-US" sz="2400" dirty="0"/>
              <a:t> 학습한다</a:t>
            </a:r>
            <a:r>
              <a:rPr lang="en-US" altLang="ko-KR" sz="2400" dirty="0"/>
              <a:t>.</a:t>
            </a:r>
            <a:br>
              <a:rPr lang="en-US" altLang="ko-KR" sz="2800" dirty="0"/>
            </a:b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765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이등변 삼각형 23"/>
          <p:cNvSpPr/>
          <p:nvPr/>
        </p:nvSpPr>
        <p:spPr>
          <a:xfrm rot="10800000">
            <a:off x="2089224" y="2497478"/>
            <a:ext cx="2448272" cy="1323831"/>
          </a:xfrm>
          <a:prstGeom prst="triangle">
            <a:avLst>
              <a:gd name="adj" fmla="val 26240"/>
            </a:avLst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입력조립기</a:t>
            </a:r>
            <a:r>
              <a:rPr lang="en-US" altLang="ko-KR" dirty="0"/>
              <a:t>(Input-Assembler)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579511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메모리에 </a:t>
            </a:r>
            <a:r>
              <a:rPr lang="ko-KR" altLang="en-US" sz="2400" dirty="0" err="1"/>
              <a:t>버텍스</a:t>
            </a:r>
            <a:r>
              <a:rPr lang="en-US" altLang="ko-KR" sz="2400" dirty="0"/>
              <a:t>/</a:t>
            </a:r>
            <a:r>
              <a:rPr lang="ko-KR" altLang="en-US" sz="2400" dirty="0"/>
              <a:t>인덱스버퍼를 만든다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14" name="이등변 삼각형 13"/>
          <p:cNvSpPr/>
          <p:nvPr/>
        </p:nvSpPr>
        <p:spPr>
          <a:xfrm>
            <a:off x="1428860" y="2492486"/>
            <a:ext cx="2448272" cy="1323831"/>
          </a:xfrm>
          <a:prstGeom prst="triangle">
            <a:avLst>
              <a:gd name="adj" fmla="val 26240"/>
            </a:avLst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cxnSp>
        <p:nvCxnSpPr>
          <p:cNvPr id="16" name="직선 연결선 15"/>
          <p:cNvCxnSpPr>
            <a:stCxn id="14" idx="2"/>
            <a:endCxn id="14" idx="4"/>
          </p:cNvCxnSpPr>
          <p:nvPr/>
        </p:nvCxnSpPr>
        <p:spPr>
          <a:xfrm>
            <a:off x="1428860" y="3816317"/>
            <a:ext cx="2448272" cy="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94032" y="3801090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877132" y="382130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07704" y="213970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cxnSp>
        <p:nvCxnSpPr>
          <p:cNvPr id="21" name="직선 화살표 연결선 20"/>
          <p:cNvCxnSpPr>
            <a:stCxn id="14" idx="4"/>
            <a:endCxn id="14" idx="0"/>
          </p:cNvCxnSpPr>
          <p:nvPr/>
        </p:nvCxnSpPr>
        <p:spPr>
          <a:xfrm flipH="1" flipV="1">
            <a:off x="2071287" y="2492486"/>
            <a:ext cx="1805845" cy="13238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>
            <a:stCxn id="14" idx="0"/>
            <a:endCxn id="14" idx="2"/>
          </p:cNvCxnSpPr>
          <p:nvPr/>
        </p:nvCxnSpPr>
        <p:spPr>
          <a:xfrm flipH="1">
            <a:off x="1428860" y="2492486"/>
            <a:ext cx="642427" cy="13238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3568" y="4190641"/>
            <a:ext cx="7488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버텍스</a:t>
            </a:r>
            <a:r>
              <a:rPr lang="ko-KR" altLang="en-US" dirty="0"/>
              <a:t> 버퍼</a:t>
            </a:r>
            <a:r>
              <a:rPr lang="en-US" altLang="ko-KR" dirty="0"/>
              <a:t>: </a:t>
            </a:r>
            <a:r>
              <a:rPr lang="ko-KR" altLang="en-US" dirty="0"/>
              <a:t>점을 저장하는 버퍼 </a:t>
            </a:r>
            <a:r>
              <a:rPr lang="en-US" altLang="ko-KR" dirty="0"/>
              <a:t>(1,2,3,4)</a:t>
            </a:r>
          </a:p>
          <a:p>
            <a:r>
              <a:rPr lang="ko-KR" altLang="en-US" dirty="0"/>
              <a:t>인덱스 버퍼</a:t>
            </a:r>
            <a:r>
              <a:rPr lang="en-US" altLang="ko-KR" dirty="0"/>
              <a:t>: </a:t>
            </a:r>
            <a:r>
              <a:rPr lang="ko-KR" altLang="en-US" dirty="0"/>
              <a:t>점들의 연결순서를 저장하는 버퍼 </a:t>
            </a:r>
            <a:r>
              <a:rPr lang="en-US" altLang="ko-KR" dirty="0"/>
              <a:t>(1,2,3,2,4,3)</a:t>
            </a:r>
            <a:endParaRPr lang="ko-KR" altLang="en-US" dirty="0"/>
          </a:p>
        </p:txBody>
      </p:sp>
      <p:cxnSp>
        <p:nvCxnSpPr>
          <p:cNvPr id="20" name="직선 화살표 연결선 19"/>
          <p:cNvCxnSpPr>
            <a:endCxn id="24" idx="2"/>
          </p:cNvCxnSpPr>
          <p:nvPr/>
        </p:nvCxnSpPr>
        <p:spPr>
          <a:xfrm flipV="1">
            <a:off x="3877132" y="2497478"/>
            <a:ext cx="660364" cy="13238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>
            <a:stCxn id="24" idx="2"/>
          </p:cNvCxnSpPr>
          <p:nvPr/>
        </p:nvCxnSpPr>
        <p:spPr>
          <a:xfrm flipH="1" flipV="1">
            <a:off x="2076932" y="2492486"/>
            <a:ext cx="2460564" cy="49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427984" y="220241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34" name="타원 33"/>
          <p:cNvSpPr/>
          <p:nvPr/>
        </p:nvSpPr>
        <p:spPr>
          <a:xfrm>
            <a:off x="2015076" y="2441267"/>
            <a:ext cx="112422" cy="11242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35" name="타원 34"/>
          <p:cNvSpPr/>
          <p:nvPr/>
        </p:nvSpPr>
        <p:spPr>
          <a:xfrm>
            <a:off x="1382064" y="3760106"/>
            <a:ext cx="112422" cy="11242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36" name="타원 35"/>
          <p:cNvSpPr/>
          <p:nvPr/>
        </p:nvSpPr>
        <p:spPr>
          <a:xfrm>
            <a:off x="3820921" y="3760106"/>
            <a:ext cx="112422" cy="11242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37" name="타원 36"/>
          <p:cNvSpPr/>
          <p:nvPr/>
        </p:nvSpPr>
        <p:spPr>
          <a:xfrm>
            <a:off x="4481285" y="2449545"/>
            <a:ext cx="112422" cy="11242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</p:spTree>
    <p:extLst>
      <p:ext uri="{BB962C8B-B14F-4D97-AF65-F5344CB8AC3E}">
        <p14:creationId xmlns:p14="http://schemas.microsoft.com/office/powerpoint/2010/main" val="1883763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그래픽스 파이프라인 과정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395536" y="1728796"/>
            <a:ext cx="576064" cy="1876425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ko-KR" altLang="en-US" dirty="0"/>
              <a:t>입력 </a:t>
            </a:r>
            <a:r>
              <a:rPr lang="ko-KR" altLang="en-US" dirty="0" err="1"/>
              <a:t>조립기</a:t>
            </a:r>
            <a:endParaRPr lang="ko-KR" altLang="en-US" dirty="0"/>
          </a:p>
        </p:txBody>
      </p:sp>
      <p:sp>
        <p:nvSpPr>
          <p:cNvPr id="18" name="타원 17"/>
          <p:cNvSpPr/>
          <p:nvPr/>
        </p:nvSpPr>
        <p:spPr>
          <a:xfrm>
            <a:off x="1187624" y="1419245"/>
            <a:ext cx="648072" cy="2495525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 err="1"/>
              <a:t>버텍스</a:t>
            </a:r>
            <a:r>
              <a:rPr lang="ko-KR" altLang="en-US" dirty="0"/>
              <a:t> </a:t>
            </a:r>
            <a:r>
              <a:rPr lang="ko-KR" altLang="en-US" dirty="0" err="1"/>
              <a:t>쉐이더</a:t>
            </a:r>
            <a:endParaRPr lang="ko-KR" altLang="en-US" dirty="0"/>
          </a:p>
        </p:txBody>
      </p:sp>
      <p:sp>
        <p:nvSpPr>
          <p:cNvPr id="26" name="타원 25"/>
          <p:cNvSpPr/>
          <p:nvPr/>
        </p:nvSpPr>
        <p:spPr>
          <a:xfrm>
            <a:off x="2049961" y="1423477"/>
            <a:ext cx="648072" cy="2491293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헐 </a:t>
            </a:r>
            <a:r>
              <a:rPr lang="ko-KR" altLang="en-US" dirty="0" err="1"/>
              <a:t>쉐이더</a:t>
            </a:r>
            <a:endParaRPr lang="ko-KR" altLang="en-US" dirty="0"/>
          </a:p>
        </p:txBody>
      </p:sp>
      <p:sp>
        <p:nvSpPr>
          <p:cNvPr id="27" name="타원 26"/>
          <p:cNvSpPr/>
          <p:nvPr/>
        </p:nvSpPr>
        <p:spPr>
          <a:xfrm>
            <a:off x="2886461" y="1397043"/>
            <a:ext cx="648072" cy="2517727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 err="1"/>
              <a:t>테셀세이션</a:t>
            </a:r>
            <a:endParaRPr lang="ko-KR" altLang="en-US" dirty="0"/>
          </a:p>
        </p:txBody>
      </p:sp>
      <p:sp>
        <p:nvSpPr>
          <p:cNvPr id="28" name="타원 27"/>
          <p:cNvSpPr/>
          <p:nvPr/>
        </p:nvSpPr>
        <p:spPr>
          <a:xfrm>
            <a:off x="3739705" y="1397042"/>
            <a:ext cx="648072" cy="2504815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도메인 </a:t>
            </a:r>
            <a:r>
              <a:rPr lang="ko-KR" altLang="en-US" dirty="0" err="1"/>
              <a:t>쉐이더</a:t>
            </a:r>
            <a:endParaRPr lang="ko-KR" altLang="en-US" dirty="0"/>
          </a:p>
        </p:txBody>
      </p:sp>
      <p:sp>
        <p:nvSpPr>
          <p:cNvPr id="29" name="타원 28"/>
          <p:cNvSpPr/>
          <p:nvPr/>
        </p:nvSpPr>
        <p:spPr>
          <a:xfrm>
            <a:off x="4586240" y="1397041"/>
            <a:ext cx="648072" cy="2517729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 err="1"/>
              <a:t>지오메트리</a:t>
            </a:r>
            <a:br>
              <a:rPr lang="en-US" altLang="ko-KR" dirty="0"/>
            </a:br>
            <a:r>
              <a:rPr lang="ko-KR" altLang="en-US" dirty="0"/>
              <a:t> </a:t>
            </a:r>
            <a:r>
              <a:rPr lang="ko-KR" altLang="en-US" dirty="0" err="1"/>
              <a:t>쉐이더</a:t>
            </a:r>
            <a:endParaRPr lang="ko-KR" altLang="en-US" dirty="0"/>
          </a:p>
        </p:txBody>
      </p:sp>
      <p:sp>
        <p:nvSpPr>
          <p:cNvPr id="30" name="직사각형 29"/>
          <p:cNvSpPr/>
          <p:nvPr/>
        </p:nvSpPr>
        <p:spPr>
          <a:xfrm>
            <a:off x="5434944" y="1723396"/>
            <a:ext cx="576064" cy="1876425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ko-KR" altLang="en-US" dirty="0" err="1"/>
              <a:t>레스터라이즈</a:t>
            </a:r>
            <a:endParaRPr lang="en-US" altLang="ko-KR" dirty="0"/>
          </a:p>
        </p:txBody>
      </p:sp>
      <p:sp>
        <p:nvSpPr>
          <p:cNvPr id="31" name="타원 30"/>
          <p:cNvSpPr/>
          <p:nvPr/>
        </p:nvSpPr>
        <p:spPr>
          <a:xfrm>
            <a:off x="6851106" y="1397043"/>
            <a:ext cx="648072" cy="2517727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픽셀 </a:t>
            </a:r>
            <a:r>
              <a:rPr lang="ko-KR" altLang="en-US" dirty="0" err="1"/>
              <a:t>쉐이더</a:t>
            </a:r>
            <a:endParaRPr lang="ko-KR" altLang="en-US" dirty="0"/>
          </a:p>
        </p:txBody>
      </p:sp>
      <p:sp>
        <p:nvSpPr>
          <p:cNvPr id="32" name="직사각형 31"/>
          <p:cNvSpPr/>
          <p:nvPr/>
        </p:nvSpPr>
        <p:spPr>
          <a:xfrm>
            <a:off x="7812360" y="1711236"/>
            <a:ext cx="576064" cy="1876425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ko-KR" altLang="en-US" dirty="0"/>
              <a:t>출력 </a:t>
            </a:r>
            <a:r>
              <a:rPr lang="ko-KR" altLang="en-US" dirty="0" err="1"/>
              <a:t>조립기</a:t>
            </a:r>
            <a:endParaRPr lang="ko-KR" alt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395536" y="4198495"/>
            <a:ext cx="8064896" cy="504056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/>
              <a:t>GPU </a:t>
            </a:r>
            <a:r>
              <a:rPr lang="ko-KR" altLang="en-US" dirty="0"/>
              <a:t>자원</a:t>
            </a:r>
            <a:r>
              <a:rPr lang="en-US" altLang="ko-KR" dirty="0"/>
              <a:t>: </a:t>
            </a:r>
            <a:r>
              <a:rPr lang="ko-KR" altLang="en-US" dirty="0"/>
              <a:t>버퍼</a:t>
            </a:r>
            <a:r>
              <a:rPr lang="en-US" altLang="ko-KR" dirty="0"/>
              <a:t>, </a:t>
            </a:r>
            <a:r>
              <a:rPr lang="ko-KR" altLang="en-US" dirty="0" err="1"/>
              <a:t>텍스쳐</a:t>
            </a:r>
            <a:endParaRPr lang="ko-KR" altLang="en-US" dirty="0"/>
          </a:p>
        </p:txBody>
      </p:sp>
      <p:cxnSp>
        <p:nvCxnSpPr>
          <p:cNvPr id="35" name="직선 화살표 연결선 34"/>
          <p:cNvCxnSpPr>
            <a:endCxn id="3" idx="2"/>
          </p:cNvCxnSpPr>
          <p:nvPr/>
        </p:nvCxnSpPr>
        <p:spPr>
          <a:xfrm flipV="1">
            <a:off x="683568" y="3605221"/>
            <a:ext cx="0" cy="5932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endCxn id="18" idx="4"/>
          </p:cNvCxnSpPr>
          <p:nvPr/>
        </p:nvCxnSpPr>
        <p:spPr>
          <a:xfrm flipV="1">
            <a:off x="1511660" y="3914770"/>
            <a:ext cx="0" cy="2837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>
            <a:endCxn id="30" idx="2"/>
          </p:cNvCxnSpPr>
          <p:nvPr/>
        </p:nvCxnSpPr>
        <p:spPr>
          <a:xfrm flipV="1">
            <a:off x="5722976" y="3599821"/>
            <a:ext cx="0" cy="5932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/>
          <p:cNvCxnSpPr>
            <a:endCxn id="31" idx="4"/>
          </p:cNvCxnSpPr>
          <p:nvPr/>
        </p:nvCxnSpPr>
        <p:spPr>
          <a:xfrm flipV="1">
            <a:off x="7175142" y="3914770"/>
            <a:ext cx="0" cy="2783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>
            <a:endCxn id="32" idx="2"/>
          </p:cNvCxnSpPr>
          <p:nvPr/>
        </p:nvCxnSpPr>
        <p:spPr>
          <a:xfrm flipV="1">
            <a:off x="8100392" y="3587661"/>
            <a:ext cx="0" cy="610195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>
            <a:stCxn id="3" idx="3"/>
            <a:endCxn id="18" idx="2"/>
          </p:cNvCxnSpPr>
          <p:nvPr/>
        </p:nvCxnSpPr>
        <p:spPr>
          <a:xfrm flipV="1">
            <a:off x="971600" y="2667008"/>
            <a:ext cx="216024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/>
          <p:cNvCxnSpPr>
            <a:stCxn id="30" idx="3"/>
            <a:endCxn id="31" idx="2"/>
          </p:cNvCxnSpPr>
          <p:nvPr/>
        </p:nvCxnSpPr>
        <p:spPr>
          <a:xfrm flipV="1">
            <a:off x="6011008" y="2655907"/>
            <a:ext cx="840098" cy="57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/>
          <p:cNvCxnSpPr>
            <a:stCxn id="31" idx="6"/>
            <a:endCxn id="32" idx="1"/>
          </p:cNvCxnSpPr>
          <p:nvPr/>
        </p:nvCxnSpPr>
        <p:spPr>
          <a:xfrm flipV="1">
            <a:off x="7499178" y="2649449"/>
            <a:ext cx="313182" cy="64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/>
          <p:cNvSpPr/>
          <p:nvPr/>
        </p:nvSpPr>
        <p:spPr>
          <a:xfrm>
            <a:off x="6228184" y="2859782"/>
            <a:ext cx="360040" cy="1063302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dirty="0" err="1"/>
              <a:t>스트림출력</a:t>
            </a:r>
            <a:endParaRPr lang="ko-KR" altLang="en-US" sz="1200" dirty="0"/>
          </a:p>
        </p:txBody>
      </p:sp>
      <p:cxnSp>
        <p:nvCxnSpPr>
          <p:cNvPr id="116" name="꺾인 연결선 115"/>
          <p:cNvCxnSpPr>
            <a:stCxn id="30" idx="3"/>
            <a:endCxn id="112" idx="0"/>
          </p:cNvCxnSpPr>
          <p:nvPr/>
        </p:nvCxnSpPr>
        <p:spPr>
          <a:xfrm>
            <a:off x="6011008" y="2661609"/>
            <a:ext cx="397196" cy="198173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120"/>
          <p:cNvCxnSpPr>
            <a:stCxn id="112" idx="2"/>
          </p:cNvCxnSpPr>
          <p:nvPr/>
        </p:nvCxnSpPr>
        <p:spPr>
          <a:xfrm>
            <a:off x="6408204" y="3923084"/>
            <a:ext cx="0" cy="2883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hlinkClick r:id="rId3" action="ppaction://hlinksldjump"/>
          </p:cNvPr>
          <p:cNvSpPr/>
          <p:nvPr/>
        </p:nvSpPr>
        <p:spPr>
          <a:xfrm>
            <a:off x="2051720" y="1275606"/>
            <a:ext cx="3196555" cy="2814367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 err="1">
                <a:solidFill>
                  <a:schemeClr val="tx1"/>
                </a:solidFill>
              </a:rPr>
              <a:t>테셀레이션단계</a:t>
            </a:r>
            <a:r>
              <a:rPr lang="en-US" altLang="ko-KR" dirty="0">
                <a:solidFill>
                  <a:schemeClr val="tx1"/>
                </a:solidFill>
              </a:rPr>
              <a:t>: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생략하고 설명 후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보충한다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62" name="직선 화살표 연결선 61"/>
          <p:cNvCxnSpPr>
            <a:stCxn id="18" idx="6"/>
            <a:endCxn id="30" idx="1"/>
          </p:cNvCxnSpPr>
          <p:nvPr/>
        </p:nvCxnSpPr>
        <p:spPr>
          <a:xfrm flipV="1">
            <a:off x="1835696" y="2661609"/>
            <a:ext cx="3599248" cy="53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2170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dirty="0" err="1"/>
              <a:t>버텍스</a:t>
            </a:r>
            <a:r>
              <a:rPr lang="ko-KR" altLang="en-US" dirty="0"/>
              <a:t> </a:t>
            </a:r>
            <a:r>
              <a:rPr lang="ko-KR" altLang="en-US" dirty="0" err="1"/>
              <a:t>쉐이더</a:t>
            </a:r>
            <a:r>
              <a:rPr lang="ko-KR" altLang="en-US" dirty="0"/>
              <a:t> </a:t>
            </a:r>
            <a:r>
              <a:rPr lang="en-US" altLang="ko-KR" dirty="0"/>
              <a:t>#</a:t>
            </a:r>
            <a:r>
              <a:rPr lang="ko-KR" altLang="en-US" dirty="0"/>
              <a:t>공간변환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10835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/>
              <a:t>준비된 </a:t>
            </a:r>
            <a:r>
              <a:rPr lang="ko-KR" altLang="en-US" sz="2400" dirty="0" err="1"/>
              <a:t>버텍스를</a:t>
            </a:r>
            <a:r>
              <a:rPr lang="ko-KR" altLang="en-US" sz="2400" dirty="0"/>
              <a:t> </a:t>
            </a:r>
            <a:r>
              <a:rPr lang="en-US" altLang="ko-KR" sz="2400" dirty="0"/>
              <a:t>3D</a:t>
            </a:r>
            <a:r>
              <a:rPr lang="ko-KR" altLang="en-US" sz="2400" dirty="0"/>
              <a:t>공간상에 배치하고</a:t>
            </a:r>
            <a:r>
              <a:rPr lang="en-US" altLang="ko-KR" sz="2400" dirty="0"/>
              <a:t>, </a:t>
            </a:r>
            <a:br>
              <a:rPr lang="en-US" altLang="ko-KR" sz="2400" dirty="0"/>
            </a:br>
            <a:r>
              <a:rPr lang="ko-KR" altLang="en-US" sz="2400" dirty="0"/>
              <a:t>불필요한 부분을 제거하고 보여줄 준비를 함</a:t>
            </a:r>
            <a:r>
              <a:rPr lang="en-US" altLang="ko-KR" sz="2400" dirty="0"/>
              <a:t>.</a:t>
            </a:r>
          </a:p>
        </p:txBody>
      </p:sp>
      <p:sp>
        <p:nvSpPr>
          <p:cNvPr id="120" name="내용 개체 틀 2"/>
          <p:cNvSpPr txBox="1">
            <a:spLocks/>
          </p:cNvSpPr>
          <p:nvPr/>
        </p:nvSpPr>
        <p:spPr>
          <a:xfrm>
            <a:off x="537120" y="2067694"/>
            <a:ext cx="10515600" cy="475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dirty="0"/>
              <a:t>로컬스페이스</a:t>
            </a:r>
            <a:r>
              <a:rPr lang="en-US" altLang="ko-KR" sz="1800" dirty="0"/>
              <a:t>: </a:t>
            </a:r>
            <a:r>
              <a:rPr lang="ko-KR" altLang="en-US" sz="1800" dirty="0"/>
              <a:t>오브젝트를 기준으로 하는 위치</a:t>
            </a:r>
            <a:endParaRPr lang="en-US" altLang="ko-KR" sz="1800" dirty="0"/>
          </a:p>
          <a:p>
            <a:endParaRPr lang="en-US" altLang="ko-KR" dirty="0"/>
          </a:p>
        </p:txBody>
      </p:sp>
      <p:sp>
        <p:nvSpPr>
          <p:cNvPr id="121" name="내용 개체 틀 2"/>
          <p:cNvSpPr txBox="1">
            <a:spLocks/>
          </p:cNvSpPr>
          <p:nvPr/>
        </p:nvSpPr>
        <p:spPr>
          <a:xfrm>
            <a:off x="537120" y="2383856"/>
            <a:ext cx="10515600" cy="475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dirty="0"/>
              <a:t>월드스페이스</a:t>
            </a:r>
            <a:r>
              <a:rPr lang="en-US" altLang="ko-KR" sz="1800" dirty="0"/>
              <a:t>: 3</a:t>
            </a:r>
            <a:r>
              <a:rPr lang="ko-KR" altLang="en-US" sz="1800" dirty="0"/>
              <a:t>차원 공간 전체를 기준으로 하는 위치</a:t>
            </a:r>
            <a:endParaRPr lang="en-US" altLang="ko-KR" sz="1800" dirty="0"/>
          </a:p>
          <a:p>
            <a:endParaRPr lang="en-US" altLang="ko-KR" dirty="0"/>
          </a:p>
        </p:txBody>
      </p:sp>
      <p:sp>
        <p:nvSpPr>
          <p:cNvPr id="122" name="내용 개체 틀 2"/>
          <p:cNvSpPr txBox="1">
            <a:spLocks/>
          </p:cNvSpPr>
          <p:nvPr/>
        </p:nvSpPr>
        <p:spPr>
          <a:xfrm>
            <a:off x="537120" y="2715766"/>
            <a:ext cx="10515600" cy="475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dirty="0" err="1"/>
              <a:t>뷰스페이스</a:t>
            </a:r>
            <a:r>
              <a:rPr lang="en-US" altLang="ko-KR" sz="1800" dirty="0"/>
              <a:t>: </a:t>
            </a:r>
            <a:r>
              <a:rPr lang="ko-KR" altLang="en-US" sz="1800" dirty="0"/>
              <a:t>가상의 카메라를 </a:t>
            </a:r>
            <a:r>
              <a:rPr lang="ko-KR" altLang="en-US" sz="1800" dirty="0" err="1"/>
              <a:t>기준으로하는</a:t>
            </a:r>
            <a:r>
              <a:rPr lang="ko-KR" altLang="en-US" sz="1800" dirty="0"/>
              <a:t> 위치</a:t>
            </a:r>
            <a:endParaRPr lang="en-US" altLang="ko-KR" sz="1800" dirty="0"/>
          </a:p>
        </p:txBody>
      </p:sp>
      <p:grpSp>
        <p:nvGrpSpPr>
          <p:cNvPr id="124" name="그룹 123"/>
          <p:cNvGrpSpPr/>
          <p:nvPr/>
        </p:nvGrpSpPr>
        <p:grpSpPr>
          <a:xfrm>
            <a:off x="1641264" y="3042194"/>
            <a:ext cx="1315616" cy="1287768"/>
            <a:chOff x="2043404" y="4543865"/>
            <a:chExt cx="1315616" cy="1287768"/>
          </a:xfrm>
        </p:grpSpPr>
        <p:grpSp>
          <p:nvGrpSpPr>
            <p:cNvPr id="125" name="그룹 124"/>
            <p:cNvGrpSpPr/>
            <p:nvPr/>
          </p:nvGrpSpPr>
          <p:grpSpPr>
            <a:xfrm>
              <a:off x="2242293" y="4954484"/>
              <a:ext cx="609930" cy="589383"/>
              <a:chOff x="5760874" y="4990323"/>
              <a:chExt cx="946279" cy="914401"/>
            </a:xfrm>
          </p:grpSpPr>
          <p:sp>
            <p:nvSpPr>
              <p:cNvPr id="131" name="자유형 130"/>
              <p:cNvSpPr/>
              <p:nvPr/>
            </p:nvSpPr>
            <p:spPr>
              <a:xfrm rot="10800000" flipV="1">
                <a:off x="5770984" y="4990323"/>
                <a:ext cx="914400" cy="264367"/>
              </a:xfrm>
              <a:custGeom>
                <a:avLst/>
                <a:gdLst>
                  <a:gd name="connsiteX0" fmla="*/ 0 w 914400"/>
                  <a:gd name="connsiteY0" fmla="*/ 0 h 289249"/>
                  <a:gd name="connsiteX1" fmla="*/ 625151 w 914400"/>
                  <a:gd name="connsiteY1" fmla="*/ 0 h 289249"/>
                  <a:gd name="connsiteX2" fmla="*/ 914400 w 914400"/>
                  <a:gd name="connsiteY2" fmla="*/ 289249 h 289249"/>
                  <a:gd name="connsiteX3" fmla="*/ 279919 w 914400"/>
                  <a:gd name="connsiteY3" fmla="*/ 289249 h 289249"/>
                  <a:gd name="connsiteX4" fmla="*/ 0 w 914400"/>
                  <a:gd name="connsiteY4" fmla="*/ 0 h 289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4400" h="289249">
                    <a:moveTo>
                      <a:pt x="0" y="0"/>
                    </a:moveTo>
                    <a:lnTo>
                      <a:pt x="625151" y="0"/>
                    </a:lnTo>
                    <a:lnTo>
                      <a:pt x="914400" y="289249"/>
                    </a:lnTo>
                    <a:lnTo>
                      <a:pt x="279919" y="2892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2" name="자유형 131"/>
              <p:cNvSpPr/>
              <p:nvPr/>
            </p:nvSpPr>
            <p:spPr>
              <a:xfrm rot="5400000">
                <a:off x="6105329" y="5302899"/>
                <a:ext cx="914400" cy="289249"/>
              </a:xfrm>
              <a:custGeom>
                <a:avLst/>
                <a:gdLst>
                  <a:gd name="connsiteX0" fmla="*/ 0 w 914400"/>
                  <a:gd name="connsiteY0" fmla="*/ 0 h 289249"/>
                  <a:gd name="connsiteX1" fmla="*/ 625151 w 914400"/>
                  <a:gd name="connsiteY1" fmla="*/ 0 h 289249"/>
                  <a:gd name="connsiteX2" fmla="*/ 914400 w 914400"/>
                  <a:gd name="connsiteY2" fmla="*/ 289249 h 289249"/>
                  <a:gd name="connsiteX3" fmla="*/ 279919 w 914400"/>
                  <a:gd name="connsiteY3" fmla="*/ 289249 h 289249"/>
                  <a:gd name="connsiteX4" fmla="*/ 0 w 914400"/>
                  <a:gd name="connsiteY4" fmla="*/ 0 h 289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4400" h="289249">
                    <a:moveTo>
                      <a:pt x="0" y="0"/>
                    </a:moveTo>
                    <a:lnTo>
                      <a:pt x="625151" y="0"/>
                    </a:lnTo>
                    <a:lnTo>
                      <a:pt x="914400" y="289249"/>
                    </a:lnTo>
                    <a:lnTo>
                      <a:pt x="279919" y="2892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3" name="직사각형 132"/>
              <p:cNvSpPr/>
              <p:nvPr/>
            </p:nvSpPr>
            <p:spPr>
              <a:xfrm>
                <a:off x="5760874" y="5274909"/>
                <a:ext cx="650033" cy="62501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6" name="그룹 125"/>
            <p:cNvGrpSpPr/>
            <p:nvPr/>
          </p:nvGrpSpPr>
          <p:grpSpPr>
            <a:xfrm>
              <a:off x="2043404" y="4543865"/>
              <a:ext cx="1315616" cy="1287768"/>
              <a:chOff x="2043404" y="4543865"/>
              <a:chExt cx="1315616" cy="1287768"/>
            </a:xfrm>
          </p:grpSpPr>
          <p:cxnSp>
            <p:nvCxnSpPr>
              <p:cNvPr id="127" name="직선 화살표 연결선 126"/>
              <p:cNvCxnSpPr/>
              <p:nvPr/>
            </p:nvCxnSpPr>
            <p:spPr>
              <a:xfrm flipH="1">
                <a:off x="2043404" y="5327780"/>
                <a:ext cx="503853" cy="50385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8" name="그룹 127"/>
              <p:cNvGrpSpPr/>
              <p:nvPr/>
            </p:nvGrpSpPr>
            <p:grpSpPr>
              <a:xfrm>
                <a:off x="2547257" y="4543865"/>
                <a:ext cx="811763" cy="783915"/>
                <a:chOff x="2547257" y="4543865"/>
                <a:chExt cx="811763" cy="783915"/>
              </a:xfrm>
            </p:grpSpPr>
            <p:cxnSp>
              <p:nvCxnSpPr>
                <p:cNvPr id="129" name="직선 화살표 연결선 128"/>
                <p:cNvCxnSpPr/>
                <p:nvPr/>
              </p:nvCxnSpPr>
              <p:spPr>
                <a:xfrm flipV="1">
                  <a:off x="2547257" y="4543865"/>
                  <a:ext cx="0" cy="78391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직선 화살표 연결선 129"/>
                <p:cNvCxnSpPr/>
                <p:nvPr/>
              </p:nvCxnSpPr>
              <p:spPr>
                <a:xfrm>
                  <a:off x="2547257" y="5327780"/>
                  <a:ext cx="81176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34" name="그룹 133"/>
          <p:cNvGrpSpPr/>
          <p:nvPr/>
        </p:nvGrpSpPr>
        <p:grpSpPr>
          <a:xfrm>
            <a:off x="3313777" y="3022517"/>
            <a:ext cx="1315616" cy="1287768"/>
            <a:chOff x="3715917" y="4524188"/>
            <a:chExt cx="1315616" cy="1287768"/>
          </a:xfrm>
        </p:grpSpPr>
        <p:sp>
          <p:nvSpPr>
            <p:cNvPr id="135" name="타원 134"/>
            <p:cNvSpPr/>
            <p:nvPr/>
          </p:nvSpPr>
          <p:spPr>
            <a:xfrm>
              <a:off x="3938932" y="4979096"/>
              <a:ext cx="561674" cy="56167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6" name="그룹 135"/>
            <p:cNvGrpSpPr/>
            <p:nvPr/>
          </p:nvGrpSpPr>
          <p:grpSpPr>
            <a:xfrm>
              <a:off x="3715917" y="4524188"/>
              <a:ext cx="1315616" cy="1287768"/>
              <a:chOff x="3715917" y="4524188"/>
              <a:chExt cx="1315616" cy="1287768"/>
            </a:xfrm>
          </p:grpSpPr>
          <p:cxnSp>
            <p:nvCxnSpPr>
              <p:cNvPr id="137" name="직선 화살표 연결선 136"/>
              <p:cNvCxnSpPr/>
              <p:nvPr/>
            </p:nvCxnSpPr>
            <p:spPr>
              <a:xfrm flipV="1">
                <a:off x="4219770" y="4524188"/>
                <a:ext cx="0" cy="78391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화살표 연결선 137"/>
              <p:cNvCxnSpPr/>
              <p:nvPr/>
            </p:nvCxnSpPr>
            <p:spPr>
              <a:xfrm flipH="1">
                <a:off x="3715917" y="5308103"/>
                <a:ext cx="503853" cy="50385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화살표 연결선 138"/>
              <p:cNvCxnSpPr/>
              <p:nvPr/>
            </p:nvCxnSpPr>
            <p:spPr>
              <a:xfrm>
                <a:off x="4219770" y="5308103"/>
                <a:ext cx="81176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2071797" y="2845787"/>
            <a:ext cx="2026669" cy="1983770"/>
            <a:chOff x="3715917" y="4524188"/>
            <a:chExt cx="1315616" cy="1287768"/>
          </a:xfrm>
        </p:grpSpPr>
        <p:cxnSp>
          <p:nvCxnSpPr>
            <p:cNvPr id="141" name="직선 화살표 연결선 140"/>
            <p:cNvCxnSpPr/>
            <p:nvPr/>
          </p:nvCxnSpPr>
          <p:spPr>
            <a:xfrm flipV="1">
              <a:off x="4219770" y="4524188"/>
              <a:ext cx="0" cy="783915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직선 화살표 연결선 141"/>
            <p:cNvCxnSpPr/>
            <p:nvPr/>
          </p:nvCxnSpPr>
          <p:spPr>
            <a:xfrm flipH="1">
              <a:off x="3715917" y="5308103"/>
              <a:ext cx="503853" cy="503853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직선 화살표 연결선 142"/>
            <p:cNvCxnSpPr/>
            <p:nvPr/>
          </p:nvCxnSpPr>
          <p:spPr>
            <a:xfrm>
              <a:off x="4219770" y="5308103"/>
              <a:ext cx="811763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그룹 143"/>
          <p:cNvGrpSpPr/>
          <p:nvPr/>
        </p:nvGrpSpPr>
        <p:grpSpPr>
          <a:xfrm>
            <a:off x="1547664" y="2715766"/>
            <a:ext cx="2727170" cy="2367885"/>
            <a:chOff x="1949804" y="4217437"/>
            <a:chExt cx="2727170" cy="2367885"/>
          </a:xfrm>
        </p:grpSpPr>
        <p:grpSp>
          <p:nvGrpSpPr>
            <p:cNvPr id="145" name="그룹 144"/>
            <p:cNvGrpSpPr/>
            <p:nvPr/>
          </p:nvGrpSpPr>
          <p:grpSpPr>
            <a:xfrm rot="2700000">
              <a:off x="4057072" y="5965421"/>
              <a:ext cx="811763" cy="428040"/>
              <a:chOff x="6399392" y="4971117"/>
              <a:chExt cx="811763" cy="428040"/>
            </a:xfrm>
          </p:grpSpPr>
          <p:sp>
            <p:nvSpPr>
              <p:cNvPr id="148" name="직사각형 147"/>
              <p:cNvSpPr/>
              <p:nvPr/>
            </p:nvSpPr>
            <p:spPr>
              <a:xfrm>
                <a:off x="6587413" y="4974366"/>
                <a:ext cx="623742" cy="424791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9" name="이등변 삼각형 148"/>
              <p:cNvSpPr/>
              <p:nvPr/>
            </p:nvSpPr>
            <p:spPr>
              <a:xfrm rot="5400000">
                <a:off x="6359879" y="5010630"/>
                <a:ext cx="420691" cy="341665"/>
              </a:xfrm>
              <a:prstGeom prst="triangl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146" name="직선 화살표 연결선 145"/>
            <p:cNvCxnSpPr>
              <a:stCxn id="149" idx="2"/>
            </p:cNvCxnSpPr>
            <p:nvPr/>
          </p:nvCxnSpPr>
          <p:spPr>
            <a:xfrm flipH="1" flipV="1">
              <a:off x="3967843" y="4217437"/>
              <a:ext cx="359444" cy="15236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직선 화살표 연결선 146"/>
            <p:cNvCxnSpPr>
              <a:stCxn id="149" idx="4"/>
            </p:cNvCxnSpPr>
            <p:nvPr/>
          </p:nvCxnSpPr>
          <p:spPr>
            <a:xfrm flipH="1" flipV="1">
              <a:off x="1949804" y="5538747"/>
              <a:ext cx="2080010" cy="4998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0" name="자유형 149"/>
          <p:cNvSpPr/>
          <p:nvPr/>
        </p:nvSpPr>
        <p:spPr>
          <a:xfrm>
            <a:off x="1547958" y="2743758"/>
            <a:ext cx="2377189" cy="1793148"/>
          </a:xfrm>
          <a:custGeom>
            <a:avLst/>
            <a:gdLst>
              <a:gd name="connsiteX0" fmla="*/ 2034073 w 2388637"/>
              <a:gd name="connsiteY0" fmla="*/ 0 h 1791477"/>
              <a:gd name="connsiteX1" fmla="*/ 0 w 2388637"/>
              <a:gd name="connsiteY1" fmla="*/ 1306285 h 1791477"/>
              <a:gd name="connsiteX2" fmla="*/ 2052735 w 2388637"/>
              <a:gd name="connsiteY2" fmla="*/ 1791477 h 1791477"/>
              <a:gd name="connsiteX3" fmla="*/ 2388637 w 2388637"/>
              <a:gd name="connsiteY3" fmla="*/ 1483567 h 1791477"/>
              <a:gd name="connsiteX4" fmla="*/ 2034073 w 2388637"/>
              <a:gd name="connsiteY4" fmla="*/ 0 h 179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8637" h="1791477">
                <a:moveTo>
                  <a:pt x="2034073" y="0"/>
                </a:moveTo>
                <a:lnTo>
                  <a:pt x="0" y="1306285"/>
                </a:lnTo>
                <a:lnTo>
                  <a:pt x="2052735" y="1791477"/>
                </a:lnTo>
                <a:lnTo>
                  <a:pt x="2388637" y="1483567"/>
                </a:lnTo>
                <a:lnTo>
                  <a:pt x="2034073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51" name="직선 연결선 150"/>
          <p:cNvCxnSpPr>
            <a:stCxn id="150" idx="1"/>
            <a:endCxn id="150" idx="0"/>
          </p:cNvCxnSpPr>
          <p:nvPr/>
        </p:nvCxnSpPr>
        <p:spPr>
          <a:xfrm flipV="1">
            <a:off x="1547958" y="2743758"/>
            <a:ext cx="2024324" cy="13075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151"/>
          <p:cNvCxnSpPr>
            <a:endCxn id="157" idx="1"/>
          </p:cNvCxnSpPr>
          <p:nvPr/>
        </p:nvCxnSpPr>
        <p:spPr>
          <a:xfrm>
            <a:off x="2356865" y="3538013"/>
            <a:ext cx="3921602" cy="633972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자유형 152"/>
          <p:cNvSpPr/>
          <p:nvPr/>
        </p:nvSpPr>
        <p:spPr>
          <a:xfrm>
            <a:off x="6867816" y="3387035"/>
            <a:ext cx="207169" cy="345282"/>
          </a:xfrm>
          <a:custGeom>
            <a:avLst/>
            <a:gdLst>
              <a:gd name="connsiteX0" fmla="*/ 0 w 207169"/>
              <a:gd name="connsiteY0" fmla="*/ 0 h 345282"/>
              <a:gd name="connsiteX1" fmla="*/ 207169 w 207169"/>
              <a:gd name="connsiteY1" fmla="*/ 171450 h 345282"/>
              <a:gd name="connsiteX2" fmla="*/ 2382 w 207169"/>
              <a:gd name="connsiteY2" fmla="*/ 345282 h 345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7169" h="345282">
                <a:moveTo>
                  <a:pt x="0" y="0"/>
                </a:moveTo>
                <a:lnTo>
                  <a:pt x="207169" y="171450"/>
                </a:lnTo>
                <a:lnTo>
                  <a:pt x="2382" y="345282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4" name="그룹 153"/>
          <p:cNvGrpSpPr/>
          <p:nvPr/>
        </p:nvGrpSpPr>
        <p:grpSpPr>
          <a:xfrm>
            <a:off x="6220767" y="3576340"/>
            <a:ext cx="1774532" cy="1468893"/>
            <a:chOff x="6689327" y="4604896"/>
            <a:chExt cx="1774532" cy="1468893"/>
          </a:xfrm>
        </p:grpSpPr>
        <p:sp>
          <p:nvSpPr>
            <p:cNvPr id="155" name="TextBox 154"/>
            <p:cNvSpPr txBox="1"/>
            <p:nvPr/>
          </p:nvSpPr>
          <p:spPr>
            <a:xfrm>
              <a:off x="6689327" y="5827568"/>
              <a:ext cx="139531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 err="1"/>
                <a:t>뷰포트</a:t>
              </a:r>
              <a:endParaRPr lang="ko-KR" altLang="en-US" sz="1000" dirty="0"/>
            </a:p>
          </p:txBody>
        </p:sp>
        <p:grpSp>
          <p:nvGrpSpPr>
            <p:cNvPr id="156" name="그룹 155"/>
            <p:cNvGrpSpPr/>
            <p:nvPr/>
          </p:nvGrpSpPr>
          <p:grpSpPr>
            <a:xfrm>
              <a:off x="6747027" y="4604896"/>
              <a:ext cx="1716832" cy="1191289"/>
              <a:chOff x="6747027" y="4604896"/>
              <a:chExt cx="1716832" cy="1191289"/>
            </a:xfrm>
          </p:grpSpPr>
          <p:sp>
            <p:nvSpPr>
              <p:cNvPr id="157" name="직사각형 156"/>
              <p:cNvSpPr/>
              <p:nvPr/>
            </p:nvSpPr>
            <p:spPr>
              <a:xfrm>
                <a:off x="6747027" y="4604896"/>
                <a:ext cx="1716832" cy="119128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58" name="그룹 157"/>
              <p:cNvGrpSpPr/>
              <p:nvPr/>
            </p:nvGrpSpPr>
            <p:grpSpPr>
              <a:xfrm>
                <a:off x="7012039" y="4907542"/>
                <a:ext cx="1163990" cy="561674"/>
                <a:chOff x="9015363" y="4404184"/>
                <a:chExt cx="1163990" cy="561674"/>
              </a:xfrm>
            </p:grpSpPr>
            <p:sp>
              <p:nvSpPr>
                <p:cNvPr id="159" name="타원 158"/>
                <p:cNvSpPr/>
                <p:nvPr/>
              </p:nvSpPr>
              <p:spPr>
                <a:xfrm>
                  <a:off x="9617679" y="4404184"/>
                  <a:ext cx="561674" cy="561674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0" name="직사각형 159"/>
                <p:cNvSpPr/>
                <p:nvPr/>
              </p:nvSpPr>
              <p:spPr>
                <a:xfrm>
                  <a:off x="9015363" y="4522325"/>
                  <a:ext cx="382300" cy="38214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sp>
        <p:nvSpPr>
          <p:cNvPr id="123" name="내용 개체 틀 2"/>
          <p:cNvSpPr txBox="1">
            <a:spLocks/>
          </p:cNvSpPr>
          <p:nvPr/>
        </p:nvSpPr>
        <p:spPr>
          <a:xfrm>
            <a:off x="537120" y="3003798"/>
            <a:ext cx="10515600" cy="633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dirty="0" err="1"/>
              <a:t>뷰포트변환</a:t>
            </a:r>
            <a:r>
              <a:rPr lang="en-US" altLang="ko-KR" sz="1800" dirty="0"/>
              <a:t>: </a:t>
            </a:r>
            <a:r>
              <a:rPr lang="ko-KR" altLang="en-US" sz="1800" dirty="0"/>
              <a:t>뷰스페이스를 기준으로 화면을 추려내고</a:t>
            </a:r>
            <a:r>
              <a:rPr lang="en-US" altLang="ko-KR" sz="1800" dirty="0"/>
              <a:t>,</a:t>
            </a:r>
            <a:br>
              <a:rPr lang="en-US" altLang="ko-KR" sz="1800" dirty="0"/>
            </a:br>
            <a:r>
              <a:rPr lang="en-US" altLang="ko-KR" sz="1800" dirty="0"/>
              <a:t>                </a:t>
            </a:r>
            <a:r>
              <a:rPr lang="ko-KR" altLang="en-US" sz="1800" dirty="0"/>
              <a:t>조명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클리핑</a:t>
            </a:r>
            <a:r>
              <a:rPr lang="ko-KR" altLang="en-US" sz="1800" dirty="0"/>
              <a:t> 후 투영을 하여</a:t>
            </a:r>
            <a:r>
              <a:rPr lang="en-US" altLang="ko-KR" sz="1800" dirty="0"/>
              <a:t>,</a:t>
            </a:r>
            <a:r>
              <a:rPr lang="ko-KR" altLang="en-US" sz="1800" dirty="0"/>
              <a:t> </a:t>
            </a:r>
            <a:r>
              <a:rPr lang="ko-KR" altLang="en-US" sz="1800" dirty="0" err="1"/>
              <a:t>뷰포트에</a:t>
            </a:r>
            <a:r>
              <a:rPr lang="ko-KR" altLang="en-US" sz="1800" dirty="0"/>
              <a:t> 보여줄 준비를 마친다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1624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/>
      <p:bldP spid="121" grpId="0"/>
      <p:bldP spid="122" grpId="0"/>
      <p:bldP spid="150" grpId="0" animBg="1"/>
      <p:bldP spid="1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dirty="0" err="1"/>
              <a:t>레스터라이즈</a:t>
            </a:r>
            <a:r>
              <a:rPr lang="ko-KR" altLang="en-US" dirty="0"/>
              <a:t> </a:t>
            </a:r>
            <a:r>
              <a:rPr lang="en-US" altLang="ko-KR" dirty="0"/>
              <a:t>#</a:t>
            </a:r>
            <a:r>
              <a:rPr lang="ko-KR" altLang="en-US" dirty="0" err="1"/>
              <a:t>뷰포트변환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18036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/>
              <a:t>위 과정으로 추려낸 면을 기준으로 </a:t>
            </a:r>
            <a:r>
              <a:rPr lang="en-US" altLang="ko-KR" sz="2400" dirty="0"/>
              <a:t>2D</a:t>
            </a:r>
            <a:r>
              <a:rPr lang="ko-KR" altLang="en-US" sz="2400" dirty="0"/>
              <a:t>좌표로 변환한다</a:t>
            </a:r>
            <a:r>
              <a:rPr lang="en-US" altLang="ko-KR" sz="2400" dirty="0"/>
              <a:t>.</a:t>
            </a:r>
          </a:p>
        </p:txBody>
      </p:sp>
      <p:grpSp>
        <p:nvGrpSpPr>
          <p:cNvPr id="55" name="그룹 54"/>
          <p:cNvGrpSpPr/>
          <p:nvPr/>
        </p:nvGrpSpPr>
        <p:grpSpPr>
          <a:xfrm>
            <a:off x="3347864" y="1707654"/>
            <a:ext cx="5040325" cy="3126847"/>
            <a:chOff x="4113409" y="1587583"/>
            <a:chExt cx="5040325" cy="3126847"/>
          </a:xfrm>
        </p:grpSpPr>
        <p:grpSp>
          <p:nvGrpSpPr>
            <p:cNvPr id="56" name="그룹 55"/>
            <p:cNvGrpSpPr/>
            <p:nvPr/>
          </p:nvGrpSpPr>
          <p:grpSpPr>
            <a:xfrm>
              <a:off x="8341971" y="3052444"/>
              <a:ext cx="811763" cy="428040"/>
              <a:chOff x="6382204" y="4761567"/>
              <a:chExt cx="811763" cy="428040"/>
            </a:xfrm>
          </p:grpSpPr>
          <p:sp>
            <p:nvSpPr>
              <p:cNvPr id="59" name="직사각형 58"/>
              <p:cNvSpPr/>
              <p:nvPr/>
            </p:nvSpPr>
            <p:spPr>
              <a:xfrm>
                <a:off x="6570225" y="4764816"/>
                <a:ext cx="623742" cy="424791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이등변 삼각형 59"/>
              <p:cNvSpPr/>
              <p:nvPr/>
            </p:nvSpPr>
            <p:spPr>
              <a:xfrm rot="5400000">
                <a:off x="6342691" y="4801080"/>
                <a:ext cx="420691" cy="341665"/>
              </a:xfrm>
              <a:prstGeom prst="triangl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57" name="직선 화살표 연결선 56"/>
            <p:cNvCxnSpPr>
              <a:stCxn id="60" idx="2"/>
            </p:cNvCxnSpPr>
            <p:nvPr/>
          </p:nvCxnSpPr>
          <p:spPr>
            <a:xfrm flipH="1" flipV="1">
              <a:off x="4264800" y="1587583"/>
              <a:ext cx="4077171" cy="14648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/>
            <p:cNvCxnSpPr>
              <a:stCxn id="60" idx="4"/>
            </p:cNvCxnSpPr>
            <p:nvPr/>
          </p:nvCxnSpPr>
          <p:spPr>
            <a:xfrm flipH="1">
              <a:off x="4113409" y="3473135"/>
              <a:ext cx="4228562" cy="12412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자유형 51"/>
          <p:cNvSpPr/>
          <p:nvPr/>
        </p:nvSpPr>
        <p:spPr>
          <a:xfrm rot="5400000">
            <a:off x="5017235" y="3187959"/>
            <a:ext cx="1232278" cy="389801"/>
          </a:xfrm>
          <a:custGeom>
            <a:avLst/>
            <a:gdLst>
              <a:gd name="connsiteX0" fmla="*/ 0 w 914400"/>
              <a:gd name="connsiteY0" fmla="*/ 0 h 289249"/>
              <a:gd name="connsiteX1" fmla="*/ 625151 w 914400"/>
              <a:gd name="connsiteY1" fmla="*/ 0 h 289249"/>
              <a:gd name="connsiteX2" fmla="*/ 914400 w 914400"/>
              <a:gd name="connsiteY2" fmla="*/ 289249 h 289249"/>
              <a:gd name="connsiteX3" fmla="*/ 279919 w 914400"/>
              <a:gd name="connsiteY3" fmla="*/ 289249 h 289249"/>
              <a:gd name="connsiteX4" fmla="*/ 0 w 914400"/>
              <a:gd name="connsiteY4" fmla="*/ 0 h 28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89249">
                <a:moveTo>
                  <a:pt x="0" y="0"/>
                </a:moveTo>
                <a:lnTo>
                  <a:pt x="625151" y="0"/>
                </a:lnTo>
                <a:lnTo>
                  <a:pt x="914400" y="289249"/>
                </a:lnTo>
                <a:lnTo>
                  <a:pt x="279919" y="289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403837" y="4288987"/>
            <a:ext cx="302396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200"/>
              <a:t>카메라에서 보여지는 화면</a:t>
            </a:r>
            <a:endParaRPr lang="ko-KR" altLang="en-US" sz="1200" dirty="0"/>
          </a:p>
        </p:txBody>
      </p:sp>
      <p:grpSp>
        <p:nvGrpSpPr>
          <p:cNvPr id="62" name="그룹 61"/>
          <p:cNvGrpSpPr/>
          <p:nvPr/>
        </p:nvGrpSpPr>
        <p:grpSpPr>
          <a:xfrm>
            <a:off x="395536" y="2283718"/>
            <a:ext cx="2704220" cy="1876425"/>
            <a:chOff x="899592" y="2042630"/>
            <a:chExt cx="3720762" cy="2581791"/>
          </a:xfrm>
        </p:grpSpPr>
        <p:sp>
          <p:nvSpPr>
            <p:cNvPr id="63" name="직사각형 62"/>
            <p:cNvSpPr/>
            <p:nvPr/>
          </p:nvSpPr>
          <p:spPr>
            <a:xfrm>
              <a:off x="899592" y="2042630"/>
              <a:ext cx="3720762" cy="2581791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2320652" y="2919420"/>
              <a:ext cx="828530" cy="82819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타원 4"/>
          <p:cNvSpPr/>
          <p:nvPr/>
        </p:nvSpPr>
        <p:spPr>
          <a:xfrm>
            <a:off x="5413562" y="3126796"/>
            <a:ext cx="45719" cy="45719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65" name="타원 64"/>
          <p:cNvSpPr/>
          <p:nvPr/>
        </p:nvSpPr>
        <p:spPr>
          <a:xfrm>
            <a:off x="5805415" y="2757410"/>
            <a:ext cx="45719" cy="45719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66" name="타원 65"/>
          <p:cNvSpPr/>
          <p:nvPr/>
        </p:nvSpPr>
        <p:spPr>
          <a:xfrm>
            <a:off x="5416426" y="3976139"/>
            <a:ext cx="45719" cy="45719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67" name="타원 66"/>
          <p:cNvSpPr/>
          <p:nvPr/>
        </p:nvSpPr>
        <p:spPr>
          <a:xfrm>
            <a:off x="5807823" y="3583896"/>
            <a:ext cx="45719" cy="45719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68" name="타원 67"/>
          <p:cNvSpPr/>
          <p:nvPr/>
        </p:nvSpPr>
        <p:spPr>
          <a:xfrm>
            <a:off x="1405491" y="2898102"/>
            <a:ext cx="45719" cy="45719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69" name="타원 68"/>
          <p:cNvSpPr/>
          <p:nvPr/>
        </p:nvSpPr>
        <p:spPr>
          <a:xfrm>
            <a:off x="2007660" y="2904413"/>
            <a:ext cx="45719" cy="45719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70" name="타원 69"/>
          <p:cNvSpPr/>
          <p:nvPr/>
        </p:nvSpPr>
        <p:spPr>
          <a:xfrm>
            <a:off x="1405491" y="3500028"/>
            <a:ext cx="45719" cy="45719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71" name="타원 70"/>
          <p:cNvSpPr/>
          <p:nvPr/>
        </p:nvSpPr>
        <p:spPr>
          <a:xfrm>
            <a:off x="2005780" y="3500027"/>
            <a:ext cx="45719" cy="45719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cxnSp>
        <p:nvCxnSpPr>
          <p:cNvPr id="77" name="직선 화살표 연결선 76"/>
          <p:cNvCxnSpPr/>
          <p:nvPr/>
        </p:nvCxnSpPr>
        <p:spPr>
          <a:xfrm flipH="1">
            <a:off x="2053379" y="2766720"/>
            <a:ext cx="3752036" cy="154241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/>
          <p:cNvCxnSpPr>
            <a:stCxn id="5" idx="2"/>
          </p:cNvCxnSpPr>
          <p:nvPr/>
        </p:nvCxnSpPr>
        <p:spPr>
          <a:xfrm flipH="1" flipV="1">
            <a:off x="1451210" y="2927272"/>
            <a:ext cx="3962352" cy="222384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/>
          <p:cNvCxnSpPr>
            <a:stCxn id="52" idx="1"/>
          </p:cNvCxnSpPr>
          <p:nvPr/>
        </p:nvCxnSpPr>
        <p:spPr>
          <a:xfrm flipH="1" flipV="1">
            <a:off x="2053379" y="3522888"/>
            <a:ext cx="3774896" cy="8630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/>
          <p:cNvCxnSpPr>
            <a:stCxn id="66" idx="2"/>
          </p:cNvCxnSpPr>
          <p:nvPr/>
        </p:nvCxnSpPr>
        <p:spPr>
          <a:xfrm flipH="1" flipV="1">
            <a:off x="1451210" y="3522888"/>
            <a:ext cx="3965216" cy="476111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2054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5081154" y="49427"/>
            <a:ext cx="4071934" cy="3786190"/>
            <a:chOff x="5072066" y="0"/>
            <a:chExt cx="4071934" cy="3786190"/>
          </a:xfrm>
        </p:grpSpPr>
        <p:pic>
          <p:nvPicPr>
            <p:cNvPr id="15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248275" y="0"/>
              <a:ext cx="3895725" cy="3752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7" name="직사각형 16"/>
            <p:cNvSpPr/>
            <p:nvPr/>
          </p:nvSpPr>
          <p:spPr>
            <a:xfrm>
              <a:off x="5072066" y="0"/>
              <a:ext cx="4071934" cy="3786190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dirty="0"/>
              <a:t>픽셀 </a:t>
            </a:r>
            <a:r>
              <a:rPr lang="ko-KR" altLang="en-US" dirty="0" err="1"/>
              <a:t>쉐이더</a:t>
            </a:r>
            <a:r>
              <a:rPr lang="ko-KR" altLang="en-US" dirty="0"/>
              <a:t> </a:t>
            </a:r>
            <a:r>
              <a:rPr lang="en-US" altLang="ko-KR" dirty="0"/>
              <a:t>#</a:t>
            </a:r>
            <a:r>
              <a:rPr lang="ko-KR" altLang="en-US" dirty="0" err="1"/>
              <a:t>색상채우기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18036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 err="1"/>
              <a:t>뷰포트로</a:t>
            </a:r>
            <a:r>
              <a:rPr lang="ko-KR" altLang="en-US" sz="2400" dirty="0"/>
              <a:t> 변환된 </a:t>
            </a:r>
            <a:r>
              <a:rPr lang="ko-KR" altLang="en-US" sz="2400" dirty="0" err="1"/>
              <a:t>버텍스에</a:t>
            </a:r>
            <a:r>
              <a:rPr lang="ko-KR" altLang="en-US" sz="2400" dirty="0"/>
              <a:t> 색상</a:t>
            </a:r>
            <a:r>
              <a:rPr lang="en-US" altLang="ko-KR" sz="2400" dirty="0"/>
              <a:t> </a:t>
            </a:r>
            <a:r>
              <a:rPr lang="ko-KR" altLang="en-US" sz="2400" dirty="0"/>
              <a:t>및 </a:t>
            </a:r>
            <a:r>
              <a:rPr lang="ko-KR" altLang="en-US" sz="2400" dirty="0" err="1"/>
              <a:t>텍스쳐을</a:t>
            </a:r>
            <a:r>
              <a:rPr lang="ko-KR" altLang="en-US" sz="2400" dirty="0"/>
              <a:t> 적용한다</a:t>
            </a:r>
            <a:r>
              <a:rPr lang="en-US" altLang="ko-KR" sz="2400" dirty="0"/>
              <a:t>.</a:t>
            </a:r>
            <a:br>
              <a:rPr lang="en-US" altLang="ko-KR" sz="2400" dirty="0"/>
            </a:br>
            <a:r>
              <a:rPr lang="ko-KR" altLang="en-US" sz="2400" dirty="0"/>
              <a:t>이때</a:t>
            </a:r>
            <a:r>
              <a:rPr lang="en-US" altLang="ko-KR" sz="2400" dirty="0"/>
              <a:t>, </a:t>
            </a:r>
            <a:r>
              <a:rPr lang="ko-KR" altLang="en-US" sz="2400" dirty="0"/>
              <a:t>조명이 있다면 </a:t>
            </a:r>
            <a:r>
              <a:rPr lang="ko-KR" altLang="en-US" sz="2400" dirty="0" err="1"/>
              <a:t>조명값을</a:t>
            </a:r>
            <a:r>
              <a:rPr lang="ko-KR" altLang="en-US" sz="2400" dirty="0"/>
              <a:t> 계산하여 픽셀을 채운다</a:t>
            </a:r>
            <a:r>
              <a:rPr lang="en-US" altLang="ko-KR" sz="2400" dirty="0"/>
              <a:t>.</a:t>
            </a:r>
          </a:p>
        </p:txBody>
      </p:sp>
      <p:grpSp>
        <p:nvGrpSpPr>
          <p:cNvPr id="55" name="그룹 54"/>
          <p:cNvGrpSpPr/>
          <p:nvPr/>
        </p:nvGrpSpPr>
        <p:grpSpPr>
          <a:xfrm>
            <a:off x="3347864" y="1707654"/>
            <a:ext cx="5040325" cy="3126847"/>
            <a:chOff x="4113409" y="1587583"/>
            <a:chExt cx="5040325" cy="3126847"/>
          </a:xfrm>
        </p:grpSpPr>
        <p:grpSp>
          <p:nvGrpSpPr>
            <p:cNvPr id="56" name="그룹 55"/>
            <p:cNvGrpSpPr/>
            <p:nvPr/>
          </p:nvGrpSpPr>
          <p:grpSpPr>
            <a:xfrm>
              <a:off x="8341971" y="3052444"/>
              <a:ext cx="811763" cy="428040"/>
              <a:chOff x="6382204" y="4761567"/>
              <a:chExt cx="811763" cy="428040"/>
            </a:xfrm>
          </p:grpSpPr>
          <p:sp>
            <p:nvSpPr>
              <p:cNvPr id="59" name="직사각형 58"/>
              <p:cNvSpPr/>
              <p:nvPr/>
            </p:nvSpPr>
            <p:spPr>
              <a:xfrm>
                <a:off x="6570225" y="4764816"/>
                <a:ext cx="623742" cy="424791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이등변 삼각형 59"/>
              <p:cNvSpPr/>
              <p:nvPr/>
            </p:nvSpPr>
            <p:spPr>
              <a:xfrm rot="5400000">
                <a:off x="6342691" y="4801080"/>
                <a:ext cx="420691" cy="341665"/>
              </a:xfrm>
              <a:prstGeom prst="triangl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57" name="직선 화살표 연결선 56"/>
            <p:cNvCxnSpPr>
              <a:stCxn id="60" idx="2"/>
            </p:cNvCxnSpPr>
            <p:nvPr/>
          </p:nvCxnSpPr>
          <p:spPr>
            <a:xfrm flipH="1" flipV="1">
              <a:off x="4264800" y="1587583"/>
              <a:ext cx="4077171" cy="14648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/>
            <p:cNvCxnSpPr>
              <a:stCxn id="60" idx="4"/>
            </p:cNvCxnSpPr>
            <p:nvPr/>
          </p:nvCxnSpPr>
          <p:spPr>
            <a:xfrm flipH="1">
              <a:off x="4113409" y="3473135"/>
              <a:ext cx="4228562" cy="12412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자유형 51"/>
          <p:cNvSpPr/>
          <p:nvPr/>
        </p:nvSpPr>
        <p:spPr>
          <a:xfrm rot="5400000">
            <a:off x="5017235" y="3187959"/>
            <a:ext cx="1232278" cy="389801"/>
          </a:xfrm>
          <a:custGeom>
            <a:avLst/>
            <a:gdLst>
              <a:gd name="connsiteX0" fmla="*/ 0 w 914400"/>
              <a:gd name="connsiteY0" fmla="*/ 0 h 289249"/>
              <a:gd name="connsiteX1" fmla="*/ 625151 w 914400"/>
              <a:gd name="connsiteY1" fmla="*/ 0 h 289249"/>
              <a:gd name="connsiteX2" fmla="*/ 914400 w 914400"/>
              <a:gd name="connsiteY2" fmla="*/ 289249 h 289249"/>
              <a:gd name="connsiteX3" fmla="*/ 279919 w 914400"/>
              <a:gd name="connsiteY3" fmla="*/ 289249 h 289249"/>
              <a:gd name="connsiteX4" fmla="*/ 0 w 914400"/>
              <a:gd name="connsiteY4" fmla="*/ 0 h 28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89249">
                <a:moveTo>
                  <a:pt x="0" y="0"/>
                </a:moveTo>
                <a:lnTo>
                  <a:pt x="625151" y="0"/>
                </a:lnTo>
                <a:lnTo>
                  <a:pt x="914400" y="289249"/>
                </a:lnTo>
                <a:lnTo>
                  <a:pt x="279919" y="289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403837" y="4288987"/>
            <a:ext cx="302396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200" dirty="0"/>
              <a:t>카메라에서 보여지는 화면</a:t>
            </a:r>
          </a:p>
        </p:txBody>
      </p:sp>
      <p:grpSp>
        <p:nvGrpSpPr>
          <p:cNvPr id="62" name="그룹 61"/>
          <p:cNvGrpSpPr/>
          <p:nvPr/>
        </p:nvGrpSpPr>
        <p:grpSpPr>
          <a:xfrm>
            <a:off x="395536" y="2283718"/>
            <a:ext cx="2704220" cy="1876425"/>
            <a:chOff x="899592" y="2042631"/>
            <a:chExt cx="3720762" cy="2581792"/>
          </a:xfrm>
        </p:grpSpPr>
        <p:sp>
          <p:nvSpPr>
            <p:cNvPr id="63" name="직사각형 62"/>
            <p:cNvSpPr/>
            <p:nvPr/>
          </p:nvSpPr>
          <p:spPr>
            <a:xfrm>
              <a:off x="899592" y="2042631"/>
              <a:ext cx="3720762" cy="258179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2320652" y="2919420"/>
              <a:ext cx="828530" cy="82819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타원 4"/>
          <p:cNvSpPr/>
          <p:nvPr/>
        </p:nvSpPr>
        <p:spPr>
          <a:xfrm>
            <a:off x="5413562" y="3126796"/>
            <a:ext cx="45719" cy="45719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65" name="타원 64"/>
          <p:cNvSpPr/>
          <p:nvPr/>
        </p:nvSpPr>
        <p:spPr>
          <a:xfrm>
            <a:off x="5805415" y="2757410"/>
            <a:ext cx="45719" cy="45719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66" name="타원 65"/>
          <p:cNvSpPr/>
          <p:nvPr/>
        </p:nvSpPr>
        <p:spPr>
          <a:xfrm>
            <a:off x="5416426" y="3976139"/>
            <a:ext cx="45719" cy="45719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67" name="타원 66"/>
          <p:cNvSpPr/>
          <p:nvPr/>
        </p:nvSpPr>
        <p:spPr>
          <a:xfrm>
            <a:off x="5807823" y="3583896"/>
            <a:ext cx="45719" cy="45719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68" name="타원 67"/>
          <p:cNvSpPr/>
          <p:nvPr/>
        </p:nvSpPr>
        <p:spPr>
          <a:xfrm>
            <a:off x="1405491" y="2898102"/>
            <a:ext cx="45719" cy="45719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69" name="타원 68"/>
          <p:cNvSpPr/>
          <p:nvPr/>
        </p:nvSpPr>
        <p:spPr>
          <a:xfrm>
            <a:off x="2007660" y="2904413"/>
            <a:ext cx="45719" cy="45719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70" name="타원 69"/>
          <p:cNvSpPr/>
          <p:nvPr/>
        </p:nvSpPr>
        <p:spPr>
          <a:xfrm>
            <a:off x="1405491" y="3500028"/>
            <a:ext cx="45719" cy="45719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71" name="타원 70"/>
          <p:cNvSpPr/>
          <p:nvPr/>
        </p:nvSpPr>
        <p:spPr>
          <a:xfrm>
            <a:off x="2005780" y="3500027"/>
            <a:ext cx="45719" cy="45719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cxnSp>
        <p:nvCxnSpPr>
          <p:cNvPr id="77" name="직선 화살표 연결선 76"/>
          <p:cNvCxnSpPr/>
          <p:nvPr/>
        </p:nvCxnSpPr>
        <p:spPr>
          <a:xfrm flipH="1">
            <a:off x="2053379" y="2766720"/>
            <a:ext cx="3752036" cy="154241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/>
          <p:cNvCxnSpPr>
            <a:stCxn id="5" idx="2"/>
          </p:cNvCxnSpPr>
          <p:nvPr/>
        </p:nvCxnSpPr>
        <p:spPr>
          <a:xfrm flipH="1" flipV="1">
            <a:off x="1451210" y="2927272"/>
            <a:ext cx="3962352" cy="222384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/>
          <p:cNvCxnSpPr>
            <a:stCxn id="52" idx="1"/>
          </p:cNvCxnSpPr>
          <p:nvPr/>
        </p:nvCxnSpPr>
        <p:spPr>
          <a:xfrm flipH="1" flipV="1">
            <a:off x="2053379" y="3522888"/>
            <a:ext cx="3774896" cy="8630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/>
          <p:cNvCxnSpPr>
            <a:stCxn id="66" idx="2"/>
          </p:cNvCxnSpPr>
          <p:nvPr/>
        </p:nvCxnSpPr>
        <p:spPr>
          <a:xfrm flipH="1" flipV="1">
            <a:off x="1451210" y="3522888"/>
            <a:ext cx="3965216" cy="476111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1428351" y="2920962"/>
            <a:ext cx="602169" cy="601926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932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5072066" y="49427"/>
            <a:ext cx="4071934" cy="3786190"/>
            <a:chOff x="5072066" y="0"/>
            <a:chExt cx="4071934" cy="3786190"/>
          </a:xfrm>
        </p:grpSpPr>
        <p:pic>
          <p:nvPicPr>
            <p:cNvPr id="1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248275" y="0"/>
              <a:ext cx="3895725" cy="3752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7" name="직사각형 16"/>
            <p:cNvSpPr/>
            <p:nvPr/>
          </p:nvSpPr>
          <p:spPr>
            <a:xfrm>
              <a:off x="5072066" y="0"/>
              <a:ext cx="4071934" cy="3786190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그래픽스 파이프라인 과정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395536" y="1728796"/>
            <a:ext cx="576064" cy="1876425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ko-KR" altLang="en-US" dirty="0"/>
              <a:t>입력 </a:t>
            </a:r>
            <a:r>
              <a:rPr lang="ko-KR" altLang="en-US" dirty="0" err="1"/>
              <a:t>조립기</a:t>
            </a:r>
            <a:endParaRPr lang="ko-KR" altLang="en-US" dirty="0"/>
          </a:p>
        </p:txBody>
      </p:sp>
      <p:sp>
        <p:nvSpPr>
          <p:cNvPr id="18" name="타원 17"/>
          <p:cNvSpPr/>
          <p:nvPr/>
        </p:nvSpPr>
        <p:spPr>
          <a:xfrm>
            <a:off x="1187624" y="1419245"/>
            <a:ext cx="648072" cy="2495525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 err="1"/>
              <a:t>버텍스</a:t>
            </a:r>
            <a:r>
              <a:rPr lang="ko-KR" altLang="en-US" dirty="0"/>
              <a:t> </a:t>
            </a:r>
            <a:r>
              <a:rPr lang="ko-KR" altLang="en-US" dirty="0" err="1"/>
              <a:t>쉐이더</a:t>
            </a:r>
            <a:endParaRPr lang="ko-KR" altLang="en-US" dirty="0"/>
          </a:p>
        </p:txBody>
      </p:sp>
      <p:sp>
        <p:nvSpPr>
          <p:cNvPr id="26" name="타원 25"/>
          <p:cNvSpPr/>
          <p:nvPr/>
        </p:nvSpPr>
        <p:spPr>
          <a:xfrm>
            <a:off x="2049961" y="1423477"/>
            <a:ext cx="648072" cy="2491293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헐 </a:t>
            </a:r>
            <a:r>
              <a:rPr lang="ko-KR" altLang="en-US" dirty="0" err="1"/>
              <a:t>쉐이더</a:t>
            </a:r>
            <a:endParaRPr lang="ko-KR" altLang="en-US" dirty="0"/>
          </a:p>
        </p:txBody>
      </p:sp>
      <p:sp>
        <p:nvSpPr>
          <p:cNvPr id="27" name="타원 26"/>
          <p:cNvSpPr/>
          <p:nvPr/>
        </p:nvSpPr>
        <p:spPr>
          <a:xfrm>
            <a:off x="2886461" y="1397043"/>
            <a:ext cx="648072" cy="2517727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 err="1"/>
              <a:t>테셀세이션</a:t>
            </a:r>
            <a:endParaRPr lang="ko-KR" altLang="en-US" dirty="0"/>
          </a:p>
        </p:txBody>
      </p:sp>
      <p:sp>
        <p:nvSpPr>
          <p:cNvPr id="28" name="타원 27"/>
          <p:cNvSpPr/>
          <p:nvPr/>
        </p:nvSpPr>
        <p:spPr>
          <a:xfrm>
            <a:off x="3739705" y="1397042"/>
            <a:ext cx="648072" cy="2504815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도메인 </a:t>
            </a:r>
            <a:r>
              <a:rPr lang="ko-KR" altLang="en-US" dirty="0" err="1"/>
              <a:t>쉐이더</a:t>
            </a:r>
            <a:endParaRPr lang="ko-KR" altLang="en-US" dirty="0"/>
          </a:p>
        </p:txBody>
      </p:sp>
      <p:sp>
        <p:nvSpPr>
          <p:cNvPr id="29" name="타원 28"/>
          <p:cNvSpPr/>
          <p:nvPr/>
        </p:nvSpPr>
        <p:spPr>
          <a:xfrm>
            <a:off x="4586240" y="1397041"/>
            <a:ext cx="648072" cy="2517729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 err="1"/>
              <a:t>지오메트리</a:t>
            </a:r>
            <a:br>
              <a:rPr lang="en-US" altLang="ko-KR" dirty="0"/>
            </a:br>
            <a:r>
              <a:rPr lang="ko-KR" altLang="en-US" dirty="0"/>
              <a:t> </a:t>
            </a:r>
            <a:r>
              <a:rPr lang="ko-KR" altLang="en-US" dirty="0" err="1"/>
              <a:t>쉐이더</a:t>
            </a:r>
            <a:endParaRPr lang="ko-KR" altLang="en-US" dirty="0"/>
          </a:p>
        </p:txBody>
      </p:sp>
      <p:sp>
        <p:nvSpPr>
          <p:cNvPr id="30" name="직사각형 29"/>
          <p:cNvSpPr/>
          <p:nvPr/>
        </p:nvSpPr>
        <p:spPr>
          <a:xfrm>
            <a:off x="5434944" y="1723396"/>
            <a:ext cx="576064" cy="1876425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ko-KR" altLang="en-US" dirty="0" err="1"/>
              <a:t>레스터라이즈</a:t>
            </a:r>
            <a:endParaRPr lang="en-US" altLang="ko-KR" dirty="0"/>
          </a:p>
        </p:txBody>
      </p:sp>
      <p:sp>
        <p:nvSpPr>
          <p:cNvPr id="31" name="타원 30"/>
          <p:cNvSpPr/>
          <p:nvPr/>
        </p:nvSpPr>
        <p:spPr>
          <a:xfrm>
            <a:off x="6851106" y="1397043"/>
            <a:ext cx="648072" cy="2517727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픽셀 </a:t>
            </a:r>
            <a:r>
              <a:rPr lang="ko-KR" altLang="en-US" dirty="0" err="1"/>
              <a:t>쉐이더</a:t>
            </a:r>
            <a:endParaRPr lang="ko-KR" altLang="en-US" dirty="0"/>
          </a:p>
        </p:txBody>
      </p:sp>
      <p:sp>
        <p:nvSpPr>
          <p:cNvPr id="32" name="직사각형 31"/>
          <p:cNvSpPr/>
          <p:nvPr/>
        </p:nvSpPr>
        <p:spPr>
          <a:xfrm>
            <a:off x="7812360" y="1711236"/>
            <a:ext cx="576064" cy="1876425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ko-KR" altLang="en-US" dirty="0"/>
              <a:t>출력 </a:t>
            </a:r>
            <a:r>
              <a:rPr lang="ko-KR" altLang="en-US" dirty="0" err="1"/>
              <a:t>조립기</a:t>
            </a:r>
            <a:endParaRPr lang="ko-KR" alt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395536" y="4198495"/>
            <a:ext cx="8064896" cy="504056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/>
              <a:t>GPU </a:t>
            </a:r>
            <a:r>
              <a:rPr lang="ko-KR" altLang="en-US" dirty="0"/>
              <a:t>자원</a:t>
            </a:r>
            <a:r>
              <a:rPr lang="en-US" altLang="ko-KR" dirty="0"/>
              <a:t>: </a:t>
            </a:r>
            <a:r>
              <a:rPr lang="ko-KR" altLang="en-US" dirty="0"/>
              <a:t>버퍼</a:t>
            </a:r>
            <a:r>
              <a:rPr lang="en-US" altLang="ko-KR" dirty="0"/>
              <a:t>, </a:t>
            </a:r>
            <a:r>
              <a:rPr lang="ko-KR" altLang="en-US" dirty="0" err="1"/>
              <a:t>텍스쳐</a:t>
            </a:r>
            <a:endParaRPr lang="ko-KR" altLang="en-US" dirty="0"/>
          </a:p>
        </p:txBody>
      </p:sp>
      <p:cxnSp>
        <p:nvCxnSpPr>
          <p:cNvPr id="35" name="직선 화살표 연결선 34"/>
          <p:cNvCxnSpPr>
            <a:endCxn id="3" idx="2"/>
          </p:cNvCxnSpPr>
          <p:nvPr/>
        </p:nvCxnSpPr>
        <p:spPr>
          <a:xfrm flipV="1">
            <a:off x="683568" y="3605221"/>
            <a:ext cx="0" cy="5932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endCxn id="18" idx="4"/>
          </p:cNvCxnSpPr>
          <p:nvPr/>
        </p:nvCxnSpPr>
        <p:spPr>
          <a:xfrm flipV="1">
            <a:off x="1511660" y="3914770"/>
            <a:ext cx="0" cy="2837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>
            <a:endCxn id="26" idx="4"/>
          </p:cNvCxnSpPr>
          <p:nvPr/>
        </p:nvCxnSpPr>
        <p:spPr>
          <a:xfrm flipV="1">
            <a:off x="2373997" y="3914770"/>
            <a:ext cx="0" cy="2966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>
            <a:endCxn id="28" idx="4"/>
          </p:cNvCxnSpPr>
          <p:nvPr/>
        </p:nvCxnSpPr>
        <p:spPr>
          <a:xfrm flipV="1">
            <a:off x="4063741" y="3901857"/>
            <a:ext cx="0" cy="2966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>
            <a:endCxn id="29" idx="4"/>
          </p:cNvCxnSpPr>
          <p:nvPr/>
        </p:nvCxnSpPr>
        <p:spPr>
          <a:xfrm flipV="1">
            <a:off x="4910276" y="3914770"/>
            <a:ext cx="0" cy="2837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>
            <a:endCxn id="30" idx="2"/>
          </p:cNvCxnSpPr>
          <p:nvPr/>
        </p:nvCxnSpPr>
        <p:spPr>
          <a:xfrm flipV="1">
            <a:off x="5722976" y="3599821"/>
            <a:ext cx="0" cy="5932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/>
          <p:cNvCxnSpPr>
            <a:endCxn id="31" idx="4"/>
          </p:cNvCxnSpPr>
          <p:nvPr/>
        </p:nvCxnSpPr>
        <p:spPr>
          <a:xfrm flipV="1">
            <a:off x="7175142" y="3914770"/>
            <a:ext cx="0" cy="2783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>
            <a:endCxn id="32" idx="2"/>
          </p:cNvCxnSpPr>
          <p:nvPr/>
        </p:nvCxnSpPr>
        <p:spPr>
          <a:xfrm flipV="1">
            <a:off x="8100392" y="3587661"/>
            <a:ext cx="0" cy="610195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>
            <a:stCxn id="3" idx="3"/>
            <a:endCxn id="18" idx="2"/>
          </p:cNvCxnSpPr>
          <p:nvPr/>
        </p:nvCxnSpPr>
        <p:spPr>
          <a:xfrm flipV="1">
            <a:off x="971600" y="2667008"/>
            <a:ext cx="216024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>
            <a:stCxn id="18" idx="6"/>
            <a:endCxn id="26" idx="2"/>
          </p:cNvCxnSpPr>
          <p:nvPr/>
        </p:nvCxnSpPr>
        <p:spPr>
          <a:xfrm>
            <a:off x="1835696" y="2667008"/>
            <a:ext cx="214265" cy="21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>
            <a:stCxn id="26" idx="6"/>
            <a:endCxn id="27" idx="2"/>
          </p:cNvCxnSpPr>
          <p:nvPr/>
        </p:nvCxnSpPr>
        <p:spPr>
          <a:xfrm flipV="1">
            <a:off x="2698033" y="2655907"/>
            <a:ext cx="188428" cy="132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>
            <a:stCxn id="27" idx="6"/>
            <a:endCxn id="28" idx="2"/>
          </p:cNvCxnSpPr>
          <p:nvPr/>
        </p:nvCxnSpPr>
        <p:spPr>
          <a:xfrm flipV="1">
            <a:off x="3534533" y="2649450"/>
            <a:ext cx="205172" cy="645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/>
          <p:cNvCxnSpPr>
            <a:stCxn id="30" idx="3"/>
            <a:endCxn id="31" idx="2"/>
          </p:cNvCxnSpPr>
          <p:nvPr/>
        </p:nvCxnSpPr>
        <p:spPr>
          <a:xfrm flipV="1">
            <a:off x="6011008" y="2655907"/>
            <a:ext cx="840098" cy="57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/>
          <p:cNvCxnSpPr>
            <a:stCxn id="31" idx="6"/>
            <a:endCxn id="32" idx="1"/>
          </p:cNvCxnSpPr>
          <p:nvPr/>
        </p:nvCxnSpPr>
        <p:spPr>
          <a:xfrm flipV="1">
            <a:off x="7499178" y="2649449"/>
            <a:ext cx="313182" cy="64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/>
          <p:cNvSpPr/>
          <p:nvPr/>
        </p:nvSpPr>
        <p:spPr>
          <a:xfrm>
            <a:off x="6228184" y="2859782"/>
            <a:ext cx="360040" cy="1063302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dirty="0" err="1"/>
              <a:t>스트림출력</a:t>
            </a:r>
            <a:endParaRPr lang="ko-KR" altLang="en-US" sz="1200" dirty="0"/>
          </a:p>
        </p:txBody>
      </p:sp>
      <p:cxnSp>
        <p:nvCxnSpPr>
          <p:cNvPr id="116" name="꺾인 연결선 115"/>
          <p:cNvCxnSpPr>
            <a:stCxn id="30" idx="3"/>
            <a:endCxn id="112" idx="0"/>
          </p:cNvCxnSpPr>
          <p:nvPr/>
        </p:nvCxnSpPr>
        <p:spPr>
          <a:xfrm>
            <a:off x="6011008" y="2661609"/>
            <a:ext cx="397196" cy="198173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120"/>
          <p:cNvCxnSpPr>
            <a:stCxn id="112" idx="2"/>
          </p:cNvCxnSpPr>
          <p:nvPr/>
        </p:nvCxnSpPr>
        <p:spPr>
          <a:xfrm>
            <a:off x="6408204" y="3923084"/>
            <a:ext cx="0" cy="2883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2049960" y="1201296"/>
            <a:ext cx="2337817" cy="3010112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2800" dirty="0" err="1">
                <a:solidFill>
                  <a:schemeClr val="tx1"/>
                </a:solidFill>
              </a:rPr>
              <a:t>테셀레이션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ko-KR" altLang="en-US" sz="2800" dirty="0">
                <a:solidFill>
                  <a:schemeClr val="tx1"/>
                </a:solidFill>
              </a:rPr>
              <a:t>단계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586240" y="1235503"/>
            <a:ext cx="648072" cy="2848415"/>
          </a:xfrm>
          <a:prstGeom prst="rect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미사용</a:t>
            </a:r>
          </a:p>
        </p:txBody>
      </p:sp>
      <p:cxnSp>
        <p:nvCxnSpPr>
          <p:cNvPr id="68" name="직선 화살표 연결선 67"/>
          <p:cNvCxnSpPr>
            <a:stCxn id="28" idx="6"/>
            <a:endCxn id="30" idx="1"/>
          </p:cNvCxnSpPr>
          <p:nvPr/>
        </p:nvCxnSpPr>
        <p:spPr>
          <a:xfrm>
            <a:off x="4387777" y="2649450"/>
            <a:ext cx="1047167" cy="121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847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5081154" y="49427"/>
            <a:ext cx="4071934" cy="3786190"/>
            <a:chOff x="5072066" y="0"/>
            <a:chExt cx="4071934" cy="3786190"/>
          </a:xfrm>
        </p:grpSpPr>
        <p:pic>
          <p:nvPicPr>
            <p:cNvPr id="15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248275" y="0"/>
              <a:ext cx="3895725" cy="3752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7" name="직사각형 16"/>
            <p:cNvSpPr/>
            <p:nvPr/>
          </p:nvSpPr>
          <p:spPr>
            <a:xfrm>
              <a:off x="5072066" y="0"/>
              <a:ext cx="4071934" cy="3786190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dirty="0" err="1"/>
              <a:t>테셀레이션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18036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/>
              <a:t>모델링 파일에 적절한 명암이나 색상에 따라 </a:t>
            </a:r>
            <a:r>
              <a:rPr lang="ko-KR" altLang="en-US" sz="2400" dirty="0" err="1"/>
              <a:t>버텍스</a:t>
            </a:r>
            <a:r>
              <a:rPr lang="ko-KR" altLang="en-US" sz="2400" dirty="0"/>
              <a:t> 수를 </a:t>
            </a:r>
            <a:r>
              <a:rPr lang="en-US" altLang="ko-KR" sz="2400" dirty="0"/>
              <a:t>GPU</a:t>
            </a:r>
            <a:r>
              <a:rPr lang="ko-KR" altLang="en-US" sz="2400" dirty="0"/>
              <a:t>에서 연산하여 늘려주는 작업을 말한다</a:t>
            </a:r>
            <a:r>
              <a:rPr lang="en-US" altLang="ko-KR" sz="2400" dirty="0"/>
              <a:t>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211710"/>
            <a:ext cx="2781693" cy="2615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2211710"/>
            <a:ext cx="2520280" cy="2625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오른쪽 화살표 3"/>
          <p:cNvSpPr/>
          <p:nvPr/>
        </p:nvSpPr>
        <p:spPr>
          <a:xfrm>
            <a:off x="3347864" y="3003798"/>
            <a:ext cx="1296144" cy="1080120"/>
          </a:xfrm>
          <a:prstGeom prst="rightArrow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</p:spTree>
    <p:extLst>
      <p:ext uri="{BB962C8B-B14F-4D97-AF65-F5344CB8AC3E}">
        <p14:creationId xmlns:p14="http://schemas.microsoft.com/office/powerpoint/2010/main" val="1379212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5081154" y="49427"/>
            <a:ext cx="4071934" cy="3786190"/>
            <a:chOff x="5072066" y="0"/>
            <a:chExt cx="4071934" cy="3786190"/>
          </a:xfrm>
        </p:grpSpPr>
        <p:pic>
          <p:nvPicPr>
            <p:cNvPr id="15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248275" y="0"/>
              <a:ext cx="3895725" cy="3752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7" name="직사각형 16"/>
            <p:cNvSpPr/>
            <p:nvPr/>
          </p:nvSpPr>
          <p:spPr>
            <a:xfrm>
              <a:off x="5072066" y="0"/>
              <a:ext cx="4071934" cy="3786190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dirty="0" err="1"/>
              <a:t>버텍스쉐이더</a:t>
            </a:r>
            <a:r>
              <a:rPr lang="ko-KR" altLang="en-US" dirty="0"/>
              <a:t> </a:t>
            </a:r>
            <a:r>
              <a:rPr lang="en-US" altLang="ko-KR" dirty="0"/>
              <a:t>#</a:t>
            </a:r>
            <a:r>
              <a:rPr lang="ko-KR" altLang="en-US" dirty="0"/>
              <a:t>월드좌표변환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544" y="1203598"/>
            <a:ext cx="8229600" cy="11386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 err="1"/>
              <a:t>버텍스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쉐이더에</a:t>
            </a:r>
            <a:r>
              <a:rPr lang="ko-KR" altLang="en-US" sz="2400" dirty="0"/>
              <a:t> 삼각형을 월드좌표로 변환하고</a:t>
            </a:r>
            <a:r>
              <a:rPr lang="en-US" altLang="ko-KR" sz="2400" dirty="0"/>
              <a:t>,</a:t>
            </a:r>
          </a:p>
          <a:p>
            <a:pPr marL="0" indent="0">
              <a:buNone/>
            </a:pPr>
            <a:r>
              <a:rPr lang="ko-KR" altLang="en-US" sz="2400" dirty="0" err="1"/>
              <a:t>헐쉐이더의</a:t>
            </a:r>
            <a:r>
              <a:rPr lang="ko-KR" altLang="en-US" sz="2400" dirty="0"/>
              <a:t> 값을 넘긴다</a:t>
            </a:r>
            <a:r>
              <a:rPr lang="en-US" altLang="ko-KR" sz="2400" dirty="0"/>
              <a:t>.</a:t>
            </a:r>
          </a:p>
        </p:txBody>
      </p:sp>
      <p:grpSp>
        <p:nvGrpSpPr>
          <p:cNvPr id="84" name="그룹 83"/>
          <p:cNvGrpSpPr/>
          <p:nvPr/>
        </p:nvGrpSpPr>
        <p:grpSpPr>
          <a:xfrm>
            <a:off x="827584" y="2917836"/>
            <a:ext cx="1900563" cy="1094074"/>
            <a:chOff x="827584" y="2917836"/>
            <a:chExt cx="1900563" cy="1094074"/>
          </a:xfrm>
        </p:grpSpPr>
        <p:sp>
          <p:nvSpPr>
            <p:cNvPr id="33" name="이등변 삼각형 32"/>
            <p:cNvSpPr/>
            <p:nvPr/>
          </p:nvSpPr>
          <p:spPr>
            <a:xfrm>
              <a:off x="874380" y="2960110"/>
              <a:ext cx="1841228" cy="995590"/>
            </a:xfrm>
            <a:prstGeom prst="triangle">
              <a:avLst>
                <a:gd name="adj" fmla="val 26240"/>
              </a:avLst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  <p:cxnSp>
          <p:nvCxnSpPr>
            <p:cNvPr id="34" name="직선 연결선 33"/>
            <p:cNvCxnSpPr>
              <a:stCxn id="33" idx="2"/>
              <a:endCxn id="33" idx="4"/>
            </p:cNvCxnSpPr>
            <p:nvPr/>
          </p:nvCxnSpPr>
          <p:spPr>
            <a:xfrm>
              <a:off x="874380" y="3955700"/>
              <a:ext cx="1841228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/>
            <p:cNvCxnSpPr>
              <a:stCxn id="33" idx="4"/>
              <a:endCxn id="33" idx="0"/>
            </p:cNvCxnSpPr>
            <p:nvPr/>
          </p:nvCxnSpPr>
          <p:spPr>
            <a:xfrm flipH="1" flipV="1">
              <a:off x="1357518" y="2960110"/>
              <a:ext cx="1358090" cy="9955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/>
            <p:cNvCxnSpPr>
              <a:stCxn id="33" idx="0"/>
              <a:endCxn id="33" idx="2"/>
            </p:cNvCxnSpPr>
            <p:nvPr/>
          </p:nvCxnSpPr>
          <p:spPr>
            <a:xfrm flipH="1">
              <a:off x="874380" y="2960110"/>
              <a:ext cx="483138" cy="9955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타원 42"/>
            <p:cNvSpPr/>
            <p:nvPr/>
          </p:nvSpPr>
          <p:spPr>
            <a:xfrm>
              <a:off x="1315244" y="2917836"/>
              <a:ext cx="84547" cy="8454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44" name="타원 43"/>
            <p:cNvSpPr/>
            <p:nvPr/>
          </p:nvSpPr>
          <p:spPr>
            <a:xfrm>
              <a:off x="827584" y="3927363"/>
              <a:ext cx="84547" cy="8454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45" name="타원 44"/>
            <p:cNvSpPr/>
            <p:nvPr/>
          </p:nvSpPr>
          <p:spPr>
            <a:xfrm>
              <a:off x="2643600" y="3912186"/>
              <a:ext cx="84547" cy="8454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611560" y="2439678"/>
            <a:ext cx="2007223" cy="1748710"/>
            <a:chOff x="2043404" y="4543869"/>
            <a:chExt cx="1315616" cy="1146173"/>
          </a:xfrm>
        </p:grpSpPr>
        <p:cxnSp>
          <p:nvCxnSpPr>
            <p:cNvPr id="53" name="직선 화살표 연결선 52"/>
            <p:cNvCxnSpPr/>
            <p:nvPr/>
          </p:nvCxnSpPr>
          <p:spPr>
            <a:xfrm flipH="1">
              <a:off x="2043404" y="5327780"/>
              <a:ext cx="503853" cy="3622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그룹 53"/>
            <p:cNvGrpSpPr/>
            <p:nvPr/>
          </p:nvGrpSpPr>
          <p:grpSpPr>
            <a:xfrm>
              <a:off x="2547257" y="4543869"/>
              <a:ext cx="811763" cy="783915"/>
              <a:chOff x="2547257" y="4543869"/>
              <a:chExt cx="811763" cy="783915"/>
            </a:xfrm>
          </p:grpSpPr>
          <p:cxnSp>
            <p:nvCxnSpPr>
              <p:cNvPr id="55" name="직선 화살표 연결선 54"/>
              <p:cNvCxnSpPr/>
              <p:nvPr/>
            </p:nvCxnSpPr>
            <p:spPr>
              <a:xfrm flipV="1">
                <a:off x="2547257" y="4543869"/>
                <a:ext cx="0" cy="78391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화살표 연결선 55"/>
              <p:cNvCxnSpPr/>
              <p:nvPr/>
            </p:nvCxnSpPr>
            <p:spPr>
              <a:xfrm>
                <a:off x="2547257" y="5327780"/>
                <a:ext cx="81176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3" name="그룹 82"/>
          <p:cNvGrpSpPr/>
          <p:nvPr/>
        </p:nvGrpSpPr>
        <p:grpSpPr>
          <a:xfrm>
            <a:off x="3554945" y="2257738"/>
            <a:ext cx="1888024" cy="1094074"/>
            <a:chOff x="4115135" y="3107522"/>
            <a:chExt cx="1888024" cy="1094074"/>
          </a:xfrm>
        </p:grpSpPr>
        <p:sp>
          <p:nvSpPr>
            <p:cNvPr id="66" name="이등변 삼각형 65"/>
            <p:cNvSpPr/>
            <p:nvPr/>
          </p:nvSpPr>
          <p:spPr>
            <a:xfrm>
              <a:off x="4161931" y="3149796"/>
              <a:ext cx="1841228" cy="995590"/>
            </a:xfrm>
            <a:prstGeom prst="triangle">
              <a:avLst>
                <a:gd name="adj" fmla="val 26240"/>
              </a:avLst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  <p:cxnSp>
          <p:nvCxnSpPr>
            <p:cNvPr id="67" name="직선 연결선 66"/>
            <p:cNvCxnSpPr>
              <a:stCxn id="66" idx="2"/>
              <a:endCxn id="66" idx="4"/>
            </p:cNvCxnSpPr>
            <p:nvPr/>
          </p:nvCxnSpPr>
          <p:spPr>
            <a:xfrm>
              <a:off x="4161931" y="4145386"/>
              <a:ext cx="1841228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화살표 연결선 67"/>
            <p:cNvCxnSpPr>
              <a:stCxn id="66" idx="4"/>
              <a:endCxn id="66" idx="0"/>
            </p:cNvCxnSpPr>
            <p:nvPr/>
          </p:nvCxnSpPr>
          <p:spPr>
            <a:xfrm flipH="1" flipV="1">
              <a:off x="4645069" y="3149796"/>
              <a:ext cx="1358090" cy="9955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화살표 연결선 68"/>
            <p:cNvCxnSpPr>
              <a:stCxn id="66" idx="0"/>
              <a:endCxn id="66" idx="2"/>
            </p:cNvCxnSpPr>
            <p:nvPr/>
          </p:nvCxnSpPr>
          <p:spPr>
            <a:xfrm flipH="1">
              <a:off x="4161931" y="3149796"/>
              <a:ext cx="483138" cy="99559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타원 69"/>
            <p:cNvSpPr/>
            <p:nvPr/>
          </p:nvSpPr>
          <p:spPr>
            <a:xfrm>
              <a:off x="4602795" y="3107522"/>
              <a:ext cx="84547" cy="8454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71" name="타원 70"/>
            <p:cNvSpPr/>
            <p:nvPr/>
          </p:nvSpPr>
          <p:spPr>
            <a:xfrm>
              <a:off x="4115135" y="4117049"/>
              <a:ext cx="84547" cy="8454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</p:grpSp>
      <p:sp>
        <p:nvSpPr>
          <p:cNvPr id="72" name="타원 71"/>
          <p:cNvSpPr/>
          <p:nvPr/>
        </p:nvSpPr>
        <p:spPr>
          <a:xfrm>
            <a:off x="5375952" y="3229486"/>
            <a:ext cx="84547" cy="8454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grpSp>
        <p:nvGrpSpPr>
          <p:cNvPr id="73" name="그룹 72"/>
          <p:cNvGrpSpPr/>
          <p:nvPr/>
        </p:nvGrpSpPr>
        <p:grpSpPr>
          <a:xfrm>
            <a:off x="3368729" y="1754666"/>
            <a:ext cx="2007223" cy="1748710"/>
            <a:chOff x="2043404" y="4543869"/>
            <a:chExt cx="1315616" cy="1146173"/>
          </a:xfrm>
        </p:grpSpPr>
        <p:cxnSp>
          <p:nvCxnSpPr>
            <p:cNvPr id="74" name="직선 화살표 연결선 73"/>
            <p:cNvCxnSpPr/>
            <p:nvPr/>
          </p:nvCxnSpPr>
          <p:spPr>
            <a:xfrm flipH="1">
              <a:off x="2043404" y="5327780"/>
              <a:ext cx="503853" cy="3622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5" name="그룹 74"/>
            <p:cNvGrpSpPr/>
            <p:nvPr/>
          </p:nvGrpSpPr>
          <p:grpSpPr>
            <a:xfrm>
              <a:off x="2547257" y="4543869"/>
              <a:ext cx="811763" cy="783915"/>
              <a:chOff x="2547257" y="4543869"/>
              <a:chExt cx="811763" cy="783915"/>
            </a:xfrm>
          </p:grpSpPr>
          <p:cxnSp>
            <p:nvCxnSpPr>
              <p:cNvPr id="76" name="직선 화살표 연결선 75"/>
              <p:cNvCxnSpPr/>
              <p:nvPr/>
            </p:nvCxnSpPr>
            <p:spPr>
              <a:xfrm flipV="1">
                <a:off x="2547257" y="4543869"/>
                <a:ext cx="0" cy="78391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직선 화살표 연결선 76"/>
              <p:cNvCxnSpPr/>
              <p:nvPr/>
            </p:nvCxnSpPr>
            <p:spPr>
              <a:xfrm>
                <a:off x="2547257" y="5327780"/>
                <a:ext cx="81176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8" name="그룹 77"/>
          <p:cNvGrpSpPr/>
          <p:nvPr/>
        </p:nvGrpSpPr>
        <p:grpSpPr>
          <a:xfrm>
            <a:off x="2051720" y="1707654"/>
            <a:ext cx="3391249" cy="3319466"/>
            <a:chOff x="3715917" y="4524188"/>
            <a:chExt cx="1315616" cy="1287768"/>
          </a:xfrm>
        </p:grpSpPr>
        <p:cxnSp>
          <p:nvCxnSpPr>
            <p:cNvPr id="79" name="직선 화살표 연결선 78"/>
            <p:cNvCxnSpPr/>
            <p:nvPr/>
          </p:nvCxnSpPr>
          <p:spPr>
            <a:xfrm flipV="1">
              <a:off x="4219770" y="4524188"/>
              <a:ext cx="0" cy="783915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화살표 연결선 79"/>
            <p:cNvCxnSpPr/>
            <p:nvPr/>
          </p:nvCxnSpPr>
          <p:spPr>
            <a:xfrm flipH="1">
              <a:off x="3715917" y="5308103"/>
              <a:ext cx="503853" cy="503853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화살표 연결선 80"/>
            <p:cNvCxnSpPr/>
            <p:nvPr/>
          </p:nvCxnSpPr>
          <p:spPr>
            <a:xfrm>
              <a:off x="4219770" y="5308103"/>
              <a:ext cx="811763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88070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dirty="0"/>
              <a:t>헐 </a:t>
            </a:r>
            <a:r>
              <a:rPr lang="ko-KR" altLang="en-US" dirty="0" err="1"/>
              <a:t>쉐이더</a:t>
            </a:r>
            <a:r>
              <a:rPr lang="ko-KR" altLang="en-US" dirty="0"/>
              <a:t> </a:t>
            </a:r>
            <a:r>
              <a:rPr lang="en-US" altLang="ko-KR" dirty="0"/>
              <a:t>#</a:t>
            </a:r>
            <a:r>
              <a:rPr lang="ko-KR" altLang="en-US" dirty="0" err="1"/>
              <a:t>클리핑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5075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 err="1"/>
              <a:t>절두체에</a:t>
            </a:r>
            <a:r>
              <a:rPr lang="ko-KR" altLang="en-US" sz="2400" dirty="0"/>
              <a:t> 들어온 면에 </a:t>
            </a:r>
            <a:r>
              <a:rPr lang="ko-KR" altLang="en-US" sz="2400" dirty="0" err="1"/>
              <a:t>보이지않는</a:t>
            </a:r>
            <a:r>
              <a:rPr lang="ko-KR" altLang="en-US" sz="2400" dirty="0"/>
              <a:t> 면을 잘라내는 단계</a:t>
            </a:r>
            <a:endParaRPr lang="en-US" altLang="ko-KR" sz="2400" dirty="0"/>
          </a:p>
        </p:txBody>
      </p:sp>
      <p:sp>
        <p:nvSpPr>
          <p:cNvPr id="54" name="내용 개체 틀 2"/>
          <p:cNvSpPr txBox="1">
            <a:spLocks/>
          </p:cNvSpPr>
          <p:nvPr/>
        </p:nvSpPr>
        <p:spPr>
          <a:xfrm>
            <a:off x="537120" y="1707654"/>
            <a:ext cx="10515600" cy="407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dirty="0" err="1"/>
              <a:t>절두체</a:t>
            </a:r>
            <a:r>
              <a:rPr lang="en-US" altLang="ko-KR" sz="1800" dirty="0"/>
              <a:t>(</a:t>
            </a:r>
            <a:r>
              <a:rPr lang="en-US" altLang="ko-KR" sz="1800" dirty="0" err="1"/>
              <a:t>frustrum</a:t>
            </a:r>
            <a:r>
              <a:rPr lang="en-US" altLang="ko-KR" sz="1800" dirty="0"/>
              <a:t>): </a:t>
            </a:r>
            <a:r>
              <a:rPr lang="ko-KR" altLang="en-US" sz="1800" dirty="0"/>
              <a:t>카메라를 통해 월드공간상에 물체들이 보이는 공간</a:t>
            </a:r>
            <a:r>
              <a:rPr lang="en-US" altLang="ko-KR" sz="1800" dirty="0"/>
              <a:t>. </a:t>
            </a:r>
            <a:endParaRPr lang="en-US" altLang="ko-KR" dirty="0"/>
          </a:p>
        </p:txBody>
      </p:sp>
      <p:grpSp>
        <p:nvGrpSpPr>
          <p:cNvPr id="55" name="그룹 54"/>
          <p:cNvGrpSpPr/>
          <p:nvPr/>
        </p:nvGrpSpPr>
        <p:grpSpPr>
          <a:xfrm>
            <a:off x="1022970" y="2499742"/>
            <a:ext cx="2738814" cy="2499256"/>
            <a:chOff x="362962" y="3085027"/>
            <a:chExt cx="2943201" cy="2685766"/>
          </a:xfrm>
        </p:grpSpPr>
        <p:grpSp>
          <p:nvGrpSpPr>
            <p:cNvPr id="56" name="그룹 55"/>
            <p:cNvGrpSpPr/>
            <p:nvPr/>
          </p:nvGrpSpPr>
          <p:grpSpPr>
            <a:xfrm>
              <a:off x="362962" y="3171010"/>
              <a:ext cx="2930502" cy="2599783"/>
              <a:chOff x="1242002" y="3822476"/>
              <a:chExt cx="2930502" cy="2599783"/>
            </a:xfrm>
          </p:grpSpPr>
          <p:grpSp>
            <p:nvGrpSpPr>
              <p:cNvPr id="64" name="그룹 63"/>
              <p:cNvGrpSpPr/>
              <p:nvPr/>
            </p:nvGrpSpPr>
            <p:grpSpPr>
              <a:xfrm>
                <a:off x="1242002" y="3822476"/>
                <a:ext cx="2930502" cy="2599783"/>
                <a:chOff x="1461446" y="3597120"/>
                <a:chExt cx="4121639" cy="2599783"/>
              </a:xfrm>
            </p:grpSpPr>
            <p:cxnSp>
              <p:nvCxnSpPr>
                <p:cNvPr id="67" name="직선 연결선 66"/>
                <p:cNvCxnSpPr/>
                <p:nvPr/>
              </p:nvCxnSpPr>
              <p:spPr>
                <a:xfrm flipV="1">
                  <a:off x="2458599" y="3921829"/>
                  <a:ext cx="0" cy="19517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sysDash"/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8" name="그룹 67"/>
                <p:cNvGrpSpPr/>
                <p:nvPr/>
              </p:nvGrpSpPr>
              <p:grpSpPr>
                <a:xfrm>
                  <a:off x="1461446" y="3597120"/>
                  <a:ext cx="4121639" cy="2599783"/>
                  <a:chOff x="1461446" y="3597120"/>
                  <a:chExt cx="4121639" cy="2599783"/>
                </a:xfrm>
              </p:grpSpPr>
              <p:grpSp>
                <p:nvGrpSpPr>
                  <p:cNvPr id="69" name="그룹 68"/>
                  <p:cNvGrpSpPr/>
                  <p:nvPr/>
                </p:nvGrpSpPr>
                <p:grpSpPr>
                  <a:xfrm>
                    <a:off x="1461446" y="3597120"/>
                    <a:ext cx="4121639" cy="2599783"/>
                    <a:chOff x="4352224" y="1916870"/>
                    <a:chExt cx="4121639" cy="2599783"/>
                  </a:xfrm>
                </p:grpSpPr>
                <p:cxnSp>
                  <p:nvCxnSpPr>
                    <p:cNvPr id="71" name="직선 화살표 연결선 70"/>
                    <p:cNvCxnSpPr/>
                    <p:nvPr/>
                  </p:nvCxnSpPr>
                  <p:spPr>
                    <a:xfrm flipH="1" flipV="1">
                      <a:off x="4352224" y="1916870"/>
                      <a:ext cx="4121639" cy="1285838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" name="직선 화살표 연결선 71"/>
                    <p:cNvCxnSpPr/>
                    <p:nvPr/>
                  </p:nvCxnSpPr>
                  <p:spPr>
                    <a:xfrm flipH="1">
                      <a:off x="4352224" y="3202708"/>
                      <a:ext cx="4121639" cy="1313945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70" name="직선 연결선 69"/>
                  <p:cNvCxnSpPr/>
                  <p:nvPr/>
                </p:nvCxnSpPr>
                <p:spPr>
                  <a:xfrm flipV="1">
                    <a:off x="4257953" y="4475262"/>
                    <a:ext cx="0" cy="827433"/>
                  </a:xfrm>
                  <a:prstGeom prst="line">
                    <a:avLst/>
                  </a:prstGeom>
                  <a:ln w="12700">
                    <a:solidFill>
                      <a:srgbClr val="FF0000"/>
                    </a:solidFill>
                    <a:prstDash val="sysDash"/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5" name="타원 64"/>
              <p:cNvSpPr/>
              <p:nvPr/>
            </p:nvSpPr>
            <p:spPr>
              <a:xfrm>
                <a:off x="2551664" y="4683699"/>
                <a:ext cx="527572" cy="527572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직사각형 65"/>
              <p:cNvSpPr/>
              <p:nvPr/>
            </p:nvSpPr>
            <p:spPr>
              <a:xfrm>
                <a:off x="2024092" y="5270462"/>
                <a:ext cx="527572" cy="52735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57" name="직선 연결선 56"/>
            <p:cNvCxnSpPr/>
            <p:nvPr/>
          </p:nvCxnSpPr>
          <p:spPr>
            <a:xfrm flipV="1">
              <a:off x="3293464" y="3085027"/>
              <a:ext cx="0" cy="2599784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/>
            <p:cNvCxnSpPr/>
            <p:nvPr/>
          </p:nvCxnSpPr>
          <p:spPr>
            <a:xfrm flipH="1">
              <a:off x="2351290" y="4032233"/>
              <a:ext cx="942174" cy="1"/>
            </a:xfrm>
            <a:prstGeom prst="straightConnector1">
              <a:avLst/>
            </a:prstGeom>
            <a:ln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2542977" y="3806966"/>
              <a:ext cx="5588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/>
                <a:t>near</a:t>
              </a:r>
              <a:endParaRPr lang="ko-KR" altLang="en-US" sz="1000"/>
            </a:p>
          </p:txBody>
        </p:sp>
        <p:cxnSp>
          <p:nvCxnSpPr>
            <p:cNvPr id="60" name="직선 화살표 연결선 59"/>
            <p:cNvCxnSpPr/>
            <p:nvPr/>
          </p:nvCxnSpPr>
          <p:spPr>
            <a:xfrm flipH="1">
              <a:off x="1071942" y="3495719"/>
              <a:ext cx="2221522" cy="0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2071890" y="3229394"/>
              <a:ext cx="5588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/>
                <a:t>far</a:t>
              </a:r>
              <a:endParaRPr lang="ko-KR" altLang="en-US" sz="1000"/>
            </a:p>
          </p:txBody>
        </p:sp>
        <p:sp>
          <p:nvSpPr>
            <p:cNvPr id="62" name="이등변 삼각형 61"/>
            <p:cNvSpPr/>
            <p:nvPr/>
          </p:nvSpPr>
          <p:spPr>
            <a:xfrm rot="5400000">
              <a:off x="1213201" y="3354459"/>
              <a:ext cx="1951702" cy="223422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  <a:alpha val="5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27516" y="4777023"/>
              <a:ext cx="11191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frustum</a:t>
              </a:r>
              <a:endParaRPr lang="ko-KR" altLang="en-US" dirty="0"/>
            </a:p>
          </p:txBody>
        </p:sp>
      </p:grpSp>
      <p:grpSp>
        <p:nvGrpSpPr>
          <p:cNvPr id="49" name="그룹 48"/>
          <p:cNvGrpSpPr/>
          <p:nvPr/>
        </p:nvGrpSpPr>
        <p:grpSpPr>
          <a:xfrm>
            <a:off x="3563860" y="3586443"/>
            <a:ext cx="720108" cy="379710"/>
            <a:chOff x="6382204" y="4761567"/>
            <a:chExt cx="811763" cy="428040"/>
          </a:xfrm>
        </p:grpSpPr>
        <p:sp>
          <p:nvSpPr>
            <p:cNvPr id="52" name="직사각형 51"/>
            <p:cNvSpPr/>
            <p:nvPr/>
          </p:nvSpPr>
          <p:spPr>
            <a:xfrm>
              <a:off x="6570225" y="4764816"/>
              <a:ext cx="623742" cy="42479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이등변 삼각형 52"/>
            <p:cNvSpPr/>
            <p:nvPr/>
          </p:nvSpPr>
          <p:spPr>
            <a:xfrm rot="5400000">
              <a:off x="6342691" y="4801080"/>
              <a:ext cx="420691" cy="341665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8" name="그룹 77"/>
          <p:cNvGrpSpPr/>
          <p:nvPr/>
        </p:nvGrpSpPr>
        <p:grpSpPr>
          <a:xfrm>
            <a:off x="1867506" y="2731814"/>
            <a:ext cx="864096" cy="864096"/>
            <a:chOff x="1395842" y="2712896"/>
            <a:chExt cx="864096" cy="864096"/>
          </a:xfrm>
        </p:grpSpPr>
        <p:sp>
          <p:nvSpPr>
            <p:cNvPr id="7" name="이등변 삼각형 6"/>
            <p:cNvSpPr/>
            <p:nvPr/>
          </p:nvSpPr>
          <p:spPr>
            <a:xfrm>
              <a:off x="1431846" y="2748900"/>
              <a:ext cx="792088" cy="792088"/>
            </a:xfrm>
            <a:prstGeom prst="triangle">
              <a:avLst/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  <p:grpSp>
          <p:nvGrpSpPr>
            <p:cNvPr id="74" name="그룹 73"/>
            <p:cNvGrpSpPr/>
            <p:nvPr/>
          </p:nvGrpSpPr>
          <p:grpSpPr>
            <a:xfrm>
              <a:off x="1395842" y="2712896"/>
              <a:ext cx="864096" cy="864096"/>
              <a:chOff x="1395842" y="2712896"/>
              <a:chExt cx="864096" cy="864096"/>
            </a:xfrm>
          </p:grpSpPr>
          <p:cxnSp>
            <p:nvCxnSpPr>
              <p:cNvPr id="10" name="직선 화살표 연결선 9"/>
              <p:cNvCxnSpPr>
                <a:stCxn id="7" idx="0"/>
              </p:cNvCxnSpPr>
              <p:nvPr/>
            </p:nvCxnSpPr>
            <p:spPr>
              <a:xfrm>
                <a:off x="1827890" y="2748900"/>
                <a:ext cx="396044" cy="7920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/>
              <p:cNvCxnSpPr>
                <a:endCxn id="7" idx="0"/>
              </p:cNvCxnSpPr>
              <p:nvPr/>
            </p:nvCxnSpPr>
            <p:spPr>
              <a:xfrm flipV="1">
                <a:off x="1431846" y="2748900"/>
                <a:ext cx="396044" cy="792088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/>
              <p:cNvCxnSpPr>
                <a:stCxn id="7" idx="2"/>
                <a:endCxn id="7" idx="4"/>
              </p:cNvCxnSpPr>
              <p:nvPr/>
            </p:nvCxnSpPr>
            <p:spPr>
              <a:xfrm>
                <a:off x="1431846" y="3540988"/>
                <a:ext cx="792088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타원 29"/>
              <p:cNvSpPr/>
              <p:nvPr/>
            </p:nvSpPr>
            <p:spPr>
              <a:xfrm>
                <a:off x="1395842" y="3504984"/>
                <a:ext cx="72008" cy="72008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 err="1"/>
              </a:p>
            </p:txBody>
          </p:sp>
          <p:sp>
            <p:nvSpPr>
              <p:cNvPr id="31" name="타원 30"/>
              <p:cNvSpPr/>
              <p:nvPr/>
            </p:nvSpPr>
            <p:spPr>
              <a:xfrm>
                <a:off x="2187930" y="3498510"/>
                <a:ext cx="72008" cy="72008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 err="1"/>
              </a:p>
            </p:txBody>
          </p:sp>
          <p:sp>
            <p:nvSpPr>
              <p:cNvPr id="8" name="타원 7"/>
              <p:cNvSpPr/>
              <p:nvPr/>
            </p:nvSpPr>
            <p:spPr>
              <a:xfrm>
                <a:off x="1791886" y="2712896"/>
                <a:ext cx="72008" cy="72008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 err="1"/>
              </a:p>
            </p:txBody>
          </p:sp>
        </p:grpSp>
      </p:grpSp>
      <p:sp>
        <p:nvSpPr>
          <p:cNvPr id="46" name="자유형 45"/>
          <p:cNvSpPr/>
          <p:nvPr/>
        </p:nvSpPr>
        <p:spPr>
          <a:xfrm>
            <a:off x="2128389" y="2764383"/>
            <a:ext cx="414338" cy="471487"/>
          </a:xfrm>
          <a:custGeom>
            <a:avLst/>
            <a:gdLst>
              <a:gd name="connsiteX0" fmla="*/ 164307 w 414338"/>
              <a:gd name="connsiteY0" fmla="*/ 0 h 471487"/>
              <a:gd name="connsiteX1" fmla="*/ 0 w 414338"/>
              <a:gd name="connsiteY1" fmla="*/ 326231 h 471487"/>
              <a:gd name="connsiteX2" fmla="*/ 414338 w 414338"/>
              <a:gd name="connsiteY2" fmla="*/ 471487 h 471487"/>
              <a:gd name="connsiteX3" fmla="*/ 164307 w 414338"/>
              <a:gd name="connsiteY3" fmla="*/ 0 h 471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338" h="471487">
                <a:moveTo>
                  <a:pt x="164307" y="0"/>
                </a:moveTo>
                <a:lnTo>
                  <a:pt x="0" y="326231"/>
                </a:lnTo>
                <a:lnTo>
                  <a:pt x="414338" y="471487"/>
                </a:lnTo>
                <a:lnTo>
                  <a:pt x="164307" y="0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cxnSp>
        <p:nvCxnSpPr>
          <p:cNvPr id="25" name="직선 연결선 24"/>
          <p:cNvCxnSpPr>
            <a:stCxn id="32" idx="1"/>
          </p:cNvCxnSpPr>
          <p:nvPr/>
        </p:nvCxnSpPr>
        <p:spPr>
          <a:xfrm>
            <a:off x="2099017" y="3058022"/>
            <a:ext cx="469017" cy="177848"/>
          </a:xfrm>
          <a:prstGeom prst="line">
            <a:avLst/>
          </a:prstGeom>
          <a:ln w="127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그룹 76"/>
          <p:cNvGrpSpPr/>
          <p:nvPr/>
        </p:nvGrpSpPr>
        <p:grpSpPr>
          <a:xfrm>
            <a:off x="2088472" y="3047477"/>
            <a:ext cx="479562" cy="224397"/>
            <a:chOff x="1632069" y="3047477"/>
            <a:chExt cx="479562" cy="224397"/>
          </a:xfrm>
        </p:grpSpPr>
        <p:sp>
          <p:nvSpPr>
            <p:cNvPr id="33" name="타원 32"/>
            <p:cNvSpPr/>
            <p:nvPr/>
          </p:nvSpPr>
          <p:spPr>
            <a:xfrm>
              <a:off x="2039623" y="3199866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32" name="타원 31"/>
            <p:cNvSpPr/>
            <p:nvPr/>
          </p:nvSpPr>
          <p:spPr>
            <a:xfrm>
              <a:off x="1632069" y="3047477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</p:grpSp>
      <p:grpSp>
        <p:nvGrpSpPr>
          <p:cNvPr id="88" name="그룹 87"/>
          <p:cNvGrpSpPr/>
          <p:nvPr/>
        </p:nvGrpSpPr>
        <p:grpSpPr>
          <a:xfrm>
            <a:off x="5148065" y="2579754"/>
            <a:ext cx="3052840" cy="2118328"/>
            <a:chOff x="5148065" y="2579754"/>
            <a:chExt cx="3052840" cy="2118328"/>
          </a:xfrm>
        </p:grpSpPr>
        <p:sp>
          <p:nvSpPr>
            <p:cNvPr id="82" name="직사각형 81"/>
            <p:cNvSpPr/>
            <p:nvPr/>
          </p:nvSpPr>
          <p:spPr>
            <a:xfrm>
              <a:off x="5148065" y="2579754"/>
              <a:ext cx="3052840" cy="2118328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자유형 83"/>
            <p:cNvSpPr/>
            <p:nvPr/>
          </p:nvSpPr>
          <p:spPr>
            <a:xfrm>
              <a:off x="7397942" y="2942839"/>
              <a:ext cx="802963" cy="915660"/>
            </a:xfrm>
            <a:custGeom>
              <a:avLst/>
              <a:gdLst>
                <a:gd name="connsiteX0" fmla="*/ 868680 w 868680"/>
                <a:gd name="connsiteY0" fmla="*/ 236220 h 990600"/>
                <a:gd name="connsiteX1" fmla="*/ 441960 w 868680"/>
                <a:gd name="connsiteY1" fmla="*/ 0 h 990600"/>
                <a:gd name="connsiteX2" fmla="*/ 0 w 868680"/>
                <a:gd name="connsiteY2" fmla="*/ 990600 h 990600"/>
                <a:gd name="connsiteX3" fmla="*/ 861060 w 868680"/>
                <a:gd name="connsiteY3" fmla="*/ 701040 h 990600"/>
                <a:gd name="connsiteX4" fmla="*/ 868680 w 868680"/>
                <a:gd name="connsiteY4" fmla="*/ 236220 h 99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680" h="990600">
                  <a:moveTo>
                    <a:pt x="868680" y="236220"/>
                  </a:moveTo>
                  <a:lnTo>
                    <a:pt x="441960" y="0"/>
                  </a:lnTo>
                  <a:lnTo>
                    <a:pt x="0" y="990600"/>
                  </a:lnTo>
                  <a:lnTo>
                    <a:pt x="861060" y="701040"/>
                  </a:lnTo>
                  <a:lnTo>
                    <a:pt x="868680" y="23622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</p:grpSp>
      <p:sp>
        <p:nvSpPr>
          <p:cNvPr id="86" name="자유형 85"/>
          <p:cNvSpPr/>
          <p:nvPr/>
        </p:nvSpPr>
        <p:spPr>
          <a:xfrm>
            <a:off x="1668780" y="2863206"/>
            <a:ext cx="1211580" cy="1838334"/>
          </a:xfrm>
          <a:custGeom>
            <a:avLst/>
            <a:gdLst>
              <a:gd name="connsiteX0" fmla="*/ 0 w 1211580"/>
              <a:gd name="connsiteY0" fmla="*/ 0 h 1813560"/>
              <a:gd name="connsiteX1" fmla="*/ 15240 w 1211580"/>
              <a:gd name="connsiteY1" fmla="*/ 1813560 h 1813560"/>
              <a:gd name="connsiteX2" fmla="*/ 1203960 w 1211580"/>
              <a:gd name="connsiteY2" fmla="*/ 1287780 h 1813560"/>
              <a:gd name="connsiteX3" fmla="*/ 1211580 w 1211580"/>
              <a:gd name="connsiteY3" fmla="*/ 510540 h 1813560"/>
              <a:gd name="connsiteX4" fmla="*/ 0 w 1211580"/>
              <a:gd name="connsiteY4" fmla="*/ 0 h 1813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1580" h="1813560">
                <a:moveTo>
                  <a:pt x="0" y="0"/>
                </a:moveTo>
                <a:lnTo>
                  <a:pt x="15240" y="1813560"/>
                </a:lnTo>
                <a:lnTo>
                  <a:pt x="1203960" y="1287780"/>
                </a:lnTo>
                <a:lnTo>
                  <a:pt x="1211580" y="51054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87" name="오른쪽 화살표 86"/>
          <p:cNvSpPr/>
          <p:nvPr/>
        </p:nvSpPr>
        <p:spPr>
          <a:xfrm>
            <a:off x="2731602" y="3709364"/>
            <a:ext cx="2525761" cy="162741"/>
          </a:xfrm>
          <a:prstGeom prst="rightArrow">
            <a:avLst>
              <a:gd name="adj1" fmla="val 50000"/>
              <a:gd name="adj2" fmla="val 48503"/>
            </a:avLst>
          </a:prstGeom>
          <a:solidFill>
            <a:schemeClr val="tx1">
              <a:lumMod val="95000"/>
              <a:lumOff val="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</p:spTree>
    <p:extLst>
      <p:ext uri="{BB962C8B-B14F-4D97-AF65-F5344CB8AC3E}">
        <p14:creationId xmlns:p14="http://schemas.microsoft.com/office/powerpoint/2010/main" val="1155977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46" grpId="0" animBg="1"/>
      <p:bldP spid="86" grpId="0" animBg="1"/>
      <p:bldP spid="8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dirty="0"/>
              <a:t>헐 </a:t>
            </a:r>
            <a:r>
              <a:rPr lang="ko-KR" altLang="en-US" dirty="0" err="1"/>
              <a:t>쉐이더</a:t>
            </a:r>
            <a:r>
              <a:rPr lang="ko-KR" altLang="en-US" dirty="0"/>
              <a:t> </a:t>
            </a:r>
            <a:r>
              <a:rPr lang="en-US" altLang="ko-KR" dirty="0"/>
              <a:t>#</a:t>
            </a:r>
            <a:r>
              <a:rPr lang="ko-KR" altLang="en-US" dirty="0"/>
              <a:t>후면 </a:t>
            </a:r>
            <a:r>
              <a:rPr lang="ko-KR" altLang="en-US" dirty="0" err="1"/>
              <a:t>컬링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5075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/>
              <a:t>카메라에서 </a:t>
            </a:r>
            <a:r>
              <a:rPr lang="ko-KR" altLang="en-US" sz="2400" dirty="0" err="1"/>
              <a:t>보이지않는</a:t>
            </a:r>
            <a:r>
              <a:rPr lang="ko-KR" altLang="en-US" sz="2400" dirty="0"/>
              <a:t> 뒷면을 제거한다</a:t>
            </a:r>
            <a:r>
              <a:rPr lang="en-US" altLang="ko-KR" sz="2400" dirty="0"/>
              <a:t>.</a:t>
            </a:r>
          </a:p>
        </p:txBody>
      </p:sp>
      <p:sp>
        <p:nvSpPr>
          <p:cNvPr id="48" name="자유형 47"/>
          <p:cNvSpPr/>
          <p:nvPr/>
        </p:nvSpPr>
        <p:spPr>
          <a:xfrm rot="10800000" flipV="1">
            <a:off x="4566664" y="2766720"/>
            <a:ext cx="1232273" cy="356270"/>
          </a:xfrm>
          <a:custGeom>
            <a:avLst/>
            <a:gdLst>
              <a:gd name="connsiteX0" fmla="*/ 0 w 914400"/>
              <a:gd name="connsiteY0" fmla="*/ 0 h 289249"/>
              <a:gd name="connsiteX1" fmla="*/ 625151 w 914400"/>
              <a:gd name="connsiteY1" fmla="*/ 0 h 289249"/>
              <a:gd name="connsiteX2" fmla="*/ 914400 w 914400"/>
              <a:gd name="connsiteY2" fmla="*/ 289249 h 289249"/>
              <a:gd name="connsiteX3" fmla="*/ 279919 w 914400"/>
              <a:gd name="connsiteY3" fmla="*/ 289249 h 289249"/>
              <a:gd name="connsiteX4" fmla="*/ 0 w 914400"/>
              <a:gd name="connsiteY4" fmla="*/ 0 h 28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89249">
                <a:moveTo>
                  <a:pt x="0" y="0"/>
                </a:moveTo>
                <a:lnTo>
                  <a:pt x="625151" y="0"/>
                </a:lnTo>
                <a:lnTo>
                  <a:pt x="914400" y="289249"/>
                </a:lnTo>
                <a:lnTo>
                  <a:pt x="279919" y="289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자유형 49"/>
          <p:cNvSpPr/>
          <p:nvPr/>
        </p:nvSpPr>
        <p:spPr>
          <a:xfrm rot="5400000">
            <a:off x="5017235" y="3187959"/>
            <a:ext cx="1232278" cy="389801"/>
          </a:xfrm>
          <a:custGeom>
            <a:avLst/>
            <a:gdLst>
              <a:gd name="connsiteX0" fmla="*/ 0 w 914400"/>
              <a:gd name="connsiteY0" fmla="*/ 0 h 289249"/>
              <a:gd name="connsiteX1" fmla="*/ 625151 w 914400"/>
              <a:gd name="connsiteY1" fmla="*/ 0 h 289249"/>
              <a:gd name="connsiteX2" fmla="*/ 914400 w 914400"/>
              <a:gd name="connsiteY2" fmla="*/ 289249 h 289249"/>
              <a:gd name="connsiteX3" fmla="*/ 279919 w 914400"/>
              <a:gd name="connsiteY3" fmla="*/ 289249 h 289249"/>
              <a:gd name="connsiteX4" fmla="*/ 0 w 914400"/>
              <a:gd name="connsiteY4" fmla="*/ 0 h 28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89249">
                <a:moveTo>
                  <a:pt x="0" y="0"/>
                </a:moveTo>
                <a:lnTo>
                  <a:pt x="625151" y="0"/>
                </a:lnTo>
                <a:lnTo>
                  <a:pt x="914400" y="289249"/>
                </a:lnTo>
                <a:lnTo>
                  <a:pt x="279919" y="289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>
            <a:off x="4553039" y="3150238"/>
            <a:ext cx="864001" cy="84228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3" name="그룹 72"/>
          <p:cNvGrpSpPr/>
          <p:nvPr/>
        </p:nvGrpSpPr>
        <p:grpSpPr>
          <a:xfrm>
            <a:off x="3347864" y="1707654"/>
            <a:ext cx="5040325" cy="3126847"/>
            <a:chOff x="4113409" y="1587583"/>
            <a:chExt cx="5040325" cy="3126847"/>
          </a:xfrm>
        </p:grpSpPr>
        <p:grpSp>
          <p:nvGrpSpPr>
            <p:cNvPr id="75" name="그룹 74"/>
            <p:cNvGrpSpPr/>
            <p:nvPr/>
          </p:nvGrpSpPr>
          <p:grpSpPr>
            <a:xfrm>
              <a:off x="8341971" y="3052444"/>
              <a:ext cx="811763" cy="428040"/>
              <a:chOff x="6382204" y="4761567"/>
              <a:chExt cx="811763" cy="428040"/>
            </a:xfrm>
          </p:grpSpPr>
          <p:sp>
            <p:nvSpPr>
              <p:cNvPr id="80" name="직사각형 79"/>
              <p:cNvSpPr/>
              <p:nvPr/>
            </p:nvSpPr>
            <p:spPr>
              <a:xfrm>
                <a:off x="6570225" y="4764816"/>
                <a:ext cx="623742" cy="424791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1" name="이등변 삼각형 80"/>
              <p:cNvSpPr/>
              <p:nvPr/>
            </p:nvSpPr>
            <p:spPr>
              <a:xfrm rot="5400000">
                <a:off x="6342691" y="4801080"/>
                <a:ext cx="420691" cy="341665"/>
              </a:xfrm>
              <a:prstGeom prst="triangl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76" name="직선 화살표 연결선 75"/>
            <p:cNvCxnSpPr>
              <a:stCxn id="81" idx="2"/>
            </p:cNvCxnSpPr>
            <p:nvPr/>
          </p:nvCxnSpPr>
          <p:spPr>
            <a:xfrm flipH="1" flipV="1">
              <a:off x="4264800" y="1587583"/>
              <a:ext cx="4077171" cy="14648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화살표 연결선 78"/>
            <p:cNvCxnSpPr>
              <a:stCxn id="81" idx="4"/>
            </p:cNvCxnSpPr>
            <p:nvPr/>
          </p:nvCxnSpPr>
          <p:spPr>
            <a:xfrm flipH="1">
              <a:off x="4113409" y="3473135"/>
              <a:ext cx="4228562" cy="12412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TextBox 82"/>
          <p:cNvSpPr txBox="1"/>
          <p:nvPr/>
        </p:nvSpPr>
        <p:spPr>
          <a:xfrm>
            <a:off x="403837" y="4288987"/>
            <a:ext cx="302396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200"/>
              <a:t>카메라에서 보여지는 화면</a:t>
            </a:r>
            <a:endParaRPr lang="ko-KR" altLang="en-US" sz="1200" dirty="0"/>
          </a:p>
        </p:txBody>
      </p:sp>
      <p:grpSp>
        <p:nvGrpSpPr>
          <p:cNvPr id="4" name="그룹 3"/>
          <p:cNvGrpSpPr/>
          <p:nvPr/>
        </p:nvGrpSpPr>
        <p:grpSpPr>
          <a:xfrm>
            <a:off x="395536" y="2283718"/>
            <a:ext cx="2704220" cy="1876425"/>
            <a:chOff x="899592" y="2042630"/>
            <a:chExt cx="3720762" cy="2581791"/>
          </a:xfrm>
        </p:grpSpPr>
        <p:sp>
          <p:nvSpPr>
            <p:cNvPr id="85" name="직사각형 84"/>
            <p:cNvSpPr/>
            <p:nvPr/>
          </p:nvSpPr>
          <p:spPr>
            <a:xfrm>
              <a:off x="899592" y="2042630"/>
              <a:ext cx="3720762" cy="2581791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2320652" y="2919420"/>
              <a:ext cx="828530" cy="82819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12713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8" grpId="1" animBg="1"/>
      <p:bldP spid="50" grpId="0" animBg="1"/>
      <p:bldP spid="51" grpId="0" animBg="1"/>
      <p:bldP spid="51" grpId="1" animBg="1"/>
      <p:bldP spid="8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dirty="0" err="1"/>
              <a:t>헐쉐이더</a:t>
            </a:r>
            <a:r>
              <a:rPr lang="ko-KR" altLang="en-US" dirty="0"/>
              <a:t> </a:t>
            </a:r>
            <a:r>
              <a:rPr lang="en-US" altLang="ko-KR" dirty="0"/>
              <a:t>#</a:t>
            </a:r>
            <a:r>
              <a:rPr lang="ko-KR" altLang="en-US" dirty="0" err="1"/>
              <a:t>제어점</a:t>
            </a:r>
            <a:r>
              <a:rPr lang="ko-KR" altLang="en-US" dirty="0"/>
              <a:t> 추가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18036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 err="1"/>
              <a:t>버텍스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쉐이더를</a:t>
            </a:r>
            <a:r>
              <a:rPr lang="ko-KR" altLang="en-US" sz="2400" dirty="0"/>
              <a:t> 통해 처리된 삼각형에</a:t>
            </a:r>
            <a:r>
              <a:rPr lang="en-US" altLang="ko-KR" sz="2400" dirty="0"/>
              <a:t> </a:t>
            </a:r>
            <a:r>
              <a:rPr lang="ko-KR" altLang="en-US" sz="2400" dirty="0" err="1">
                <a:hlinkClick r:id="rId3" action="ppaction://hlinksldjump"/>
              </a:rPr>
              <a:t>클리핑</a:t>
            </a:r>
            <a:r>
              <a:rPr lang="ko-KR" altLang="en-US" sz="2400" dirty="0" err="1"/>
              <a:t>과</a:t>
            </a:r>
            <a:r>
              <a:rPr lang="ko-KR" altLang="en-US" sz="2400" dirty="0"/>
              <a:t> </a:t>
            </a:r>
            <a:r>
              <a:rPr lang="ko-KR" altLang="en-US" sz="2400" dirty="0" err="1">
                <a:hlinkClick r:id="rId4" action="ppaction://hlinksldjump"/>
              </a:rPr>
              <a:t>컬링</a:t>
            </a:r>
            <a:r>
              <a:rPr lang="ko-KR" altLang="en-US" sz="2400" dirty="0"/>
              <a:t> 수행하고</a:t>
            </a:r>
            <a:r>
              <a:rPr lang="en-US" altLang="ko-KR" sz="2400" dirty="0"/>
              <a:t>,</a:t>
            </a:r>
            <a:r>
              <a:rPr lang="ko-KR" altLang="en-US" sz="2400" dirty="0"/>
              <a:t> 남은 삼각형에 </a:t>
            </a:r>
            <a:r>
              <a:rPr lang="ko-KR" altLang="en-US" sz="2400" dirty="0" err="1">
                <a:solidFill>
                  <a:srgbClr val="FF0000"/>
                </a:solidFill>
              </a:rPr>
              <a:t>제어점</a:t>
            </a:r>
            <a:r>
              <a:rPr lang="ko-KR" altLang="en-US" sz="2400" dirty="0" err="1"/>
              <a:t>를</a:t>
            </a:r>
            <a:r>
              <a:rPr lang="ko-KR" altLang="en-US" sz="2400" dirty="0"/>
              <a:t> 추가하고 </a:t>
            </a:r>
            <a:r>
              <a:rPr lang="ko-KR" altLang="en-US" sz="2400" dirty="0" err="1"/>
              <a:t>도메인쉐이더로</a:t>
            </a:r>
            <a:r>
              <a:rPr lang="ko-KR" altLang="en-US" sz="2400" dirty="0"/>
              <a:t> 전달한다</a:t>
            </a:r>
            <a:r>
              <a:rPr lang="en-US" altLang="ko-KR" sz="2400" dirty="0"/>
              <a:t>.</a:t>
            </a:r>
            <a:r>
              <a:rPr lang="ko-KR" altLang="en-US" sz="2400" dirty="0"/>
              <a:t> </a:t>
            </a:r>
            <a:endParaRPr lang="en-US" altLang="ko-KR" sz="2400" dirty="0"/>
          </a:p>
        </p:txBody>
      </p:sp>
      <p:grpSp>
        <p:nvGrpSpPr>
          <p:cNvPr id="5" name="그룹 4"/>
          <p:cNvGrpSpPr/>
          <p:nvPr/>
        </p:nvGrpSpPr>
        <p:grpSpPr>
          <a:xfrm>
            <a:off x="1516665" y="2796673"/>
            <a:ext cx="2551279" cy="1431261"/>
            <a:chOff x="1276998" y="2160491"/>
            <a:chExt cx="2551279" cy="1431261"/>
          </a:xfrm>
        </p:grpSpPr>
        <p:sp>
          <p:nvSpPr>
            <p:cNvPr id="33" name="이등변 삼각형 32"/>
            <p:cNvSpPr/>
            <p:nvPr/>
          </p:nvSpPr>
          <p:spPr>
            <a:xfrm>
              <a:off x="1323794" y="2211710"/>
              <a:ext cx="2448272" cy="1323831"/>
            </a:xfrm>
            <a:prstGeom prst="triangle">
              <a:avLst>
                <a:gd name="adj" fmla="val 26240"/>
              </a:avLst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  <p:cxnSp>
          <p:nvCxnSpPr>
            <p:cNvPr id="34" name="직선 연결선 33"/>
            <p:cNvCxnSpPr>
              <a:stCxn id="33" idx="2"/>
              <a:endCxn id="33" idx="4"/>
            </p:cNvCxnSpPr>
            <p:nvPr/>
          </p:nvCxnSpPr>
          <p:spPr>
            <a:xfrm>
              <a:off x="1323794" y="3535541"/>
              <a:ext cx="2448272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/>
            <p:cNvCxnSpPr>
              <a:stCxn id="33" idx="4"/>
              <a:endCxn id="33" idx="0"/>
            </p:cNvCxnSpPr>
            <p:nvPr/>
          </p:nvCxnSpPr>
          <p:spPr>
            <a:xfrm flipH="1" flipV="1">
              <a:off x="1966221" y="2211710"/>
              <a:ext cx="1805845" cy="132383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/>
            <p:cNvCxnSpPr>
              <a:stCxn id="33" idx="0"/>
              <a:endCxn id="33" idx="2"/>
            </p:cNvCxnSpPr>
            <p:nvPr/>
          </p:nvCxnSpPr>
          <p:spPr>
            <a:xfrm flipH="1">
              <a:off x="1323794" y="2211710"/>
              <a:ext cx="642427" cy="132383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타원 42"/>
            <p:cNvSpPr/>
            <p:nvPr/>
          </p:nvSpPr>
          <p:spPr>
            <a:xfrm>
              <a:off x="1910010" y="2160491"/>
              <a:ext cx="112422" cy="11242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44" name="타원 43"/>
            <p:cNvSpPr/>
            <p:nvPr/>
          </p:nvSpPr>
          <p:spPr>
            <a:xfrm>
              <a:off x="1276998" y="3479330"/>
              <a:ext cx="112422" cy="11242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45" name="타원 44"/>
            <p:cNvSpPr/>
            <p:nvPr/>
          </p:nvSpPr>
          <p:spPr>
            <a:xfrm>
              <a:off x="3715855" y="3479330"/>
              <a:ext cx="112422" cy="11242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47" name="타원 46"/>
            <p:cNvSpPr/>
            <p:nvPr/>
          </p:nvSpPr>
          <p:spPr>
            <a:xfrm>
              <a:off x="2286296" y="3003798"/>
              <a:ext cx="112422" cy="11242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  <p:cxnSp>
          <p:nvCxnSpPr>
            <p:cNvPr id="6" name="직선 화살표 연결선 5"/>
            <p:cNvCxnSpPr>
              <a:stCxn id="44" idx="7"/>
              <a:endCxn id="47" idx="3"/>
            </p:cNvCxnSpPr>
            <p:nvPr/>
          </p:nvCxnSpPr>
          <p:spPr>
            <a:xfrm flipV="1">
              <a:off x="1372956" y="3099756"/>
              <a:ext cx="929804" cy="396038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/>
            <p:cNvCxnSpPr>
              <a:stCxn id="47" idx="1"/>
            </p:cNvCxnSpPr>
            <p:nvPr/>
          </p:nvCxnSpPr>
          <p:spPr>
            <a:xfrm flipH="1" flipV="1">
              <a:off x="1966221" y="2272913"/>
              <a:ext cx="336539" cy="747349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/>
            <p:cNvCxnSpPr>
              <a:stCxn id="47" idx="5"/>
              <a:endCxn id="45" idx="2"/>
            </p:cNvCxnSpPr>
            <p:nvPr/>
          </p:nvCxnSpPr>
          <p:spPr>
            <a:xfrm>
              <a:off x="2382254" y="3099756"/>
              <a:ext cx="1333601" cy="435785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4752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dirty="0" err="1"/>
              <a:t>도메인쉐이더</a:t>
            </a:r>
            <a:r>
              <a:rPr lang="ko-KR" altLang="en-US" dirty="0"/>
              <a:t> </a:t>
            </a:r>
            <a:r>
              <a:rPr lang="en-US" altLang="ko-KR" dirty="0"/>
              <a:t>#</a:t>
            </a:r>
            <a:r>
              <a:rPr lang="ko-KR" altLang="en-US" dirty="0"/>
              <a:t>가중치 추가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00150"/>
            <a:ext cx="8435280" cy="18036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 err="1"/>
              <a:t>헐쉐이더에서</a:t>
            </a:r>
            <a:r>
              <a:rPr lang="ko-KR" altLang="en-US" sz="2400" dirty="0"/>
              <a:t> 추가된 </a:t>
            </a:r>
            <a:r>
              <a:rPr lang="ko-KR" altLang="en-US" sz="2400" dirty="0" err="1">
                <a:solidFill>
                  <a:srgbClr val="FF0000"/>
                </a:solidFill>
              </a:rPr>
              <a:t>제어점</a:t>
            </a:r>
            <a:r>
              <a:rPr lang="ko-KR" altLang="en-US" sz="2400" dirty="0" err="1"/>
              <a:t>을</a:t>
            </a:r>
            <a:r>
              <a:rPr lang="ko-KR" altLang="en-US" sz="2400" dirty="0"/>
              <a:t> 가중치를 적용하여</a:t>
            </a:r>
            <a:r>
              <a:rPr lang="en-US" altLang="ko-KR" sz="2400" dirty="0"/>
              <a:t>, </a:t>
            </a:r>
            <a:r>
              <a:rPr lang="ko-KR" altLang="en-US" sz="2400" dirty="0"/>
              <a:t>위치변경</a:t>
            </a:r>
            <a:r>
              <a:rPr lang="en-US" altLang="ko-KR" sz="2400" dirty="0"/>
              <a:t>. </a:t>
            </a:r>
            <a:br>
              <a:rPr lang="en-US" altLang="ko-KR" sz="2400" dirty="0"/>
            </a:br>
            <a:r>
              <a:rPr lang="ko-KR" altLang="en-US" sz="2400" dirty="0" err="1"/>
              <a:t>텍스쳐</a:t>
            </a:r>
            <a:r>
              <a:rPr lang="en-US" altLang="ko-KR" sz="2400" dirty="0" err="1"/>
              <a:t>uv</a:t>
            </a:r>
            <a:r>
              <a:rPr lang="ko-KR" altLang="en-US" sz="2400" dirty="0"/>
              <a:t>와 색상을</a:t>
            </a:r>
            <a:r>
              <a:rPr lang="en-US" altLang="ko-KR" sz="2400" dirty="0"/>
              <a:t> </a:t>
            </a:r>
            <a:r>
              <a:rPr lang="ko-KR" altLang="en-US" sz="2400" dirty="0" err="1"/>
              <a:t>보간하여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제어점에</a:t>
            </a:r>
            <a:r>
              <a:rPr lang="ko-KR" altLang="en-US" sz="2400" dirty="0"/>
              <a:t> 추가한다</a:t>
            </a:r>
            <a:r>
              <a:rPr lang="en-US" altLang="ko-KR" sz="2400" dirty="0"/>
              <a:t>.</a:t>
            </a:r>
          </a:p>
        </p:txBody>
      </p:sp>
      <p:grpSp>
        <p:nvGrpSpPr>
          <p:cNvPr id="13" name="그룹 12"/>
          <p:cNvGrpSpPr/>
          <p:nvPr/>
        </p:nvGrpSpPr>
        <p:grpSpPr>
          <a:xfrm>
            <a:off x="1545738" y="2546288"/>
            <a:ext cx="2551279" cy="1431261"/>
            <a:chOff x="307242" y="3457240"/>
            <a:chExt cx="2551279" cy="1431261"/>
          </a:xfrm>
        </p:grpSpPr>
        <p:sp>
          <p:nvSpPr>
            <p:cNvPr id="35" name="이등변 삼각형 34"/>
            <p:cNvSpPr/>
            <p:nvPr/>
          </p:nvSpPr>
          <p:spPr>
            <a:xfrm>
              <a:off x="354038" y="3508459"/>
              <a:ext cx="2448272" cy="1323831"/>
            </a:xfrm>
            <a:prstGeom prst="triangle">
              <a:avLst>
                <a:gd name="adj" fmla="val 26240"/>
              </a:avLst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  <p:cxnSp>
          <p:nvCxnSpPr>
            <p:cNvPr id="36" name="직선 연결선 35"/>
            <p:cNvCxnSpPr>
              <a:stCxn id="35" idx="2"/>
              <a:endCxn id="35" idx="4"/>
            </p:cNvCxnSpPr>
            <p:nvPr/>
          </p:nvCxnSpPr>
          <p:spPr>
            <a:xfrm>
              <a:off x="354038" y="4832290"/>
              <a:ext cx="2448272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화살표 연결선 36"/>
            <p:cNvCxnSpPr>
              <a:stCxn id="35" idx="4"/>
              <a:endCxn id="35" idx="0"/>
            </p:cNvCxnSpPr>
            <p:nvPr/>
          </p:nvCxnSpPr>
          <p:spPr>
            <a:xfrm flipH="1" flipV="1">
              <a:off x="996465" y="3508459"/>
              <a:ext cx="1805845" cy="132383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/>
            <p:cNvCxnSpPr>
              <a:stCxn id="35" idx="0"/>
              <a:endCxn id="35" idx="2"/>
            </p:cNvCxnSpPr>
            <p:nvPr/>
          </p:nvCxnSpPr>
          <p:spPr>
            <a:xfrm flipH="1">
              <a:off x="354038" y="3508459"/>
              <a:ext cx="642427" cy="132383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타원 38"/>
            <p:cNvSpPr/>
            <p:nvPr/>
          </p:nvSpPr>
          <p:spPr>
            <a:xfrm>
              <a:off x="940254" y="3457240"/>
              <a:ext cx="112422" cy="11242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40" name="타원 39"/>
            <p:cNvSpPr/>
            <p:nvPr/>
          </p:nvSpPr>
          <p:spPr>
            <a:xfrm>
              <a:off x="307242" y="4776079"/>
              <a:ext cx="112422" cy="11242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41" name="타원 40"/>
            <p:cNvSpPr/>
            <p:nvPr/>
          </p:nvSpPr>
          <p:spPr>
            <a:xfrm>
              <a:off x="2746099" y="4776079"/>
              <a:ext cx="112422" cy="11242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42" name="타원 41"/>
            <p:cNvSpPr/>
            <p:nvPr/>
          </p:nvSpPr>
          <p:spPr>
            <a:xfrm>
              <a:off x="1316540" y="4300547"/>
              <a:ext cx="112422" cy="11242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  <p:cxnSp>
          <p:nvCxnSpPr>
            <p:cNvPr id="43" name="직선 화살표 연결선 42"/>
            <p:cNvCxnSpPr>
              <a:stCxn id="40" idx="7"/>
              <a:endCxn id="42" idx="3"/>
            </p:cNvCxnSpPr>
            <p:nvPr/>
          </p:nvCxnSpPr>
          <p:spPr>
            <a:xfrm flipV="1">
              <a:off x="403200" y="4396505"/>
              <a:ext cx="929804" cy="396038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/>
            <p:cNvCxnSpPr>
              <a:stCxn id="42" idx="1"/>
              <a:endCxn id="39" idx="4"/>
            </p:cNvCxnSpPr>
            <p:nvPr/>
          </p:nvCxnSpPr>
          <p:spPr>
            <a:xfrm flipH="1" flipV="1">
              <a:off x="996465" y="3569662"/>
              <a:ext cx="336539" cy="747349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/>
            <p:cNvCxnSpPr>
              <a:stCxn id="42" idx="5"/>
              <a:endCxn id="41" idx="2"/>
            </p:cNvCxnSpPr>
            <p:nvPr/>
          </p:nvCxnSpPr>
          <p:spPr>
            <a:xfrm>
              <a:off x="1412498" y="4396505"/>
              <a:ext cx="1333601" cy="435785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그룹 15"/>
          <p:cNvGrpSpPr/>
          <p:nvPr/>
        </p:nvGrpSpPr>
        <p:grpSpPr>
          <a:xfrm>
            <a:off x="1541030" y="2543791"/>
            <a:ext cx="2551279" cy="1431261"/>
            <a:chOff x="2076932" y="2531961"/>
            <a:chExt cx="2551279" cy="1431261"/>
          </a:xfrm>
        </p:grpSpPr>
        <p:sp>
          <p:nvSpPr>
            <p:cNvPr id="79" name="이등변 삼각형 78"/>
            <p:cNvSpPr/>
            <p:nvPr/>
          </p:nvSpPr>
          <p:spPr>
            <a:xfrm>
              <a:off x="2123728" y="2583180"/>
              <a:ext cx="2448272" cy="1323831"/>
            </a:xfrm>
            <a:prstGeom prst="triangle">
              <a:avLst>
                <a:gd name="adj" fmla="val 26240"/>
              </a:avLst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  <p:cxnSp>
          <p:nvCxnSpPr>
            <p:cNvPr id="80" name="직선 연결선 79"/>
            <p:cNvCxnSpPr>
              <a:stCxn id="79" idx="2"/>
              <a:endCxn id="79" idx="4"/>
            </p:cNvCxnSpPr>
            <p:nvPr/>
          </p:nvCxnSpPr>
          <p:spPr>
            <a:xfrm>
              <a:off x="2123728" y="3907011"/>
              <a:ext cx="2448272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화살표 연결선 80"/>
            <p:cNvCxnSpPr>
              <a:stCxn id="79" idx="4"/>
              <a:endCxn id="79" idx="0"/>
            </p:cNvCxnSpPr>
            <p:nvPr/>
          </p:nvCxnSpPr>
          <p:spPr>
            <a:xfrm flipH="1" flipV="1">
              <a:off x="2766155" y="2583180"/>
              <a:ext cx="1805845" cy="132383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화살표 연결선 81"/>
            <p:cNvCxnSpPr>
              <a:stCxn id="79" idx="0"/>
              <a:endCxn id="79" idx="2"/>
            </p:cNvCxnSpPr>
            <p:nvPr/>
          </p:nvCxnSpPr>
          <p:spPr>
            <a:xfrm flipH="1">
              <a:off x="2123728" y="2583180"/>
              <a:ext cx="642427" cy="132383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타원 82"/>
            <p:cNvSpPr/>
            <p:nvPr/>
          </p:nvSpPr>
          <p:spPr>
            <a:xfrm>
              <a:off x="2709944" y="2531961"/>
              <a:ext cx="112422" cy="11242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84" name="타원 83"/>
            <p:cNvSpPr/>
            <p:nvPr/>
          </p:nvSpPr>
          <p:spPr>
            <a:xfrm>
              <a:off x="2076932" y="3850800"/>
              <a:ext cx="112422" cy="11242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85" name="타원 84"/>
            <p:cNvSpPr/>
            <p:nvPr/>
          </p:nvSpPr>
          <p:spPr>
            <a:xfrm>
              <a:off x="4515789" y="3850800"/>
              <a:ext cx="112422" cy="11242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86" name="타원 85"/>
            <p:cNvSpPr/>
            <p:nvPr/>
          </p:nvSpPr>
          <p:spPr>
            <a:xfrm>
              <a:off x="2822002" y="3284302"/>
              <a:ext cx="112422" cy="11242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  <p:cxnSp>
          <p:nvCxnSpPr>
            <p:cNvPr id="87" name="직선 화살표 연결선 86"/>
            <p:cNvCxnSpPr>
              <a:stCxn id="84" idx="7"/>
              <a:endCxn id="86" idx="3"/>
            </p:cNvCxnSpPr>
            <p:nvPr/>
          </p:nvCxnSpPr>
          <p:spPr>
            <a:xfrm flipV="1">
              <a:off x="2172890" y="3380260"/>
              <a:ext cx="665576" cy="48700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화살표 연결선 87"/>
            <p:cNvCxnSpPr>
              <a:stCxn id="86" idx="0"/>
              <a:endCxn id="83" idx="4"/>
            </p:cNvCxnSpPr>
            <p:nvPr/>
          </p:nvCxnSpPr>
          <p:spPr>
            <a:xfrm flipH="1" flipV="1">
              <a:off x="2766155" y="2644383"/>
              <a:ext cx="112058" cy="639919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화살표 연결선 88"/>
            <p:cNvCxnSpPr>
              <a:stCxn id="86" idx="5"/>
              <a:endCxn id="85" idx="2"/>
            </p:cNvCxnSpPr>
            <p:nvPr/>
          </p:nvCxnSpPr>
          <p:spPr>
            <a:xfrm>
              <a:off x="2917960" y="3380260"/>
              <a:ext cx="1597829" cy="52675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67553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ko-KR" altLang="en-US" dirty="0" err="1"/>
              <a:t>도메인쉐이더</a:t>
            </a:r>
            <a:r>
              <a:rPr lang="ko-KR" altLang="en-US" dirty="0"/>
              <a:t> </a:t>
            </a:r>
            <a:r>
              <a:rPr lang="en-US" altLang="ko-KR" dirty="0"/>
              <a:t>#</a:t>
            </a:r>
            <a:r>
              <a:rPr lang="ko-KR" altLang="en-US" dirty="0" err="1"/>
              <a:t>뷰프로젝션</a:t>
            </a:r>
            <a:r>
              <a:rPr lang="ko-KR" altLang="en-US" dirty="0"/>
              <a:t> 변환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18036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 err="1"/>
              <a:t>테셀레이션단계를</a:t>
            </a:r>
            <a:r>
              <a:rPr lang="ko-KR" altLang="en-US" sz="2400" dirty="0"/>
              <a:t> 통해 확장된 </a:t>
            </a:r>
            <a:r>
              <a:rPr lang="ko-KR" altLang="en-US" sz="2400" dirty="0" err="1"/>
              <a:t>버텍스정보를</a:t>
            </a:r>
            <a:r>
              <a:rPr lang="ko-KR" altLang="en-US" sz="2400" dirty="0"/>
              <a:t> </a:t>
            </a:r>
            <a:r>
              <a:rPr lang="ko-KR" altLang="en-US" sz="2400" dirty="0" err="1"/>
              <a:t>뷰프로젝션</a:t>
            </a:r>
            <a:r>
              <a:rPr lang="ko-KR" altLang="en-US" sz="2400" dirty="0"/>
              <a:t> 변환하고 </a:t>
            </a:r>
            <a:r>
              <a:rPr lang="ko-KR" altLang="en-US" sz="2400" dirty="0" err="1">
                <a:hlinkClick r:id="rId2" action="ppaction://hlinksldjump"/>
              </a:rPr>
              <a:t>픽셀쉐이더</a:t>
            </a:r>
            <a:r>
              <a:rPr lang="ko-KR" altLang="en-US" sz="2400" dirty="0" err="1"/>
              <a:t>로</a:t>
            </a:r>
            <a:r>
              <a:rPr lang="ko-KR" altLang="en-US" sz="2400" dirty="0"/>
              <a:t> 전달</a:t>
            </a:r>
            <a:r>
              <a:rPr lang="en-US" altLang="ko-KR" sz="2400" dirty="0"/>
              <a:t>.</a:t>
            </a:r>
          </a:p>
        </p:txBody>
      </p:sp>
      <p:grpSp>
        <p:nvGrpSpPr>
          <p:cNvPr id="90" name="그룹 89"/>
          <p:cNvGrpSpPr/>
          <p:nvPr/>
        </p:nvGrpSpPr>
        <p:grpSpPr>
          <a:xfrm>
            <a:off x="718337" y="2139702"/>
            <a:ext cx="4076944" cy="2736304"/>
            <a:chOff x="5076790" y="1790499"/>
            <a:chExt cx="4076944" cy="2736304"/>
          </a:xfrm>
        </p:grpSpPr>
        <p:grpSp>
          <p:nvGrpSpPr>
            <p:cNvPr id="91" name="그룹 90"/>
            <p:cNvGrpSpPr/>
            <p:nvPr/>
          </p:nvGrpSpPr>
          <p:grpSpPr>
            <a:xfrm>
              <a:off x="8341971" y="3052444"/>
              <a:ext cx="811763" cy="428040"/>
              <a:chOff x="6382204" y="4761567"/>
              <a:chExt cx="811763" cy="428040"/>
            </a:xfrm>
          </p:grpSpPr>
          <p:sp>
            <p:nvSpPr>
              <p:cNvPr id="94" name="직사각형 93"/>
              <p:cNvSpPr/>
              <p:nvPr/>
            </p:nvSpPr>
            <p:spPr>
              <a:xfrm>
                <a:off x="6570225" y="4764816"/>
                <a:ext cx="623742" cy="424791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5" name="이등변 삼각형 94"/>
              <p:cNvSpPr/>
              <p:nvPr/>
            </p:nvSpPr>
            <p:spPr>
              <a:xfrm rot="5400000">
                <a:off x="6342691" y="4801080"/>
                <a:ext cx="420691" cy="341665"/>
              </a:xfrm>
              <a:prstGeom prst="triangl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92" name="직선 화살표 연결선 91"/>
            <p:cNvCxnSpPr>
              <a:stCxn id="95" idx="2"/>
            </p:cNvCxnSpPr>
            <p:nvPr/>
          </p:nvCxnSpPr>
          <p:spPr>
            <a:xfrm flipH="1" flipV="1">
              <a:off x="5076790" y="1790499"/>
              <a:ext cx="3265181" cy="12619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화살표 연결선 92"/>
            <p:cNvCxnSpPr>
              <a:stCxn id="95" idx="4"/>
            </p:cNvCxnSpPr>
            <p:nvPr/>
          </p:nvCxnSpPr>
          <p:spPr>
            <a:xfrm flipH="1">
              <a:off x="5116537" y="3473135"/>
              <a:ext cx="3225434" cy="10536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그룹 122"/>
          <p:cNvGrpSpPr/>
          <p:nvPr/>
        </p:nvGrpSpPr>
        <p:grpSpPr>
          <a:xfrm>
            <a:off x="5364088" y="2571750"/>
            <a:ext cx="2704220" cy="1876425"/>
            <a:chOff x="6156176" y="2739475"/>
            <a:chExt cx="2704220" cy="1876425"/>
          </a:xfrm>
        </p:grpSpPr>
        <p:sp>
          <p:nvSpPr>
            <p:cNvPr id="97" name="직사각형 96"/>
            <p:cNvSpPr/>
            <p:nvPr/>
          </p:nvSpPr>
          <p:spPr>
            <a:xfrm>
              <a:off x="6156176" y="2739475"/>
              <a:ext cx="2704220" cy="1876425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1" name="직선 연결선 100"/>
            <p:cNvCxnSpPr/>
            <p:nvPr/>
          </p:nvCxnSpPr>
          <p:spPr>
            <a:xfrm>
              <a:off x="6358045" y="4319730"/>
              <a:ext cx="2448272" cy="0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화살표 연결선 101"/>
            <p:cNvCxnSpPr/>
            <p:nvPr/>
          </p:nvCxnSpPr>
          <p:spPr>
            <a:xfrm flipH="1" flipV="1">
              <a:off x="7000472" y="2995899"/>
              <a:ext cx="1805845" cy="132383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직선 화살표 연결선 102"/>
            <p:cNvCxnSpPr/>
            <p:nvPr/>
          </p:nvCxnSpPr>
          <p:spPr>
            <a:xfrm flipH="1">
              <a:off x="6358045" y="2995899"/>
              <a:ext cx="642427" cy="132383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화살표 연결선 107"/>
            <p:cNvCxnSpPr/>
            <p:nvPr/>
          </p:nvCxnSpPr>
          <p:spPr>
            <a:xfrm flipV="1">
              <a:off x="6358045" y="3855835"/>
              <a:ext cx="978966" cy="463895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직선 화살표 연결선 108"/>
            <p:cNvCxnSpPr/>
            <p:nvPr/>
          </p:nvCxnSpPr>
          <p:spPr>
            <a:xfrm flipH="1" flipV="1">
              <a:off x="7000472" y="2995899"/>
              <a:ext cx="336540" cy="859935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화살표 연결선 109"/>
            <p:cNvCxnSpPr/>
            <p:nvPr/>
          </p:nvCxnSpPr>
          <p:spPr>
            <a:xfrm>
              <a:off x="7337011" y="3855834"/>
              <a:ext cx="1469306" cy="463896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124"/>
          <p:cNvSpPr txBox="1"/>
          <p:nvPr/>
        </p:nvSpPr>
        <p:spPr>
          <a:xfrm>
            <a:off x="4150034" y="3904384"/>
            <a:ext cx="503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뷰</a:t>
            </a:r>
            <a:endParaRPr lang="ko-KR" altLang="en-US" sz="1000" dirty="0"/>
          </a:p>
        </p:txBody>
      </p:sp>
      <p:sp>
        <p:nvSpPr>
          <p:cNvPr id="126" name="TextBox 125"/>
          <p:cNvSpPr txBox="1"/>
          <p:nvPr/>
        </p:nvSpPr>
        <p:spPr>
          <a:xfrm>
            <a:off x="5363570" y="4515966"/>
            <a:ext cx="6918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프로젝션</a:t>
            </a:r>
            <a:endParaRPr lang="ko-KR" altLang="en-US" sz="1000" dirty="0"/>
          </a:p>
        </p:txBody>
      </p:sp>
      <p:grpSp>
        <p:nvGrpSpPr>
          <p:cNvPr id="35" name="그룹 34"/>
          <p:cNvGrpSpPr/>
          <p:nvPr/>
        </p:nvGrpSpPr>
        <p:grpSpPr>
          <a:xfrm>
            <a:off x="628692" y="2544307"/>
            <a:ext cx="2551279" cy="1431261"/>
            <a:chOff x="2076932" y="2531961"/>
            <a:chExt cx="2551279" cy="1431261"/>
          </a:xfrm>
        </p:grpSpPr>
        <p:sp>
          <p:nvSpPr>
            <p:cNvPr id="36" name="이등변 삼각형 35"/>
            <p:cNvSpPr/>
            <p:nvPr/>
          </p:nvSpPr>
          <p:spPr>
            <a:xfrm>
              <a:off x="2123728" y="2583180"/>
              <a:ext cx="2448272" cy="1323831"/>
            </a:xfrm>
            <a:prstGeom prst="triangle">
              <a:avLst>
                <a:gd name="adj" fmla="val 26240"/>
              </a:avLst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  <p:cxnSp>
          <p:nvCxnSpPr>
            <p:cNvPr id="37" name="직선 연결선 36"/>
            <p:cNvCxnSpPr>
              <a:stCxn id="36" idx="2"/>
              <a:endCxn id="36" idx="4"/>
            </p:cNvCxnSpPr>
            <p:nvPr/>
          </p:nvCxnSpPr>
          <p:spPr>
            <a:xfrm>
              <a:off x="2123728" y="3907011"/>
              <a:ext cx="2448272" cy="0"/>
            </a:xfrm>
            <a:prstGeom prst="line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/>
            <p:cNvCxnSpPr>
              <a:stCxn id="36" idx="4"/>
              <a:endCxn id="36" idx="0"/>
            </p:cNvCxnSpPr>
            <p:nvPr/>
          </p:nvCxnSpPr>
          <p:spPr>
            <a:xfrm flipH="1" flipV="1">
              <a:off x="2766155" y="2583180"/>
              <a:ext cx="1805845" cy="132383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/>
            <p:cNvCxnSpPr>
              <a:stCxn id="36" idx="0"/>
              <a:endCxn id="36" idx="2"/>
            </p:cNvCxnSpPr>
            <p:nvPr/>
          </p:nvCxnSpPr>
          <p:spPr>
            <a:xfrm flipH="1">
              <a:off x="2123728" y="2583180"/>
              <a:ext cx="642427" cy="132383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타원 39"/>
            <p:cNvSpPr/>
            <p:nvPr/>
          </p:nvSpPr>
          <p:spPr>
            <a:xfrm>
              <a:off x="2709944" y="2531961"/>
              <a:ext cx="112422" cy="11242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41" name="타원 40"/>
            <p:cNvSpPr/>
            <p:nvPr/>
          </p:nvSpPr>
          <p:spPr>
            <a:xfrm>
              <a:off x="2076932" y="3850800"/>
              <a:ext cx="112422" cy="11242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42" name="타원 41"/>
            <p:cNvSpPr/>
            <p:nvPr/>
          </p:nvSpPr>
          <p:spPr>
            <a:xfrm>
              <a:off x="4515789" y="3850800"/>
              <a:ext cx="112422" cy="11242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43" name="타원 42"/>
            <p:cNvSpPr/>
            <p:nvPr/>
          </p:nvSpPr>
          <p:spPr>
            <a:xfrm>
              <a:off x="2822002" y="3284302"/>
              <a:ext cx="112422" cy="11242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  <p:cxnSp>
          <p:nvCxnSpPr>
            <p:cNvPr id="44" name="직선 화살표 연결선 43"/>
            <p:cNvCxnSpPr>
              <a:stCxn id="41" idx="7"/>
              <a:endCxn id="43" idx="3"/>
            </p:cNvCxnSpPr>
            <p:nvPr/>
          </p:nvCxnSpPr>
          <p:spPr>
            <a:xfrm flipV="1">
              <a:off x="2172890" y="3380260"/>
              <a:ext cx="665576" cy="48700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/>
            <p:cNvCxnSpPr>
              <a:stCxn id="43" idx="0"/>
              <a:endCxn id="40" idx="4"/>
            </p:cNvCxnSpPr>
            <p:nvPr/>
          </p:nvCxnSpPr>
          <p:spPr>
            <a:xfrm flipH="1" flipV="1">
              <a:off x="2766155" y="2644383"/>
              <a:ext cx="112058" cy="639919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/>
            <p:cNvCxnSpPr>
              <a:stCxn id="43" idx="5"/>
              <a:endCxn id="42" idx="2"/>
            </p:cNvCxnSpPr>
            <p:nvPr/>
          </p:nvCxnSpPr>
          <p:spPr>
            <a:xfrm>
              <a:off x="2917960" y="3380260"/>
              <a:ext cx="1597829" cy="52675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그룹 46"/>
          <p:cNvGrpSpPr/>
          <p:nvPr/>
        </p:nvGrpSpPr>
        <p:grpSpPr>
          <a:xfrm>
            <a:off x="3703732" y="2422293"/>
            <a:ext cx="2007223" cy="1748710"/>
            <a:chOff x="2043404" y="4543869"/>
            <a:chExt cx="1315616" cy="1146173"/>
          </a:xfrm>
        </p:grpSpPr>
        <p:cxnSp>
          <p:nvCxnSpPr>
            <p:cNvPr id="48" name="직선 화살표 연결선 47"/>
            <p:cNvCxnSpPr/>
            <p:nvPr/>
          </p:nvCxnSpPr>
          <p:spPr>
            <a:xfrm flipH="1">
              <a:off x="2043404" y="5327780"/>
              <a:ext cx="503853" cy="3622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그룹 48"/>
            <p:cNvGrpSpPr/>
            <p:nvPr/>
          </p:nvGrpSpPr>
          <p:grpSpPr>
            <a:xfrm>
              <a:off x="2547257" y="4543869"/>
              <a:ext cx="811763" cy="783915"/>
              <a:chOff x="2547257" y="4543869"/>
              <a:chExt cx="811763" cy="783915"/>
            </a:xfrm>
          </p:grpSpPr>
          <p:cxnSp>
            <p:nvCxnSpPr>
              <p:cNvPr id="50" name="직선 화살표 연결선 49"/>
              <p:cNvCxnSpPr/>
              <p:nvPr/>
            </p:nvCxnSpPr>
            <p:spPr>
              <a:xfrm flipV="1">
                <a:off x="2547257" y="4543869"/>
                <a:ext cx="0" cy="78391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화살표 연결선 50"/>
              <p:cNvCxnSpPr/>
              <p:nvPr/>
            </p:nvCxnSpPr>
            <p:spPr>
              <a:xfrm>
                <a:off x="2547257" y="5327780"/>
                <a:ext cx="81176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346032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5081154" y="49427"/>
            <a:ext cx="4071934" cy="3786190"/>
            <a:chOff x="5072066" y="0"/>
            <a:chExt cx="4071934" cy="3786190"/>
          </a:xfrm>
        </p:grpSpPr>
        <p:pic>
          <p:nvPicPr>
            <p:cNvPr id="15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248275" y="0"/>
              <a:ext cx="3895725" cy="3752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7" name="직사각형 16"/>
            <p:cNvSpPr/>
            <p:nvPr/>
          </p:nvSpPr>
          <p:spPr>
            <a:xfrm>
              <a:off x="5072066" y="0"/>
              <a:ext cx="4071934" cy="3786190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dirty="0"/>
              <a:t>픽셀 </a:t>
            </a:r>
            <a:r>
              <a:rPr lang="ko-KR" altLang="en-US" dirty="0" err="1"/>
              <a:t>쉐이더</a:t>
            </a:r>
            <a:r>
              <a:rPr lang="ko-KR" altLang="en-US" dirty="0"/>
              <a:t> </a:t>
            </a:r>
            <a:r>
              <a:rPr lang="en-US" altLang="ko-KR" dirty="0"/>
              <a:t>#</a:t>
            </a:r>
            <a:r>
              <a:rPr lang="ko-KR" altLang="en-US" dirty="0" err="1"/>
              <a:t>색상채우기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18036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 err="1"/>
              <a:t>뷰포트로</a:t>
            </a:r>
            <a:r>
              <a:rPr lang="ko-KR" altLang="en-US" sz="2400" dirty="0"/>
              <a:t> 변환된 </a:t>
            </a:r>
            <a:r>
              <a:rPr lang="ko-KR" altLang="en-US" sz="2400" dirty="0" err="1"/>
              <a:t>버텍스에</a:t>
            </a:r>
            <a:r>
              <a:rPr lang="ko-KR" altLang="en-US" sz="2400" dirty="0"/>
              <a:t> 색상</a:t>
            </a:r>
            <a:r>
              <a:rPr lang="en-US" altLang="ko-KR" sz="2400" dirty="0"/>
              <a:t> </a:t>
            </a:r>
            <a:r>
              <a:rPr lang="ko-KR" altLang="en-US" sz="2400" dirty="0"/>
              <a:t>및 </a:t>
            </a:r>
            <a:r>
              <a:rPr lang="ko-KR" altLang="en-US" sz="2400" dirty="0" err="1"/>
              <a:t>텍스쳐을</a:t>
            </a:r>
            <a:r>
              <a:rPr lang="ko-KR" altLang="en-US" sz="2400" dirty="0"/>
              <a:t> 적용한다</a:t>
            </a:r>
            <a:r>
              <a:rPr lang="en-US" altLang="ko-KR" sz="2400" dirty="0"/>
              <a:t>.</a:t>
            </a:r>
            <a:br>
              <a:rPr lang="en-US" altLang="ko-KR" sz="2400" dirty="0"/>
            </a:br>
            <a:r>
              <a:rPr lang="ko-KR" altLang="en-US" sz="2400" dirty="0"/>
              <a:t>이때</a:t>
            </a:r>
            <a:r>
              <a:rPr lang="en-US" altLang="ko-KR" sz="2400" dirty="0"/>
              <a:t>, </a:t>
            </a:r>
            <a:r>
              <a:rPr lang="ko-KR" altLang="en-US" sz="2400" dirty="0"/>
              <a:t>조명이 있다면 </a:t>
            </a:r>
            <a:r>
              <a:rPr lang="ko-KR" altLang="en-US" sz="2400" dirty="0" err="1"/>
              <a:t>조명값을</a:t>
            </a:r>
            <a:r>
              <a:rPr lang="ko-KR" altLang="en-US" sz="2400" dirty="0"/>
              <a:t> 계산하여 픽셀을 채운다</a:t>
            </a:r>
            <a:r>
              <a:rPr lang="en-US" altLang="ko-KR" sz="2400" dirty="0"/>
              <a:t>.</a:t>
            </a:r>
          </a:p>
        </p:txBody>
      </p:sp>
      <p:grpSp>
        <p:nvGrpSpPr>
          <p:cNvPr id="55" name="그룹 54"/>
          <p:cNvGrpSpPr/>
          <p:nvPr/>
        </p:nvGrpSpPr>
        <p:grpSpPr>
          <a:xfrm>
            <a:off x="3347864" y="1707654"/>
            <a:ext cx="5040325" cy="3126847"/>
            <a:chOff x="4113409" y="1587583"/>
            <a:chExt cx="5040325" cy="3126847"/>
          </a:xfrm>
        </p:grpSpPr>
        <p:grpSp>
          <p:nvGrpSpPr>
            <p:cNvPr id="56" name="그룹 55"/>
            <p:cNvGrpSpPr/>
            <p:nvPr/>
          </p:nvGrpSpPr>
          <p:grpSpPr>
            <a:xfrm>
              <a:off x="8341971" y="3052444"/>
              <a:ext cx="811763" cy="428040"/>
              <a:chOff x="6382204" y="4761567"/>
              <a:chExt cx="811763" cy="428040"/>
            </a:xfrm>
          </p:grpSpPr>
          <p:sp>
            <p:nvSpPr>
              <p:cNvPr id="59" name="직사각형 58"/>
              <p:cNvSpPr/>
              <p:nvPr/>
            </p:nvSpPr>
            <p:spPr>
              <a:xfrm>
                <a:off x="6570225" y="4764816"/>
                <a:ext cx="623742" cy="424791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이등변 삼각형 59"/>
              <p:cNvSpPr/>
              <p:nvPr/>
            </p:nvSpPr>
            <p:spPr>
              <a:xfrm rot="5400000">
                <a:off x="6342691" y="4801080"/>
                <a:ext cx="420691" cy="341665"/>
              </a:xfrm>
              <a:prstGeom prst="triangl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57" name="직선 화살표 연결선 56"/>
            <p:cNvCxnSpPr>
              <a:stCxn id="60" idx="2"/>
            </p:cNvCxnSpPr>
            <p:nvPr/>
          </p:nvCxnSpPr>
          <p:spPr>
            <a:xfrm flipH="1" flipV="1">
              <a:off x="4264800" y="1587583"/>
              <a:ext cx="4077171" cy="14648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/>
            <p:cNvCxnSpPr>
              <a:stCxn id="60" idx="4"/>
            </p:cNvCxnSpPr>
            <p:nvPr/>
          </p:nvCxnSpPr>
          <p:spPr>
            <a:xfrm flipH="1">
              <a:off x="4113409" y="3473135"/>
              <a:ext cx="4228562" cy="12412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자유형 51"/>
          <p:cNvSpPr/>
          <p:nvPr/>
        </p:nvSpPr>
        <p:spPr>
          <a:xfrm rot="5400000">
            <a:off x="5017235" y="3187959"/>
            <a:ext cx="1232278" cy="389801"/>
          </a:xfrm>
          <a:custGeom>
            <a:avLst/>
            <a:gdLst>
              <a:gd name="connsiteX0" fmla="*/ 0 w 914400"/>
              <a:gd name="connsiteY0" fmla="*/ 0 h 289249"/>
              <a:gd name="connsiteX1" fmla="*/ 625151 w 914400"/>
              <a:gd name="connsiteY1" fmla="*/ 0 h 289249"/>
              <a:gd name="connsiteX2" fmla="*/ 914400 w 914400"/>
              <a:gd name="connsiteY2" fmla="*/ 289249 h 289249"/>
              <a:gd name="connsiteX3" fmla="*/ 279919 w 914400"/>
              <a:gd name="connsiteY3" fmla="*/ 289249 h 289249"/>
              <a:gd name="connsiteX4" fmla="*/ 0 w 914400"/>
              <a:gd name="connsiteY4" fmla="*/ 0 h 28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89249">
                <a:moveTo>
                  <a:pt x="0" y="0"/>
                </a:moveTo>
                <a:lnTo>
                  <a:pt x="625151" y="0"/>
                </a:lnTo>
                <a:lnTo>
                  <a:pt x="914400" y="289249"/>
                </a:lnTo>
                <a:lnTo>
                  <a:pt x="279919" y="289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403837" y="4288987"/>
            <a:ext cx="302396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200" dirty="0"/>
              <a:t>카메라에서 보여지는 화면</a:t>
            </a:r>
          </a:p>
        </p:txBody>
      </p:sp>
      <p:grpSp>
        <p:nvGrpSpPr>
          <p:cNvPr id="62" name="그룹 61"/>
          <p:cNvGrpSpPr/>
          <p:nvPr/>
        </p:nvGrpSpPr>
        <p:grpSpPr>
          <a:xfrm>
            <a:off x="395536" y="2283718"/>
            <a:ext cx="2704220" cy="1876425"/>
            <a:chOff x="899592" y="2042631"/>
            <a:chExt cx="3720762" cy="2581792"/>
          </a:xfrm>
        </p:grpSpPr>
        <p:sp>
          <p:nvSpPr>
            <p:cNvPr id="63" name="직사각형 62"/>
            <p:cNvSpPr/>
            <p:nvPr/>
          </p:nvSpPr>
          <p:spPr>
            <a:xfrm>
              <a:off x="899592" y="2042631"/>
              <a:ext cx="3720762" cy="258179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2320652" y="2919420"/>
              <a:ext cx="828530" cy="82819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타원 4"/>
          <p:cNvSpPr/>
          <p:nvPr/>
        </p:nvSpPr>
        <p:spPr>
          <a:xfrm>
            <a:off x="5413562" y="3126796"/>
            <a:ext cx="45719" cy="45719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65" name="타원 64"/>
          <p:cNvSpPr/>
          <p:nvPr/>
        </p:nvSpPr>
        <p:spPr>
          <a:xfrm>
            <a:off x="5805415" y="2757410"/>
            <a:ext cx="45719" cy="45719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66" name="타원 65"/>
          <p:cNvSpPr/>
          <p:nvPr/>
        </p:nvSpPr>
        <p:spPr>
          <a:xfrm>
            <a:off x="5416426" y="3976139"/>
            <a:ext cx="45719" cy="45719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67" name="타원 66"/>
          <p:cNvSpPr/>
          <p:nvPr/>
        </p:nvSpPr>
        <p:spPr>
          <a:xfrm>
            <a:off x="5807823" y="3583896"/>
            <a:ext cx="45719" cy="45719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68" name="타원 67"/>
          <p:cNvSpPr/>
          <p:nvPr/>
        </p:nvSpPr>
        <p:spPr>
          <a:xfrm>
            <a:off x="1405491" y="2898102"/>
            <a:ext cx="45719" cy="45719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69" name="타원 68"/>
          <p:cNvSpPr/>
          <p:nvPr/>
        </p:nvSpPr>
        <p:spPr>
          <a:xfrm>
            <a:off x="2007660" y="2904413"/>
            <a:ext cx="45719" cy="45719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70" name="타원 69"/>
          <p:cNvSpPr/>
          <p:nvPr/>
        </p:nvSpPr>
        <p:spPr>
          <a:xfrm>
            <a:off x="1405491" y="3500028"/>
            <a:ext cx="45719" cy="45719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71" name="타원 70"/>
          <p:cNvSpPr/>
          <p:nvPr/>
        </p:nvSpPr>
        <p:spPr>
          <a:xfrm>
            <a:off x="2005780" y="3500027"/>
            <a:ext cx="45719" cy="45719"/>
          </a:xfrm>
          <a:prstGeom prst="ellips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cxnSp>
        <p:nvCxnSpPr>
          <p:cNvPr id="77" name="직선 화살표 연결선 76"/>
          <p:cNvCxnSpPr/>
          <p:nvPr/>
        </p:nvCxnSpPr>
        <p:spPr>
          <a:xfrm flipH="1">
            <a:off x="2053379" y="2766720"/>
            <a:ext cx="3752036" cy="154241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/>
          <p:cNvCxnSpPr>
            <a:stCxn id="5" idx="2"/>
          </p:cNvCxnSpPr>
          <p:nvPr/>
        </p:nvCxnSpPr>
        <p:spPr>
          <a:xfrm flipH="1" flipV="1">
            <a:off x="1451210" y="2927272"/>
            <a:ext cx="3962352" cy="222384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/>
          <p:cNvCxnSpPr>
            <a:stCxn id="52" idx="1"/>
          </p:cNvCxnSpPr>
          <p:nvPr/>
        </p:nvCxnSpPr>
        <p:spPr>
          <a:xfrm flipH="1" flipV="1">
            <a:off x="2053379" y="3522888"/>
            <a:ext cx="3774896" cy="8630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/>
          <p:cNvCxnSpPr>
            <a:stCxn id="66" idx="2"/>
          </p:cNvCxnSpPr>
          <p:nvPr/>
        </p:nvCxnSpPr>
        <p:spPr>
          <a:xfrm flipH="1" flipV="1">
            <a:off x="1451210" y="3522888"/>
            <a:ext cx="3965216" cy="476111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1428351" y="2920962"/>
            <a:ext cx="602169" cy="601926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023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9" y="987574"/>
            <a:ext cx="2739552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dirty="0" err="1"/>
              <a:t>지오메트리</a:t>
            </a:r>
            <a:r>
              <a:rPr lang="ko-KR" altLang="en-US" dirty="0"/>
              <a:t> </a:t>
            </a:r>
            <a:r>
              <a:rPr lang="ko-KR" altLang="en-US" dirty="0" err="1"/>
              <a:t>쉐이더</a:t>
            </a:r>
            <a:endParaRPr lang="ko-KR" altLang="en-US" dirty="0"/>
          </a:p>
        </p:txBody>
      </p:sp>
      <p:sp>
        <p:nvSpPr>
          <p:cNvPr id="51" name="직사각형 50"/>
          <p:cNvSpPr/>
          <p:nvPr/>
        </p:nvSpPr>
        <p:spPr>
          <a:xfrm>
            <a:off x="683569" y="2427734"/>
            <a:ext cx="1728192" cy="43204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/>
              <a:t>지오메트</a:t>
            </a:r>
            <a:r>
              <a:rPr lang="ko-KR" altLang="en-US" sz="1000" b="1" dirty="0"/>
              <a:t> </a:t>
            </a:r>
            <a:r>
              <a:rPr lang="ko-KR" altLang="en-US" sz="1000" b="1" dirty="0" err="1"/>
              <a:t>쉐이더</a:t>
            </a:r>
            <a:r>
              <a:rPr lang="en-US" altLang="ko-KR" sz="1000" b="1" dirty="0"/>
              <a:t>:</a:t>
            </a:r>
          </a:p>
          <a:p>
            <a:pPr algn="ctr"/>
            <a:r>
              <a:rPr lang="ko-KR" altLang="en-US" sz="1000" dirty="0" err="1"/>
              <a:t>버텍스의</a:t>
            </a:r>
            <a:r>
              <a:rPr lang="ko-KR" altLang="en-US" sz="1000" dirty="0"/>
              <a:t> 수를 증가시킴</a:t>
            </a:r>
            <a:r>
              <a:rPr lang="en-US" altLang="ko-KR" sz="1000" dirty="0"/>
              <a:t>.</a:t>
            </a:r>
          </a:p>
        </p:txBody>
      </p:sp>
      <p:sp>
        <p:nvSpPr>
          <p:cNvPr id="52" name="내용 개체 틀 2"/>
          <p:cNvSpPr>
            <a:spLocks noGrp="1"/>
          </p:cNvSpPr>
          <p:nvPr>
            <p:ph idx="1"/>
          </p:nvPr>
        </p:nvSpPr>
        <p:spPr>
          <a:xfrm>
            <a:off x="3707904" y="1200150"/>
            <a:ext cx="5184576" cy="38198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 err="1"/>
              <a:t>지오메트리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쉐이더는</a:t>
            </a:r>
            <a:r>
              <a:rPr lang="ko-KR" altLang="en-US" sz="2400" dirty="0"/>
              <a:t> </a:t>
            </a:r>
            <a:r>
              <a:rPr lang="ko-KR" altLang="en-US" sz="2400" dirty="0" err="1">
                <a:solidFill>
                  <a:srgbClr val="FF0000"/>
                </a:solidFill>
              </a:rPr>
              <a:t>버텍스의</a:t>
            </a:r>
            <a:r>
              <a:rPr lang="ko-KR" altLang="en-US" sz="2400" dirty="0">
                <a:solidFill>
                  <a:srgbClr val="FF0000"/>
                </a:solidFill>
              </a:rPr>
              <a:t> </a:t>
            </a:r>
            <a:r>
              <a:rPr lang="ko-KR" altLang="en-US" sz="2400" dirty="0" err="1">
                <a:solidFill>
                  <a:srgbClr val="FF0000"/>
                </a:solidFill>
              </a:rPr>
              <a:t>수를늘릴</a:t>
            </a:r>
            <a:r>
              <a:rPr lang="ko-KR" altLang="en-US" sz="2400" dirty="0">
                <a:solidFill>
                  <a:srgbClr val="FF0000"/>
                </a:solidFill>
              </a:rPr>
              <a:t> 수 있는 작업</a:t>
            </a:r>
            <a:r>
              <a:rPr lang="ko-KR" altLang="en-US" sz="2400" dirty="0"/>
              <a:t>을 수행함</a:t>
            </a:r>
            <a:r>
              <a:rPr lang="en-US" altLang="ko-KR" sz="2400" dirty="0"/>
              <a:t>.</a:t>
            </a:r>
            <a:br>
              <a:rPr lang="en-US" altLang="ko-KR" sz="2400" dirty="0"/>
            </a:br>
            <a:r>
              <a:rPr lang="ko-KR" altLang="en-US" sz="2400" dirty="0"/>
              <a:t>일반적으로 </a:t>
            </a:r>
            <a:r>
              <a:rPr lang="ko-KR" altLang="en-US" sz="2400" dirty="0" err="1"/>
              <a:t>테셀레이션과</a:t>
            </a:r>
            <a:r>
              <a:rPr lang="ko-KR" altLang="en-US" sz="2400" dirty="0"/>
              <a:t> 유사한 기능을 한다고 볼 수 있다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DX11</a:t>
            </a:r>
            <a:r>
              <a:rPr lang="ko-KR" altLang="en-US" sz="2400" dirty="0"/>
              <a:t>버전을 기준으로 할 때</a:t>
            </a:r>
            <a:r>
              <a:rPr lang="en-US" altLang="ko-KR" sz="2400" dirty="0"/>
              <a:t>,</a:t>
            </a:r>
            <a:br>
              <a:rPr lang="en-US" altLang="ko-KR" sz="2400" dirty="0"/>
            </a:br>
            <a:r>
              <a:rPr lang="ko-KR" altLang="en-US" sz="2400" dirty="0" err="1"/>
              <a:t>테셀레이션에서는</a:t>
            </a:r>
            <a:r>
              <a:rPr lang="ko-KR" altLang="en-US" sz="2400" dirty="0"/>
              <a:t> 사용되지 않음</a:t>
            </a:r>
            <a:r>
              <a:rPr lang="en-US" altLang="ko-KR" sz="2400" dirty="0"/>
              <a:t>. </a:t>
            </a:r>
            <a:br>
              <a:rPr lang="en-US" altLang="ko-KR" sz="2400" dirty="0"/>
            </a:br>
            <a:r>
              <a:rPr lang="en-US" altLang="ko-KR" sz="2400" dirty="0"/>
              <a:t>DX10</a:t>
            </a:r>
            <a:r>
              <a:rPr lang="ko-KR" altLang="en-US" sz="2400" dirty="0"/>
              <a:t>의 예제를 통해 </a:t>
            </a:r>
            <a:r>
              <a:rPr lang="ko-KR" altLang="en-US" sz="2400" dirty="0" err="1"/>
              <a:t>버텍스의</a:t>
            </a:r>
            <a:r>
              <a:rPr lang="ko-KR" altLang="en-US" sz="2400" dirty="0"/>
              <a:t> 수를 늘 조절할 수 있는지 확인할 수 있다</a:t>
            </a:r>
            <a:r>
              <a:rPr lang="en-US" altLang="ko-KR" sz="2400" dirty="0"/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04" y="1131590"/>
            <a:ext cx="24482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# DX10 </a:t>
            </a:r>
            <a:r>
              <a:rPr lang="ko-KR" altLang="en-US" sz="1400" dirty="0"/>
              <a:t>그래픽스파이프라인</a:t>
            </a:r>
          </a:p>
        </p:txBody>
      </p:sp>
    </p:spTree>
    <p:extLst>
      <p:ext uri="{BB962C8B-B14F-4D97-AF65-F5344CB8AC3E}">
        <p14:creationId xmlns:p14="http://schemas.microsoft.com/office/powerpoint/2010/main" val="219123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dirty="0"/>
              <a:t>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각 </a:t>
            </a:r>
            <a:r>
              <a:rPr lang="ko-KR" altLang="en-US" sz="2400" dirty="0" err="1"/>
              <a:t>쉐이더의</a:t>
            </a:r>
            <a:r>
              <a:rPr lang="ko-KR" altLang="en-US" sz="2400" dirty="0"/>
              <a:t> 역할에 대하여 설명해보자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테셀레이션은 무엇인가</a:t>
            </a:r>
            <a:r>
              <a:rPr lang="en-US" altLang="ko-KR" sz="2400" dirty="0"/>
              <a:t>?</a:t>
            </a:r>
          </a:p>
          <a:p>
            <a:r>
              <a:rPr lang="ko-KR" altLang="en-US" sz="2400" dirty="0" err="1"/>
              <a:t>제어점을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추가하기전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컬링을</a:t>
            </a:r>
            <a:r>
              <a:rPr lang="ko-KR" altLang="en-US" sz="2400" dirty="0"/>
              <a:t> 수행한 이유는 무엇인가</a:t>
            </a:r>
            <a:r>
              <a:rPr lang="en-US" altLang="ko-KR" sz="2400" dirty="0"/>
              <a:t>?</a:t>
            </a:r>
          </a:p>
          <a:p>
            <a:r>
              <a:rPr lang="ko-KR" altLang="en-US" sz="2400" dirty="0" err="1"/>
              <a:t>쉐이더는</a:t>
            </a:r>
            <a:r>
              <a:rPr lang="ko-KR" altLang="en-US" sz="2400" dirty="0"/>
              <a:t> 결국 무엇인가</a:t>
            </a:r>
            <a:r>
              <a:rPr lang="en-US" altLang="ko-KR" sz="2400" dirty="0"/>
              <a:t>?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57450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dirty="0"/>
              <a:t>참조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2974661" y="1141417"/>
            <a:ext cx="5256584" cy="1507126"/>
            <a:chOff x="539552" y="1039837"/>
            <a:chExt cx="5256584" cy="1507126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560" y="1338080"/>
              <a:ext cx="5184576" cy="12088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539552" y="1039837"/>
              <a:ext cx="21922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#DX11 </a:t>
              </a:r>
              <a:r>
                <a:rPr lang="ko-KR" altLang="en-US" sz="1400" dirty="0" err="1"/>
                <a:t>테셀레이션</a:t>
              </a:r>
              <a:endParaRPr lang="ko-KR" altLang="en-US" sz="1400" dirty="0"/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2974661" y="2725593"/>
            <a:ext cx="5224597" cy="1387897"/>
            <a:chOff x="539552" y="2624013"/>
            <a:chExt cx="5224597" cy="1387897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9572" y="2933929"/>
              <a:ext cx="5184577" cy="10779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TextBox 12"/>
            <p:cNvSpPr txBox="1"/>
            <p:nvPr/>
          </p:nvSpPr>
          <p:spPr>
            <a:xfrm>
              <a:off x="539552" y="2624013"/>
              <a:ext cx="28803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/>
                <a:t>#DX10 </a:t>
              </a:r>
              <a:r>
                <a:rPr lang="ko-KR" altLang="en-US" sz="1400" dirty="0" err="1"/>
                <a:t>지오메트리쉐이더</a:t>
              </a:r>
              <a:endParaRPr lang="ko-KR" altLang="en-US" sz="1400" dirty="0"/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425940" y="1162367"/>
            <a:ext cx="2313812" cy="3188097"/>
            <a:chOff x="6012160" y="1008479"/>
            <a:chExt cx="2313812" cy="3188097"/>
          </a:xfrm>
        </p:grpSpPr>
        <p:pic>
          <p:nvPicPr>
            <p:cNvPr id="2053" name="Picture 5" descr="http://www.hanbit.co.kr/data/books/B5088646371_l.jp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4478" y="1316256"/>
              <a:ext cx="2241494" cy="28803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TextBox 15"/>
            <p:cNvSpPr txBox="1"/>
            <p:nvPr/>
          </p:nvSpPr>
          <p:spPr>
            <a:xfrm>
              <a:off x="6012160" y="1008479"/>
              <a:ext cx="21922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#</a:t>
              </a:r>
              <a:r>
                <a:rPr lang="ko-KR" altLang="en-US" sz="1400" dirty="0"/>
                <a:t>그래픽스파이프라인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2361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C08293-BCF9-4C80-AD4D-76CA2747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/>
              <a:t>GPU</a:t>
            </a:r>
            <a:r>
              <a:rPr lang="ko-KR" altLang="en-US" dirty="0"/>
              <a:t>와 </a:t>
            </a:r>
            <a:r>
              <a:rPr lang="en-US" altLang="ko-KR" dirty="0"/>
              <a:t>CPU</a:t>
            </a:r>
            <a:r>
              <a:rPr lang="ko-KR" altLang="en-US" dirty="0"/>
              <a:t>의 작동구조 차이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AAD06B-BC91-4E61-93C6-95FE2AB01EA7}"/>
              </a:ext>
            </a:extLst>
          </p:cNvPr>
          <p:cNvSpPr/>
          <p:nvPr/>
        </p:nvSpPr>
        <p:spPr>
          <a:xfrm>
            <a:off x="5160254" y="1456726"/>
            <a:ext cx="857250" cy="857250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CPU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322040B-A9ED-4662-BDE6-0484881ADD8C}"/>
              </a:ext>
            </a:extLst>
          </p:cNvPr>
          <p:cNvSpPr/>
          <p:nvPr/>
        </p:nvSpPr>
        <p:spPr>
          <a:xfrm>
            <a:off x="6063054" y="2449172"/>
            <a:ext cx="852425" cy="852425"/>
          </a:xfrm>
          <a:prstGeom prst="rect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GPU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C1E64A84-6A39-4F54-85C0-F8C40FC101ED}"/>
              </a:ext>
            </a:extLst>
          </p:cNvPr>
          <p:cNvGrpSpPr/>
          <p:nvPr/>
        </p:nvGrpSpPr>
        <p:grpSpPr>
          <a:xfrm>
            <a:off x="4437152" y="2549873"/>
            <a:ext cx="1302763" cy="1354706"/>
            <a:chOff x="169121" y="1649092"/>
            <a:chExt cx="1651004" cy="1716832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E96D53C-C4DA-448B-8959-3979A5DE42C7}"/>
                </a:ext>
              </a:extLst>
            </p:cNvPr>
            <p:cNvSpPr/>
            <p:nvPr/>
          </p:nvSpPr>
          <p:spPr>
            <a:xfrm>
              <a:off x="173735" y="1661858"/>
              <a:ext cx="360218" cy="360218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A</a:t>
              </a:r>
              <a:endParaRPr lang="ko-KR" altLang="en-US" sz="1400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AAE24F4-DA83-435D-A90A-D47E482D1A45}"/>
                </a:ext>
              </a:extLst>
            </p:cNvPr>
            <p:cNvSpPr/>
            <p:nvPr/>
          </p:nvSpPr>
          <p:spPr>
            <a:xfrm>
              <a:off x="607846" y="1661226"/>
              <a:ext cx="360218" cy="360218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B</a:t>
              </a:r>
              <a:endParaRPr lang="ko-KR" altLang="en-US" sz="1400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5FCC01E-4EED-4D70-863F-056C72839606}"/>
                </a:ext>
              </a:extLst>
            </p:cNvPr>
            <p:cNvSpPr/>
            <p:nvPr/>
          </p:nvSpPr>
          <p:spPr>
            <a:xfrm>
              <a:off x="173735" y="2107468"/>
              <a:ext cx="360218" cy="360218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E</a:t>
              </a:r>
              <a:endParaRPr lang="ko-KR" altLang="en-US" sz="1400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F5A0564-E605-4D3C-82F4-B456D6D96A1C}"/>
                </a:ext>
              </a:extLst>
            </p:cNvPr>
            <p:cNvSpPr/>
            <p:nvPr/>
          </p:nvSpPr>
          <p:spPr>
            <a:xfrm>
              <a:off x="607846" y="2095334"/>
              <a:ext cx="360218" cy="360218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F</a:t>
              </a:r>
              <a:endParaRPr lang="ko-KR" altLang="en-US" sz="1400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76E2A79-6ECD-454F-90BB-6FFC6F7F387A}"/>
                </a:ext>
              </a:extLst>
            </p:cNvPr>
            <p:cNvSpPr/>
            <p:nvPr/>
          </p:nvSpPr>
          <p:spPr>
            <a:xfrm>
              <a:off x="169121" y="2560096"/>
              <a:ext cx="360218" cy="360218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I</a:t>
              </a:r>
              <a:endParaRPr lang="ko-KR" altLang="en-US" sz="1400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EAAB6D1-1F36-4F89-90F0-44909506C732}"/>
                </a:ext>
              </a:extLst>
            </p:cNvPr>
            <p:cNvSpPr/>
            <p:nvPr/>
          </p:nvSpPr>
          <p:spPr>
            <a:xfrm>
              <a:off x="603232" y="2559464"/>
              <a:ext cx="360218" cy="360218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J</a:t>
              </a:r>
              <a:endParaRPr lang="ko-KR" altLang="en-US" sz="1400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1D63493-CDA6-4485-94C2-F7E3D038EC5F}"/>
                </a:ext>
              </a:extLst>
            </p:cNvPr>
            <p:cNvSpPr/>
            <p:nvPr/>
          </p:nvSpPr>
          <p:spPr>
            <a:xfrm>
              <a:off x="169121" y="3005706"/>
              <a:ext cx="360218" cy="360218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N</a:t>
              </a:r>
              <a:endParaRPr lang="ko-KR" altLang="en-US" sz="1400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5D6D5D4-04A7-4CAA-95BC-3842954E7137}"/>
                </a:ext>
              </a:extLst>
            </p:cNvPr>
            <p:cNvSpPr/>
            <p:nvPr/>
          </p:nvSpPr>
          <p:spPr>
            <a:xfrm>
              <a:off x="603232" y="2993572"/>
              <a:ext cx="360218" cy="360218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M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0198A26-3947-4535-96C0-28C4592ECCB9}"/>
                </a:ext>
              </a:extLst>
            </p:cNvPr>
            <p:cNvSpPr/>
            <p:nvPr/>
          </p:nvSpPr>
          <p:spPr>
            <a:xfrm>
              <a:off x="1025796" y="1649724"/>
              <a:ext cx="360218" cy="360218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C</a:t>
              </a:r>
              <a:endParaRPr lang="ko-KR" altLang="en-US" sz="1400" dirty="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2D7CF56-A8C6-47CA-B9AD-0A6D48246534}"/>
                </a:ext>
              </a:extLst>
            </p:cNvPr>
            <p:cNvSpPr/>
            <p:nvPr/>
          </p:nvSpPr>
          <p:spPr>
            <a:xfrm>
              <a:off x="1459907" y="1649092"/>
              <a:ext cx="360218" cy="360218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D</a:t>
              </a:r>
              <a:endParaRPr lang="ko-KR" altLang="en-US" sz="1400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D7025CA-8A0F-4BE0-8B80-D843F6FA308B}"/>
                </a:ext>
              </a:extLst>
            </p:cNvPr>
            <p:cNvSpPr/>
            <p:nvPr/>
          </p:nvSpPr>
          <p:spPr>
            <a:xfrm>
              <a:off x="1025796" y="2095334"/>
              <a:ext cx="360218" cy="360218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G</a:t>
              </a:r>
              <a:endParaRPr lang="ko-KR" altLang="en-US" sz="1400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4F9FEFB7-AC0C-41D0-AF99-D246B3AA5078}"/>
                </a:ext>
              </a:extLst>
            </p:cNvPr>
            <p:cNvSpPr/>
            <p:nvPr/>
          </p:nvSpPr>
          <p:spPr>
            <a:xfrm>
              <a:off x="1459907" y="2083200"/>
              <a:ext cx="360218" cy="360218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H</a:t>
              </a:r>
              <a:endParaRPr lang="ko-KR" altLang="en-US" sz="1400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94AB584-563D-4292-AA9C-126F16E9FFF7}"/>
                </a:ext>
              </a:extLst>
            </p:cNvPr>
            <p:cNvSpPr/>
            <p:nvPr/>
          </p:nvSpPr>
          <p:spPr>
            <a:xfrm>
              <a:off x="1021182" y="2547962"/>
              <a:ext cx="360218" cy="360218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K</a:t>
              </a:r>
              <a:endParaRPr lang="ko-KR" altLang="en-US" sz="1400" dirty="0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61F85E1-ABFA-4181-AD13-1E1214EBA146}"/>
                </a:ext>
              </a:extLst>
            </p:cNvPr>
            <p:cNvSpPr/>
            <p:nvPr/>
          </p:nvSpPr>
          <p:spPr>
            <a:xfrm>
              <a:off x="1455293" y="2547330"/>
              <a:ext cx="360218" cy="360218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L</a:t>
              </a:r>
              <a:endParaRPr lang="ko-KR" altLang="en-US" sz="1400" dirty="0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8A72674C-5429-4B2A-81C9-FF523ACB3196}"/>
                </a:ext>
              </a:extLst>
            </p:cNvPr>
            <p:cNvSpPr/>
            <p:nvPr/>
          </p:nvSpPr>
          <p:spPr>
            <a:xfrm>
              <a:off x="1021182" y="2993572"/>
              <a:ext cx="360218" cy="360218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O</a:t>
              </a:r>
              <a:endParaRPr lang="ko-KR" altLang="en-US" sz="1400" dirty="0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92A718E7-5D23-4000-92B2-2054F4656921}"/>
                </a:ext>
              </a:extLst>
            </p:cNvPr>
            <p:cNvSpPr/>
            <p:nvPr/>
          </p:nvSpPr>
          <p:spPr>
            <a:xfrm>
              <a:off x="1455293" y="2981438"/>
              <a:ext cx="360218" cy="360218"/>
            </a:xfrm>
            <a:prstGeom prst="rect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P</a:t>
              </a:r>
              <a:endParaRPr lang="ko-KR" altLang="en-US" sz="1400" dirty="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DC2B434-F60D-4C12-B1B9-D5FDAC74D3EF}"/>
              </a:ext>
            </a:extLst>
          </p:cNvPr>
          <p:cNvSpPr txBox="1"/>
          <p:nvPr/>
        </p:nvSpPr>
        <p:spPr>
          <a:xfrm>
            <a:off x="6017505" y="1478547"/>
            <a:ext cx="2669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A B C D E H I J K</a:t>
            </a:r>
            <a:r>
              <a:rPr lang="ko-KR" altLang="en-US" sz="1400" dirty="0"/>
              <a:t> </a:t>
            </a:r>
            <a:r>
              <a:rPr lang="en-US" altLang="ko-KR" sz="1400" dirty="0"/>
              <a:t>L</a:t>
            </a:r>
            <a:r>
              <a:rPr lang="ko-KR" altLang="en-US" sz="1400" dirty="0"/>
              <a:t> </a:t>
            </a:r>
            <a:r>
              <a:rPr lang="en-US" altLang="ko-KR" sz="1400" dirty="0"/>
              <a:t>N</a:t>
            </a:r>
            <a:r>
              <a:rPr lang="ko-KR" altLang="en-US" sz="1400" dirty="0"/>
              <a:t> </a:t>
            </a:r>
            <a:r>
              <a:rPr lang="en-US" altLang="ko-KR" sz="1400" dirty="0"/>
              <a:t>M</a:t>
            </a:r>
            <a:r>
              <a:rPr lang="ko-KR" altLang="en-US" sz="1400" dirty="0"/>
              <a:t> </a:t>
            </a:r>
            <a:r>
              <a:rPr lang="en-US" altLang="ko-KR" sz="1400" dirty="0"/>
              <a:t>O</a:t>
            </a:r>
            <a:r>
              <a:rPr lang="ko-KR" altLang="en-US" sz="1400" dirty="0"/>
              <a:t> </a:t>
            </a:r>
            <a:r>
              <a:rPr lang="en-US" altLang="ko-KR" sz="1400" dirty="0"/>
              <a:t>P</a:t>
            </a:r>
            <a:endParaRPr lang="ko-KR" altLang="en-US" sz="1400" dirty="0"/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F4A47DA6-AB8A-4740-9DA6-1C8DD6DB3729}"/>
              </a:ext>
            </a:extLst>
          </p:cNvPr>
          <p:cNvSpPr/>
          <p:nvPr/>
        </p:nvSpPr>
        <p:spPr>
          <a:xfrm>
            <a:off x="6091208" y="1760272"/>
            <a:ext cx="2320298" cy="244885"/>
          </a:xfrm>
          <a:prstGeom prst="rightArrow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BDC66271-4DCE-431B-B905-A270FA216817}"/>
              </a:ext>
            </a:extLst>
          </p:cNvPr>
          <p:cNvGrpSpPr/>
          <p:nvPr/>
        </p:nvGrpSpPr>
        <p:grpSpPr>
          <a:xfrm>
            <a:off x="7005763" y="2385206"/>
            <a:ext cx="1382661" cy="1770720"/>
            <a:chOff x="3819515" y="3597436"/>
            <a:chExt cx="1852767" cy="2372767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4E1867D-0F58-4D89-97FF-137BC5E3B810}"/>
                </a:ext>
              </a:extLst>
            </p:cNvPr>
            <p:cNvSpPr txBox="1"/>
            <p:nvPr/>
          </p:nvSpPr>
          <p:spPr>
            <a:xfrm>
              <a:off x="3819515" y="3598029"/>
              <a:ext cx="384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A</a:t>
              </a:r>
              <a:endParaRPr lang="ko-KR" altLang="en-US" sz="1400" dirty="0"/>
            </a:p>
          </p:txBody>
        </p:sp>
        <p:sp>
          <p:nvSpPr>
            <p:cNvPr id="27" name="화살표: 오른쪽 26">
              <a:extLst>
                <a:ext uri="{FF2B5EF4-FFF2-40B4-BE49-F238E27FC236}">
                  <a16:creationId xmlns:a16="http://schemas.microsoft.com/office/drawing/2014/main" id="{2B5449EA-4543-4097-97C7-A9D5B68F7F8A}"/>
                </a:ext>
              </a:extLst>
            </p:cNvPr>
            <p:cNvSpPr/>
            <p:nvPr/>
          </p:nvSpPr>
          <p:spPr>
            <a:xfrm>
              <a:off x="3828448" y="3930417"/>
              <a:ext cx="375501" cy="244885"/>
            </a:xfrm>
            <a:prstGeom prst="rightArrow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6FD517A-01C1-46E8-B05B-7DA0A4EAC9B9}"/>
                </a:ext>
              </a:extLst>
            </p:cNvPr>
            <p:cNvSpPr txBox="1"/>
            <p:nvPr/>
          </p:nvSpPr>
          <p:spPr>
            <a:xfrm>
              <a:off x="4311358" y="3597436"/>
              <a:ext cx="384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B</a:t>
              </a:r>
              <a:endParaRPr lang="ko-KR" altLang="en-US" sz="1400" dirty="0"/>
            </a:p>
          </p:txBody>
        </p:sp>
        <p:sp>
          <p:nvSpPr>
            <p:cNvPr id="29" name="화살표: 오른쪽 28">
              <a:extLst>
                <a:ext uri="{FF2B5EF4-FFF2-40B4-BE49-F238E27FC236}">
                  <a16:creationId xmlns:a16="http://schemas.microsoft.com/office/drawing/2014/main" id="{EE723B4A-C85F-4B0B-8D07-F5D3725C4890}"/>
                </a:ext>
              </a:extLst>
            </p:cNvPr>
            <p:cNvSpPr/>
            <p:nvPr/>
          </p:nvSpPr>
          <p:spPr>
            <a:xfrm>
              <a:off x="4320291" y="3929824"/>
              <a:ext cx="375501" cy="244885"/>
            </a:xfrm>
            <a:prstGeom prst="rightArrow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964E755-F475-4E0D-A3D5-D67F17D8E5A3}"/>
                </a:ext>
              </a:extLst>
            </p:cNvPr>
            <p:cNvSpPr txBox="1"/>
            <p:nvPr/>
          </p:nvSpPr>
          <p:spPr>
            <a:xfrm>
              <a:off x="4785503" y="3598029"/>
              <a:ext cx="384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C</a:t>
              </a:r>
              <a:endParaRPr lang="ko-KR" altLang="en-US" sz="1400" dirty="0"/>
            </a:p>
          </p:txBody>
        </p:sp>
        <p:sp>
          <p:nvSpPr>
            <p:cNvPr id="31" name="화살표: 오른쪽 30">
              <a:extLst>
                <a:ext uri="{FF2B5EF4-FFF2-40B4-BE49-F238E27FC236}">
                  <a16:creationId xmlns:a16="http://schemas.microsoft.com/office/drawing/2014/main" id="{3D8AB08B-43D8-4AC1-A7A6-A327A3E6BCAE}"/>
                </a:ext>
              </a:extLst>
            </p:cNvPr>
            <p:cNvSpPr/>
            <p:nvPr/>
          </p:nvSpPr>
          <p:spPr>
            <a:xfrm>
              <a:off x="4794436" y="3930417"/>
              <a:ext cx="375501" cy="244885"/>
            </a:xfrm>
            <a:prstGeom prst="rightArrow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5613AAF-A824-4080-B790-02026BD61CCB}"/>
                </a:ext>
              </a:extLst>
            </p:cNvPr>
            <p:cNvSpPr txBox="1"/>
            <p:nvPr/>
          </p:nvSpPr>
          <p:spPr>
            <a:xfrm>
              <a:off x="5277346" y="3597436"/>
              <a:ext cx="384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D</a:t>
              </a:r>
              <a:endParaRPr lang="ko-KR" altLang="en-US" sz="1400" dirty="0"/>
            </a:p>
          </p:txBody>
        </p:sp>
        <p:sp>
          <p:nvSpPr>
            <p:cNvPr id="33" name="화살표: 오른쪽 32">
              <a:extLst>
                <a:ext uri="{FF2B5EF4-FFF2-40B4-BE49-F238E27FC236}">
                  <a16:creationId xmlns:a16="http://schemas.microsoft.com/office/drawing/2014/main" id="{8DCA87FD-E514-42FC-A55D-2233A049C9FD}"/>
                </a:ext>
              </a:extLst>
            </p:cNvPr>
            <p:cNvSpPr/>
            <p:nvPr/>
          </p:nvSpPr>
          <p:spPr>
            <a:xfrm>
              <a:off x="5286279" y="3929824"/>
              <a:ext cx="375501" cy="244885"/>
            </a:xfrm>
            <a:prstGeom prst="rightArrow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3E8906E-65F8-41ED-BD80-07A0DFD5FA79}"/>
                </a:ext>
              </a:extLst>
            </p:cNvPr>
            <p:cNvSpPr txBox="1"/>
            <p:nvPr/>
          </p:nvSpPr>
          <p:spPr>
            <a:xfrm>
              <a:off x="3828448" y="4175302"/>
              <a:ext cx="384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E</a:t>
              </a:r>
              <a:endParaRPr lang="ko-KR" altLang="en-US" sz="1400" dirty="0"/>
            </a:p>
          </p:txBody>
        </p:sp>
        <p:sp>
          <p:nvSpPr>
            <p:cNvPr id="35" name="화살표: 오른쪽 34">
              <a:extLst>
                <a:ext uri="{FF2B5EF4-FFF2-40B4-BE49-F238E27FC236}">
                  <a16:creationId xmlns:a16="http://schemas.microsoft.com/office/drawing/2014/main" id="{E2F66972-8502-46DD-B97F-4ED814370A40}"/>
                </a:ext>
              </a:extLst>
            </p:cNvPr>
            <p:cNvSpPr/>
            <p:nvPr/>
          </p:nvSpPr>
          <p:spPr>
            <a:xfrm>
              <a:off x="3837381" y="4507690"/>
              <a:ext cx="375501" cy="244885"/>
            </a:xfrm>
            <a:prstGeom prst="rightArrow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F5E5AD5-7E7F-4CD9-A03C-72EC5B7A8502}"/>
                </a:ext>
              </a:extLst>
            </p:cNvPr>
            <p:cNvSpPr txBox="1"/>
            <p:nvPr/>
          </p:nvSpPr>
          <p:spPr>
            <a:xfrm>
              <a:off x="4320291" y="4174709"/>
              <a:ext cx="384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F</a:t>
              </a:r>
              <a:endParaRPr lang="ko-KR" altLang="en-US" sz="1400" dirty="0"/>
            </a:p>
          </p:txBody>
        </p:sp>
        <p:sp>
          <p:nvSpPr>
            <p:cNvPr id="37" name="화살표: 오른쪽 36">
              <a:extLst>
                <a:ext uri="{FF2B5EF4-FFF2-40B4-BE49-F238E27FC236}">
                  <a16:creationId xmlns:a16="http://schemas.microsoft.com/office/drawing/2014/main" id="{B66CFCE5-9332-46B5-A0EB-B2D953601210}"/>
                </a:ext>
              </a:extLst>
            </p:cNvPr>
            <p:cNvSpPr/>
            <p:nvPr/>
          </p:nvSpPr>
          <p:spPr>
            <a:xfrm>
              <a:off x="4329224" y="4507097"/>
              <a:ext cx="375501" cy="244885"/>
            </a:xfrm>
            <a:prstGeom prst="rightArrow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BF56AF3-DB79-4270-A05C-0AF87FAF7128}"/>
                </a:ext>
              </a:extLst>
            </p:cNvPr>
            <p:cNvSpPr txBox="1"/>
            <p:nvPr/>
          </p:nvSpPr>
          <p:spPr>
            <a:xfrm>
              <a:off x="4794436" y="4175302"/>
              <a:ext cx="384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G</a:t>
              </a:r>
              <a:endParaRPr lang="ko-KR" altLang="en-US" sz="1400" dirty="0"/>
            </a:p>
          </p:txBody>
        </p:sp>
        <p:sp>
          <p:nvSpPr>
            <p:cNvPr id="39" name="화살표: 오른쪽 38">
              <a:extLst>
                <a:ext uri="{FF2B5EF4-FFF2-40B4-BE49-F238E27FC236}">
                  <a16:creationId xmlns:a16="http://schemas.microsoft.com/office/drawing/2014/main" id="{868BCE56-D5ED-4374-AB73-C79FFA435D37}"/>
                </a:ext>
              </a:extLst>
            </p:cNvPr>
            <p:cNvSpPr/>
            <p:nvPr/>
          </p:nvSpPr>
          <p:spPr>
            <a:xfrm>
              <a:off x="4803369" y="4507690"/>
              <a:ext cx="375501" cy="244885"/>
            </a:xfrm>
            <a:prstGeom prst="rightArrow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0918B61-085B-4B6D-92F4-93C31832E7BB}"/>
                </a:ext>
              </a:extLst>
            </p:cNvPr>
            <p:cNvSpPr txBox="1"/>
            <p:nvPr/>
          </p:nvSpPr>
          <p:spPr>
            <a:xfrm>
              <a:off x="5286279" y="4174709"/>
              <a:ext cx="384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H</a:t>
              </a:r>
              <a:endParaRPr lang="ko-KR" altLang="en-US" sz="1400" dirty="0"/>
            </a:p>
          </p:txBody>
        </p:sp>
        <p:sp>
          <p:nvSpPr>
            <p:cNvPr id="41" name="화살표: 오른쪽 40">
              <a:extLst>
                <a:ext uri="{FF2B5EF4-FFF2-40B4-BE49-F238E27FC236}">
                  <a16:creationId xmlns:a16="http://schemas.microsoft.com/office/drawing/2014/main" id="{C4DE451D-9E76-49A8-B4AD-8FAF76D7F71A}"/>
                </a:ext>
              </a:extLst>
            </p:cNvPr>
            <p:cNvSpPr/>
            <p:nvPr/>
          </p:nvSpPr>
          <p:spPr>
            <a:xfrm>
              <a:off x="5295212" y="4507097"/>
              <a:ext cx="375501" cy="244885"/>
            </a:xfrm>
            <a:prstGeom prst="rightArrow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7DED0F1-7761-4A3B-AB16-EE7302E905DC}"/>
                </a:ext>
              </a:extLst>
            </p:cNvPr>
            <p:cNvSpPr txBox="1"/>
            <p:nvPr/>
          </p:nvSpPr>
          <p:spPr>
            <a:xfrm>
              <a:off x="3821084" y="4815657"/>
              <a:ext cx="384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I</a:t>
              </a:r>
              <a:endParaRPr lang="ko-KR" altLang="en-US" sz="1400" dirty="0"/>
            </a:p>
          </p:txBody>
        </p:sp>
        <p:sp>
          <p:nvSpPr>
            <p:cNvPr id="43" name="화살표: 오른쪽 42">
              <a:extLst>
                <a:ext uri="{FF2B5EF4-FFF2-40B4-BE49-F238E27FC236}">
                  <a16:creationId xmlns:a16="http://schemas.microsoft.com/office/drawing/2014/main" id="{B873ADE1-A641-444E-B883-36A1D72941EF}"/>
                </a:ext>
              </a:extLst>
            </p:cNvPr>
            <p:cNvSpPr/>
            <p:nvPr/>
          </p:nvSpPr>
          <p:spPr>
            <a:xfrm>
              <a:off x="3830017" y="5148045"/>
              <a:ext cx="375501" cy="244885"/>
            </a:xfrm>
            <a:prstGeom prst="rightArrow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69D2AA2-DAEF-4C46-AA36-407CAC7C45AA}"/>
                </a:ext>
              </a:extLst>
            </p:cNvPr>
            <p:cNvSpPr txBox="1"/>
            <p:nvPr/>
          </p:nvSpPr>
          <p:spPr>
            <a:xfrm>
              <a:off x="4312927" y="4815064"/>
              <a:ext cx="384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J</a:t>
              </a:r>
              <a:endParaRPr lang="ko-KR" altLang="en-US" sz="1400" dirty="0"/>
            </a:p>
          </p:txBody>
        </p:sp>
        <p:sp>
          <p:nvSpPr>
            <p:cNvPr id="45" name="화살표: 오른쪽 44">
              <a:extLst>
                <a:ext uri="{FF2B5EF4-FFF2-40B4-BE49-F238E27FC236}">
                  <a16:creationId xmlns:a16="http://schemas.microsoft.com/office/drawing/2014/main" id="{BE116824-1D8C-40D8-8A3B-905453897F5A}"/>
                </a:ext>
              </a:extLst>
            </p:cNvPr>
            <p:cNvSpPr/>
            <p:nvPr/>
          </p:nvSpPr>
          <p:spPr>
            <a:xfrm>
              <a:off x="4321860" y="5147452"/>
              <a:ext cx="375501" cy="244885"/>
            </a:xfrm>
            <a:prstGeom prst="rightArrow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4D38948-E50C-4445-B221-65E50DA24EF4}"/>
                </a:ext>
              </a:extLst>
            </p:cNvPr>
            <p:cNvSpPr txBox="1"/>
            <p:nvPr/>
          </p:nvSpPr>
          <p:spPr>
            <a:xfrm>
              <a:off x="4787072" y="4815657"/>
              <a:ext cx="384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K</a:t>
              </a:r>
              <a:endParaRPr lang="ko-KR" altLang="en-US" sz="1400" dirty="0"/>
            </a:p>
          </p:txBody>
        </p:sp>
        <p:sp>
          <p:nvSpPr>
            <p:cNvPr id="47" name="화살표: 오른쪽 46">
              <a:extLst>
                <a:ext uri="{FF2B5EF4-FFF2-40B4-BE49-F238E27FC236}">
                  <a16:creationId xmlns:a16="http://schemas.microsoft.com/office/drawing/2014/main" id="{2A1ACCE7-CD88-47CF-B221-9E863B87ED0A}"/>
                </a:ext>
              </a:extLst>
            </p:cNvPr>
            <p:cNvSpPr/>
            <p:nvPr/>
          </p:nvSpPr>
          <p:spPr>
            <a:xfrm>
              <a:off x="4796005" y="5148045"/>
              <a:ext cx="375501" cy="244885"/>
            </a:xfrm>
            <a:prstGeom prst="rightArrow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C006E86-F140-48A2-BFEF-5BD3F8FED570}"/>
                </a:ext>
              </a:extLst>
            </p:cNvPr>
            <p:cNvSpPr txBox="1"/>
            <p:nvPr/>
          </p:nvSpPr>
          <p:spPr>
            <a:xfrm>
              <a:off x="5278915" y="4815064"/>
              <a:ext cx="384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L</a:t>
              </a:r>
              <a:endParaRPr lang="ko-KR" altLang="en-US" sz="1400" dirty="0"/>
            </a:p>
          </p:txBody>
        </p:sp>
        <p:sp>
          <p:nvSpPr>
            <p:cNvPr id="49" name="화살표: 오른쪽 48">
              <a:extLst>
                <a:ext uri="{FF2B5EF4-FFF2-40B4-BE49-F238E27FC236}">
                  <a16:creationId xmlns:a16="http://schemas.microsoft.com/office/drawing/2014/main" id="{8773D4F3-CCCD-4BCD-AD5B-8B4E2CA45D56}"/>
                </a:ext>
              </a:extLst>
            </p:cNvPr>
            <p:cNvSpPr/>
            <p:nvPr/>
          </p:nvSpPr>
          <p:spPr>
            <a:xfrm>
              <a:off x="5287848" y="5147452"/>
              <a:ext cx="375501" cy="244885"/>
            </a:xfrm>
            <a:prstGeom prst="rightArrow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6BF8A4E-D44B-48CB-90C2-B52474C15FA9}"/>
                </a:ext>
              </a:extLst>
            </p:cNvPr>
            <p:cNvSpPr txBox="1"/>
            <p:nvPr/>
          </p:nvSpPr>
          <p:spPr>
            <a:xfrm>
              <a:off x="3830017" y="5392930"/>
              <a:ext cx="384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N</a:t>
              </a:r>
              <a:endParaRPr lang="ko-KR" altLang="en-US" sz="1400" dirty="0"/>
            </a:p>
          </p:txBody>
        </p:sp>
        <p:sp>
          <p:nvSpPr>
            <p:cNvPr id="51" name="화살표: 오른쪽 50">
              <a:extLst>
                <a:ext uri="{FF2B5EF4-FFF2-40B4-BE49-F238E27FC236}">
                  <a16:creationId xmlns:a16="http://schemas.microsoft.com/office/drawing/2014/main" id="{6FE01D19-0F09-4540-8450-7184A8776E84}"/>
                </a:ext>
              </a:extLst>
            </p:cNvPr>
            <p:cNvSpPr/>
            <p:nvPr/>
          </p:nvSpPr>
          <p:spPr>
            <a:xfrm>
              <a:off x="3838950" y="5725318"/>
              <a:ext cx="375501" cy="244885"/>
            </a:xfrm>
            <a:prstGeom prst="rightArrow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8BF6D71-175B-4910-9D21-E540DBDE7640}"/>
                </a:ext>
              </a:extLst>
            </p:cNvPr>
            <p:cNvSpPr txBox="1"/>
            <p:nvPr/>
          </p:nvSpPr>
          <p:spPr>
            <a:xfrm>
              <a:off x="4321860" y="5392337"/>
              <a:ext cx="384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M</a:t>
              </a:r>
              <a:endParaRPr lang="ko-KR" altLang="en-US" sz="1400" dirty="0"/>
            </a:p>
          </p:txBody>
        </p:sp>
        <p:sp>
          <p:nvSpPr>
            <p:cNvPr id="53" name="화살표: 오른쪽 52">
              <a:extLst>
                <a:ext uri="{FF2B5EF4-FFF2-40B4-BE49-F238E27FC236}">
                  <a16:creationId xmlns:a16="http://schemas.microsoft.com/office/drawing/2014/main" id="{02E062CF-2F3C-452E-9BCB-2DC5A6622369}"/>
                </a:ext>
              </a:extLst>
            </p:cNvPr>
            <p:cNvSpPr/>
            <p:nvPr/>
          </p:nvSpPr>
          <p:spPr>
            <a:xfrm>
              <a:off x="4330793" y="5724725"/>
              <a:ext cx="375501" cy="244885"/>
            </a:xfrm>
            <a:prstGeom prst="rightArrow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0B275D4-6BDD-4BBC-9992-D88893B7A8A3}"/>
                </a:ext>
              </a:extLst>
            </p:cNvPr>
            <p:cNvSpPr txBox="1"/>
            <p:nvPr/>
          </p:nvSpPr>
          <p:spPr>
            <a:xfrm>
              <a:off x="4796005" y="5392930"/>
              <a:ext cx="384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O</a:t>
              </a:r>
              <a:endParaRPr lang="ko-KR" altLang="en-US" sz="1400" dirty="0"/>
            </a:p>
          </p:txBody>
        </p:sp>
        <p:sp>
          <p:nvSpPr>
            <p:cNvPr id="55" name="화살표: 오른쪽 54">
              <a:extLst>
                <a:ext uri="{FF2B5EF4-FFF2-40B4-BE49-F238E27FC236}">
                  <a16:creationId xmlns:a16="http://schemas.microsoft.com/office/drawing/2014/main" id="{EDFB9164-E70F-47A7-979D-2733B592C1FB}"/>
                </a:ext>
              </a:extLst>
            </p:cNvPr>
            <p:cNvSpPr/>
            <p:nvPr/>
          </p:nvSpPr>
          <p:spPr>
            <a:xfrm>
              <a:off x="4804938" y="5725318"/>
              <a:ext cx="375501" cy="244885"/>
            </a:xfrm>
            <a:prstGeom prst="rightArrow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FBE89EB-6CC2-43E5-99DB-EFD7BF5022AB}"/>
                </a:ext>
              </a:extLst>
            </p:cNvPr>
            <p:cNvSpPr txBox="1"/>
            <p:nvPr/>
          </p:nvSpPr>
          <p:spPr>
            <a:xfrm>
              <a:off x="5287848" y="5392337"/>
              <a:ext cx="384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P</a:t>
              </a:r>
              <a:endParaRPr lang="ko-KR" altLang="en-US" sz="1400" dirty="0"/>
            </a:p>
          </p:txBody>
        </p:sp>
        <p:sp>
          <p:nvSpPr>
            <p:cNvPr id="57" name="화살표: 오른쪽 56">
              <a:extLst>
                <a:ext uri="{FF2B5EF4-FFF2-40B4-BE49-F238E27FC236}">
                  <a16:creationId xmlns:a16="http://schemas.microsoft.com/office/drawing/2014/main" id="{1EB7EE7D-C270-49E2-8F89-9A3431B1B229}"/>
                </a:ext>
              </a:extLst>
            </p:cNvPr>
            <p:cNvSpPr/>
            <p:nvPr/>
          </p:nvSpPr>
          <p:spPr>
            <a:xfrm>
              <a:off x="5296781" y="5724725"/>
              <a:ext cx="375501" cy="244885"/>
            </a:xfrm>
            <a:prstGeom prst="rightArrow">
              <a:avLst/>
            </a:prstGeom>
            <a:solidFill>
              <a:schemeClr val="accent1"/>
            </a:solidFill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464B9C1F-EC78-47EF-8658-6BB09B849989}"/>
              </a:ext>
            </a:extLst>
          </p:cNvPr>
          <p:cNvSpPr txBox="1"/>
          <p:nvPr/>
        </p:nvSpPr>
        <p:spPr>
          <a:xfrm>
            <a:off x="4366021" y="3915553"/>
            <a:ext cx="12347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#</a:t>
            </a:r>
            <a:r>
              <a:rPr lang="ko-KR" altLang="en-US" sz="1000" dirty="0"/>
              <a:t>데이터</a:t>
            </a:r>
            <a:r>
              <a:rPr lang="en-US" altLang="ko-KR" sz="1000" dirty="0"/>
              <a:t>(</a:t>
            </a:r>
            <a:r>
              <a:rPr lang="ko-KR" altLang="en-US" sz="1000" dirty="0"/>
              <a:t>행렬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438B35A-4168-4B7A-8877-001C00245FA3}"/>
              </a:ext>
            </a:extLst>
          </p:cNvPr>
          <p:cNvSpPr txBox="1"/>
          <p:nvPr/>
        </p:nvSpPr>
        <p:spPr>
          <a:xfrm>
            <a:off x="3635896" y="4243129"/>
            <a:ext cx="48401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/>
              <a:t>#GPU</a:t>
            </a:r>
            <a:r>
              <a:rPr lang="ko-KR" altLang="en-US" sz="1200" dirty="0"/>
              <a:t>는 데이터를 프로세서마다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r>
              <a:rPr lang="en-US" altLang="ko-KR" sz="1200" dirty="0"/>
              <a:t>1</a:t>
            </a:r>
            <a:r>
              <a:rPr lang="ko-KR" altLang="en-US" sz="1200" dirty="0"/>
              <a:t>개씩 처리하는 병렬연산 구조다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05D3EF9-B983-47F5-8031-9627BE723109}"/>
              </a:ext>
            </a:extLst>
          </p:cNvPr>
          <p:cNvSpPr txBox="1"/>
          <p:nvPr/>
        </p:nvSpPr>
        <p:spPr>
          <a:xfrm>
            <a:off x="4899255" y="1131590"/>
            <a:ext cx="40324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/>
              <a:t>#CPU</a:t>
            </a:r>
            <a:r>
              <a:rPr lang="ko-KR" altLang="en-US" sz="1200" dirty="0"/>
              <a:t>는 데이터를 </a:t>
            </a:r>
            <a:r>
              <a:rPr lang="en-US" altLang="ko-KR" sz="1200" dirty="0"/>
              <a:t>1</a:t>
            </a:r>
            <a:r>
              <a:rPr lang="ko-KR" altLang="en-US" sz="1200" dirty="0"/>
              <a:t>개씩 순차적으로 연산하는 구조다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44E9EA4-C270-40BC-85FE-E3FBF8480118}"/>
              </a:ext>
            </a:extLst>
          </p:cNvPr>
          <p:cNvSpPr txBox="1"/>
          <p:nvPr/>
        </p:nvSpPr>
        <p:spPr>
          <a:xfrm>
            <a:off x="4557408" y="1203312"/>
            <a:ext cx="5291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시간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BBDFDEB-4BD8-4107-8749-2A4AADA569E5}"/>
              </a:ext>
            </a:extLst>
          </p:cNvPr>
          <p:cNvSpPr txBox="1"/>
          <p:nvPr/>
        </p:nvSpPr>
        <p:spPr>
          <a:xfrm>
            <a:off x="0" y="4643736"/>
            <a:ext cx="9111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※CPU</a:t>
            </a:r>
            <a:r>
              <a:rPr lang="ko-KR" altLang="en-US" sz="1200" dirty="0">
                <a:solidFill>
                  <a:srgbClr val="FF0000"/>
                </a:solidFill>
              </a:rPr>
              <a:t>도 </a:t>
            </a:r>
            <a:r>
              <a:rPr lang="ko-KR" altLang="en-US" sz="1200" dirty="0" err="1">
                <a:solidFill>
                  <a:srgbClr val="FF0000"/>
                </a:solidFill>
              </a:rPr>
              <a:t>잡스케쥴링을하면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GPU</a:t>
            </a:r>
            <a:r>
              <a:rPr lang="ko-KR" altLang="en-US" sz="1200" dirty="0">
                <a:solidFill>
                  <a:srgbClr val="FF0000"/>
                </a:solidFill>
              </a:rPr>
              <a:t>처럼 작동하는 것 아닌가</a:t>
            </a:r>
            <a:r>
              <a:rPr lang="en-US" altLang="ko-KR" sz="1200" dirty="0">
                <a:solidFill>
                  <a:srgbClr val="FF0000"/>
                </a:solidFill>
              </a:rPr>
              <a:t>? 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br>
              <a:rPr lang="en-US" altLang="ko-KR" sz="1200" dirty="0">
                <a:solidFill>
                  <a:srgbClr val="FF0000"/>
                </a:solidFill>
              </a:rPr>
            </a:br>
            <a:r>
              <a:rPr lang="ko-KR" altLang="en-US" sz="1200" dirty="0" err="1">
                <a:solidFill>
                  <a:srgbClr val="FF0000"/>
                </a:solidFill>
              </a:rPr>
              <a:t>잡스케쥴러가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 err="1">
                <a:solidFill>
                  <a:srgbClr val="FF0000"/>
                </a:solidFill>
              </a:rPr>
              <a:t>분배할수있으나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소프트웨어단에서 처리하여 도와주는 것이므로</a:t>
            </a:r>
            <a:r>
              <a:rPr lang="en-US" altLang="ko-KR" sz="1200" dirty="0">
                <a:solidFill>
                  <a:srgbClr val="FF0000"/>
                </a:solidFill>
              </a:rPr>
              <a:t>,</a:t>
            </a:r>
            <a:r>
              <a:rPr lang="ko-KR" altLang="en-US" sz="1200" dirty="0">
                <a:solidFill>
                  <a:srgbClr val="FF0000"/>
                </a:solidFill>
              </a:rPr>
              <a:t> 기본 </a:t>
            </a:r>
            <a:r>
              <a:rPr lang="en-US" altLang="ko-KR" sz="1200" dirty="0">
                <a:solidFill>
                  <a:srgbClr val="FF0000"/>
                </a:solidFill>
              </a:rPr>
              <a:t>CPU</a:t>
            </a:r>
            <a:r>
              <a:rPr lang="ko-KR" altLang="en-US" sz="1200" dirty="0">
                <a:solidFill>
                  <a:srgbClr val="FF0000"/>
                </a:solidFill>
              </a:rPr>
              <a:t>의 하드웨어의 동작 구조로는 볼 수 없다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66" name="화살표: 오른쪽 65">
            <a:extLst>
              <a:ext uri="{FF2B5EF4-FFF2-40B4-BE49-F238E27FC236}">
                <a16:creationId xmlns:a16="http://schemas.microsoft.com/office/drawing/2014/main" id="{F3CE6250-7ADD-43C5-900E-D239924FF282}"/>
              </a:ext>
            </a:extLst>
          </p:cNvPr>
          <p:cNvSpPr/>
          <p:nvPr/>
        </p:nvSpPr>
        <p:spPr>
          <a:xfrm>
            <a:off x="4296391" y="1224798"/>
            <a:ext cx="280224" cy="182750"/>
          </a:xfrm>
          <a:prstGeom prst="rightArrow">
            <a:avLst/>
          </a:prstGeom>
          <a:solidFill>
            <a:schemeClr val="accent1"/>
          </a:solidFill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7" name="화살표: 오른쪽 66">
            <a:extLst>
              <a:ext uri="{FF2B5EF4-FFF2-40B4-BE49-F238E27FC236}">
                <a16:creationId xmlns:a16="http://schemas.microsoft.com/office/drawing/2014/main" id="{9DCB8559-E2BE-4E33-9B52-74F5DE41FD2C}"/>
              </a:ext>
            </a:extLst>
          </p:cNvPr>
          <p:cNvSpPr/>
          <p:nvPr/>
        </p:nvSpPr>
        <p:spPr>
          <a:xfrm>
            <a:off x="5834881" y="2795936"/>
            <a:ext cx="351713" cy="192959"/>
          </a:xfrm>
          <a:prstGeom prst="rightArrow">
            <a:avLst/>
          </a:prstGeom>
          <a:solidFill>
            <a:srgbClr val="92D05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69" name="화살표: 오른쪽 68">
            <a:extLst>
              <a:ext uri="{FF2B5EF4-FFF2-40B4-BE49-F238E27FC236}">
                <a16:creationId xmlns:a16="http://schemas.microsoft.com/office/drawing/2014/main" id="{78CD740F-514D-4ADC-AC03-0AC32D1347EB}"/>
              </a:ext>
            </a:extLst>
          </p:cNvPr>
          <p:cNvSpPr/>
          <p:nvPr/>
        </p:nvSpPr>
        <p:spPr>
          <a:xfrm rot="16200000">
            <a:off x="5431641" y="2251869"/>
            <a:ext cx="351713" cy="192959"/>
          </a:xfrm>
          <a:prstGeom prst="rightArrow">
            <a:avLst/>
          </a:prstGeom>
          <a:solidFill>
            <a:srgbClr val="92D05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70" name="화살표: 오른쪽 69">
            <a:extLst>
              <a:ext uri="{FF2B5EF4-FFF2-40B4-BE49-F238E27FC236}">
                <a16:creationId xmlns:a16="http://schemas.microsoft.com/office/drawing/2014/main" id="{1F5D5E38-1952-4FD2-910E-766702594133}"/>
              </a:ext>
            </a:extLst>
          </p:cNvPr>
          <p:cNvSpPr/>
          <p:nvPr/>
        </p:nvSpPr>
        <p:spPr>
          <a:xfrm>
            <a:off x="4296391" y="1522661"/>
            <a:ext cx="280224" cy="182750"/>
          </a:xfrm>
          <a:prstGeom prst="rightArrow">
            <a:avLst/>
          </a:prstGeom>
          <a:solidFill>
            <a:srgbClr val="92D05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941E0FA-56E4-4622-83D0-172BA7E0A418}"/>
              </a:ext>
            </a:extLst>
          </p:cNvPr>
          <p:cNvSpPr txBox="1"/>
          <p:nvPr/>
        </p:nvSpPr>
        <p:spPr>
          <a:xfrm>
            <a:off x="4547782" y="1488595"/>
            <a:ext cx="5291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입력</a:t>
            </a: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986AAD06-86CE-4F07-A504-719FDB4B719C}"/>
              </a:ext>
            </a:extLst>
          </p:cNvPr>
          <p:cNvGrpSpPr/>
          <p:nvPr/>
        </p:nvGrpSpPr>
        <p:grpSpPr>
          <a:xfrm>
            <a:off x="59598" y="1167416"/>
            <a:ext cx="3983186" cy="931496"/>
            <a:chOff x="59598" y="1167416"/>
            <a:chExt cx="3983186" cy="931496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08A18DB-2256-4D0E-95E4-A039DA7573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598" y="1167416"/>
              <a:ext cx="3983186" cy="931496"/>
            </a:xfrm>
            <a:prstGeom prst="rect">
              <a:avLst/>
            </a:prstGeom>
          </p:spPr>
        </p:pic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4301A0E8-A4CA-4BDB-B1F7-8D5624D969EC}"/>
                </a:ext>
              </a:extLst>
            </p:cNvPr>
            <p:cNvSpPr/>
            <p:nvPr/>
          </p:nvSpPr>
          <p:spPr>
            <a:xfrm>
              <a:off x="2692000" y="1449533"/>
              <a:ext cx="360040" cy="157099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CE79EAC0-49AB-4418-820A-3AE9AB0E7BD5}"/>
              </a:ext>
            </a:extLst>
          </p:cNvPr>
          <p:cNvGrpSpPr/>
          <p:nvPr/>
        </p:nvGrpSpPr>
        <p:grpSpPr>
          <a:xfrm>
            <a:off x="165741" y="2172492"/>
            <a:ext cx="3632417" cy="1001204"/>
            <a:chOff x="124023" y="2114288"/>
            <a:chExt cx="3632417" cy="1001204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0308D1E-28ED-4C4B-A5ED-1EE8346E6E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023" y="2114288"/>
              <a:ext cx="3632417" cy="1001204"/>
            </a:xfrm>
            <a:prstGeom prst="rect">
              <a:avLst/>
            </a:prstGeom>
          </p:spPr>
        </p:pic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95383581-6E42-4024-996B-56352254E835}"/>
                </a:ext>
              </a:extLst>
            </p:cNvPr>
            <p:cNvSpPr/>
            <p:nvPr/>
          </p:nvSpPr>
          <p:spPr>
            <a:xfrm>
              <a:off x="2555776" y="2392774"/>
              <a:ext cx="864096" cy="178976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 err="1"/>
            </a:p>
          </p:txBody>
        </p:sp>
      </p:grpSp>
      <p:pic>
        <p:nvPicPr>
          <p:cNvPr id="81" name="Picture 5">
            <a:hlinkClick r:id="rId4"/>
            <a:extLst>
              <a:ext uri="{FF2B5EF4-FFF2-40B4-BE49-F238E27FC236}">
                <a16:creationId xmlns:a16="http://schemas.microsoft.com/office/drawing/2014/main" id="{53ED0968-6E2A-4168-8F94-68A9FF3B9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217" y="4031857"/>
            <a:ext cx="470454" cy="470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BEE29210-D674-4F4B-B5DB-12D465345608}"/>
              </a:ext>
            </a:extLst>
          </p:cNvPr>
          <p:cNvSpPr txBox="1"/>
          <p:nvPr/>
        </p:nvSpPr>
        <p:spPr>
          <a:xfrm>
            <a:off x="814213" y="4036735"/>
            <a:ext cx="2734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NVIDIA</a:t>
            </a:r>
            <a:r>
              <a:rPr lang="ko-KR" altLang="en-US" sz="1200" b="1" dirty="0">
                <a:solidFill>
                  <a:srgbClr val="FF0000"/>
                </a:solidFill>
              </a:rPr>
              <a:t>비장의 무기</a:t>
            </a:r>
            <a:r>
              <a:rPr lang="en-US" altLang="ko-KR" sz="1200" b="1" dirty="0">
                <a:solidFill>
                  <a:srgbClr val="FF0000"/>
                </a:solidFill>
              </a:rPr>
              <a:t>-</a:t>
            </a:r>
            <a:r>
              <a:rPr lang="ko-KR" altLang="en-US" sz="1200" b="1" dirty="0" err="1">
                <a:solidFill>
                  <a:srgbClr val="FF0000"/>
                </a:solidFill>
              </a:rPr>
              <a:t>안될공학</a:t>
            </a:r>
            <a:br>
              <a:rPr lang="en-US" altLang="ko-KR" sz="1200" b="1" dirty="0">
                <a:solidFill>
                  <a:srgbClr val="FF0000"/>
                </a:solidFill>
              </a:rPr>
            </a:br>
            <a:r>
              <a:rPr lang="ko-KR" altLang="en-US" sz="1200" b="1" dirty="0" err="1">
                <a:solidFill>
                  <a:srgbClr val="FF0000"/>
                </a:solidFill>
              </a:rPr>
              <a:t>유튜브링크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34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/>
              <a:t>HLSL(</a:t>
            </a:r>
            <a:r>
              <a:rPr lang="ko-KR" altLang="en-US" dirty="0" err="1"/>
              <a:t>쉐이더</a:t>
            </a:r>
            <a:r>
              <a:rPr lang="en-US" altLang="ko-KR" dirty="0"/>
              <a:t>)</a:t>
            </a:r>
            <a:r>
              <a:rPr lang="ko-KR" altLang="en-US" dirty="0"/>
              <a:t> 코드 분석하기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22464" y="1275606"/>
            <a:ext cx="3964336" cy="30243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 err="1"/>
              <a:t>쉐이더의</a:t>
            </a:r>
            <a:r>
              <a:rPr lang="ko-KR" altLang="en-US" sz="2400" dirty="0"/>
              <a:t> 코드를 살펴보면</a:t>
            </a:r>
            <a:r>
              <a:rPr lang="en-US" altLang="ko-KR" sz="2400" dirty="0"/>
              <a:t>,</a:t>
            </a:r>
            <a:br>
              <a:rPr lang="en-US" altLang="ko-KR" sz="2400" dirty="0"/>
            </a:br>
            <a:r>
              <a:rPr lang="ko-KR" altLang="en-US" sz="2400" dirty="0"/>
              <a:t>각 연산에 데이터를 </a:t>
            </a:r>
            <a:r>
              <a:rPr lang="ko-KR" altLang="en-US" sz="2400" dirty="0" err="1"/>
              <a:t>반복처리하는</a:t>
            </a:r>
            <a:r>
              <a:rPr lang="ko-KR" altLang="en-US" sz="2400" dirty="0"/>
              <a:t> 로직이 없다</a:t>
            </a:r>
            <a:r>
              <a:rPr lang="en-US" altLang="ko-KR" sz="2400" dirty="0"/>
              <a:t>.</a:t>
            </a:r>
            <a:br>
              <a:rPr lang="en-US" altLang="ko-KR" sz="2400" dirty="0"/>
            </a:br>
            <a:r>
              <a:rPr lang="ko-KR" altLang="en-US" sz="2400" dirty="0"/>
              <a:t>해당 내용은 각 </a:t>
            </a:r>
            <a:r>
              <a:rPr lang="ko-KR" altLang="en-US" sz="2400" dirty="0" err="1"/>
              <a:t>버텍스와</a:t>
            </a:r>
            <a:r>
              <a:rPr lang="ko-KR" altLang="en-US" sz="2400" dirty="0"/>
              <a:t> 픽셀단위로 정보를 처리하고 있음을 알 수 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16DB644-12C4-4E28-B1C1-6D0633729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71" y="1275606"/>
            <a:ext cx="4392488" cy="31317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081F16-E6BD-4BB3-A16F-328ADD4516F3}"/>
              </a:ext>
            </a:extLst>
          </p:cNvPr>
          <p:cNvSpPr txBox="1"/>
          <p:nvPr/>
        </p:nvSpPr>
        <p:spPr>
          <a:xfrm>
            <a:off x="-12973" y="4799021"/>
            <a:ext cx="9111998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ea typeface="맑은 고딕"/>
              </a:rPr>
              <a:t>※</a:t>
            </a:r>
            <a:r>
              <a:rPr lang="en-US" altLang="ko-KR" sz="1200" dirty="0" err="1">
                <a:solidFill>
                  <a:srgbClr val="FF0000"/>
                </a:solidFill>
                <a:ea typeface="맑은 고딕"/>
              </a:rPr>
              <a:t>ShaderLanguage</a:t>
            </a:r>
            <a:r>
              <a:rPr lang="en-US" altLang="ko-KR" sz="1200" dirty="0">
                <a:solidFill>
                  <a:srgbClr val="FF0000"/>
                </a:solidFill>
                <a:ea typeface="맑은 고딕"/>
              </a:rPr>
              <a:t>: </a:t>
            </a:r>
            <a:r>
              <a:rPr lang="ko-KR" altLang="en-US" sz="1200" dirty="0" err="1">
                <a:solidFill>
                  <a:srgbClr val="FF0000"/>
                </a:solidFill>
                <a:ea typeface="맑은 고딕"/>
              </a:rPr>
              <a:t>프로그래머블</a:t>
            </a:r>
            <a:r>
              <a:rPr lang="ko-KR" altLang="en-US" sz="1200" dirty="0">
                <a:solidFill>
                  <a:srgbClr val="FF0000"/>
                </a:solidFill>
                <a:ea typeface="맑은 고딕"/>
              </a:rPr>
              <a:t> 파이프라인을 구현하기 위한 프로그래밍언어</a:t>
            </a:r>
            <a:r>
              <a:rPr lang="en-US" altLang="ko-KR" sz="1200" dirty="0">
                <a:solidFill>
                  <a:srgbClr val="FF0000"/>
                </a:solidFill>
                <a:ea typeface="맑은 고딕"/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  <a:ea typeface="맑은 고딕"/>
              </a:rPr>
              <a:t>대표적으로 </a:t>
            </a:r>
            <a:r>
              <a:rPr lang="en-US" altLang="ko-KR" sz="1200" dirty="0">
                <a:solidFill>
                  <a:srgbClr val="FF0000"/>
                </a:solidFill>
                <a:ea typeface="맑은 고딕"/>
              </a:rPr>
              <a:t>HLSL(DX), GLGS(OpenGL)</a:t>
            </a:r>
            <a:r>
              <a:rPr lang="ko-KR" altLang="en-US" sz="1200" dirty="0">
                <a:solidFill>
                  <a:srgbClr val="FF0000"/>
                </a:solidFill>
                <a:ea typeface="맑은 고딕"/>
              </a:rPr>
              <a:t>이 있다</a:t>
            </a:r>
            <a:r>
              <a:rPr lang="en-US" altLang="ko-KR" sz="1200" dirty="0">
                <a:solidFill>
                  <a:srgbClr val="FF0000"/>
                </a:solidFill>
                <a:ea typeface="맑은 고딕"/>
              </a:rPr>
              <a:t>. 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921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 err="1"/>
              <a:t>DriectX</a:t>
            </a:r>
            <a:r>
              <a:rPr lang="en-US" altLang="ko-KR" dirty="0"/>
              <a:t> 11 </a:t>
            </a:r>
            <a:r>
              <a:rPr lang="en-US" altLang="ko-KR" dirty="0" err="1"/>
              <a:t>Tutoral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Rastertek</a:t>
            </a:r>
            <a:r>
              <a:rPr lang="ko-KR" altLang="en-US" dirty="0"/>
              <a:t>의 강좌에 나오는 예제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sz="2000" dirty="0" err="1"/>
              <a:t>강좌링크</a:t>
            </a:r>
            <a:r>
              <a:rPr lang="en-US" altLang="ko-KR" sz="2000" dirty="0"/>
              <a:t>(</a:t>
            </a:r>
            <a:r>
              <a:rPr lang="ko-KR" altLang="en-US" sz="2000" dirty="0"/>
              <a:t>영문</a:t>
            </a:r>
            <a:r>
              <a:rPr lang="en-US" altLang="ko-KR" sz="2000" dirty="0"/>
              <a:t>):</a:t>
            </a:r>
            <a:r>
              <a:rPr lang="en-US" altLang="ko-KR" sz="2000" dirty="0">
                <a:hlinkClick r:id="rId2"/>
              </a:rPr>
              <a:t>http://www.rastertek.com/tutdx11.html</a:t>
            </a:r>
            <a:endParaRPr lang="en-US" altLang="ko-KR" sz="2000" dirty="0"/>
          </a:p>
          <a:p>
            <a:endParaRPr lang="en-US" altLang="ko-KR" dirty="0"/>
          </a:p>
          <a:p>
            <a:r>
              <a:rPr lang="ko-KR" altLang="en-US" dirty="0"/>
              <a:t>게임을 만들기 위한 기본요소들만 클래스를 뽑고 사용방법을 </a:t>
            </a:r>
            <a:r>
              <a:rPr lang="ko-KR" altLang="en-US" dirty="0" err="1"/>
              <a:t>익혀보기로</a:t>
            </a:r>
            <a:r>
              <a:rPr lang="ko-KR" altLang="en-US" dirty="0"/>
              <a:t> 진행함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81775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10EF47-4CE5-43F6-93F3-AD20CB4A3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 err="1"/>
              <a:t>DriectX</a:t>
            </a:r>
            <a:r>
              <a:rPr lang="en-US" altLang="ko-KR" dirty="0"/>
              <a:t> 12</a:t>
            </a:r>
            <a:endParaRPr lang="ko-KR" altLang="en-US" dirty="0"/>
          </a:p>
        </p:txBody>
      </p:sp>
      <p:pic>
        <p:nvPicPr>
          <p:cNvPr id="4" name="Picture 5">
            <a:hlinkClick r:id="rId2"/>
            <a:extLst>
              <a:ext uri="{FF2B5EF4-FFF2-40B4-BE49-F238E27FC236}">
                <a16:creationId xmlns:a16="http://schemas.microsoft.com/office/drawing/2014/main" id="{6BC3B7D3-E59F-4B36-ADDE-14F289F61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724" y="4555402"/>
            <a:ext cx="412951" cy="412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8DC757-AE88-4839-98A9-F24034F647AF}"/>
              </a:ext>
            </a:extLst>
          </p:cNvPr>
          <p:cNvSpPr txBox="1"/>
          <p:nvPr/>
        </p:nvSpPr>
        <p:spPr>
          <a:xfrm>
            <a:off x="663675" y="4506688"/>
            <a:ext cx="2734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>
                <a:solidFill>
                  <a:srgbClr val="FF0000"/>
                </a:solidFill>
              </a:rPr>
              <a:t>탑프로그래머의</a:t>
            </a:r>
            <a:r>
              <a:rPr lang="ko-KR" altLang="en-US" sz="1200" b="1" dirty="0">
                <a:solidFill>
                  <a:srgbClr val="FF0000"/>
                </a:solidFill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</a:rPr>
              <a:t>DX12</a:t>
            </a:r>
            <a:r>
              <a:rPr lang="ko-KR" altLang="en-US" sz="1200" b="1" dirty="0">
                <a:solidFill>
                  <a:srgbClr val="FF0000"/>
                </a:solidFill>
              </a:rPr>
              <a:t>최적화</a:t>
            </a:r>
            <a:r>
              <a:rPr lang="en-US" altLang="ko-KR" sz="1200" b="1" dirty="0">
                <a:solidFill>
                  <a:srgbClr val="FF0000"/>
                </a:solidFill>
              </a:rPr>
              <a:t>-</a:t>
            </a:r>
            <a:r>
              <a:rPr lang="ko-KR" altLang="en-US" sz="1200" b="1" dirty="0" err="1">
                <a:solidFill>
                  <a:srgbClr val="FF0000"/>
                </a:solidFill>
              </a:rPr>
              <a:t>포프</a:t>
            </a:r>
            <a:r>
              <a:rPr lang="en-US" altLang="ko-KR" sz="1200" b="1" dirty="0">
                <a:solidFill>
                  <a:srgbClr val="FF0000"/>
                </a:solidFill>
              </a:rPr>
              <a:t>tv</a:t>
            </a:r>
            <a:br>
              <a:rPr lang="en-US" altLang="ko-KR" sz="1200" b="1" dirty="0">
                <a:solidFill>
                  <a:srgbClr val="FF0000"/>
                </a:solidFill>
              </a:rPr>
            </a:br>
            <a:r>
              <a:rPr lang="ko-KR" altLang="en-US" sz="1200" b="1" dirty="0" err="1">
                <a:solidFill>
                  <a:srgbClr val="FF0000"/>
                </a:solidFill>
              </a:rPr>
              <a:t>유튜브링크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67B73AF-9A3A-4493-B349-3C1CB9A6A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955775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DX12</a:t>
            </a:r>
            <a:r>
              <a:rPr lang="ko-KR" altLang="en-US" sz="2400" dirty="0"/>
              <a:t>는</a:t>
            </a:r>
            <a:r>
              <a:rPr lang="en-US" altLang="ko-KR" sz="2400" dirty="0"/>
              <a:t> </a:t>
            </a:r>
            <a:r>
              <a:rPr lang="ko-KR" altLang="en-US" sz="2400" dirty="0"/>
              <a:t>전문가를 위해서 만들어진</a:t>
            </a:r>
            <a:r>
              <a:rPr lang="en-US" altLang="ko-KR" sz="2400" dirty="0"/>
              <a:t> API</a:t>
            </a:r>
            <a:r>
              <a:rPr lang="ko-KR" altLang="en-US" sz="2400" dirty="0"/>
              <a:t>다</a:t>
            </a:r>
            <a:r>
              <a:rPr lang="en-US" altLang="ko-KR" sz="2400" dirty="0"/>
              <a:t>. </a:t>
            </a:r>
          </a:p>
          <a:p>
            <a:r>
              <a:rPr lang="ko-KR" altLang="en-US" sz="2400" dirty="0"/>
              <a:t>전문적인 최적화가 필요하지 할 정도의 수준을 요하지 않으면 필요 하지 않다</a:t>
            </a:r>
            <a:r>
              <a:rPr lang="en-US" altLang="ko-KR" sz="2400" dirty="0"/>
              <a:t>.</a:t>
            </a:r>
          </a:p>
          <a:p>
            <a:r>
              <a:rPr lang="en-US" altLang="ko-KR" sz="2400" dirty="0"/>
              <a:t>Raytracing</a:t>
            </a:r>
            <a:r>
              <a:rPr lang="ko-KR" altLang="en-US" sz="2400" dirty="0"/>
              <a:t>샘플을 제공하며</a:t>
            </a:r>
            <a:r>
              <a:rPr lang="en-US" altLang="ko-KR" sz="2400" dirty="0"/>
              <a:t>, </a:t>
            </a:r>
            <a:r>
              <a:rPr lang="ko-KR" altLang="en-US" sz="2400" dirty="0"/>
              <a:t>필요하다면 학습해보자</a:t>
            </a:r>
            <a:r>
              <a:rPr lang="en-US" altLang="ko-KR" sz="2400" dirty="0"/>
              <a:t>.</a:t>
            </a:r>
            <a:br>
              <a:rPr lang="en-US" altLang="ko-KR" sz="2400" dirty="0"/>
            </a:br>
            <a:r>
              <a:rPr lang="en-US" altLang="ko-KR" sz="2400" dirty="0"/>
              <a:t>(RTX</a:t>
            </a:r>
            <a:r>
              <a:rPr lang="ko-KR" altLang="en-US" sz="2400" dirty="0"/>
              <a:t>급의 </a:t>
            </a:r>
            <a:r>
              <a:rPr lang="en-US" altLang="ko-KR" sz="2400" dirty="0"/>
              <a:t>GPU</a:t>
            </a:r>
            <a:r>
              <a:rPr lang="ko-KR" altLang="en-US" sz="2400" dirty="0"/>
              <a:t>필요</a:t>
            </a:r>
            <a:r>
              <a:rPr lang="en-US" altLang="ko-KR" sz="2400" dirty="0"/>
              <a:t>)</a:t>
            </a:r>
            <a:br>
              <a:rPr lang="en-US" altLang="ko-KR" dirty="0"/>
            </a:br>
            <a:r>
              <a:rPr lang="ko-KR" altLang="en-US" sz="2400" dirty="0"/>
              <a:t>링크</a:t>
            </a:r>
            <a:r>
              <a:rPr lang="en-US" altLang="ko-KR" sz="2400" dirty="0"/>
              <a:t>: </a:t>
            </a:r>
            <a:r>
              <a:rPr lang="en-US" altLang="ko-KR" sz="2200" b="0" i="0" u="none" strike="noStrike" dirty="0">
                <a:effectLst/>
                <a:latin typeface="Whitney"/>
                <a:hlinkClick r:id="rId4" tooltip="https://github.com/microsoft/DirectX-Graphics-Samples"/>
              </a:rPr>
              <a:t>https://github.com/microsoft/DirectX-Graphics-Samples</a:t>
            </a:r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978156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ko-KR" sz="5400" dirty="0" err="1"/>
              <a:t>QnA</a:t>
            </a:r>
            <a:endParaRPr lang="ko-KR" altLang="en-US" sz="5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544" y="2283718"/>
            <a:ext cx="8229600" cy="180364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ko-KR" altLang="en-US" sz="5400" dirty="0"/>
              <a:t>감사합니다</a:t>
            </a:r>
            <a:r>
              <a:rPr lang="en-US" altLang="ko-KR" sz="54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558846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  <a:alpha val="80000"/>
          </a:schemeClr>
        </a:solidFill>
        <a:ln>
          <a:noFill/>
        </a:ln>
      </a:spPr>
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>
              <a:lumMod val="50000"/>
              <a:lumOff val="50000"/>
            </a:schemeClr>
          </a:solidFill>
          <a:prstDash val="sysDash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3083</TotalTime>
  <Words>783</Words>
  <Application>Microsoft Office PowerPoint</Application>
  <PresentationFormat>화면 슬라이드 쇼(16:9)</PresentationFormat>
  <Paragraphs>164</Paragraphs>
  <Slides>25</Slides>
  <Notes>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6" baseType="lpstr">
      <vt:lpstr>Office 테마</vt:lpstr>
      <vt:lpstr>그래픽스 파이프 라인</vt:lpstr>
      <vt:lpstr>그래픽스 파이프 라인</vt:lpstr>
      <vt:lpstr>그래픽스 파이프 라인</vt:lpstr>
      <vt:lpstr>입력조립기(Input-Assembler)</vt:lpstr>
      <vt:lpstr>그래픽스 파이프라인 과정</vt:lpstr>
      <vt:lpstr>버텍스 쉐이더 #공간변환</vt:lpstr>
      <vt:lpstr>레스터라이즈 #뷰포트변환</vt:lpstr>
      <vt:lpstr>픽셀 쉐이더 #색상채우기</vt:lpstr>
      <vt:lpstr>그래픽스 파이프라인 과정</vt:lpstr>
      <vt:lpstr>테셀레이션</vt:lpstr>
      <vt:lpstr>버텍스쉐이더 #월드좌표변환</vt:lpstr>
      <vt:lpstr>헐 쉐이더 #클리핑</vt:lpstr>
      <vt:lpstr>헐 쉐이더 #후면 컬링</vt:lpstr>
      <vt:lpstr>헐쉐이더 #제어점 추가</vt:lpstr>
      <vt:lpstr>도메인쉐이더 #가중치 추가</vt:lpstr>
      <vt:lpstr>도메인쉐이더 #뷰프로젝션 변환</vt:lpstr>
      <vt:lpstr>픽셀 쉐이더 #색상채우기</vt:lpstr>
      <vt:lpstr>지오메트리 쉐이더</vt:lpstr>
      <vt:lpstr>문제</vt:lpstr>
      <vt:lpstr>참조</vt:lpstr>
      <vt:lpstr>GPU와 CPU의 작동구조 차이</vt:lpstr>
      <vt:lpstr>HLSL(쉐이더) 코드 분석하기</vt:lpstr>
      <vt:lpstr>DriectX 11 Tutoral</vt:lpstr>
      <vt:lpstr>DriectX 12</vt:lpstr>
      <vt:lpstr>QnA</vt:lpstr>
    </vt:vector>
  </TitlesOfParts>
  <Company>SBS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그래픽스 파이프 라인</dc:title>
  <dc:creator>FullName</dc:creator>
  <cp:lastModifiedBy>김 홍규</cp:lastModifiedBy>
  <cp:revision>103</cp:revision>
  <dcterms:created xsi:type="dcterms:W3CDTF">2018-04-17T03:58:39Z</dcterms:created>
  <dcterms:modified xsi:type="dcterms:W3CDTF">2024-07-23T06:27:27Z</dcterms:modified>
</cp:coreProperties>
</file>