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60" r:id="rId5"/>
    <p:sldId id="266" r:id="rId6"/>
    <p:sldId id="283" r:id="rId7"/>
    <p:sldId id="267" r:id="rId8"/>
    <p:sldId id="261" r:id="rId9"/>
    <p:sldId id="277" r:id="rId10"/>
    <p:sldId id="263" r:id="rId11"/>
    <p:sldId id="279" r:id="rId12"/>
    <p:sldId id="280" r:id="rId13"/>
    <p:sldId id="285" r:id="rId14"/>
    <p:sldId id="276" r:id="rId15"/>
    <p:sldId id="286" r:id="rId16"/>
    <p:sldId id="264" r:id="rId17"/>
    <p:sldId id="278" r:id="rId18"/>
    <p:sldId id="282" r:id="rId19"/>
    <p:sldId id="265" r:id="rId20"/>
    <p:sldId id="281" r:id="rId21"/>
    <p:sldId id="269" r:id="rId22"/>
    <p:sldId id="284" r:id="rId23"/>
    <p:sldId id="287" r:id="rId24"/>
    <p:sldId id="271" r:id="rId25"/>
    <p:sldId id="270" r:id="rId26"/>
    <p:sldId id="272" r:id="rId27"/>
    <p:sldId id="273" r:id="rId28"/>
    <p:sldId id="274" r:id="rId29"/>
    <p:sldId id="275" r:id="rId30"/>
    <p:sldId id="268" r:id="rId31"/>
    <p:sldId id="259" r:id="rId32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FF01"/>
    <a:srgbClr val="FFFF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45D23-F2DA-4FD6-98D3-AE0B01C6A73D}" v="356" dt="2025-02-06T03:22:41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98" d="100"/>
          <a:sy n="198" d="100"/>
        </p:scale>
        <p:origin x="714" y="1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C03CC9DB-5F82-4AD9-AC50-CBD60377CDD9}"/>
    <pc:docChg chg="modSld">
      <pc:chgData name="김 홍규" userId="6d16d8e1c579a2a2" providerId="LiveId" clId="{C03CC9DB-5F82-4AD9-AC50-CBD60377CDD9}" dt="2022-10-25T06:16:05.652" v="5" actId="1036"/>
      <pc:docMkLst>
        <pc:docMk/>
      </pc:docMkLst>
      <pc:sldChg chg="modSp">
        <pc:chgData name="김 홍규" userId="6d16d8e1c579a2a2" providerId="LiveId" clId="{C03CC9DB-5F82-4AD9-AC50-CBD60377CDD9}" dt="2022-10-25T06:16:05.652" v="5" actId="1036"/>
        <pc:sldMkLst>
          <pc:docMk/>
          <pc:sldMk cId="2576649546" sldId="268"/>
        </pc:sldMkLst>
        <pc:picChg chg="mod">
          <ac:chgData name="김 홍규" userId="6d16d8e1c579a2a2" providerId="LiveId" clId="{C03CC9DB-5F82-4AD9-AC50-CBD60377CDD9}" dt="2022-10-25T06:16:05.652" v="5" actId="1036"/>
          <ac:picMkLst>
            <pc:docMk/>
            <pc:sldMk cId="2576649546" sldId="268"/>
            <ac:picMk id="1028" creationId="{00000000-0000-0000-0000-000000000000}"/>
          </ac:picMkLst>
        </pc:picChg>
      </pc:sldChg>
    </pc:docChg>
  </pc:docChgLst>
  <pc:docChgLst>
    <pc:chgData name="김 홍규" userId="6d16d8e1c579a2a2" providerId="LiveId" clId="{44EA6490-9D61-4A4B-8C3A-8F846C9DF7A2}"/>
    <pc:docChg chg="undo custSel addSld modSld">
      <pc:chgData name="김 홍규" userId="6d16d8e1c579a2a2" providerId="LiveId" clId="{44EA6490-9D61-4A4B-8C3A-8F846C9DF7A2}" dt="2022-05-18T12:16:40.176" v="190" actId="478"/>
      <pc:docMkLst>
        <pc:docMk/>
      </pc:docMkLst>
      <pc:sldChg chg="modSp mod">
        <pc:chgData name="김 홍규" userId="6d16d8e1c579a2a2" providerId="LiveId" clId="{44EA6490-9D61-4A4B-8C3A-8F846C9DF7A2}" dt="2022-05-18T11:33:20.476" v="9" actId="688"/>
        <pc:sldMkLst>
          <pc:docMk/>
          <pc:sldMk cId="3850535193" sldId="285"/>
        </pc:sldMkLst>
        <pc:grpChg chg="mod">
          <ac:chgData name="김 홍규" userId="6d16d8e1c579a2a2" providerId="LiveId" clId="{44EA6490-9D61-4A4B-8C3A-8F846C9DF7A2}" dt="2022-05-18T11:33:20.476" v="9" actId="688"/>
          <ac:grpSpMkLst>
            <pc:docMk/>
            <pc:sldMk cId="3850535193" sldId="285"/>
            <ac:grpSpMk id="21" creationId="{9D13BCFE-49CC-4391-9650-D6BBBC234397}"/>
          </ac:grpSpMkLst>
        </pc:grpChg>
      </pc:sldChg>
      <pc:sldChg chg="addSp delSp modSp add mod">
        <pc:chgData name="김 홍규" userId="6d16d8e1c579a2a2" providerId="LiveId" clId="{44EA6490-9D61-4A4B-8C3A-8F846C9DF7A2}" dt="2022-05-18T12:16:40.176" v="190" actId="478"/>
        <pc:sldMkLst>
          <pc:docMk/>
          <pc:sldMk cId="1779548485" sldId="286"/>
        </pc:sldMkLst>
        <pc:spChg chg="mod topLvl">
          <ac:chgData name="김 홍규" userId="6d16d8e1c579a2a2" providerId="LiveId" clId="{44EA6490-9D61-4A4B-8C3A-8F846C9DF7A2}" dt="2022-05-18T11:35:31.370" v="19" actId="165"/>
          <ac:spMkLst>
            <pc:docMk/>
            <pc:sldMk cId="1779548485" sldId="286"/>
            <ac:spMk id="42" creationId="{00000000-0000-0000-0000-000000000000}"/>
          </ac:spMkLst>
        </pc:spChg>
        <pc:spChg chg="mod topLvl">
          <ac:chgData name="김 홍규" userId="6d16d8e1c579a2a2" providerId="LiveId" clId="{44EA6490-9D61-4A4B-8C3A-8F846C9DF7A2}" dt="2022-05-18T11:35:31.370" v="19" actId="165"/>
          <ac:spMkLst>
            <pc:docMk/>
            <pc:sldMk cId="1779548485" sldId="286"/>
            <ac:spMk id="43" creationId="{00000000-0000-0000-0000-000000000000}"/>
          </ac:spMkLst>
        </pc:spChg>
        <pc:spChg chg="mod topLvl">
          <ac:chgData name="김 홍규" userId="6d16d8e1c579a2a2" providerId="LiveId" clId="{44EA6490-9D61-4A4B-8C3A-8F846C9DF7A2}" dt="2022-05-18T11:35:31.370" v="19" actId="165"/>
          <ac:spMkLst>
            <pc:docMk/>
            <pc:sldMk cId="1779548485" sldId="286"/>
            <ac:spMk id="44" creationId="{00000000-0000-0000-0000-000000000000}"/>
          </ac:spMkLst>
        </pc:spChg>
        <pc:spChg chg="del mod topLvl">
          <ac:chgData name="김 홍규" userId="6d16d8e1c579a2a2" providerId="LiveId" clId="{44EA6490-9D61-4A4B-8C3A-8F846C9DF7A2}" dt="2022-05-18T11:35:43.617" v="27" actId="478"/>
          <ac:spMkLst>
            <pc:docMk/>
            <pc:sldMk cId="1779548485" sldId="286"/>
            <ac:spMk id="45" creationId="{00000000-0000-0000-0000-000000000000}"/>
          </ac:spMkLst>
        </pc:spChg>
        <pc:spChg chg="mod topLvl">
          <ac:chgData name="김 홍규" userId="6d16d8e1c579a2a2" providerId="LiveId" clId="{44EA6490-9D61-4A4B-8C3A-8F846C9DF7A2}" dt="2022-05-18T11:35:31.370" v="19" actId="165"/>
          <ac:spMkLst>
            <pc:docMk/>
            <pc:sldMk cId="1779548485" sldId="286"/>
            <ac:spMk id="50" creationId="{00000000-0000-0000-0000-000000000000}"/>
          </ac:spMkLst>
        </pc:spChg>
        <pc:spChg chg="mod topLvl">
          <ac:chgData name="김 홍규" userId="6d16d8e1c579a2a2" providerId="LiveId" clId="{44EA6490-9D61-4A4B-8C3A-8F846C9DF7A2}" dt="2022-05-18T11:35:31.370" v="19" actId="165"/>
          <ac:spMkLst>
            <pc:docMk/>
            <pc:sldMk cId="1779548485" sldId="286"/>
            <ac:spMk id="51" creationId="{00000000-0000-0000-0000-000000000000}"/>
          </ac:spMkLst>
        </pc:spChg>
        <pc:spChg chg="mod topLvl">
          <ac:chgData name="김 홍규" userId="6d16d8e1c579a2a2" providerId="LiveId" clId="{44EA6490-9D61-4A4B-8C3A-8F846C9DF7A2}" dt="2022-05-18T11:35:31.370" v="19" actId="165"/>
          <ac:spMkLst>
            <pc:docMk/>
            <pc:sldMk cId="1779548485" sldId="286"/>
            <ac:spMk id="52" creationId="{00000000-0000-0000-0000-000000000000}"/>
          </ac:spMkLst>
        </pc:spChg>
        <pc:spChg chg="mod topLvl">
          <ac:chgData name="김 홍규" userId="6d16d8e1c579a2a2" providerId="LiveId" clId="{44EA6490-9D61-4A4B-8C3A-8F846C9DF7A2}" dt="2022-05-18T11:35:31.370" v="19" actId="165"/>
          <ac:spMkLst>
            <pc:docMk/>
            <pc:sldMk cId="1779548485" sldId="286"/>
            <ac:spMk id="53" creationId="{00000000-0000-0000-0000-000000000000}"/>
          </ac:spMkLst>
        </pc:spChg>
        <pc:spChg chg="mod">
          <ac:chgData name="김 홍규" userId="6d16d8e1c579a2a2" providerId="LiveId" clId="{44EA6490-9D61-4A4B-8C3A-8F846C9DF7A2}" dt="2022-05-18T12:14:54.022" v="163"/>
          <ac:spMkLst>
            <pc:docMk/>
            <pc:sldMk cId="1779548485" sldId="286"/>
            <ac:spMk id="65" creationId="{C21A937E-52B4-AB70-579B-6C44EA05B944}"/>
          </ac:spMkLst>
        </pc:spChg>
        <pc:spChg chg="mod">
          <ac:chgData name="김 홍규" userId="6d16d8e1c579a2a2" providerId="LiveId" clId="{44EA6490-9D61-4A4B-8C3A-8F846C9DF7A2}" dt="2022-05-18T12:14:54.022" v="163"/>
          <ac:spMkLst>
            <pc:docMk/>
            <pc:sldMk cId="1779548485" sldId="286"/>
            <ac:spMk id="66" creationId="{8C18BB8E-8614-0248-15C5-0B44AD529E2F}"/>
          </ac:spMkLst>
        </pc:spChg>
        <pc:spChg chg="mod">
          <ac:chgData name="김 홍규" userId="6d16d8e1c579a2a2" providerId="LiveId" clId="{44EA6490-9D61-4A4B-8C3A-8F846C9DF7A2}" dt="2022-05-18T12:15:22.639" v="171"/>
          <ac:spMkLst>
            <pc:docMk/>
            <pc:sldMk cId="1779548485" sldId="286"/>
            <ac:spMk id="74" creationId="{A2B12E10-28F9-6D9E-52DB-02DAAB3CC949}"/>
          </ac:spMkLst>
        </pc:spChg>
        <pc:spChg chg="mod">
          <ac:chgData name="김 홍규" userId="6d16d8e1c579a2a2" providerId="LiveId" clId="{44EA6490-9D61-4A4B-8C3A-8F846C9DF7A2}" dt="2022-05-18T12:15:22.639" v="171"/>
          <ac:spMkLst>
            <pc:docMk/>
            <pc:sldMk cId="1779548485" sldId="286"/>
            <ac:spMk id="75" creationId="{0AC39F2D-50A7-D499-7C23-71CF7C11FE05}"/>
          </ac:spMkLst>
        </pc:spChg>
        <pc:spChg chg="mod">
          <ac:chgData name="김 홍규" userId="6d16d8e1c579a2a2" providerId="LiveId" clId="{44EA6490-9D61-4A4B-8C3A-8F846C9DF7A2}" dt="2022-05-18T12:15:22.639" v="171"/>
          <ac:spMkLst>
            <pc:docMk/>
            <pc:sldMk cId="1779548485" sldId="286"/>
            <ac:spMk id="76" creationId="{2C543BCA-DDB9-262D-314A-59898082667E}"/>
          </ac:spMkLst>
        </pc:spChg>
        <pc:spChg chg="mod">
          <ac:chgData name="김 홍규" userId="6d16d8e1c579a2a2" providerId="LiveId" clId="{44EA6490-9D61-4A4B-8C3A-8F846C9DF7A2}" dt="2022-05-18T12:15:34.065" v="175"/>
          <ac:spMkLst>
            <pc:docMk/>
            <pc:sldMk cId="1779548485" sldId="286"/>
            <ac:spMk id="81" creationId="{E806C042-D2EB-682E-4BCD-BED759030D90}"/>
          </ac:spMkLst>
        </pc:spChg>
        <pc:spChg chg="mod">
          <ac:chgData name="김 홍규" userId="6d16d8e1c579a2a2" providerId="LiveId" clId="{44EA6490-9D61-4A4B-8C3A-8F846C9DF7A2}" dt="2022-05-18T12:15:34.065" v="175"/>
          <ac:spMkLst>
            <pc:docMk/>
            <pc:sldMk cId="1779548485" sldId="286"/>
            <ac:spMk id="82" creationId="{E6B4018A-11E7-2444-73DE-B35997E34741}"/>
          </ac:spMkLst>
        </pc:spChg>
        <pc:spChg chg="mod">
          <ac:chgData name="김 홍규" userId="6d16d8e1c579a2a2" providerId="LiveId" clId="{44EA6490-9D61-4A4B-8C3A-8F846C9DF7A2}" dt="2022-05-18T11:36:04.088" v="34"/>
          <ac:spMkLst>
            <pc:docMk/>
            <pc:sldMk cId="1779548485" sldId="286"/>
            <ac:spMk id="95" creationId="{00000000-0000-0000-0000-000000000000}"/>
          </ac:spMkLst>
        </pc:spChg>
        <pc:spChg chg="add del">
          <ac:chgData name="김 홍규" userId="6d16d8e1c579a2a2" providerId="LiveId" clId="{44EA6490-9D61-4A4B-8C3A-8F846C9DF7A2}" dt="2022-05-18T11:36:03.596" v="33" actId="22"/>
          <ac:spMkLst>
            <pc:docMk/>
            <pc:sldMk cId="1779548485" sldId="286"/>
            <ac:spMk id="107" creationId="{037045C9-9973-411C-E078-3E015DE6D026}"/>
          </ac:spMkLst>
        </pc:spChg>
        <pc:spChg chg="add del">
          <ac:chgData name="김 홍규" userId="6d16d8e1c579a2a2" providerId="LiveId" clId="{44EA6490-9D61-4A4B-8C3A-8F846C9DF7A2}" dt="2022-05-18T11:36:09.771" v="36" actId="22"/>
          <ac:spMkLst>
            <pc:docMk/>
            <pc:sldMk cId="1779548485" sldId="286"/>
            <ac:spMk id="108" creationId="{7D119EA1-F51C-9F7E-3D2D-0B4CA87ED132}"/>
          </ac:spMkLst>
        </pc:spChg>
        <pc:spChg chg="add mod">
          <ac:chgData name="김 홍규" userId="6d16d8e1c579a2a2" providerId="LiveId" clId="{44EA6490-9D61-4A4B-8C3A-8F846C9DF7A2}" dt="2022-05-18T11:38:39.562" v="130" actId="164"/>
          <ac:spMkLst>
            <pc:docMk/>
            <pc:sldMk cId="1779548485" sldId="286"/>
            <ac:spMk id="109" creationId="{CBC0960E-D559-722C-1885-6CC689FD37D7}"/>
          </ac:spMkLst>
        </pc:spChg>
        <pc:spChg chg="add mod">
          <ac:chgData name="김 홍규" userId="6d16d8e1c579a2a2" providerId="LiveId" clId="{44EA6490-9D61-4A4B-8C3A-8F846C9DF7A2}" dt="2022-05-18T11:38:39.562" v="130" actId="164"/>
          <ac:spMkLst>
            <pc:docMk/>
            <pc:sldMk cId="1779548485" sldId="286"/>
            <ac:spMk id="110" creationId="{39ADB406-B907-2825-BE28-F0E94EC6401A}"/>
          </ac:spMkLst>
        </pc:spChg>
        <pc:spChg chg="add mod">
          <ac:chgData name="김 홍규" userId="6d16d8e1c579a2a2" providerId="LiveId" clId="{44EA6490-9D61-4A4B-8C3A-8F846C9DF7A2}" dt="2022-05-18T11:38:39.562" v="130" actId="164"/>
          <ac:spMkLst>
            <pc:docMk/>
            <pc:sldMk cId="1779548485" sldId="286"/>
            <ac:spMk id="111" creationId="{7501B623-304F-AF15-67EF-7576063BE5B9}"/>
          </ac:spMkLst>
        </pc:spChg>
        <pc:spChg chg="mod">
          <ac:chgData name="김 홍규" userId="6d16d8e1c579a2a2" providerId="LiveId" clId="{44EA6490-9D61-4A4B-8C3A-8F846C9DF7A2}" dt="2022-05-18T11:38:45.200" v="133"/>
          <ac:spMkLst>
            <pc:docMk/>
            <pc:sldMk cId="1779548485" sldId="286"/>
            <ac:spMk id="124" creationId="{8E9807E4-FBC5-C961-4305-E49673997AF7}"/>
          </ac:spMkLst>
        </pc:spChg>
        <pc:spChg chg="mod">
          <ac:chgData name="김 홍규" userId="6d16d8e1c579a2a2" providerId="LiveId" clId="{44EA6490-9D61-4A4B-8C3A-8F846C9DF7A2}" dt="2022-05-18T11:39:33.990" v="147" actId="1037"/>
          <ac:spMkLst>
            <pc:docMk/>
            <pc:sldMk cId="1779548485" sldId="286"/>
            <ac:spMk id="126" creationId="{CD6B065B-EB08-E025-9DB2-25061E1BC6EF}"/>
          </ac:spMkLst>
        </pc:spChg>
        <pc:spChg chg="mod">
          <ac:chgData name="김 홍규" userId="6d16d8e1c579a2a2" providerId="LiveId" clId="{44EA6490-9D61-4A4B-8C3A-8F846C9DF7A2}" dt="2022-05-18T11:39:28.158" v="144" actId="1037"/>
          <ac:spMkLst>
            <pc:docMk/>
            <pc:sldMk cId="1779548485" sldId="286"/>
            <ac:spMk id="127" creationId="{C189BF88-CCF7-C7D5-4181-4697F9920605}"/>
          </ac:spMkLst>
        </pc:spChg>
        <pc:spChg chg="mod">
          <ac:chgData name="김 홍규" userId="6d16d8e1c579a2a2" providerId="LiveId" clId="{44EA6490-9D61-4A4B-8C3A-8F846C9DF7A2}" dt="2022-05-18T11:40:00.392" v="149"/>
          <ac:spMkLst>
            <pc:docMk/>
            <pc:sldMk cId="1779548485" sldId="286"/>
            <ac:spMk id="136" creationId="{EB745E62-272C-C998-2332-8C7E2B1102C3}"/>
          </ac:spMkLst>
        </pc:spChg>
        <pc:spChg chg="mod">
          <ac:chgData name="김 홍규" userId="6d16d8e1c579a2a2" providerId="LiveId" clId="{44EA6490-9D61-4A4B-8C3A-8F846C9DF7A2}" dt="2022-05-18T11:40:00.392" v="149"/>
          <ac:spMkLst>
            <pc:docMk/>
            <pc:sldMk cId="1779548485" sldId="286"/>
            <ac:spMk id="137" creationId="{0642F562-731C-2ACF-9B27-D20B08E2BDBC}"/>
          </ac:spMkLst>
        </pc:spChg>
        <pc:spChg chg="mod">
          <ac:chgData name="김 홍규" userId="6d16d8e1c579a2a2" providerId="LiveId" clId="{44EA6490-9D61-4A4B-8C3A-8F846C9DF7A2}" dt="2022-05-18T11:40:00.392" v="149"/>
          <ac:spMkLst>
            <pc:docMk/>
            <pc:sldMk cId="1779548485" sldId="286"/>
            <ac:spMk id="138" creationId="{294A28D4-20D7-1806-509A-CDFBD27D6601}"/>
          </ac:spMkLst>
        </pc:spChg>
        <pc:spChg chg="mod">
          <ac:chgData name="김 홍규" userId="6d16d8e1c579a2a2" providerId="LiveId" clId="{44EA6490-9D61-4A4B-8C3A-8F846C9DF7A2}" dt="2022-05-18T11:35:10.612" v="13"/>
          <ac:spMkLst>
            <pc:docMk/>
            <pc:sldMk cId="1779548485" sldId="286"/>
            <ac:spMk id="150" creationId="{00000000-0000-0000-0000-000000000000}"/>
          </ac:spMkLst>
        </pc:spChg>
        <pc:spChg chg="mod topLvl">
          <ac:chgData name="김 홍규" userId="6d16d8e1c579a2a2" providerId="LiveId" clId="{44EA6490-9D61-4A4B-8C3A-8F846C9DF7A2}" dt="2022-05-18T12:15:56.522" v="179" actId="165"/>
          <ac:spMkLst>
            <pc:docMk/>
            <pc:sldMk cId="1779548485" sldId="286"/>
            <ac:spMk id="168" creationId="{1A811E49-B968-EF3E-185C-E15AD99BA144}"/>
          </ac:spMkLst>
        </pc:spChg>
        <pc:spChg chg="mod topLvl">
          <ac:chgData name="김 홍규" userId="6d16d8e1c579a2a2" providerId="LiveId" clId="{44EA6490-9D61-4A4B-8C3A-8F846C9DF7A2}" dt="2022-05-18T12:16:37.873" v="189" actId="1076"/>
          <ac:spMkLst>
            <pc:docMk/>
            <pc:sldMk cId="1779548485" sldId="286"/>
            <ac:spMk id="169" creationId="{97463D5C-51BB-0FF7-60FA-CB8AFD62D6B8}"/>
          </ac:spMkLst>
        </pc:spChg>
        <pc:spChg chg="mod topLvl">
          <ac:chgData name="김 홍규" userId="6d16d8e1c579a2a2" providerId="LiveId" clId="{44EA6490-9D61-4A4B-8C3A-8F846C9DF7A2}" dt="2022-05-18T12:16:28.714" v="187" actId="1076"/>
          <ac:spMkLst>
            <pc:docMk/>
            <pc:sldMk cId="1779548485" sldId="286"/>
            <ac:spMk id="170" creationId="{2535B422-9F30-EBDF-C620-A511DC841CE7}"/>
          </ac:spMkLst>
        </pc:spChg>
        <pc:spChg chg="mod">
          <ac:chgData name="김 홍규" userId="6d16d8e1c579a2a2" providerId="LiveId" clId="{44EA6490-9D61-4A4B-8C3A-8F846C9DF7A2}" dt="2022-05-18T11:40:24.640" v="153" actId="688"/>
          <ac:spMkLst>
            <pc:docMk/>
            <pc:sldMk cId="1779548485" sldId="286"/>
            <ac:spMk id="225" creationId="{00000000-0000-0000-0000-000000000000}"/>
          </ac:spMkLst>
        </pc:spChg>
        <pc:grpChg chg="add mod">
          <ac:chgData name="김 홍규" userId="6d16d8e1c579a2a2" providerId="LiveId" clId="{44EA6490-9D61-4A4B-8C3A-8F846C9DF7A2}" dt="2022-05-18T11:38:39.562" v="130" actId="164"/>
          <ac:grpSpMkLst>
            <pc:docMk/>
            <pc:sldMk cId="1779548485" sldId="286"/>
            <ac:grpSpMk id="11" creationId="{4229C35D-CD8B-7B4C-FDAB-C04AA5684E11}"/>
          </ac:grpSpMkLst>
        </pc:grpChg>
        <pc:grpChg chg="add del mod">
          <ac:chgData name="김 홍규" userId="6d16d8e1c579a2a2" providerId="LiveId" clId="{44EA6490-9D61-4A4B-8C3A-8F846C9DF7A2}" dt="2022-05-18T11:35:44.704" v="28" actId="478"/>
          <ac:grpSpMkLst>
            <pc:docMk/>
            <pc:sldMk cId="1779548485" sldId="286"/>
            <ac:grpSpMk id="41" creationId="{00000000-0000-0000-0000-000000000000}"/>
          </ac:grpSpMkLst>
        </pc:grpChg>
        <pc:grpChg chg="add mod">
          <ac:chgData name="김 홍규" userId="6d16d8e1c579a2a2" providerId="LiveId" clId="{44EA6490-9D61-4A4B-8C3A-8F846C9DF7A2}" dt="2022-05-18T12:14:56.143" v="164" actId="1076"/>
          <ac:grpSpMkLst>
            <pc:docMk/>
            <pc:sldMk cId="1779548485" sldId="286"/>
            <ac:grpSpMk id="64" creationId="{EE6F0A51-4CC4-BA94-846D-50EE8C190C26}"/>
          </ac:grpSpMkLst>
        </pc:grpChg>
        <pc:grpChg chg="add mod">
          <ac:chgData name="김 홍규" userId="6d16d8e1c579a2a2" providerId="LiveId" clId="{44EA6490-9D61-4A4B-8C3A-8F846C9DF7A2}" dt="2022-05-18T12:15:22.639" v="171"/>
          <ac:grpSpMkLst>
            <pc:docMk/>
            <pc:sldMk cId="1779548485" sldId="286"/>
            <ac:grpSpMk id="73" creationId="{313774DB-6100-6B6B-E83E-9BFFAFF2D042}"/>
          </ac:grpSpMkLst>
        </pc:grpChg>
        <pc:grpChg chg="add del mod">
          <ac:chgData name="김 홍규" userId="6d16d8e1c579a2a2" providerId="LiveId" clId="{44EA6490-9D61-4A4B-8C3A-8F846C9DF7A2}" dt="2022-05-18T12:16:40.176" v="190" actId="478"/>
          <ac:grpSpMkLst>
            <pc:docMk/>
            <pc:sldMk cId="1779548485" sldId="286"/>
            <ac:grpSpMk id="80" creationId="{54340006-B655-6F6C-DA56-4EB222F20D5D}"/>
          </ac:grpSpMkLst>
        </pc:grpChg>
        <pc:grpChg chg="del">
          <ac:chgData name="김 홍규" userId="6d16d8e1c579a2a2" providerId="LiveId" clId="{44EA6490-9D61-4A4B-8C3A-8F846C9DF7A2}" dt="2022-05-18T11:39:57.409" v="148" actId="478"/>
          <ac:grpSpMkLst>
            <pc:docMk/>
            <pc:sldMk cId="1779548485" sldId="286"/>
            <ac:grpSpMk id="94" creationId="{00000000-0000-0000-0000-000000000000}"/>
          </ac:grpSpMkLst>
        </pc:grpChg>
        <pc:grpChg chg="add mod">
          <ac:chgData name="김 홍규" userId="6d16d8e1c579a2a2" providerId="LiveId" clId="{44EA6490-9D61-4A4B-8C3A-8F846C9DF7A2}" dt="2022-05-18T11:38:48.068" v="134" actId="1076"/>
          <ac:grpSpMkLst>
            <pc:docMk/>
            <pc:sldMk cId="1779548485" sldId="286"/>
            <ac:grpSpMk id="122" creationId="{734B55EF-6867-D40A-E7A5-2AA6A0025D91}"/>
          </ac:grpSpMkLst>
        </pc:grpChg>
        <pc:grpChg chg="add del mod">
          <ac:chgData name="김 홍규" userId="6d16d8e1c579a2a2" providerId="LiveId" clId="{44EA6490-9D61-4A4B-8C3A-8F846C9DF7A2}" dt="2022-05-18T11:40:04.745" v="151" actId="478"/>
          <ac:grpSpMkLst>
            <pc:docMk/>
            <pc:sldMk cId="1779548485" sldId="286"/>
            <ac:grpSpMk id="135" creationId="{BC682C41-8C9C-232F-6634-EE981AA688D2}"/>
          </ac:grpSpMkLst>
        </pc:grpChg>
        <pc:grpChg chg="add del mod">
          <ac:chgData name="김 홍규" userId="6d16d8e1c579a2a2" providerId="LiveId" clId="{44EA6490-9D61-4A4B-8C3A-8F846C9DF7A2}" dt="2022-05-18T12:15:56.522" v="179" actId="165"/>
          <ac:grpSpMkLst>
            <pc:docMk/>
            <pc:sldMk cId="1779548485" sldId="286"/>
            <ac:grpSpMk id="146" creationId="{BBC02E7F-9728-8F93-E598-BE89816DC03A}"/>
          </ac:grpSpMkLst>
        </pc:grpChg>
        <pc:grpChg chg="del">
          <ac:chgData name="김 홍규" userId="6d16d8e1c579a2a2" providerId="LiveId" clId="{44EA6490-9D61-4A4B-8C3A-8F846C9DF7A2}" dt="2022-05-18T11:38:25.820" v="129" actId="478"/>
          <ac:grpSpMkLst>
            <pc:docMk/>
            <pc:sldMk cId="1779548485" sldId="286"/>
            <ac:grpSpMk id="147" creationId="{00000000-0000-0000-0000-000000000000}"/>
          </ac:grpSpMkLst>
        </pc:grpChg>
        <pc:grpChg chg="del">
          <ac:chgData name="김 홍규" userId="6d16d8e1c579a2a2" providerId="LiveId" clId="{44EA6490-9D61-4A4B-8C3A-8F846C9DF7A2}" dt="2022-05-18T12:15:18.717" v="170" actId="478"/>
          <ac:grpSpMkLst>
            <pc:docMk/>
            <pc:sldMk cId="1779548485" sldId="286"/>
            <ac:grpSpMk id="201" creationId="{00000000-0000-0000-0000-000000000000}"/>
          </ac:grpSpMkLst>
        </pc:grpChg>
        <pc:grpChg chg="del">
          <ac:chgData name="김 홍규" userId="6d16d8e1c579a2a2" providerId="LiveId" clId="{44EA6490-9D61-4A4B-8C3A-8F846C9DF7A2}" dt="2022-05-18T11:39:57.409" v="148" actId="478"/>
          <ac:grpSpMkLst>
            <pc:docMk/>
            <pc:sldMk cId="1779548485" sldId="286"/>
            <ac:grpSpMk id="226" creationId="{00000000-0000-0000-0000-000000000000}"/>
          </ac:grpSpMkLst>
        </pc:grpChg>
        <pc:grpChg chg="mod">
          <ac:chgData name="김 홍규" userId="6d16d8e1c579a2a2" providerId="LiveId" clId="{44EA6490-9D61-4A4B-8C3A-8F846C9DF7A2}" dt="2022-05-18T11:40:31.049" v="154" actId="1076"/>
          <ac:grpSpMkLst>
            <pc:docMk/>
            <pc:sldMk cId="1779548485" sldId="286"/>
            <ac:grpSpMk id="236" creationId="{00000000-0000-0000-0000-000000000000}"/>
          </ac:grpSpMkLst>
        </pc:grpChg>
        <pc:cxnChg chg="add">
          <ac:chgData name="김 홍규" userId="6d16d8e1c579a2a2" providerId="LiveId" clId="{44EA6490-9D61-4A4B-8C3A-8F846C9DF7A2}" dt="2022-05-18T12:15:02.563" v="165" actId="11529"/>
          <ac:cxnSpMkLst>
            <pc:docMk/>
            <pc:sldMk cId="1779548485" sldId="286"/>
            <ac:cxnSpMk id="4" creationId="{8CED6263-CFE2-B0BC-3CFA-19D4E08A0E19}"/>
          </ac:cxnSpMkLst>
        </pc:cxnChg>
        <pc:cxnChg chg="add mod">
          <ac:chgData name="김 홍규" userId="6d16d8e1c579a2a2" providerId="LiveId" clId="{44EA6490-9D61-4A4B-8C3A-8F846C9DF7A2}" dt="2022-05-18T11:38:39.562" v="130" actId="164"/>
          <ac:cxnSpMkLst>
            <pc:docMk/>
            <pc:sldMk cId="1779548485" sldId="286"/>
            <ac:cxnSpMk id="6" creationId="{82A1D7AC-B8FE-D803-8E6E-7B803597281A}"/>
          </ac:cxnSpMkLst>
        </pc:cxnChg>
        <pc:cxnChg chg="add del mod">
          <ac:chgData name="김 홍규" userId="6d16d8e1c579a2a2" providerId="LiveId" clId="{44EA6490-9D61-4A4B-8C3A-8F846C9DF7A2}" dt="2022-05-18T11:35:44.704" v="28" actId="478"/>
          <ac:cxnSpMkLst>
            <pc:docMk/>
            <pc:sldMk cId="1779548485" sldId="286"/>
            <ac:cxnSpMk id="46" creationId="{00000000-0000-0000-0000-000000000000}"/>
          </ac:cxnSpMkLst>
        </pc:cxnChg>
        <pc:cxnChg chg="del mod topLvl">
          <ac:chgData name="김 홍규" userId="6d16d8e1c579a2a2" providerId="LiveId" clId="{44EA6490-9D61-4A4B-8C3A-8F846C9DF7A2}" dt="2022-05-18T11:35:39.175" v="25" actId="478"/>
          <ac:cxnSpMkLst>
            <pc:docMk/>
            <pc:sldMk cId="1779548485" sldId="286"/>
            <ac:cxnSpMk id="47" creationId="{00000000-0000-0000-0000-000000000000}"/>
          </ac:cxnSpMkLst>
        </pc:cxnChg>
        <pc:cxnChg chg="mod topLvl">
          <ac:chgData name="김 홍규" userId="6d16d8e1c579a2a2" providerId="LiveId" clId="{44EA6490-9D61-4A4B-8C3A-8F846C9DF7A2}" dt="2022-05-18T11:35:44.704" v="28" actId="478"/>
          <ac:cxnSpMkLst>
            <pc:docMk/>
            <pc:sldMk cId="1779548485" sldId="286"/>
            <ac:cxnSpMk id="48" creationId="{00000000-0000-0000-0000-000000000000}"/>
          </ac:cxnSpMkLst>
        </pc:cxnChg>
        <pc:cxnChg chg="del mod topLvl">
          <ac:chgData name="김 홍규" userId="6d16d8e1c579a2a2" providerId="LiveId" clId="{44EA6490-9D61-4A4B-8C3A-8F846C9DF7A2}" dt="2022-05-18T11:35:35.312" v="22" actId="478"/>
          <ac:cxnSpMkLst>
            <pc:docMk/>
            <pc:sldMk cId="1779548485" sldId="286"/>
            <ac:cxnSpMk id="49" creationId="{00000000-0000-0000-0000-000000000000}"/>
          </ac:cxnSpMkLst>
        </pc:cxnChg>
        <pc:cxnChg chg="mod topLvl">
          <ac:chgData name="김 홍규" userId="6d16d8e1c579a2a2" providerId="LiveId" clId="{44EA6490-9D61-4A4B-8C3A-8F846C9DF7A2}" dt="2022-05-18T11:35:44.704" v="28" actId="478"/>
          <ac:cxnSpMkLst>
            <pc:docMk/>
            <pc:sldMk cId="1779548485" sldId="286"/>
            <ac:cxnSpMk id="54" creationId="{00000000-0000-0000-0000-000000000000}"/>
          </ac:cxnSpMkLst>
        </pc:cxnChg>
        <pc:cxnChg chg="mod topLvl">
          <ac:chgData name="김 홍규" userId="6d16d8e1c579a2a2" providerId="LiveId" clId="{44EA6490-9D61-4A4B-8C3A-8F846C9DF7A2}" dt="2022-05-18T11:35:44.704" v="28" actId="478"/>
          <ac:cxnSpMkLst>
            <pc:docMk/>
            <pc:sldMk cId="1779548485" sldId="286"/>
            <ac:cxnSpMk id="55" creationId="{00000000-0000-0000-0000-000000000000}"/>
          </ac:cxnSpMkLst>
        </pc:cxnChg>
        <pc:cxnChg chg="del mod topLvl">
          <ac:chgData name="김 홍규" userId="6d16d8e1c579a2a2" providerId="LiveId" clId="{44EA6490-9D61-4A4B-8C3A-8F846C9DF7A2}" dt="2022-05-18T11:35:33.496" v="21" actId="478"/>
          <ac:cxnSpMkLst>
            <pc:docMk/>
            <pc:sldMk cId="1779548485" sldId="286"/>
            <ac:cxnSpMk id="56" creationId="{00000000-0000-0000-0000-000000000000}"/>
          </ac:cxnSpMkLst>
        </pc:cxnChg>
        <pc:cxnChg chg="mod topLvl">
          <ac:chgData name="김 홍규" userId="6d16d8e1c579a2a2" providerId="LiveId" clId="{44EA6490-9D61-4A4B-8C3A-8F846C9DF7A2}" dt="2022-05-18T11:35:44.704" v="28" actId="478"/>
          <ac:cxnSpMkLst>
            <pc:docMk/>
            <pc:sldMk cId="1779548485" sldId="286"/>
            <ac:cxnSpMk id="57" creationId="{00000000-0000-0000-0000-000000000000}"/>
          </ac:cxnSpMkLst>
        </pc:cxnChg>
        <pc:cxnChg chg="mod topLvl">
          <ac:chgData name="김 홍규" userId="6d16d8e1c579a2a2" providerId="LiveId" clId="{44EA6490-9D61-4A4B-8C3A-8F846C9DF7A2}" dt="2022-05-18T11:35:44.704" v="28" actId="478"/>
          <ac:cxnSpMkLst>
            <pc:docMk/>
            <pc:sldMk cId="1779548485" sldId="286"/>
            <ac:cxnSpMk id="58" creationId="{00000000-0000-0000-0000-000000000000}"/>
          </ac:cxnSpMkLst>
        </pc:cxnChg>
        <pc:cxnChg chg="mod topLvl">
          <ac:chgData name="김 홍규" userId="6d16d8e1c579a2a2" providerId="LiveId" clId="{44EA6490-9D61-4A4B-8C3A-8F846C9DF7A2}" dt="2022-05-18T11:35:44.704" v="28" actId="478"/>
          <ac:cxnSpMkLst>
            <pc:docMk/>
            <pc:sldMk cId="1779548485" sldId="286"/>
            <ac:cxnSpMk id="59" creationId="{00000000-0000-0000-0000-000000000000}"/>
          </ac:cxnSpMkLst>
        </pc:cxnChg>
        <pc:cxnChg chg="mod topLvl">
          <ac:chgData name="김 홍규" userId="6d16d8e1c579a2a2" providerId="LiveId" clId="{44EA6490-9D61-4A4B-8C3A-8F846C9DF7A2}" dt="2022-05-18T11:35:44.704" v="28" actId="478"/>
          <ac:cxnSpMkLst>
            <pc:docMk/>
            <pc:sldMk cId="1779548485" sldId="286"/>
            <ac:cxnSpMk id="60" creationId="{00000000-0000-0000-0000-000000000000}"/>
          </ac:cxnSpMkLst>
        </pc:cxnChg>
        <pc:cxnChg chg="del mod topLvl">
          <ac:chgData name="김 홍규" userId="6d16d8e1c579a2a2" providerId="LiveId" clId="{44EA6490-9D61-4A4B-8C3A-8F846C9DF7A2}" dt="2022-05-18T11:35:41.672" v="26" actId="478"/>
          <ac:cxnSpMkLst>
            <pc:docMk/>
            <pc:sldMk cId="1779548485" sldId="286"/>
            <ac:cxnSpMk id="61" creationId="{00000000-0000-0000-0000-000000000000}"/>
          </ac:cxnSpMkLst>
        </pc:cxnChg>
        <pc:cxnChg chg="add mod">
          <ac:chgData name="김 홍규" userId="6d16d8e1c579a2a2" providerId="LiveId" clId="{44EA6490-9D61-4A4B-8C3A-8F846C9DF7A2}" dt="2022-05-18T12:15:24.725" v="173" actId="1076"/>
          <ac:cxnSpMkLst>
            <pc:docMk/>
            <pc:sldMk cId="1779548485" sldId="286"/>
            <ac:cxnSpMk id="69" creationId="{475F45D4-4F6E-E9F7-EE8D-0538E3B4CFE9}"/>
          </ac:cxnSpMkLst>
        </pc:cxnChg>
        <pc:cxnChg chg="mod">
          <ac:chgData name="김 홍규" userId="6d16d8e1c579a2a2" providerId="LiveId" clId="{44EA6490-9D61-4A4B-8C3A-8F846C9DF7A2}" dt="2022-05-18T12:15:22.639" v="171"/>
          <ac:cxnSpMkLst>
            <pc:docMk/>
            <pc:sldMk cId="1779548485" sldId="286"/>
            <ac:cxnSpMk id="77" creationId="{D4B1ECCA-F1F9-8A72-FCE9-629349CD0ABD}"/>
          </ac:cxnSpMkLst>
        </pc:cxnChg>
        <pc:cxnChg chg="mod">
          <ac:chgData name="김 홍규" userId="6d16d8e1c579a2a2" providerId="LiveId" clId="{44EA6490-9D61-4A4B-8C3A-8F846C9DF7A2}" dt="2022-05-18T12:15:22.639" v="171"/>
          <ac:cxnSpMkLst>
            <pc:docMk/>
            <pc:sldMk cId="1779548485" sldId="286"/>
            <ac:cxnSpMk id="78" creationId="{360EC5CF-95E7-7C69-1F43-A75A890944E7}"/>
          </ac:cxnSpMkLst>
        </pc:cxnChg>
        <pc:cxnChg chg="mod">
          <ac:chgData name="김 홍규" userId="6d16d8e1c579a2a2" providerId="LiveId" clId="{44EA6490-9D61-4A4B-8C3A-8F846C9DF7A2}" dt="2022-05-18T12:15:22.639" v="171"/>
          <ac:cxnSpMkLst>
            <pc:docMk/>
            <pc:sldMk cId="1779548485" sldId="286"/>
            <ac:cxnSpMk id="79" creationId="{9589DA0D-2E4B-0B04-4C00-645AA6067609}"/>
          </ac:cxnSpMkLst>
        </pc:cxnChg>
        <pc:cxnChg chg="add mod">
          <ac:chgData name="김 홍규" userId="6d16d8e1c579a2a2" providerId="LiveId" clId="{44EA6490-9D61-4A4B-8C3A-8F846C9DF7A2}" dt="2022-05-18T12:16:33.145" v="188" actId="14100"/>
          <ac:cxnSpMkLst>
            <pc:docMk/>
            <pc:sldMk cId="1779548485" sldId="286"/>
            <ac:cxnSpMk id="83" creationId="{72A088A2-F8C6-8A3C-53B5-54CC639573B2}"/>
          </ac:cxnSpMkLst>
        </pc:cxnChg>
        <pc:cxnChg chg="add mod">
          <ac:chgData name="김 홍규" userId="6d16d8e1c579a2a2" providerId="LiveId" clId="{44EA6490-9D61-4A4B-8C3A-8F846C9DF7A2}" dt="2022-05-18T12:16:18.162" v="186" actId="14100"/>
          <ac:cxnSpMkLst>
            <pc:docMk/>
            <pc:sldMk cId="1779548485" sldId="286"/>
            <ac:cxnSpMk id="84" creationId="{EC6929A1-415F-E448-C930-0A43B5586F81}"/>
          </ac:cxnSpMkLst>
        </pc:cxnChg>
        <pc:cxnChg chg="mod">
          <ac:chgData name="김 홍규" userId="6d16d8e1c579a2a2" providerId="LiveId" clId="{44EA6490-9D61-4A4B-8C3A-8F846C9DF7A2}" dt="2022-05-18T11:39:57.409" v="148" actId="478"/>
          <ac:cxnSpMkLst>
            <pc:docMk/>
            <pc:sldMk cId="1779548485" sldId="286"/>
            <ac:cxnSpMk id="103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9:57.409" v="148" actId="478"/>
          <ac:cxnSpMkLst>
            <pc:docMk/>
            <pc:sldMk cId="1779548485" sldId="286"/>
            <ac:cxnSpMk id="104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9:57.409" v="148" actId="478"/>
          <ac:cxnSpMkLst>
            <pc:docMk/>
            <pc:sldMk cId="1779548485" sldId="286"/>
            <ac:cxnSpMk id="105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9:57.409" v="148" actId="478"/>
          <ac:cxnSpMkLst>
            <pc:docMk/>
            <pc:sldMk cId="1779548485" sldId="286"/>
            <ac:cxnSpMk id="106" creationId="{00000000-0000-0000-0000-000000000000}"/>
          </ac:cxnSpMkLst>
        </pc:cxnChg>
        <pc:cxnChg chg="add mod">
          <ac:chgData name="김 홍규" userId="6d16d8e1c579a2a2" providerId="LiveId" clId="{44EA6490-9D61-4A4B-8C3A-8F846C9DF7A2}" dt="2022-05-18T11:38:39.562" v="130" actId="164"/>
          <ac:cxnSpMkLst>
            <pc:docMk/>
            <pc:sldMk cId="1779548485" sldId="286"/>
            <ac:cxnSpMk id="112" creationId="{9DE0DC94-B88F-3C68-17E3-51C3580DAFE5}"/>
          </ac:cxnSpMkLst>
        </pc:cxnChg>
        <pc:cxnChg chg="add mod">
          <ac:chgData name="김 홍규" userId="6d16d8e1c579a2a2" providerId="LiveId" clId="{44EA6490-9D61-4A4B-8C3A-8F846C9DF7A2}" dt="2022-05-18T11:38:39.562" v="130" actId="164"/>
          <ac:cxnSpMkLst>
            <pc:docMk/>
            <pc:sldMk cId="1779548485" sldId="286"/>
            <ac:cxnSpMk id="115" creationId="{45285121-D115-59EF-CC9C-C90F0F6BAA5F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19" creationId="{00000000-0000-0000-0000-000000000000}"/>
          </ac:cxnSpMkLst>
        </pc:cxnChg>
        <pc:cxnChg chg="add del mod">
          <ac:chgData name="김 홍규" userId="6d16d8e1c579a2a2" providerId="LiveId" clId="{44EA6490-9D61-4A4B-8C3A-8F846C9DF7A2}" dt="2022-05-18T11:38:42.765" v="132" actId="478"/>
          <ac:cxnSpMkLst>
            <pc:docMk/>
            <pc:sldMk cId="1779548485" sldId="286"/>
            <ac:cxnSpMk id="120" creationId="{552B5069-A207-3CD9-E4C0-60376CAFFF6C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21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23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25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28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9:33.990" v="147" actId="1037"/>
          <ac:cxnSpMkLst>
            <pc:docMk/>
            <pc:sldMk cId="1779548485" sldId="286"/>
            <ac:cxnSpMk id="129" creationId="{BC968521-DDB0-4E5B-2F8A-1A21E84A2F2F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30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9:28.158" v="144" actId="1037"/>
          <ac:cxnSpMkLst>
            <pc:docMk/>
            <pc:sldMk cId="1779548485" sldId="286"/>
            <ac:cxnSpMk id="131" creationId="{54338C7C-E3AC-694C-DA79-36C1B4DCFD90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32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9:33.990" v="147" actId="1037"/>
          <ac:cxnSpMkLst>
            <pc:docMk/>
            <pc:sldMk cId="1779548485" sldId="286"/>
            <ac:cxnSpMk id="133" creationId="{33ED12DD-03F8-C454-D4D1-C6115DCDD36F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34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39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40:04.745" v="151" actId="478"/>
          <ac:cxnSpMkLst>
            <pc:docMk/>
            <pc:sldMk cId="1779548485" sldId="286"/>
            <ac:cxnSpMk id="140" creationId="{5EB64046-5661-B8B9-67DC-8C80ADE88DA9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41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40:04.745" v="151" actId="478"/>
          <ac:cxnSpMkLst>
            <pc:docMk/>
            <pc:sldMk cId="1779548485" sldId="286"/>
            <ac:cxnSpMk id="142" creationId="{340C0F2F-AFA4-41F7-A3FA-68E29D59F228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43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40:04.745" v="151" actId="478"/>
          <ac:cxnSpMkLst>
            <pc:docMk/>
            <pc:sldMk cId="1779548485" sldId="286"/>
            <ac:cxnSpMk id="144" creationId="{3D531470-6F0F-6B6F-A800-A8C7EB704137}"/>
          </ac:cxnSpMkLst>
        </pc:cxnChg>
        <pc:cxnChg chg="mod">
          <ac:chgData name="김 홍규" userId="6d16d8e1c579a2a2" providerId="LiveId" clId="{44EA6490-9D61-4A4B-8C3A-8F846C9DF7A2}" dt="2022-05-18T12:15:18.717" v="170" actId="478"/>
          <ac:cxnSpMkLst>
            <pc:docMk/>
            <pc:sldMk cId="1779548485" sldId="286"/>
            <ac:cxnSpMk id="145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52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53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54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55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60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61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62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63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64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65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66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8:25.820" v="129" actId="478"/>
          <ac:cxnSpMkLst>
            <pc:docMk/>
            <pc:sldMk cId="1779548485" sldId="286"/>
            <ac:cxnSpMk id="167" creationId="{00000000-0000-0000-0000-000000000000}"/>
          </ac:cxnSpMkLst>
        </pc:cxnChg>
        <pc:cxnChg chg="mod topLvl">
          <ac:chgData name="김 홍규" userId="6d16d8e1c579a2a2" providerId="LiveId" clId="{44EA6490-9D61-4A4B-8C3A-8F846C9DF7A2}" dt="2022-05-18T12:16:37.873" v="189" actId="1076"/>
          <ac:cxnSpMkLst>
            <pc:docMk/>
            <pc:sldMk cId="1779548485" sldId="286"/>
            <ac:cxnSpMk id="172" creationId="{2D4C319E-9DE8-9865-DCF9-24B9CFF06320}"/>
          </ac:cxnSpMkLst>
        </pc:cxnChg>
        <pc:cxnChg chg="mod topLvl">
          <ac:chgData name="김 홍규" userId="6d16d8e1c579a2a2" providerId="LiveId" clId="{44EA6490-9D61-4A4B-8C3A-8F846C9DF7A2}" dt="2022-05-18T12:16:28.714" v="187" actId="1076"/>
          <ac:cxnSpMkLst>
            <pc:docMk/>
            <pc:sldMk cId="1779548485" sldId="286"/>
            <ac:cxnSpMk id="178" creationId="{10C389F1-04CF-BA82-FE5B-CA8E208EBF64}"/>
          </ac:cxnSpMkLst>
        </pc:cxnChg>
        <pc:cxnChg chg="mod topLvl">
          <ac:chgData name="김 홍규" userId="6d16d8e1c579a2a2" providerId="LiveId" clId="{44EA6490-9D61-4A4B-8C3A-8F846C9DF7A2}" dt="2022-05-18T12:16:37.873" v="189" actId="1076"/>
          <ac:cxnSpMkLst>
            <pc:docMk/>
            <pc:sldMk cId="1779548485" sldId="286"/>
            <ac:cxnSpMk id="179" creationId="{D157DD3B-3EA3-E0FA-2D56-7A2CD428AF16}"/>
          </ac:cxnSpMkLst>
        </pc:cxnChg>
        <pc:cxnChg chg="mod">
          <ac:chgData name="김 홍규" userId="6d16d8e1c579a2a2" providerId="LiveId" clId="{44EA6490-9D61-4A4B-8C3A-8F846C9DF7A2}" dt="2022-05-18T11:39:57.409" v="148" actId="478"/>
          <ac:cxnSpMkLst>
            <pc:docMk/>
            <pc:sldMk cId="1779548485" sldId="286"/>
            <ac:cxnSpMk id="211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9:57.409" v="148" actId="478"/>
          <ac:cxnSpMkLst>
            <pc:docMk/>
            <pc:sldMk cId="1779548485" sldId="286"/>
            <ac:cxnSpMk id="212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9:57.409" v="148" actId="478"/>
          <ac:cxnSpMkLst>
            <pc:docMk/>
            <pc:sldMk cId="1779548485" sldId="286"/>
            <ac:cxnSpMk id="213" creationId="{00000000-0000-0000-0000-000000000000}"/>
          </ac:cxnSpMkLst>
        </pc:cxnChg>
        <pc:cxnChg chg="mod">
          <ac:chgData name="김 홍규" userId="6d16d8e1c579a2a2" providerId="LiveId" clId="{44EA6490-9D61-4A4B-8C3A-8F846C9DF7A2}" dt="2022-05-18T11:39:57.409" v="148" actId="478"/>
          <ac:cxnSpMkLst>
            <pc:docMk/>
            <pc:sldMk cId="1779548485" sldId="286"/>
            <ac:cxnSpMk id="214" creationId="{00000000-0000-0000-0000-000000000000}"/>
          </ac:cxnSpMkLst>
        </pc:cxnChg>
      </pc:sldChg>
    </pc:docChg>
  </pc:docChgLst>
  <pc:docChgLst>
    <pc:chgData name="김 홍규" userId="6d16d8e1c579a2a2" providerId="Windows Live" clId="Web-{5B710870-2315-4440-AC1B-0C41BE6167D4}"/>
    <pc:docChg chg="modSld">
      <pc:chgData name="김 홍규" userId="6d16d8e1c579a2a2" providerId="Windows Live" clId="Web-{5B710870-2315-4440-AC1B-0C41BE6167D4}" dt="2024-07-24T03:21:17.652" v="1" actId="1076"/>
      <pc:docMkLst>
        <pc:docMk/>
      </pc:docMkLst>
      <pc:sldChg chg="modSp">
        <pc:chgData name="김 홍규" userId="6d16d8e1c579a2a2" providerId="Windows Live" clId="Web-{5B710870-2315-4440-AC1B-0C41BE6167D4}" dt="2024-07-24T03:21:17.652" v="1" actId="1076"/>
        <pc:sldMkLst>
          <pc:docMk/>
          <pc:sldMk cId="1002533571" sldId="267"/>
        </pc:sldMkLst>
        <pc:spChg chg="mod">
          <ac:chgData name="김 홍규" userId="6d16d8e1c579a2a2" providerId="Windows Live" clId="Web-{5B710870-2315-4440-AC1B-0C41BE6167D4}" dt="2024-07-24T03:21:17.652" v="1" actId="1076"/>
          <ac:spMkLst>
            <pc:docMk/>
            <pc:sldMk cId="1002533571" sldId="267"/>
            <ac:spMk id="2" creationId="{00000000-0000-0000-0000-000000000000}"/>
          </ac:spMkLst>
        </pc:spChg>
      </pc:sldChg>
    </pc:docChg>
  </pc:docChgLst>
  <pc:docChgLst>
    <pc:chgData name="김 홍규" userId="6d16d8e1c579a2a2" providerId="Windows Live" clId="Web-{0A645D23-F2DA-4FD6-98D3-AE0B01C6A73D}"/>
    <pc:docChg chg="addSld delSld modSld">
      <pc:chgData name="김 홍규" userId="6d16d8e1c579a2a2" providerId="Windows Live" clId="Web-{0A645D23-F2DA-4FD6-98D3-AE0B01C6A73D}" dt="2025-02-06T03:22:41.905" v="298" actId="1076"/>
      <pc:docMkLst>
        <pc:docMk/>
      </pc:docMkLst>
      <pc:sldChg chg="addSp delSp modSp">
        <pc:chgData name="김 홍규" userId="6d16d8e1c579a2a2" providerId="Windows Live" clId="Web-{0A645D23-F2DA-4FD6-98D3-AE0B01C6A73D}" dt="2025-02-06T03:22:41.905" v="298" actId="1076"/>
        <pc:sldMkLst>
          <pc:docMk/>
          <pc:sldMk cId="3622817186" sldId="284"/>
        </pc:sldMkLst>
        <pc:spChg chg="mod">
          <ac:chgData name="김 홍규" userId="6d16d8e1c579a2a2" providerId="Windows Live" clId="Web-{0A645D23-F2DA-4FD6-98D3-AE0B01C6A73D}" dt="2025-02-06T01:35:04.077" v="14" actId="20577"/>
          <ac:spMkLst>
            <pc:docMk/>
            <pc:sldMk cId="3622817186" sldId="284"/>
            <ac:spMk id="2" creationId="{00000000-0000-0000-0000-000000000000}"/>
          </ac:spMkLst>
        </pc:spChg>
        <pc:spChg chg="del">
          <ac:chgData name="김 홍규" userId="6d16d8e1c579a2a2" providerId="Windows Live" clId="Web-{0A645D23-F2DA-4FD6-98D3-AE0B01C6A73D}" dt="2025-02-06T01:35:08.249" v="17"/>
          <ac:spMkLst>
            <pc:docMk/>
            <pc:sldMk cId="3622817186" sldId="284"/>
            <ac:spMk id="3" creationId="{00000000-0000-0000-0000-000000000000}"/>
          </ac:spMkLst>
        </pc:spChg>
        <pc:spChg chg="add mod">
          <ac:chgData name="김 홍규" userId="6d16d8e1c579a2a2" providerId="Windows Live" clId="Web-{0A645D23-F2DA-4FD6-98D3-AE0B01C6A73D}" dt="2025-02-06T02:18:18.705" v="45" actId="14100"/>
          <ac:spMkLst>
            <pc:docMk/>
            <pc:sldMk cId="3622817186" sldId="284"/>
            <ac:spMk id="4" creationId="{E9198377-4ED1-C6B1-EA34-92875320CC14}"/>
          </ac:spMkLst>
        </pc:spChg>
        <pc:spChg chg="add mod">
          <ac:chgData name="김 홍규" userId="6d16d8e1c579a2a2" providerId="Windows Live" clId="Web-{0A645D23-F2DA-4FD6-98D3-AE0B01C6A73D}" dt="2025-02-06T02:18:34.471" v="50" actId="14100"/>
          <ac:spMkLst>
            <pc:docMk/>
            <pc:sldMk cId="3622817186" sldId="284"/>
            <ac:spMk id="5" creationId="{00925C94-9F79-5572-4CEB-CA5BF53720D1}"/>
          </ac:spMkLst>
        </pc:spChg>
        <pc:spChg chg="add del mod">
          <ac:chgData name="김 홍규" userId="6d16d8e1c579a2a2" providerId="Windows Live" clId="Web-{0A645D23-F2DA-4FD6-98D3-AE0B01C6A73D}" dt="2025-02-06T02:20:09.223" v="74"/>
          <ac:spMkLst>
            <pc:docMk/>
            <pc:sldMk cId="3622817186" sldId="284"/>
            <ac:spMk id="6" creationId="{3669D8AC-64E8-02FB-876C-2AF436CDB6B7}"/>
          </ac:spMkLst>
        </pc:spChg>
        <pc:spChg chg="add mod">
          <ac:chgData name="김 홍규" userId="6d16d8e1c579a2a2" providerId="Windows Live" clId="Web-{0A645D23-F2DA-4FD6-98D3-AE0B01C6A73D}" dt="2025-02-06T03:22:41.905" v="298" actId="1076"/>
          <ac:spMkLst>
            <pc:docMk/>
            <pc:sldMk cId="3622817186" sldId="284"/>
            <ac:spMk id="7" creationId="{471B68BC-E272-784B-E022-55E14B45A2B4}"/>
          </ac:spMkLst>
        </pc:spChg>
        <pc:spChg chg="add del mod">
          <ac:chgData name="김 홍규" userId="6d16d8e1c579a2a2" providerId="Windows Live" clId="Web-{0A645D23-F2DA-4FD6-98D3-AE0B01C6A73D}" dt="2025-02-06T02:20:09.223" v="73"/>
          <ac:spMkLst>
            <pc:docMk/>
            <pc:sldMk cId="3622817186" sldId="284"/>
            <ac:spMk id="7" creationId="{4E6C3501-2280-8C95-D131-EB86F46BDC3F}"/>
          </ac:spMkLst>
        </pc:spChg>
        <pc:spChg chg="add del mod">
          <ac:chgData name="김 홍규" userId="6d16d8e1c579a2a2" providerId="Windows Live" clId="Web-{0A645D23-F2DA-4FD6-98D3-AE0B01C6A73D}" dt="2025-02-06T02:20:09.223" v="72"/>
          <ac:spMkLst>
            <pc:docMk/>
            <pc:sldMk cId="3622817186" sldId="284"/>
            <ac:spMk id="8" creationId="{D2A9A40F-A761-EDA7-4F3C-9E559252F7E9}"/>
          </ac:spMkLst>
        </pc:spChg>
        <pc:spChg chg="add del mod">
          <ac:chgData name="김 홍규" userId="6d16d8e1c579a2a2" providerId="Windows Live" clId="Web-{0A645D23-F2DA-4FD6-98D3-AE0B01C6A73D}" dt="2025-02-06T02:20:09.223" v="71"/>
          <ac:spMkLst>
            <pc:docMk/>
            <pc:sldMk cId="3622817186" sldId="284"/>
            <ac:spMk id="9" creationId="{C04BBDD9-FB0A-F571-7C62-8FC878994CBB}"/>
          </ac:spMkLst>
        </pc:spChg>
        <pc:spChg chg="del">
          <ac:chgData name="김 홍규" userId="6d16d8e1c579a2a2" providerId="Windows Live" clId="Web-{0A645D23-F2DA-4FD6-98D3-AE0B01C6A73D}" dt="2025-02-06T01:35:08.249" v="23"/>
          <ac:spMkLst>
            <pc:docMk/>
            <pc:sldMk cId="3622817186" sldId="284"/>
            <ac:spMk id="11" creationId="{00000000-0000-0000-0000-000000000000}"/>
          </ac:spMkLst>
        </pc:spChg>
        <pc:spChg chg="del">
          <ac:chgData name="김 홍규" userId="6d16d8e1c579a2a2" providerId="Windows Live" clId="Web-{0A645D23-F2DA-4FD6-98D3-AE0B01C6A73D}" dt="2025-02-06T01:35:08.249" v="22"/>
          <ac:spMkLst>
            <pc:docMk/>
            <pc:sldMk cId="3622817186" sldId="284"/>
            <ac:spMk id="13" creationId="{00000000-0000-0000-0000-000000000000}"/>
          </ac:spMkLst>
        </pc:spChg>
        <pc:spChg chg="del mod topLvl">
          <ac:chgData name="김 홍규" userId="6d16d8e1c579a2a2" providerId="Windows Live" clId="Web-{0A645D23-F2DA-4FD6-98D3-AE0B01C6A73D}" dt="2025-02-06T02:26:57.561" v="157"/>
          <ac:spMkLst>
            <pc:docMk/>
            <pc:sldMk cId="3622817186" sldId="284"/>
            <ac:spMk id="13" creationId="{6A21F3A2-35D0-BD21-9473-2E8B690C039B}"/>
          </ac:spMkLst>
        </pc:spChg>
        <pc:spChg chg="del mod topLvl">
          <ac:chgData name="김 홍규" userId="6d16d8e1c579a2a2" providerId="Windows Live" clId="Web-{0A645D23-F2DA-4FD6-98D3-AE0B01C6A73D}" dt="2025-02-06T02:27:00.530" v="158"/>
          <ac:spMkLst>
            <pc:docMk/>
            <pc:sldMk cId="3622817186" sldId="284"/>
            <ac:spMk id="14" creationId="{43A968D9-3FDD-5AB0-AD56-73E75EBF094F}"/>
          </ac:spMkLst>
        </pc:spChg>
        <pc:spChg chg="mod">
          <ac:chgData name="김 홍규" userId="6d16d8e1c579a2a2" providerId="Windows Live" clId="Web-{0A645D23-F2DA-4FD6-98D3-AE0B01C6A73D}" dt="2025-02-06T02:26:47.405" v="155" actId="14100"/>
          <ac:spMkLst>
            <pc:docMk/>
            <pc:sldMk cId="3622817186" sldId="284"/>
            <ac:spMk id="20" creationId="{A058A9CB-0D66-4B84-6E70-F8FE514BB580}"/>
          </ac:spMkLst>
        </pc:spChg>
        <pc:spChg chg="del">
          <ac:chgData name="김 홍규" userId="6d16d8e1c579a2a2" providerId="Windows Live" clId="Web-{0A645D23-F2DA-4FD6-98D3-AE0B01C6A73D}" dt="2025-02-06T02:27:03.608" v="159"/>
          <ac:spMkLst>
            <pc:docMk/>
            <pc:sldMk cId="3622817186" sldId="284"/>
            <ac:spMk id="24" creationId="{27A31CA1-733B-EAA8-AC72-5DDDA6EC2874}"/>
          </ac:spMkLst>
        </pc:spChg>
        <pc:spChg chg="add mod">
          <ac:chgData name="김 홍규" userId="6d16d8e1c579a2a2" providerId="Windows Live" clId="Web-{0A645D23-F2DA-4FD6-98D3-AE0B01C6A73D}" dt="2025-02-06T02:23:50.838" v="129" actId="1076"/>
          <ac:spMkLst>
            <pc:docMk/>
            <pc:sldMk cId="3622817186" sldId="284"/>
            <ac:spMk id="26" creationId="{449CE5D6-4AC2-BC46-1526-26CAB064B5BF}"/>
          </ac:spMkLst>
        </pc:spChg>
        <pc:spChg chg="add mod">
          <ac:chgData name="김 홍규" userId="6d16d8e1c579a2a2" providerId="Windows Live" clId="Web-{0A645D23-F2DA-4FD6-98D3-AE0B01C6A73D}" dt="2025-02-06T02:23:50.838" v="130" actId="1076"/>
          <ac:spMkLst>
            <pc:docMk/>
            <pc:sldMk cId="3622817186" sldId="284"/>
            <ac:spMk id="27" creationId="{277B086F-A538-5569-04E1-63D050404609}"/>
          </ac:spMkLst>
        </pc:spChg>
        <pc:spChg chg="add mod">
          <ac:chgData name="김 홍규" userId="6d16d8e1c579a2a2" providerId="Windows Live" clId="Web-{0A645D23-F2DA-4FD6-98D3-AE0B01C6A73D}" dt="2025-02-06T02:23:50.853" v="131" actId="1076"/>
          <ac:spMkLst>
            <pc:docMk/>
            <pc:sldMk cId="3622817186" sldId="284"/>
            <ac:spMk id="28" creationId="{E708E41A-9122-69A6-350B-A94D923F57A9}"/>
          </ac:spMkLst>
        </pc:spChg>
        <pc:spChg chg="add del mod">
          <ac:chgData name="김 홍규" userId="6d16d8e1c579a2a2" providerId="Windows Live" clId="Web-{0A645D23-F2DA-4FD6-98D3-AE0B01C6A73D}" dt="2025-02-06T02:23:47.088" v="128"/>
          <ac:spMkLst>
            <pc:docMk/>
            <pc:sldMk cId="3622817186" sldId="284"/>
            <ac:spMk id="29" creationId="{CF86C24F-A49F-8E23-669A-642BBEE692B6}"/>
          </ac:spMkLst>
        </pc:spChg>
        <pc:spChg chg="add del mod">
          <ac:chgData name="김 홍규" userId="6d16d8e1c579a2a2" providerId="Windows Live" clId="Web-{0A645D23-F2DA-4FD6-98D3-AE0B01C6A73D}" dt="2025-02-06T02:21:41.913" v="109"/>
          <ac:spMkLst>
            <pc:docMk/>
            <pc:sldMk cId="3622817186" sldId="284"/>
            <ac:spMk id="30" creationId="{C1459F36-8DBC-1BD2-ECDD-3A3ED821921D}"/>
          </ac:spMkLst>
        </pc:spChg>
        <pc:spChg chg="add del mod">
          <ac:chgData name="김 홍규" userId="6d16d8e1c579a2a2" providerId="Windows Live" clId="Web-{0A645D23-F2DA-4FD6-98D3-AE0B01C6A73D}" dt="2025-02-06T02:21:41.913" v="108"/>
          <ac:spMkLst>
            <pc:docMk/>
            <pc:sldMk cId="3622817186" sldId="284"/>
            <ac:spMk id="31" creationId="{FF70D54A-EDDD-149D-EEA4-39DFA6D3B1EB}"/>
          </ac:spMkLst>
        </pc:spChg>
        <pc:spChg chg="del">
          <ac:chgData name="김 홍규" userId="6d16d8e1c579a2a2" providerId="Windows Live" clId="Web-{0A645D23-F2DA-4FD6-98D3-AE0B01C6A73D}" dt="2025-02-06T01:35:08.249" v="16"/>
          <ac:spMkLst>
            <pc:docMk/>
            <pc:sldMk cId="3622817186" sldId="284"/>
            <ac:spMk id="32" creationId="{00000000-0000-0000-0000-000000000000}"/>
          </ac:spMkLst>
        </pc:spChg>
        <pc:spChg chg="add del mod">
          <ac:chgData name="김 홍규" userId="6d16d8e1c579a2a2" providerId="Windows Live" clId="Web-{0A645D23-F2DA-4FD6-98D3-AE0B01C6A73D}" dt="2025-02-06T02:21:41.913" v="107"/>
          <ac:spMkLst>
            <pc:docMk/>
            <pc:sldMk cId="3622817186" sldId="284"/>
            <ac:spMk id="32" creationId="{E8FAAD5B-5035-3151-EE34-FFC3C69C4335}"/>
          </ac:spMkLst>
        </pc:spChg>
        <pc:spChg chg="add del mod">
          <ac:chgData name="김 홍규" userId="6d16d8e1c579a2a2" providerId="Windows Live" clId="Web-{0A645D23-F2DA-4FD6-98D3-AE0B01C6A73D}" dt="2025-02-06T02:21:41.913" v="106"/>
          <ac:spMkLst>
            <pc:docMk/>
            <pc:sldMk cId="3622817186" sldId="284"/>
            <ac:spMk id="33" creationId="{B829AD8E-17C0-0F08-1992-F6AA4D0AE8D4}"/>
          </ac:spMkLst>
        </pc:spChg>
        <pc:spChg chg="add del">
          <ac:chgData name="김 홍규" userId="6d16d8e1c579a2a2" providerId="Windows Live" clId="Web-{0A645D23-F2DA-4FD6-98D3-AE0B01C6A73D}" dt="2025-02-06T02:21:40.053" v="105"/>
          <ac:spMkLst>
            <pc:docMk/>
            <pc:sldMk cId="3622817186" sldId="284"/>
            <ac:spMk id="34" creationId="{8208424D-29A2-CE88-4E6E-51B9A2257FEB}"/>
          </ac:spMkLst>
        </pc:spChg>
        <pc:spChg chg="add del">
          <ac:chgData name="김 홍규" userId="6d16d8e1c579a2a2" providerId="Windows Live" clId="Web-{0A645D23-F2DA-4FD6-98D3-AE0B01C6A73D}" dt="2025-02-06T02:21:40.053" v="104"/>
          <ac:spMkLst>
            <pc:docMk/>
            <pc:sldMk cId="3622817186" sldId="284"/>
            <ac:spMk id="35" creationId="{4EE45134-5503-F264-9A42-2330DEAC3B61}"/>
          </ac:spMkLst>
        </pc:spChg>
        <pc:spChg chg="add del">
          <ac:chgData name="김 홍규" userId="6d16d8e1c579a2a2" providerId="Windows Live" clId="Web-{0A645D23-F2DA-4FD6-98D3-AE0B01C6A73D}" dt="2025-02-06T02:21:40.053" v="103"/>
          <ac:spMkLst>
            <pc:docMk/>
            <pc:sldMk cId="3622817186" sldId="284"/>
            <ac:spMk id="36" creationId="{FA41D71A-0809-2DFC-1ADF-FF16580513CF}"/>
          </ac:spMkLst>
        </pc:spChg>
        <pc:spChg chg="add del">
          <ac:chgData name="김 홍규" userId="6d16d8e1c579a2a2" providerId="Windows Live" clId="Web-{0A645D23-F2DA-4FD6-98D3-AE0B01C6A73D}" dt="2025-02-06T02:21:40.053" v="102"/>
          <ac:spMkLst>
            <pc:docMk/>
            <pc:sldMk cId="3622817186" sldId="284"/>
            <ac:spMk id="37" creationId="{B7D0B7BE-C32B-0451-FF51-65A757CBF5CE}"/>
          </ac:spMkLst>
        </pc:spChg>
        <pc:spChg chg="add mod">
          <ac:chgData name="김 홍규" userId="6d16d8e1c579a2a2" providerId="Windows Live" clId="Web-{0A645D23-F2DA-4FD6-98D3-AE0B01C6A73D}" dt="2025-02-06T02:23:50.869" v="132" actId="1076"/>
          <ac:spMkLst>
            <pc:docMk/>
            <pc:sldMk cId="3622817186" sldId="284"/>
            <ac:spMk id="38" creationId="{0EA995CE-018D-946C-1745-94D6F036EF27}"/>
          </ac:spMkLst>
        </pc:spChg>
        <pc:spChg chg="add mod">
          <ac:chgData name="김 홍규" userId="6d16d8e1c579a2a2" providerId="Windows Live" clId="Web-{0A645D23-F2DA-4FD6-98D3-AE0B01C6A73D}" dt="2025-02-06T02:23:50.885" v="133" actId="1076"/>
          <ac:spMkLst>
            <pc:docMk/>
            <pc:sldMk cId="3622817186" sldId="284"/>
            <ac:spMk id="39" creationId="{E79BCDE2-B569-DAD9-09AB-4564BFA00CF9}"/>
          </ac:spMkLst>
        </pc:spChg>
        <pc:spChg chg="add del mod">
          <ac:chgData name="김 홍규" userId="6d16d8e1c579a2a2" providerId="Windows Live" clId="Web-{0A645D23-F2DA-4FD6-98D3-AE0B01C6A73D}" dt="2025-02-06T02:23:42.259" v="126"/>
          <ac:spMkLst>
            <pc:docMk/>
            <pc:sldMk cId="3622817186" sldId="284"/>
            <ac:spMk id="40" creationId="{AB2902AF-EE9E-AC14-6491-2418B76972CF}"/>
          </ac:spMkLst>
        </pc:spChg>
        <pc:spChg chg="add mod">
          <ac:chgData name="김 홍규" userId="6d16d8e1c579a2a2" providerId="Windows Live" clId="Web-{0A645D23-F2DA-4FD6-98D3-AE0B01C6A73D}" dt="2025-02-06T02:23:50.900" v="134" actId="1076"/>
          <ac:spMkLst>
            <pc:docMk/>
            <pc:sldMk cId="3622817186" sldId="284"/>
            <ac:spMk id="41" creationId="{31C2DF9A-6984-163B-0417-1CA83716867B}"/>
          </ac:spMkLst>
        </pc:spChg>
        <pc:spChg chg="add mod">
          <ac:chgData name="김 홍규" userId="6d16d8e1c579a2a2" providerId="Windows Live" clId="Web-{0A645D23-F2DA-4FD6-98D3-AE0B01C6A73D}" dt="2025-02-06T02:24:50.574" v="139" actId="1076"/>
          <ac:spMkLst>
            <pc:docMk/>
            <pc:sldMk cId="3622817186" sldId="284"/>
            <ac:spMk id="43" creationId="{2AEB3FC8-0059-C74D-1783-F804F4B05FF7}"/>
          </ac:spMkLst>
        </pc:spChg>
        <pc:spChg chg="add mod">
          <ac:chgData name="김 홍규" userId="6d16d8e1c579a2a2" providerId="Windows Live" clId="Web-{0A645D23-F2DA-4FD6-98D3-AE0B01C6A73D}" dt="2025-02-06T02:24:50.589" v="140" actId="1076"/>
          <ac:spMkLst>
            <pc:docMk/>
            <pc:sldMk cId="3622817186" sldId="284"/>
            <ac:spMk id="45" creationId="{E08CF598-5569-B4CB-72F6-D06A23557CE7}"/>
          </ac:spMkLst>
        </pc:spChg>
        <pc:spChg chg="add del mod">
          <ac:chgData name="김 홍규" userId="6d16d8e1c579a2a2" providerId="Windows Live" clId="Web-{0A645D23-F2DA-4FD6-98D3-AE0B01C6A73D}" dt="2025-02-06T02:30:39.301" v="197"/>
          <ac:spMkLst>
            <pc:docMk/>
            <pc:sldMk cId="3622817186" sldId="284"/>
            <ac:spMk id="47" creationId="{0F7CA0C6-B92F-C671-BCFD-46542A10AA8F}"/>
          </ac:spMkLst>
        </pc:spChg>
        <pc:spChg chg="add del mod">
          <ac:chgData name="김 홍규" userId="6d16d8e1c579a2a2" providerId="Windows Live" clId="Web-{0A645D23-F2DA-4FD6-98D3-AE0B01C6A73D}" dt="2025-02-06T02:30:40.270" v="198"/>
          <ac:spMkLst>
            <pc:docMk/>
            <pc:sldMk cId="3622817186" sldId="284"/>
            <ac:spMk id="48" creationId="{E85D2A86-E743-2059-0F42-D19EC367A74E}"/>
          </ac:spMkLst>
        </pc:spChg>
        <pc:spChg chg="add mod">
          <ac:chgData name="김 홍규" userId="6d16d8e1c579a2a2" providerId="Windows Live" clId="Web-{0A645D23-F2DA-4FD6-98D3-AE0B01C6A73D}" dt="2025-02-06T02:28:27.891" v="169"/>
          <ac:spMkLst>
            <pc:docMk/>
            <pc:sldMk cId="3622817186" sldId="284"/>
            <ac:spMk id="49" creationId="{BF90F281-E786-55CB-77A4-6F91285C97D1}"/>
          </ac:spMkLst>
        </pc:spChg>
        <pc:spChg chg="add mod">
          <ac:chgData name="김 홍규" userId="6d16d8e1c579a2a2" providerId="Windows Live" clId="Web-{0A645D23-F2DA-4FD6-98D3-AE0B01C6A73D}" dt="2025-02-06T02:29:10.642" v="172"/>
          <ac:spMkLst>
            <pc:docMk/>
            <pc:sldMk cId="3622817186" sldId="284"/>
            <ac:spMk id="50" creationId="{CF5C7882-E980-405B-A40B-92FE48DAEA85}"/>
          </ac:spMkLst>
        </pc:spChg>
        <pc:spChg chg="add del mod">
          <ac:chgData name="김 홍규" userId="6d16d8e1c579a2a2" providerId="Windows Live" clId="Web-{0A645D23-F2DA-4FD6-98D3-AE0B01C6A73D}" dt="2025-02-06T02:30:17.269" v="191"/>
          <ac:spMkLst>
            <pc:docMk/>
            <pc:sldMk cId="3622817186" sldId="284"/>
            <ac:spMk id="53" creationId="{C1273D8E-B16F-158E-D845-8F91C4EB0705}"/>
          </ac:spMkLst>
        </pc:spChg>
        <pc:spChg chg="add del mod">
          <ac:chgData name="김 홍규" userId="6d16d8e1c579a2a2" providerId="Windows Live" clId="Web-{0A645D23-F2DA-4FD6-98D3-AE0B01C6A73D}" dt="2025-02-06T02:30:18.253" v="192"/>
          <ac:spMkLst>
            <pc:docMk/>
            <pc:sldMk cId="3622817186" sldId="284"/>
            <ac:spMk id="55" creationId="{473CC978-717D-FF1C-5B20-E9CFEF337AC5}"/>
          </ac:spMkLst>
        </pc:spChg>
        <pc:spChg chg="add del mod">
          <ac:chgData name="김 홍규" userId="6d16d8e1c579a2a2" providerId="Windows Live" clId="Web-{0A645D23-F2DA-4FD6-98D3-AE0B01C6A73D}" dt="2025-02-06T02:30:15.894" v="190"/>
          <ac:spMkLst>
            <pc:docMk/>
            <pc:sldMk cId="3622817186" sldId="284"/>
            <ac:spMk id="57" creationId="{848FA2C3-62B8-9868-5A4C-5A9B927D13AB}"/>
          </ac:spMkLst>
        </pc:spChg>
        <pc:spChg chg="add del">
          <ac:chgData name="김 홍규" userId="6d16d8e1c579a2a2" providerId="Windows Live" clId="Web-{0A645D23-F2DA-4FD6-98D3-AE0B01C6A73D}" dt="2025-02-06T02:30:24.660" v="194"/>
          <ac:spMkLst>
            <pc:docMk/>
            <pc:sldMk cId="3622817186" sldId="284"/>
            <ac:spMk id="59" creationId="{F8056F9F-96FD-466E-C1FE-AE13D034F94A}"/>
          </ac:spMkLst>
        </pc:spChg>
        <pc:spChg chg="topLvl">
          <ac:chgData name="김 홍규" userId="6d16d8e1c579a2a2" providerId="Windows Live" clId="Web-{0A645D23-F2DA-4FD6-98D3-AE0B01C6A73D}" dt="2025-02-06T02:33:09.804" v="213"/>
          <ac:spMkLst>
            <pc:docMk/>
            <pc:sldMk cId="3622817186" sldId="284"/>
            <ac:spMk id="61" creationId="{FD786EC8-3204-FC69-81B7-CDBEB45E9D17}"/>
          </ac:spMkLst>
        </pc:spChg>
        <pc:spChg chg="topLvl">
          <ac:chgData name="김 홍규" userId="6d16d8e1c579a2a2" providerId="Windows Live" clId="Web-{0A645D23-F2DA-4FD6-98D3-AE0B01C6A73D}" dt="2025-02-06T02:33:09.804" v="213"/>
          <ac:spMkLst>
            <pc:docMk/>
            <pc:sldMk cId="3622817186" sldId="284"/>
            <ac:spMk id="62" creationId="{6808C719-C356-DABB-183B-E1B7FE2DFB31}"/>
          </ac:spMkLst>
        </pc:spChg>
        <pc:spChg chg="del">
          <ac:chgData name="김 홍규" userId="6d16d8e1c579a2a2" providerId="Windows Live" clId="Web-{0A645D23-F2DA-4FD6-98D3-AE0B01C6A73D}" dt="2025-02-06T01:35:08.249" v="20"/>
          <ac:spMkLst>
            <pc:docMk/>
            <pc:sldMk cId="3622817186" sldId="284"/>
            <ac:spMk id="63" creationId="{00000000-0000-0000-0000-000000000000}"/>
          </ac:spMkLst>
        </pc:spChg>
        <pc:spChg chg="topLvl">
          <ac:chgData name="김 홍규" userId="6d16d8e1c579a2a2" providerId="Windows Live" clId="Web-{0A645D23-F2DA-4FD6-98D3-AE0B01C6A73D}" dt="2025-02-06T02:33:09.804" v="213"/>
          <ac:spMkLst>
            <pc:docMk/>
            <pc:sldMk cId="3622817186" sldId="284"/>
            <ac:spMk id="63" creationId="{D3031D4C-31A3-D648-E048-60EBD86AA648}"/>
          </ac:spMkLst>
        </pc:spChg>
        <pc:spChg chg="topLvl">
          <ac:chgData name="김 홍규" userId="6d16d8e1c579a2a2" providerId="Windows Live" clId="Web-{0A645D23-F2DA-4FD6-98D3-AE0B01C6A73D}" dt="2025-02-06T02:33:09.804" v="213"/>
          <ac:spMkLst>
            <pc:docMk/>
            <pc:sldMk cId="3622817186" sldId="284"/>
            <ac:spMk id="64" creationId="{1FB18D4B-6A29-47BA-460F-5E230AE696E9}"/>
          </ac:spMkLst>
        </pc:spChg>
        <pc:spChg chg="del">
          <ac:chgData name="김 홍규" userId="6d16d8e1c579a2a2" providerId="Windows Live" clId="Web-{0A645D23-F2DA-4FD6-98D3-AE0B01C6A73D}" dt="2025-02-06T01:35:08.249" v="19"/>
          <ac:spMkLst>
            <pc:docMk/>
            <pc:sldMk cId="3622817186" sldId="284"/>
            <ac:spMk id="65" creationId="{00000000-0000-0000-0000-000000000000}"/>
          </ac:spMkLst>
        </pc:spChg>
        <pc:spChg chg="topLvl">
          <ac:chgData name="김 홍규" userId="6d16d8e1c579a2a2" providerId="Windows Live" clId="Web-{0A645D23-F2DA-4FD6-98D3-AE0B01C6A73D}" dt="2025-02-06T02:33:09.804" v="213"/>
          <ac:spMkLst>
            <pc:docMk/>
            <pc:sldMk cId="3622817186" sldId="284"/>
            <ac:spMk id="65" creationId="{5F66B93D-B2AE-4971-F873-13031818CBE7}"/>
          </ac:spMkLst>
        </pc:spChg>
        <pc:spChg chg="mod">
          <ac:chgData name="김 홍규" userId="6d16d8e1c579a2a2" providerId="Windows Live" clId="Web-{0A645D23-F2DA-4FD6-98D3-AE0B01C6A73D}" dt="2025-02-06T02:37:27.858" v="290" actId="14100"/>
          <ac:spMkLst>
            <pc:docMk/>
            <pc:sldMk cId="3622817186" sldId="284"/>
            <ac:spMk id="66" creationId="{00000000-0000-0000-0000-000000000000}"/>
          </ac:spMkLst>
        </pc:spChg>
        <pc:spChg chg="del">
          <ac:chgData name="김 홍규" userId="6d16d8e1c579a2a2" providerId="Windows Live" clId="Web-{0A645D23-F2DA-4FD6-98D3-AE0B01C6A73D}" dt="2025-02-06T01:35:08.249" v="18"/>
          <ac:spMkLst>
            <pc:docMk/>
            <pc:sldMk cId="3622817186" sldId="284"/>
            <ac:spMk id="67" creationId="{00000000-0000-0000-0000-000000000000}"/>
          </ac:spMkLst>
        </pc:spChg>
        <pc:spChg chg="topLvl">
          <ac:chgData name="김 홍규" userId="6d16d8e1c579a2a2" providerId="Windows Live" clId="Web-{0A645D23-F2DA-4FD6-98D3-AE0B01C6A73D}" dt="2025-02-06T02:33:09.804" v="213"/>
          <ac:spMkLst>
            <pc:docMk/>
            <pc:sldMk cId="3622817186" sldId="284"/>
            <ac:spMk id="67" creationId="{AD3D3274-6A4C-432D-82A1-A81D044A3748}"/>
          </ac:spMkLst>
        </pc:spChg>
        <pc:spChg chg="topLvl">
          <ac:chgData name="김 홍규" userId="6d16d8e1c579a2a2" providerId="Windows Live" clId="Web-{0A645D23-F2DA-4FD6-98D3-AE0B01C6A73D}" dt="2025-02-06T02:33:09.804" v="213"/>
          <ac:spMkLst>
            <pc:docMk/>
            <pc:sldMk cId="3622817186" sldId="284"/>
            <ac:spMk id="68" creationId="{42F78748-90BA-FE66-CDB3-564BF337F695}"/>
          </ac:spMkLst>
        </pc:spChg>
        <pc:spChg chg="topLvl">
          <ac:chgData name="김 홍규" userId="6d16d8e1c579a2a2" providerId="Windows Live" clId="Web-{0A645D23-F2DA-4FD6-98D3-AE0B01C6A73D}" dt="2025-02-06T02:33:09.804" v="213"/>
          <ac:spMkLst>
            <pc:docMk/>
            <pc:sldMk cId="3622817186" sldId="284"/>
            <ac:spMk id="69" creationId="{93034EB3-903A-9C70-8303-920B98752A29}"/>
          </ac:spMkLst>
        </pc:spChg>
        <pc:spChg chg="del">
          <ac:chgData name="김 홍규" userId="6d16d8e1c579a2a2" providerId="Windows Live" clId="Web-{0A645D23-F2DA-4FD6-98D3-AE0B01C6A73D}" dt="2025-02-06T02:31:05.880" v="202"/>
          <ac:spMkLst>
            <pc:docMk/>
            <pc:sldMk cId="3622817186" sldId="284"/>
            <ac:spMk id="71" creationId="{A6156E22-E315-C26B-F929-EF4A71B263DB}"/>
          </ac:spMkLst>
        </pc:spChg>
        <pc:spChg chg="add mod">
          <ac:chgData name="김 홍규" userId="6d16d8e1c579a2a2" providerId="Windows Live" clId="Web-{0A645D23-F2DA-4FD6-98D3-AE0B01C6A73D}" dt="2025-02-06T02:31:49.537" v="207" actId="14100"/>
          <ac:spMkLst>
            <pc:docMk/>
            <pc:sldMk cId="3622817186" sldId="284"/>
            <ac:spMk id="77" creationId="{4B5F487E-D129-7062-CE51-5A0195F3B87C}"/>
          </ac:spMkLst>
        </pc:spChg>
        <pc:spChg chg="add mod">
          <ac:chgData name="김 홍규" userId="6d16d8e1c579a2a2" providerId="Windows Live" clId="Web-{0A645D23-F2DA-4FD6-98D3-AE0B01C6A73D}" dt="2025-02-06T02:32:13.022" v="212" actId="1076"/>
          <ac:spMkLst>
            <pc:docMk/>
            <pc:sldMk cId="3622817186" sldId="284"/>
            <ac:spMk id="78" creationId="{AFF2E0EE-D570-FE7A-7BAB-146828DA0FF0}"/>
          </ac:spMkLst>
        </pc:spChg>
        <pc:spChg chg="add mod">
          <ac:chgData name="김 홍규" userId="6d16d8e1c579a2a2" providerId="Windows Live" clId="Web-{0A645D23-F2DA-4FD6-98D3-AE0B01C6A73D}" dt="2025-02-06T02:35:21.526" v="236" actId="1076"/>
          <ac:spMkLst>
            <pc:docMk/>
            <pc:sldMk cId="3622817186" sldId="284"/>
            <ac:spMk id="80" creationId="{F73219CA-625A-B731-09B8-5DEB590CC9DB}"/>
          </ac:spMkLst>
        </pc:spChg>
        <pc:spChg chg="add mod">
          <ac:chgData name="김 홍규" userId="6d16d8e1c579a2a2" providerId="Windows Live" clId="Web-{0A645D23-F2DA-4FD6-98D3-AE0B01C6A73D}" dt="2025-02-06T02:35:26.464" v="238" actId="1076"/>
          <ac:spMkLst>
            <pc:docMk/>
            <pc:sldMk cId="3622817186" sldId="284"/>
            <ac:spMk id="81" creationId="{DFEF21E1-3E4B-BB14-8529-64A02840243B}"/>
          </ac:spMkLst>
        </pc:spChg>
        <pc:grpChg chg="del">
          <ac:chgData name="김 홍규" userId="6d16d8e1c579a2a2" providerId="Windows Live" clId="Web-{0A645D23-F2DA-4FD6-98D3-AE0B01C6A73D}" dt="2025-02-06T01:35:08.249" v="25"/>
          <ac:grpSpMkLst>
            <pc:docMk/>
            <pc:sldMk cId="3622817186" sldId="284"/>
            <ac:grpSpMk id="6" creationId="{00000000-0000-0000-0000-000000000000}"/>
          </ac:grpSpMkLst>
        </pc:grpChg>
        <pc:grpChg chg="del">
          <ac:chgData name="김 홍규" userId="6d16d8e1c579a2a2" providerId="Windows Live" clId="Web-{0A645D23-F2DA-4FD6-98D3-AE0B01C6A73D}" dt="2025-02-06T01:35:08.249" v="24"/>
          <ac:grpSpMkLst>
            <pc:docMk/>
            <pc:sldMk cId="3622817186" sldId="284"/>
            <ac:grpSpMk id="10" creationId="{00000000-0000-0000-0000-000000000000}"/>
          </ac:grpSpMkLst>
        </pc:grpChg>
        <pc:grpChg chg="del mod topLvl">
          <ac:chgData name="김 홍규" userId="6d16d8e1c579a2a2" providerId="Windows Live" clId="Web-{0A645D23-F2DA-4FD6-98D3-AE0B01C6A73D}" dt="2025-02-06T02:26:54.452" v="156"/>
          <ac:grpSpMkLst>
            <pc:docMk/>
            <pc:sldMk cId="3622817186" sldId="284"/>
            <ac:grpSpMk id="11" creationId="{CDE56393-BD60-2453-168E-62F3D71302F9}"/>
          </ac:grpSpMkLst>
        </pc:grpChg>
        <pc:grpChg chg="del topLvl">
          <ac:chgData name="김 홍규" userId="6d16d8e1c579a2a2" providerId="Windows Live" clId="Web-{0A645D23-F2DA-4FD6-98D3-AE0B01C6A73D}" dt="2025-02-06T02:27:15.233" v="160"/>
          <ac:grpSpMkLst>
            <pc:docMk/>
            <pc:sldMk cId="3622817186" sldId="284"/>
            <ac:grpSpMk id="15" creationId="{ECAF3295-060F-83BC-46AC-D2663F04E6C1}"/>
          </ac:grpSpMkLst>
        </pc:grpChg>
        <pc:grpChg chg="mod topLvl">
          <ac:chgData name="김 홍규" userId="6d16d8e1c579a2a2" providerId="Windows Live" clId="Web-{0A645D23-F2DA-4FD6-98D3-AE0B01C6A73D}" dt="2025-02-06T02:29:53.034" v="178" actId="1076"/>
          <ac:grpSpMkLst>
            <pc:docMk/>
            <pc:sldMk cId="3622817186" sldId="284"/>
            <ac:grpSpMk id="16" creationId="{DD691731-A0AB-976D-F243-6A7E427589BB}"/>
          </ac:grpSpMkLst>
        </pc:grpChg>
        <pc:grpChg chg="add del mod">
          <ac:chgData name="김 홍규" userId="6d16d8e1c579a2a2" providerId="Windows Live" clId="Web-{0A645D23-F2DA-4FD6-98D3-AE0B01C6A73D}" dt="2025-02-06T02:25:51.653" v="151"/>
          <ac:grpSpMkLst>
            <pc:docMk/>
            <pc:sldMk cId="3622817186" sldId="284"/>
            <ac:grpSpMk id="25" creationId="{307C0DE4-D11B-87DE-8953-A4A8E4CC1461}"/>
          </ac:grpSpMkLst>
        </pc:grpChg>
        <pc:grpChg chg="add del mod">
          <ac:chgData name="김 홍규" userId="6d16d8e1c579a2a2" providerId="Windows Live" clId="Web-{0A645D23-F2DA-4FD6-98D3-AE0B01C6A73D}" dt="2025-02-06T02:31:07.630" v="203"/>
          <ac:grpSpMkLst>
            <pc:docMk/>
            <pc:sldMk cId="3622817186" sldId="284"/>
            <ac:grpSpMk id="46" creationId="{BA04D449-0C27-F5C5-5FBE-72B2251F8571}"/>
          </ac:grpSpMkLst>
        </pc:grpChg>
        <pc:grpChg chg="add mod">
          <ac:chgData name="김 홍규" userId="6d16d8e1c579a2a2" providerId="Windows Live" clId="Web-{0A645D23-F2DA-4FD6-98D3-AE0B01C6A73D}" dt="2025-02-06T02:29:26.596" v="174" actId="688"/>
          <ac:grpSpMkLst>
            <pc:docMk/>
            <pc:sldMk cId="3622817186" sldId="284"/>
            <ac:grpSpMk id="51" creationId="{26C8E9DD-7967-7686-BCBB-DD6F2A947B92}"/>
          </ac:grpSpMkLst>
        </pc:grpChg>
        <pc:grpChg chg="add del mod">
          <ac:chgData name="김 홍규" userId="6d16d8e1c579a2a2" providerId="Windows Live" clId="Web-{0A645D23-F2DA-4FD6-98D3-AE0B01C6A73D}" dt="2025-02-06T02:33:09.804" v="213"/>
          <ac:grpSpMkLst>
            <pc:docMk/>
            <pc:sldMk cId="3622817186" sldId="284"/>
            <ac:grpSpMk id="60" creationId="{11EC9FED-340D-F1BA-D631-A859B52469D9}"/>
          </ac:grpSpMkLst>
        </pc:grpChg>
        <pc:grpChg chg="del">
          <ac:chgData name="김 홍규" userId="6d16d8e1c579a2a2" providerId="Windows Live" clId="Web-{0A645D23-F2DA-4FD6-98D3-AE0B01C6A73D}" dt="2025-02-06T01:35:08.249" v="21"/>
          <ac:grpSpMkLst>
            <pc:docMk/>
            <pc:sldMk cId="3622817186" sldId="284"/>
            <ac:grpSpMk id="61" creationId="{00000000-0000-0000-0000-000000000000}"/>
          </ac:grpSpMkLst>
        </pc:grpChg>
        <pc:grpChg chg="add mod">
          <ac:chgData name="김 홍규" userId="6d16d8e1c579a2a2" providerId="Windows Live" clId="Web-{0A645D23-F2DA-4FD6-98D3-AE0B01C6A73D}" dt="2025-02-06T02:31:12.380" v="204" actId="1076"/>
          <ac:grpSpMkLst>
            <pc:docMk/>
            <pc:sldMk cId="3622817186" sldId="284"/>
            <ac:grpSpMk id="76" creationId="{B99EE319-4A6E-E7F2-FBD5-DFD11471B1AF}"/>
          </ac:grpSpMkLst>
        </pc:grpChg>
        <pc:grpChg chg="add del mod">
          <ac:chgData name="김 홍규" userId="6d16d8e1c579a2a2" providerId="Windows Live" clId="Web-{0A645D23-F2DA-4FD6-98D3-AE0B01C6A73D}" dt="2025-02-06T02:35:11.354" v="234" actId="688"/>
          <ac:grpSpMkLst>
            <pc:docMk/>
            <pc:sldMk cId="3622817186" sldId="284"/>
            <ac:grpSpMk id="79" creationId="{ECE38199-E3A6-F06A-5D39-7E44CC4F1B80}"/>
          </ac:grpSpMkLst>
        </pc:grpChg>
        <pc:picChg chg="add mod">
          <ac:chgData name="김 홍규" userId="6d16d8e1c579a2a2" providerId="Windows Live" clId="Web-{0A645D23-F2DA-4FD6-98D3-AE0B01C6A73D}" dt="2025-02-06T02:16:01.248" v="37" actId="14100"/>
          <ac:picMkLst>
            <pc:docMk/>
            <pc:sldMk cId="3622817186" sldId="284"/>
            <ac:picMk id="3" creationId="{875378B4-8E35-D6EA-E2C3-15A13FF6CACC}"/>
          </ac:picMkLst>
        </pc:picChg>
        <pc:picChg chg="add del mod">
          <ac:chgData name="김 홍규" userId="6d16d8e1c579a2a2" providerId="Windows Live" clId="Web-{0A645D23-F2DA-4FD6-98D3-AE0B01C6A73D}" dt="2025-02-06T02:15:37.342" v="31"/>
          <ac:picMkLst>
            <pc:docMk/>
            <pc:sldMk cId="3622817186" sldId="284"/>
            <ac:picMk id="12" creationId="{243F8525-F24A-ED9C-243D-7B2092AEF6A9}"/>
          </ac:picMkLst>
        </pc:picChg>
        <pc:picChg chg="del">
          <ac:chgData name="김 홍규" userId="6d16d8e1c579a2a2" providerId="Windows Live" clId="Web-{0A645D23-F2DA-4FD6-98D3-AE0B01C6A73D}" dt="2025-02-06T01:35:04.874" v="15"/>
          <ac:picMkLst>
            <pc:docMk/>
            <pc:sldMk cId="3622817186" sldId="284"/>
            <ac:picMk id="64" creationId="{00000000-0000-0000-0000-000000000000}"/>
          </ac:picMkLst>
        </pc:picChg>
        <pc:cxnChg chg="mod">
          <ac:chgData name="김 홍규" userId="6d16d8e1c579a2a2" providerId="Windows Live" clId="Web-{0A645D23-F2DA-4FD6-98D3-AE0B01C6A73D}" dt="2025-02-06T01:35:08.249" v="21"/>
          <ac:cxnSpMkLst>
            <pc:docMk/>
            <pc:sldMk cId="3622817186" sldId="284"/>
            <ac:cxnSpMk id="34" creationId="{00000000-0000-0000-0000-000000000000}"/>
          </ac:cxnSpMkLst>
        </pc:cxnChg>
      </pc:sldChg>
      <pc:sldChg chg="add replId">
        <pc:chgData name="김 홍규" userId="6d16d8e1c579a2a2" providerId="Windows Live" clId="Web-{0A645D23-F2DA-4FD6-98D3-AE0B01C6A73D}" dt="2025-02-06T01:34:36.498" v="0"/>
        <pc:sldMkLst>
          <pc:docMk/>
          <pc:sldMk cId="2102871600" sldId="287"/>
        </pc:sldMkLst>
      </pc:sldChg>
      <pc:sldChg chg="new del">
        <pc:chgData name="김 홍규" userId="6d16d8e1c579a2a2" providerId="Windows Live" clId="Web-{0A645D23-F2DA-4FD6-98D3-AE0B01C6A73D}" dt="2025-02-06T02:16:46.734" v="39"/>
        <pc:sldMkLst>
          <pc:docMk/>
          <pc:sldMk cId="425531521" sldId="288"/>
        </pc:sldMkLst>
      </pc:sldChg>
    </pc:docChg>
  </pc:docChgLst>
  <pc:docChgLst>
    <pc:chgData name="김 홍규" userId="6d16d8e1c579a2a2" providerId="LiveId" clId="{E3082F07-79DA-4571-B8CA-BADB66491076}"/>
    <pc:docChg chg="undo redo custSel addSld delSld modSld sldOrd">
      <pc:chgData name="김 홍규" userId="6d16d8e1c579a2a2" providerId="LiveId" clId="{E3082F07-79DA-4571-B8CA-BADB66491076}" dt="2021-11-16T10:01:53.488" v="524" actId="47"/>
      <pc:docMkLst>
        <pc:docMk/>
      </pc:docMkLst>
      <pc:sldChg chg="addSp delSp modSp mod delAnim modAnim">
        <pc:chgData name="김 홍규" userId="6d16d8e1c579a2a2" providerId="LiveId" clId="{E3082F07-79DA-4571-B8CA-BADB66491076}" dt="2021-11-12T09:29:10.517" v="54"/>
        <pc:sldMkLst>
          <pc:docMk/>
          <pc:sldMk cId="1927261063" sldId="266"/>
        </pc:sldMkLst>
        <pc:spChg chg="mod">
          <ac:chgData name="김 홍규" userId="6d16d8e1c579a2a2" providerId="LiveId" clId="{E3082F07-79DA-4571-B8CA-BADB66491076}" dt="2021-11-12T08:45:40.205" v="40"/>
          <ac:spMkLst>
            <pc:docMk/>
            <pc:sldMk cId="1927261063" sldId="266"/>
            <ac:spMk id="16" creationId="{B6288E5D-D21F-4E13-A4FC-083FC3EC7413}"/>
          </ac:spMkLst>
        </pc:spChg>
        <pc:spChg chg="mod">
          <ac:chgData name="김 홍규" userId="6d16d8e1c579a2a2" providerId="LiveId" clId="{E3082F07-79DA-4571-B8CA-BADB66491076}" dt="2021-11-12T08:41:30.633" v="1"/>
          <ac:spMkLst>
            <pc:docMk/>
            <pc:sldMk cId="1927261063" sldId="266"/>
            <ac:spMk id="17" creationId="{A3F8ACC6-50C8-40EC-BC34-B0359E50B5DF}"/>
          </ac:spMkLst>
        </pc:spChg>
        <pc:spChg chg="add del mod topLvl">
          <ac:chgData name="김 홍규" userId="6d16d8e1c579a2a2" providerId="LiveId" clId="{E3082F07-79DA-4571-B8CA-BADB66491076}" dt="2021-11-12T08:45:55.856" v="41" actId="478"/>
          <ac:spMkLst>
            <pc:docMk/>
            <pc:sldMk cId="1927261063" sldId="266"/>
            <ac:spMk id="18" creationId="{3BD5C500-E0D1-45ED-BE09-C31AA4941DEF}"/>
          </ac:spMkLst>
        </pc:spChg>
        <pc:grpChg chg="add del mod">
          <ac:chgData name="김 홍규" userId="6d16d8e1c579a2a2" providerId="LiveId" clId="{E3082F07-79DA-4571-B8CA-BADB66491076}" dt="2021-11-12T08:45:55.856" v="41" actId="478"/>
          <ac:grpSpMkLst>
            <pc:docMk/>
            <pc:sldMk cId="1927261063" sldId="266"/>
            <ac:grpSpMk id="3" creationId="{22A209E0-D072-46C0-BA68-93577352E1E1}"/>
          </ac:grpSpMkLst>
        </pc:grpChg>
        <pc:grpChg chg="add mod topLvl">
          <ac:chgData name="김 홍규" userId="6d16d8e1c579a2a2" providerId="LiveId" clId="{E3082F07-79DA-4571-B8CA-BADB66491076}" dt="2021-11-12T08:46:06.232" v="42" actId="1076"/>
          <ac:grpSpMkLst>
            <pc:docMk/>
            <pc:sldMk cId="1927261063" sldId="266"/>
            <ac:grpSpMk id="15" creationId="{73E07145-3E58-4D0A-9164-D83BF3B081AD}"/>
          </ac:grpSpMkLst>
        </pc:grpChg>
        <pc:picChg chg="del">
          <ac:chgData name="김 홍규" userId="6d16d8e1c579a2a2" providerId="LiveId" clId="{E3082F07-79DA-4571-B8CA-BADB66491076}" dt="2021-11-04T12:45:18.939" v="0" actId="478"/>
          <ac:picMkLst>
            <pc:docMk/>
            <pc:sldMk cId="1927261063" sldId="266"/>
            <ac:picMk id="7" creationId="{00000000-0000-0000-0000-000000000000}"/>
          </ac:picMkLst>
        </pc:picChg>
      </pc:sldChg>
      <pc:sldChg chg="modSp mod">
        <pc:chgData name="김 홍규" userId="6d16d8e1c579a2a2" providerId="LiveId" clId="{E3082F07-79DA-4571-B8CA-BADB66491076}" dt="2021-11-12T10:46:42.311" v="183" actId="207"/>
        <pc:sldMkLst>
          <pc:docMk/>
          <pc:sldMk cId="1002533571" sldId="267"/>
        </pc:sldMkLst>
        <pc:spChg chg="mod">
          <ac:chgData name="김 홍규" userId="6d16d8e1c579a2a2" providerId="LiveId" clId="{E3082F07-79DA-4571-B8CA-BADB66491076}" dt="2021-11-12T10:46:42.311" v="183" actId="207"/>
          <ac:spMkLst>
            <pc:docMk/>
            <pc:sldMk cId="1002533571" sldId="267"/>
            <ac:spMk id="3" creationId="{00000000-0000-0000-0000-000000000000}"/>
          </ac:spMkLst>
        </pc:spChg>
      </pc:sldChg>
      <pc:sldChg chg="modSp mod">
        <pc:chgData name="김 홍규" userId="6d16d8e1c579a2a2" providerId="LiveId" clId="{E3082F07-79DA-4571-B8CA-BADB66491076}" dt="2021-11-15T09:56:02.562" v="433" actId="20577"/>
        <pc:sldMkLst>
          <pc:docMk/>
          <pc:sldMk cId="3052368964" sldId="277"/>
        </pc:sldMkLst>
        <pc:spChg chg="mod">
          <ac:chgData name="김 홍규" userId="6d16d8e1c579a2a2" providerId="LiveId" clId="{E3082F07-79DA-4571-B8CA-BADB66491076}" dt="2021-11-15T09:55:55.601" v="424" actId="20577"/>
          <ac:spMkLst>
            <pc:docMk/>
            <pc:sldMk cId="3052368964" sldId="277"/>
            <ac:spMk id="41" creationId="{00000000-0000-0000-0000-000000000000}"/>
          </ac:spMkLst>
        </pc:spChg>
        <pc:spChg chg="mod">
          <ac:chgData name="김 홍규" userId="6d16d8e1c579a2a2" providerId="LiveId" clId="{E3082F07-79DA-4571-B8CA-BADB66491076}" dt="2021-11-15T09:55:55.353" v="423" actId="20577"/>
          <ac:spMkLst>
            <pc:docMk/>
            <pc:sldMk cId="3052368964" sldId="277"/>
            <ac:spMk id="42" creationId="{00000000-0000-0000-0000-000000000000}"/>
          </ac:spMkLst>
        </pc:spChg>
        <pc:spChg chg="mod">
          <ac:chgData name="김 홍규" userId="6d16d8e1c579a2a2" providerId="LiveId" clId="{E3082F07-79DA-4571-B8CA-BADB66491076}" dt="2021-11-15T09:55:54.970" v="422" actId="20577"/>
          <ac:spMkLst>
            <pc:docMk/>
            <pc:sldMk cId="3052368964" sldId="277"/>
            <ac:spMk id="43" creationId="{00000000-0000-0000-0000-000000000000}"/>
          </ac:spMkLst>
        </pc:spChg>
        <pc:spChg chg="mod">
          <ac:chgData name="김 홍규" userId="6d16d8e1c579a2a2" providerId="LiveId" clId="{E3082F07-79DA-4571-B8CA-BADB66491076}" dt="2021-11-15T09:55:55.857" v="425" actId="20577"/>
          <ac:spMkLst>
            <pc:docMk/>
            <pc:sldMk cId="3052368964" sldId="277"/>
            <ac:spMk id="47" creationId="{00000000-0000-0000-0000-000000000000}"/>
          </ac:spMkLst>
        </pc:spChg>
        <pc:spChg chg="mod">
          <ac:chgData name="김 홍규" userId="6d16d8e1c579a2a2" providerId="LiveId" clId="{E3082F07-79DA-4571-B8CA-BADB66491076}" dt="2021-11-15T09:55:56.313" v="426" actId="20577"/>
          <ac:spMkLst>
            <pc:docMk/>
            <pc:sldMk cId="3052368964" sldId="277"/>
            <ac:spMk id="48" creationId="{00000000-0000-0000-0000-000000000000}"/>
          </ac:spMkLst>
        </pc:spChg>
        <pc:spChg chg="mod">
          <ac:chgData name="김 홍규" userId="6d16d8e1c579a2a2" providerId="LiveId" clId="{E3082F07-79DA-4571-B8CA-BADB66491076}" dt="2021-11-15T09:55:59.518" v="427" actId="20577"/>
          <ac:spMkLst>
            <pc:docMk/>
            <pc:sldMk cId="3052368964" sldId="277"/>
            <ac:spMk id="49" creationId="{00000000-0000-0000-0000-000000000000}"/>
          </ac:spMkLst>
        </pc:spChg>
        <pc:spChg chg="mod">
          <ac:chgData name="김 홍규" userId="6d16d8e1c579a2a2" providerId="LiveId" clId="{E3082F07-79DA-4571-B8CA-BADB66491076}" dt="2021-11-15T09:55:54.570" v="420" actId="20577"/>
          <ac:spMkLst>
            <pc:docMk/>
            <pc:sldMk cId="3052368964" sldId="277"/>
            <ac:spMk id="51" creationId="{00000000-0000-0000-0000-000000000000}"/>
          </ac:spMkLst>
        </pc:spChg>
        <pc:spChg chg="mod">
          <ac:chgData name="김 홍규" userId="6d16d8e1c579a2a2" providerId="LiveId" clId="{E3082F07-79DA-4571-B8CA-BADB66491076}" dt="2021-11-15T09:55:54.369" v="419" actId="20577"/>
          <ac:spMkLst>
            <pc:docMk/>
            <pc:sldMk cId="3052368964" sldId="277"/>
            <ac:spMk id="52" creationId="{00000000-0000-0000-0000-000000000000}"/>
          </ac:spMkLst>
        </pc:spChg>
        <pc:spChg chg="mod">
          <ac:chgData name="김 홍규" userId="6d16d8e1c579a2a2" providerId="LiveId" clId="{E3082F07-79DA-4571-B8CA-BADB66491076}" dt="2021-11-15T09:55:54.124" v="418" actId="20577"/>
          <ac:spMkLst>
            <pc:docMk/>
            <pc:sldMk cId="3052368964" sldId="277"/>
            <ac:spMk id="53" creationId="{00000000-0000-0000-0000-000000000000}"/>
          </ac:spMkLst>
        </pc:spChg>
        <pc:spChg chg="mod">
          <ac:chgData name="김 홍규" userId="6d16d8e1c579a2a2" providerId="LiveId" clId="{E3082F07-79DA-4571-B8CA-BADB66491076}" dt="2021-11-15T09:56:00.617" v="429" actId="20577"/>
          <ac:spMkLst>
            <pc:docMk/>
            <pc:sldMk cId="3052368964" sldId="277"/>
            <ac:spMk id="55" creationId="{00000000-0000-0000-0000-000000000000}"/>
          </ac:spMkLst>
        </pc:spChg>
        <pc:spChg chg="mod">
          <ac:chgData name="김 홍규" userId="6d16d8e1c579a2a2" providerId="LiveId" clId="{E3082F07-79DA-4571-B8CA-BADB66491076}" dt="2021-11-15T09:56:01.546" v="431" actId="20577"/>
          <ac:spMkLst>
            <pc:docMk/>
            <pc:sldMk cId="3052368964" sldId="277"/>
            <ac:spMk id="56" creationId="{00000000-0000-0000-0000-000000000000}"/>
          </ac:spMkLst>
        </pc:spChg>
        <pc:spChg chg="mod">
          <ac:chgData name="김 홍규" userId="6d16d8e1c579a2a2" providerId="LiveId" clId="{E3082F07-79DA-4571-B8CA-BADB66491076}" dt="2021-11-15T09:56:02.562" v="433" actId="20577"/>
          <ac:spMkLst>
            <pc:docMk/>
            <pc:sldMk cId="3052368964" sldId="277"/>
            <ac:spMk id="57" creationId="{00000000-0000-0000-0000-000000000000}"/>
          </ac:spMkLst>
        </pc:spChg>
      </pc:sldChg>
      <pc:sldChg chg="modSp mod">
        <pc:chgData name="김 홍규" userId="6d16d8e1c579a2a2" providerId="LiveId" clId="{E3082F07-79DA-4571-B8CA-BADB66491076}" dt="2021-11-16T08:35:02.920" v="446" actId="1076"/>
        <pc:sldMkLst>
          <pc:docMk/>
          <pc:sldMk cId="3433012483" sldId="281"/>
        </pc:sldMkLst>
        <pc:spChg chg="mod">
          <ac:chgData name="김 홍규" userId="6d16d8e1c579a2a2" providerId="LiveId" clId="{E3082F07-79DA-4571-B8CA-BADB66491076}" dt="2021-11-16T08:35:02.920" v="446" actId="1076"/>
          <ac:spMkLst>
            <pc:docMk/>
            <pc:sldMk cId="3433012483" sldId="281"/>
            <ac:spMk id="24" creationId="{00000000-0000-0000-0000-000000000000}"/>
          </ac:spMkLst>
        </pc:spChg>
      </pc:sldChg>
      <pc:sldChg chg="addSp delSp modSp add mod ord">
        <pc:chgData name="김 홍규" userId="6d16d8e1c579a2a2" providerId="LiveId" clId="{E3082F07-79DA-4571-B8CA-BADB66491076}" dt="2021-11-15T10:44:10.099" v="444" actId="1076"/>
        <pc:sldMkLst>
          <pc:docMk/>
          <pc:sldMk cId="3850535193" sldId="285"/>
        </pc:sldMkLst>
        <pc:spChg chg="mod">
          <ac:chgData name="김 홍규" userId="6d16d8e1c579a2a2" providerId="LiveId" clId="{E3082F07-79DA-4571-B8CA-BADB66491076}" dt="2021-11-15T08:41:26.655" v="396" actId="20577"/>
          <ac:spMkLst>
            <pc:docMk/>
            <pc:sldMk cId="3850535193" sldId="285"/>
            <ac:spMk id="2" creationId="{00000000-0000-0000-0000-000000000000}"/>
          </ac:spMkLst>
        </pc:spChg>
        <pc:spChg chg="add mod">
          <ac:chgData name="김 홍규" userId="6d16d8e1c579a2a2" providerId="LiveId" clId="{E3082F07-79DA-4571-B8CA-BADB66491076}" dt="2021-11-15T08:33:12.683" v="270" actId="1076"/>
          <ac:spMkLst>
            <pc:docMk/>
            <pc:sldMk cId="3850535193" sldId="285"/>
            <ac:spMk id="9" creationId="{448135F5-450F-4A30-975C-023C66554EDB}"/>
          </ac:spMkLst>
        </pc:spChg>
        <pc:spChg chg="add mod">
          <ac:chgData name="김 홍규" userId="6d16d8e1c579a2a2" providerId="LiveId" clId="{E3082F07-79DA-4571-B8CA-BADB66491076}" dt="2021-11-15T08:35:27.343" v="317" actId="20577"/>
          <ac:spMkLst>
            <pc:docMk/>
            <pc:sldMk cId="3850535193" sldId="285"/>
            <ac:spMk id="10" creationId="{D7DCC20A-0E03-4341-B9BA-9EDF29A80BB1}"/>
          </ac:spMkLst>
        </pc:spChg>
        <pc:spChg chg="add del mod">
          <ac:chgData name="김 홍규" userId="6d16d8e1c579a2a2" providerId="LiveId" clId="{E3082F07-79DA-4571-B8CA-BADB66491076}" dt="2021-11-15T08:35:05.769" v="298" actId="478"/>
          <ac:spMkLst>
            <pc:docMk/>
            <pc:sldMk cId="3850535193" sldId="285"/>
            <ac:spMk id="11" creationId="{5AE1A14C-C132-44AE-BC2D-4027B0DAA6C8}"/>
          </ac:spMkLst>
        </pc:spChg>
        <pc:spChg chg="add del">
          <ac:chgData name="김 홍규" userId="6d16d8e1c579a2a2" providerId="LiveId" clId="{E3082F07-79DA-4571-B8CA-BADB66491076}" dt="2021-11-15T08:35:41.943" v="319" actId="478"/>
          <ac:spMkLst>
            <pc:docMk/>
            <pc:sldMk cId="3850535193" sldId="285"/>
            <ac:spMk id="12" creationId="{6F636FFD-8AE5-4960-B9B6-2F44CD67DDC3}"/>
          </ac:spMkLst>
        </pc:spChg>
        <pc:spChg chg="add mod">
          <ac:chgData name="김 홍규" userId="6d16d8e1c579a2a2" providerId="LiveId" clId="{E3082F07-79DA-4571-B8CA-BADB66491076}" dt="2021-11-15T08:40:02.739" v="373" actId="164"/>
          <ac:spMkLst>
            <pc:docMk/>
            <pc:sldMk cId="3850535193" sldId="285"/>
            <ac:spMk id="13" creationId="{BB15C7BE-D4B7-4EC1-B111-B8BF376C6A22}"/>
          </ac:spMkLst>
        </pc:spChg>
        <pc:spChg chg="add mod">
          <ac:chgData name="김 홍규" userId="6d16d8e1c579a2a2" providerId="LiveId" clId="{E3082F07-79DA-4571-B8CA-BADB66491076}" dt="2021-11-15T08:38:20.298" v="361" actId="1076"/>
          <ac:spMkLst>
            <pc:docMk/>
            <pc:sldMk cId="3850535193" sldId="285"/>
            <ac:spMk id="14" creationId="{03A9A655-F4CD-4080-9C47-D703039F5180}"/>
          </ac:spMkLst>
        </pc:spChg>
        <pc:spChg chg="del">
          <ac:chgData name="김 홍규" userId="6d16d8e1c579a2a2" providerId="LiveId" clId="{E3082F07-79DA-4571-B8CA-BADB66491076}" dt="2021-11-15T08:31:55.625" v="244" actId="478"/>
          <ac:spMkLst>
            <pc:docMk/>
            <pc:sldMk cId="3850535193" sldId="285"/>
            <ac:spMk id="25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31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32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33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34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35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36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37" creationId="{00000000-0000-0000-0000-000000000000}"/>
          </ac:spMkLst>
        </pc:spChg>
        <pc:spChg chg="add mod">
          <ac:chgData name="김 홍규" userId="6d16d8e1c579a2a2" providerId="LiveId" clId="{E3082F07-79DA-4571-B8CA-BADB66491076}" dt="2021-11-15T08:33:17.278" v="273" actId="20577"/>
          <ac:spMkLst>
            <pc:docMk/>
            <pc:sldMk cId="3850535193" sldId="285"/>
            <ac:spMk id="111" creationId="{E8683A16-C047-4959-B3BA-1B3883BB26EB}"/>
          </ac:spMkLst>
        </pc:spChg>
        <pc:spChg chg="add mod">
          <ac:chgData name="김 홍규" userId="6d16d8e1c579a2a2" providerId="LiveId" clId="{E3082F07-79DA-4571-B8CA-BADB66491076}" dt="2021-11-15T10:41:27.702" v="435" actId="20577"/>
          <ac:spMkLst>
            <pc:docMk/>
            <pc:sldMk cId="3850535193" sldId="285"/>
            <ac:spMk id="113" creationId="{B5643FE2-3FD0-4943-9D17-3E4CB00452F4}"/>
          </ac:spMkLst>
        </pc:spChg>
        <pc:spChg chg="add mod">
          <ac:chgData name="김 홍규" userId="6d16d8e1c579a2a2" providerId="LiveId" clId="{E3082F07-79DA-4571-B8CA-BADB66491076}" dt="2021-11-15T08:33:40.198" v="279" actId="1076"/>
          <ac:spMkLst>
            <pc:docMk/>
            <pc:sldMk cId="3850535193" sldId="285"/>
            <ac:spMk id="114" creationId="{53C20587-EEDA-4D3D-9247-E56E157CDDF0}"/>
          </ac:spMkLst>
        </pc:spChg>
        <pc:spChg chg="add mod">
          <ac:chgData name="김 홍규" userId="6d16d8e1c579a2a2" providerId="LiveId" clId="{E3082F07-79DA-4571-B8CA-BADB66491076}" dt="2021-11-15T10:41:30.351" v="437" actId="20577"/>
          <ac:spMkLst>
            <pc:docMk/>
            <pc:sldMk cId="3850535193" sldId="285"/>
            <ac:spMk id="115" creationId="{E14C56E7-090D-43D5-9232-02CFC7FBEC9A}"/>
          </ac:spMkLst>
        </pc:spChg>
        <pc:spChg chg="add mod">
          <ac:chgData name="김 홍규" userId="6d16d8e1c579a2a2" providerId="LiveId" clId="{E3082F07-79DA-4571-B8CA-BADB66491076}" dt="2021-11-15T08:33:47.962" v="282" actId="1076"/>
          <ac:spMkLst>
            <pc:docMk/>
            <pc:sldMk cId="3850535193" sldId="285"/>
            <ac:spMk id="116" creationId="{BC3165F8-59E6-42F2-BC34-F829D5041021}"/>
          </ac:spMkLst>
        </pc:spChg>
        <pc:spChg chg="add mod">
          <ac:chgData name="김 홍규" userId="6d16d8e1c579a2a2" providerId="LiveId" clId="{E3082F07-79DA-4571-B8CA-BADB66491076}" dt="2021-11-15T08:33:53.146" v="284" actId="1076"/>
          <ac:spMkLst>
            <pc:docMk/>
            <pc:sldMk cId="3850535193" sldId="285"/>
            <ac:spMk id="117" creationId="{3C0284B7-772F-4B0C-BF73-FAABEB8831F3}"/>
          </ac:spMkLst>
        </pc:spChg>
        <pc:spChg chg="add mod">
          <ac:chgData name="김 홍규" userId="6d16d8e1c579a2a2" providerId="LiveId" clId="{E3082F07-79DA-4571-B8CA-BADB66491076}" dt="2021-11-15T08:35:51.974" v="322" actId="20577"/>
          <ac:spMkLst>
            <pc:docMk/>
            <pc:sldMk cId="3850535193" sldId="285"/>
            <ac:spMk id="118" creationId="{F2DC6E8B-EE6F-4B08-88D2-E7FE1D4DCC96}"/>
          </ac:spMkLst>
        </pc:spChg>
        <pc:spChg chg="add del mod">
          <ac:chgData name="김 홍규" userId="6d16d8e1c579a2a2" providerId="LiveId" clId="{E3082F07-79DA-4571-B8CA-BADB66491076}" dt="2021-11-15T08:34:00.761" v="287" actId="478"/>
          <ac:spMkLst>
            <pc:docMk/>
            <pc:sldMk cId="3850535193" sldId="285"/>
            <ac:spMk id="120" creationId="{AA8D1AB6-4DC4-43EA-AD59-E7EEB443DBB7}"/>
          </ac:spMkLst>
        </pc:spChg>
        <pc:spChg chg="add del mod">
          <ac:chgData name="김 홍규" userId="6d16d8e1c579a2a2" providerId="LiveId" clId="{E3082F07-79DA-4571-B8CA-BADB66491076}" dt="2021-11-15T08:34:00.761" v="287" actId="478"/>
          <ac:spMkLst>
            <pc:docMk/>
            <pc:sldMk cId="3850535193" sldId="285"/>
            <ac:spMk id="122" creationId="{DA160CD9-8EA5-45B0-8DD5-66E97D381A5D}"/>
          </ac:spMkLst>
        </pc:spChg>
        <pc:spChg chg="add mod">
          <ac:chgData name="김 홍규" userId="6d16d8e1c579a2a2" providerId="LiveId" clId="{E3082F07-79DA-4571-B8CA-BADB66491076}" dt="2021-11-15T08:34:11.146" v="289" actId="1076"/>
          <ac:spMkLst>
            <pc:docMk/>
            <pc:sldMk cId="3850535193" sldId="285"/>
            <ac:spMk id="124" creationId="{C3AF8D83-A85F-44DA-83A2-00DDEED20331}"/>
          </ac:spMkLst>
        </pc:spChg>
        <pc:spChg chg="add mod">
          <ac:chgData name="김 홍규" userId="6d16d8e1c579a2a2" providerId="LiveId" clId="{E3082F07-79DA-4571-B8CA-BADB66491076}" dt="2021-11-15T08:34:11.146" v="289" actId="1076"/>
          <ac:spMkLst>
            <pc:docMk/>
            <pc:sldMk cId="3850535193" sldId="285"/>
            <ac:spMk id="126" creationId="{B2644011-44DD-466E-B0E3-B741DFC361EA}"/>
          </ac:spMkLst>
        </pc:spChg>
        <pc:spChg chg="add mod">
          <ac:chgData name="김 홍규" userId="6d16d8e1c579a2a2" providerId="LiveId" clId="{E3082F07-79DA-4571-B8CA-BADB66491076}" dt="2021-11-15T10:42:24.788" v="440" actId="20577"/>
          <ac:spMkLst>
            <pc:docMk/>
            <pc:sldMk cId="3850535193" sldId="285"/>
            <ac:spMk id="127" creationId="{C41A4CC0-D75A-48FC-94BB-8D25E250298D}"/>
          </ac:spMkLst>
        </pc:spChg>
        <pc:spChg chg="add mod">
          <ac:chgData name="김 홍규" userId="6d16d8e1c579a2a2" providerId="LiveId" clId="{E3082F07-79DA-4571-B8CA-BADB66491076}" dt="2021-11-15T08:34:11.146" v="289" actId="1076"/>
          <ac:spMkLst>
            <pc:docMk/>
            <pc:sldMk cId="3850535193" sldId="285"/>
            <ac:spMk id="129" creationId="{82BD425A-E794-47CE-BAA2-14274D499619}"/>
          </ac:spMkLst>
        </pc:spChg>
        <pc:spChg chg="add mod">
          <ac:chgData name="김 홍규" userId="6d16d8e1c579a2a2" providerId="LiveId" clId="{E3082F07-79DA-4571-B8CA-BADB66491076}" dt="2021-11-15T08:34:11.146" v="289" actId="1076"/>
          <ac:spMkLst>
            <pc:docMk/>
            <pc:sldMk cId="3850535193" sldId="285"/>
            <ac:spMk id="131" creationId="{3391B9B2-5D49-406C-BD72-6219CD507599}"/>
          </ac:spMkLst>
        </pc:spChg>
        <pc:spChg chg="add mod">
          <ac:chgData name="김 홍규" userId="6d16d8e1c579a2a2" providerId="LiveId" clId="{E3082F07-79DA-4571-B8CA-BADB66491076}" dt="2021-11-15T08:34:11.146" v="289" actId="1076"/>
          <ac:spMkLst>
            <pc:docMk/>
            <pc:sldMk cId="3850535193" sldId="285"/>
            <ac:spMk id="133" creationId="{413D1BD5-21BC-479A-A6F0-3E43C8A03C99}"/>
          </ac:spMkLst>
        </pc:spChg>
        <pc:spChg chg="add mod">
          <ac:chgData name="김 홍규" userId="6d16d8e1c579a2a2" providerId="LiveId" clId="{E3082F07-79DA-4571-B8CA-BADB66491076}" dt="2021-11-15T08:34:15.898" v="291" actId="1076"/>
          <ac:spMkLst>
            <pc:docMk/>
            <pc:sldMk cId="3850535193" sldId="285"/>
            <ac:spMk id="135" creationId="{E17D407B-BFFF-4B71-9634-5409D76E2542}"/>
          </ac:spMkLst>
        </pc:spChg>
        <pc:spChg chg="add mod">
          <ac:chgData name="김 홍규" userId="6d16d8e1c579a2a2" providerId="LiveId" clId="{E3082F07-79DA-4571-B8CA-BADB66491076}" dt="2021-11-15T08:34:25.689" v="293" actId="1076"/>
          <ac:spMkLst>
            <pc:docMk/>
            <pc:sldMk cId="3850535193" sldId="285"/>
            <ac:spMk id="136" creationId="{826EA6AC-7E5C-4455-8C2C-E93A0185BA5B}"/>
          </ac:spMkLst>
        </pc:spChg>
        <pc:spChg chg="add mod">
          <ac:chgData name="김 홍규" userId="6d16d8e1c579a2a2" providerId="LiveId" clId="{E3082F07-79DA-4571-B8CA-BADB66491076}" dt="2021-11-15T08:34:25.689" v="293" actId="1076"/>
          <ac:spMkLst>
            <pc:docMk/>
            <pc:sldMk cId="3850535193" sldId="285"/>
            <ac:spMk id="137" creationId="{29EEB534-3CC4-439E-A884-AEAB5F63B2C0}"/>
          </ac:spMkLst>
        </pc:spChg>
        <pc:spChg chg="add mod">
          <ac:chgData name="김 홍규" userId="6d16d8e1c579a2a2" providerId="LiveId" clId="{E3082F07-79DA-4571-B8CA-BADB66491076}" dt="2021-11-15T08:34:25.689" v="293" actId="1076"/>
          <ac:spMkLst>
            <pc:docMk/>
            <pc:sldMk cId="3850535193" sldId="285"/>
            <ac:spMk id="138" creationId="{021FED45-ABF8-4903-A70E-944E36057F5C}"/>
          </ac:spMkLst>
        </pc:spChg>
        <pc:spChg chg="add mod">
          <ac:chgData name="김 홍규" userId="6d16d8e1c579a2a2" providerId="LiveId" clId="{E3082F07-79DA-4571-B8CA-BADB66491076}" dt="2021-11-15T08:34:25.689" v="293" actId="1076"/>
          <ac:spMkLst>
            <pc:docMk/>
            <pc:sldMk cId="3850535193" sldId="285"/>
            <ac:spMk id="140" creationId="{D7EB15F0-7E3B-4833-938F-6B0AA6647209}"/>
          </ac:spMkLst>
        </pc:spChg>
        <pc:spChg chg="add mod">
          <ac:chgData name="김 홍규" userId="6d16d8e1c579a2a2" providerId="LiveId" clId="{E3082F07-79DA-4571-B8CA-BADB66491076}" dt="2021-11-15T08:34:25.689" v="293" actId="1076"/>
          <ac:spMkLst>
            <pc:docMk/>
            <pc:sldMk cId="3850535193" sldId="285"/>
            <ac:spMk id="142" creationId="{F0CD911E-8BDD-4889-9DA5-F064A34E63ED}"/>
          </ac:spMkLst>
        </pc:spChg>
        <pc:spChg chg="add mod">
          <ac:chgData name="김 홍규" userId="6d16d8e1c579a2a2" providerId="LiveId" clId="{E3082F07-79DA-4571-B8CA-BADB66491076}" dt="2021-11-15T08:34:25.689" v="293" actId="1076"/>
          <ac:spMkLst>
            <pc:docMk/>
            <pc:sldMk cId="3850535193" sldId="285"/>
            <ac:spMk id="144" creationId="{4973E09C-C2AA-4D4F-8511-94033BE635A9}"/>
          </ac:spMkLst>
        </pc:spChg>
        <pc:spChg chg="add mod">
          <ac:chgData name="김 홍규" userId="6d16d8e1c579a2a2" providerId="LiveId" clId="{E3082F07-79DA-4571-B8CA-BADB66491076}" dt="2021-11-15T08:34:25.689" v="293" actId="1076"/>
          <ac:spMkLst>
            <pc:docMk/>
            <pc:sldMk cId="3850535193" sldId="285"/>
            <ac:spMk id="146" creationId="{E86307EB-9558-49E4-8DF0-730B22D11B3F}"/>
          </ac:spMkLst>
        </pc:spChg>
        <pc:spChg chg="add mod">
          <ac:chgData name="김 홍규" userId="6d16d8e1c579a2a2" providerId="LiveId" clId="{E3082F07-79DA-4571-B8CA-BADB66491076}" dt="2021-11-15T08:34:41.137" v="296" actId="1037"/>
          <ac:spMkLst>
            <pc:docMk/>
            <pc:sldMk cId="3850535193" sldId="285"/>
            <ac:spMk id="168" creationId="{FE63CF1C-7447-4FA8-9D56-8FC8C1036586}"/>
          </ac:spMkLst>
        </pc:spChg>
        <pc:spChg chg="add mod">
          <ac:chgData name="김 홍규" userId="6d16d8e1c579a2a2" providerId="LiveId" clId="{E3082F07-79DA-4571-B8CA-BADB66491076}" dt="2021-11-15T08:34:41.137" v="296" actId="1037"/>
          <ac:spMkLst>
            <pc:docMk/>
            <pc:sldMk cId="3850535193" sldId="285"/>
            <ac:spMk id="169" creationId="{FFF97C8A-A3C2-4994-B6CE-89A15C8EE0CA}"/>
          </ac:spMkLst>
        </pc:spChg>
        <pc:spChg chg="add mod">
          <ac:chgData name="김 홍규" userId="6d16d8e1c579a2a2" providerId="LiveId" clId="{E3082F07-79DA-4571-B8CA-BADB66491076}" dt="2021-11-15T08:34:41.137" v="296" actId="1037"/>
          <ac:spMkLst>
            <pc:docMk/>
            <pc:sldMk cId="3850535193" sldId="285"/>
            <ac:spMk id="170" creationId="{8F874E2D-6CEF-4888-BDA1-E4D60E018887}"/>
          </ac:spMkLst>
        </pc:spChg>
        <pc:spChg chg="add mod">
          <ac:chgData name="김 홍규" userId="6d16d8e1c579a2a2" providerId="LiveId" clId="{E3082F07-79DA-4571-B8CA-BADB66491076}" dt="2021-11-15T08:34:41.137" v="296" actId="1037"/>
          <ac:spMkLst>
            <pc:docMk/>
            <pc:sldMk cId="3850535193" sldId="285"/>
            <ac:spMk id="172" creationId="{A1C0CF28-0FEF-4D5D-8A50-24467176215C}"/>
          </ac:spMkLst>
        </pc:spChg>
        <pc:spChg chg="del">
          <ac:chgData name="김 홍규" userId="6d16d8e1c579a2a2" providerId="LiveId" clId="{E3082F07-79DA-4571-B8CA-BADB66491076}" dt="2021-11-15T08:32:03.053" v="247" actId="478"/>
          <ac:spMkLst>
            <pc:docMk/>
            <pc:sldMk cId="3850535193" sldId="285"/>
            <ac:spMk id="173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174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175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176" creationId="{00000000-0000-0000-0000-000000000000}"/>
          </ac:spMkLst>
        </pc:spChg>
        <pc:spChg chg="del mod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177" creationId="{00000000-0000-0000-0000-000000000000}"/>
          </ac:spMkLst>
        </pc:spChg>
        <pc:spChg chg="add mod">
          <ac:chgData name="김 홍규" userId="6d16d8e1c579a2a2" providerId="LiveId" clId="{E3082F07-79DA-4571-B8CA-BADB66491076}" dt="2021-11-15T08:34:41.137" v="296" actId="1037"/>
          <ac:spMkLst>
            <pc:docMk/>
            <pc:sldMk cId="3850535193" sldId="285"/>
            <ac:spMk id="178" creationId="{0FA6240F-8706-4AC7-92F6-449A8CD294A6}"/>
          </ac:spMkLst>
        </pc:spChg>
        <pc:spChg chg="add mod">
          <ac:chgData name="김 홍규" userId="6d16d8e1c579a2a2" providerId="LiveId" clId="{E3082F07-79DA-4571-B8CA-BADB66491076}" dt="2021-11-15T08:34:41.137" v="296" actId="1037"/>
          <ac:spMkLst>
            <pc:docMk/>
            <pc:sldMk cId="3850535193" sldId="285"/>
            <ac:spMk id="179" creationId="{217088D0-7BD9-4DAC-A73F-9FCA6634FFC4}"/>
          </ac:spMkLst>
        </pc:spChg>
        <pc:spChg chg="add mod">
          <ac:chgData name="김 홍규" userId="6d16d8e1c579a2a2" providerId="LiveId" clId="{E3082F07-79DA-4571-B8CA-BADB66491076}" dt="2021-11-15T08:34:41.137" v="296" actId="1037"/>
          <ac:spMkLst>
            <pc:docMk/>
            <pc:sldMk cId="3850535193" sldId="285"/>
            <ac:spMk id="180" creationId="{53D58AE3-AB1E-4A1A-B8CD-6242C26D6F9A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233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234" creationId="{00000000-0000-0000-0000-000000000000}"/>
          </ac:spMkLst>
        </pc:spChg>
        <pc:spChg chg="del">
          <ac:chgData name="김 홍규" userId="6d16d8e1c579a2a2" providerId="LiveId" clId="{E3082F07-79DA-4571-B8CA-BADB66491076}" dt="2021-11-15T08:32:00.209" v="246" actId="478"/>
          <ac:spMkLst>
            <pc:docMk/>
            <pc:sldMk cId="3850535193" sldId="285"/>
            <ac:spMk id="235" creationId="{00000000-0000-0000-0000-000000000000}"/>
          </ac:spMkLst>
        </pc:spChg>
        <pc:grpChg chg="add mod">
          <ac:chgData name="김 홍규" userId="6d16d8e1c579a2a2" providerId="LiveId" clId="{E3082F07-79DA-4571-B8CA-BADB66491076}" dt="2021-11-15T08:40:08.770" v="374" actId="164"/>
          <ac:grpSpMkLst>
            <pc:docMk/>
            <pc:sldMk cId="3850535193" sldId="285"/>
            <ac:grpSpMk id="20" creationId="{C03E9F05-5B74-42D3-AA11-74C37502CA2A}"/>
          </ac:grpSpMkLst>
        </pc:grpChg>
        <pc:grpChg chg="add mod">
          <ac:chgData name="김 홍규" userId="6d16d8e1c579a2a2" providerId="LiveId" clId="{E3082F07-79DA-4571-B8CA-BADB66491076}" dt="2021-11-15T10:44:10.099" v="444" actId="1076"/>
          <ac:grpSpMkLst>
            <pc:docMk/>
            <pc:sldMk cId="3850535193" sldId="285"/>
            <ac:grpSpMk id="21" creationId="{9D13BCFE-49CC-4391-9650-D6BBBC234397}"/>
          </ac:grpSpMkLst>
        </pc:grpChg>
        <pc:grpChg chg="del">
          <ac:chgData name="김 홍규" userId="6d16d8e1c579a2a2" providerId="LiveId" clId="{E3082F07-79DA-4571-B8CA-BADB66491076}" dt="2021-11-15T08:32:00.209" v="246" actId="478"/>
          <ac:grpSpMkLst>
            <pc:docMk/>
            <pc:sldMk cId="3850535193" sldId="285"/>
            <ac:grpSpMk id="41" creationId="{00000000-0000-0000-0000-000000000000}"/>
          </ac:grpSpMkLst>
        </pc:grpChg>
        <pc:grpChg chg="del">
          <ac:chgData name="김 홍규" userId="6d16d8e1c579a2a2" providerId="LiveId" clId="{E3082F07-79DA-4571-B8CA-BADB66491076}" dt="2021-11-15T08:32:00.209" v="246" actId="478"/>
          <ac:grpSpMkLst>
            <pc:docMk/>
            <pc:sldMk cId="3850535193" sldId="285"/>
            <ac:grpSpMk id="94" creationId="{00000000-0000-0000-0000-000000000000}"/>
          </ac:grpSpMkLst>
        </pc:grpChg>
        <pc:grpChg chg="del">
          <ac:chgData name="김 홍규" userId="6d16d8e1c579a2a2" providerId="LiveId" clId="{E3082F07-79DA-4571-B8CA-BADB66491076}" dt="2021-11-15T08:32:00.209" v="246" actId="478"/>
          <ac:grpSpMkLst>
            <pc:docMk/>
            <pc:sldMk cId="3850535193" sldId="285"/>
            <ac:grpSpMk id="147" creationId="{00000000-0000-0000-0000-000000000000}"/>
          </ac:grpSpMkLst>
        </pc:grpChg>
        <pc:grpChg chg="del">
          <ac:chgData name="김 홍규" userId="6d16d8e1c579a2a2" providerId="LiveId" clId="{E3082F07-79DA-4571-B8CA-BADB66491076}" dt="2021-11-15T08:32:00.209" v="246" actId="478"/>
          <ac:grpSpMkLst>
            <pc:docMk/>
            <pc:sldMk cId="3850535193" sldId="285"/>
            <ac:grpSpMk id="201" creationId="{00000000-0000-0000-0000-000000000000}"/>
          </ac:grpSpMkLst>
        </pc:grpChg>
        <pc:grpChg chg="del">
          <ac:chgData name="김 홍규" userId="6d16d8e1c579a2a2" providerId="LiveId" clId="{E3082F07-79DA-4571-B8CA-BADB66491076}" dt="2021-11-15T08:32:00.209" v="246" actId="478"/>
          <ac:grpSpMkLst>
            <pc:docMk/>
            <pc:sldMk cId="3850535193" sldId="285"/>
            <ac:grpSpMk id="226" creationId="{00000000-0000-0000-0000-000000000000}"/>
          </ac:grpSpMkLst>
        </pc:grpChg>
        <pc:grpChg chg="del">
          <ac:chgData name="김 홍규" userId="6d16d8e1c579a2a2" providerId="LiveId" clId="{E3082F07-79DA-4571-B8CA-BADB66491076}" dt="2021-11-15T08:32:00.209" v="246" actId="478"/>
          <ac:grpSpMkLst>
            <pc:docMk/>
            <pc:sldMk cId="3850535193" sldId="285"/>
            <ac:grpSpMk id="236" creationId="{00000000-0000-0000-0000-000000000000}"/>
          </ac:grpSpMkLst>
        </pc:grpChg>
        <pc:cxnChg chg="add del mod">
          <ac:chgData name="김 홍규" userId="6d16d8e1c579a2a2" providerId="LiveId" clId="{E3082F07-79DA-4571-B8CA-BADB66491076}" dt="2021-11-15T08:32:56.203" v="262" actId="1076"/>
          <ac:cxnSpMkLst>
            <pc:docMk/>
            <pc:sldMk cId="3850535193" sldId="285"/>
            <ac:cxnSpMk id="4" creationId="{4C2D54ED-01BC-4A18-AE03-1C2A3EC204AC}"/>
          </ac:cxnSpMkLst>
        </pc:cxnChg>
        <pc:cxnChg chg="add del">
          <ac:chgData name="김 홍규" userId="6d16d8e1c579a2a2" providerId="LiveId" clId="{E3082F07-79DA-4571-B8CA-BADB66491076}" dt="2021-11-15T08:32:46.601" v="252" actId="11529"/>
          <ac:cxnSpMkLst>
            <pc:docMk/>
            <pc:sldMk cId="3850535193" sldId="285"/>
            <ac:cxnSpMk id="6" creationId="{08CE56D3-2473-422C-892F-C1F358729B4A}"/>
          </ac:cxnSpMkLst>
        </pc:cxnChg>
        <pc:cxnChg chg="add">
          <ac:chgData name="김 홍규" userId="6d16d8e1c579a2a2" providerId="LiveId" clId="{E3082F07-79DA-4571-B8CA-BADB66491076}" dt="2021-11-15T08:33:00.333" v="263" actId="11529"/>
          <ac:cxnSpMkLst>
            <pc:docMk/>
            <pc:sldMk cId="3850535193" sldId="285"/>
            <ac:cxnSpMk id="8" creationId="{58AA3AF6-3A96-46AD-86B4-D17B89F092C4}"/>
          </ac:cxnSpMkLst>
        </pc:cxnChg>
        <pc:cxnChg chg="add mod">
          <ac:chgData name="김 홍규" userId="6d16d8e1c579a2a2" providerId="LiveId" clId="{E3082F07-79DA-4571-B8CA-BADB66491076}" dt="2021-11-15T08:40:02.739" v="373" actId="164"/>
          <ac:cxnSpMkLst>
            <pc:docMk/>
            <pc:sldMk cId="3850535193" sldId="285"/>
            <ac:cxnSpMk id="16" creationId="{744D097A-10FD-49FA-936B-B4569F5F0C09}"/>
          </ac:cxnSpMkLst>
        </pc:cxnChg>
        <pc:cxnChg chg="add mod">
          <ac:chgData name="김 홍규" userId="6d16d8e1c579a2a2" providerId="LiveId" clId="{E3082F07-79DA-4571-B8CA-BADB66491076}" dt="2021-11-15T08:40:08.770" v="374" actId="164"/>
          <ac:cxnSpMkLst>
            <pc:docMk/>
            <pc:sldMk cId="3850535193" sldId="285"/>
            <ac:cxnSpMk id="19" creationId="{00A4EEB6-22EF-4698-9BCE-B8C936961FCB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46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47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48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49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54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55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56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57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58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59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60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61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03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04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05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06" creationId="{00000000-0000-0000-0000-000000000000}"/>
          </ac:cxnSpMkLst>
        </pc:cxnChg>
        <pc:cxnChg chg="add del mod">
          <ac:chgData name="김 홍규" userId="6d16d8e1c579a2a2" providerId="LiveId" clId="{E3082F07-79DA-4571-B8CA-BADB66491076}" dt="2021-11-15T08:32:51.381" v="260" actId="478"/>
          <ac:cxnSpMkLst>
            <pc:docMk/>
            <pc:sldMk cId="3850535193" sldId="285"/>
            <ac:cxnSpMk id="107" creationId="{F9EA6ED4-0B04-402E-9B0D-0662E53BF377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19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21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23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25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28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30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32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34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39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41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43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45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52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53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54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55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60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61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62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63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64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65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66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167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211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212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213" creationId="{00000000-0000-0000-0000-000000000000}"/>
          </ac:cxnSpMkLst>
        </pc:cxnChg>
        <pc:cxnChg chg="mod">
          <ac:chgData name="김 홍규" userId="6d16d8e1c579a2a2" providerId="LiveId" clId="{E3082F07-79DA-4571-B8CA-BADB66491076}" dt="2021-11-15T08:32:00.209" v="246" actId="478"/>
          <ac:cxnSpMkLst>
            <pc:docMk/>
            <pc:sldMk cId="3850535193" sldId="285"/>
            <ac:cxnSpMk id="214" creationId="{00000000-0000-0000-0000-000000000000}"/>
          </ac:cxnSpMkLst>
        </pc:cxnChg>
      </pc:sldChg>
      <pc:sldChg chg="addSp delSp modSp add del mod">
        <pc:chgData name="김 홍규" userId="6d16d8e1c579a2a2" providerId="LiveId" clId="{E3082F07-79DA-4571-B8CA-BADB66491076}" dt="2021-11-16T10:01:53.488" v="524" actId="47"/>
        <pc:sldMkLst>
          <pc:docMk/>
          <pc:sldMk cId="2907798896" sldId="286"/>
        </pc:sldMkLst>
        <pc:spChg chg="mod">
          <ac:chgData name="김 홍규" userId="6d16d8e1c579a2a2" providerId="LiveId" clId="{E3082F07-79DA-4571-B8CA-BADB66491076}" dt="2021-11-16T09:33:19.701" v="496" actId="20577"/>
          <ac:spMkLst>
            <pc:docMk/>
            <pc:sldMk cId="2907798896" sldId="286"/>
            <ac:spMk id="2" creationId="{00000000-0000-0000-0000-000000000000}"/>
          </ac:spMkLst>
        </pc:spChg>
        <pc:spChg chg="del">
          <ac:chgData name="김 홍규" userId="6d16d8e1c579a2a2" providerId="LiveId" clId="{E3082F07-79DA-4571-B8CA-BADB66491076}" dt="2021-11-16T09:33:31.118" v="497" actId="478"/>
          <ac:spMkLst>
            <pc:docMk/>
            <pc:sldMk cId="2907798896" sldId="286"/>
            <ac:spMk id="31" creationId="{00000000-0000-0000-0000-000000000000}"/>
          </ac:spMkLst>
        </pc:spChg>
        <pc:spChg chg="del">
          <ac:chgData name="김 홍규" userId="6d16d8e1c579a2a2" providerId="LiveId" clId="{E3082F07-79DA-4571-B8CA-BADB66491076}" dt="2021-11-16T09:33:31.118" v="497" actId="478"/>
          <ac:spMkLst>
            <pc:docMk/>
            <pc:sldMk cId="2907798896" sldId="286"/>
            <ac:spMk id="32" creationId="{00000000-0000-0000-0000-000000000000}"/>
          </ac:spMkLst>
        </pc:spChg>
        <pc:spChg chg="del">
          <ac:chgData name="김 홍규" userId="6d16d8e1c579a2a2" providerId="LiveId" clId="{E3082F07-79DA-4571-B8CA-BADB66491076}" dt="2021-11-16T09:33:31.118" v="497" actId="478"/>
          <ac:spMkLst>
            <pc:docMk/>
            <pc:sldMk cId="2907798896" sldId="286"/>
            <ac:spMk id="33" creationId="{00000000-0000-0000-0000-000000000000}"/>
          </ac:spMkLst>
        </pc:spChg>
        <pc:spChg chg="del">
          <ac:chgData name="김 홍규" userId="6d16d8e1c579a2a2" providerId="LiveId" clId="{E3082F07-79DA-4571-B8CA-BADB66491076}" dt="2021-11-16T09:33:31.118" v="497" actId="478"/>
          <ac:spMkLst>
            <pc:docMk/>
            <pc:sldMk cId="2907798896" sldId="286"/>
            <ac:spMk id="34" creationId="{00000000-0000-0000-0000-000000000000}"/>
          </ac:spMkLst>
        </pc:spChg>
        <pc:spChg chg="del">
          <ac:chgData name="김 홍규" userId="6d16d8e1c579a2a2" providerId="LiveId" clId="{E3082F07-79DA-4571-B8CA-BADB66491076}" dt="2021-11-16T09:33:31.118" v="497" actId="478"/>
          <ac:spMkLst>
            <pc:docMk/>
            <pc:sldMk cId="2907798896" sldId="286"/>
            <ac:spMk id="35" creationId="{00000000-0000-0000-0000-000000000000}"/>
          </ac:spMkLst>
        </pc:spChg>
        <pc:spChg chg="add mod">
          <ac:chgData name="김 홍규" userId="6d16d8e1c579a2a2" providerId="LiveId" clId="{E3082F07-79DA-4571-B8CA-BADB66491076}" dt="2021-11-16T09:34:32.510" v="517" actId="1076"/>
          <ac:spMkLst>
            <pc:docMk/>
            <pc:sldMk cId="2907798896" sldId="286"/>
            <ac:spMk id="107" creationId="{3B15B374-24D1-4C77-AABA-8C78F042B523}"/>
          </ac:spMkLst>
        </pc:spChg>
        <pc:spChg chg="add mod">
          <ac:chgData name="김 홍규" userId="6d16d8e1c579a2a2" providerId="LiveId" clId="{E3082F07-79DA-4571-B8CA-BADB66491076}" dt="2021-11-16T09:34:39.541" v="519" actId="1076"/>
          <ac:spMkLst>
            <pc:docMk/>
            <pc:sldMk cId="2907798896" sldId="286"/>
            <ac:spMk id="108" creationId="{6366FFA5-6D47-4F30-89C8-EEFB4B36A4E3}"/>
          </ac:spMkLst>
        </pc:spChg>
        <pc:spChg chg="add mod">
          <ac:chgData name="김 홍규" userId="6d16d8e1c579a2a2" providerId="LiveId" clId="{E3082F07-79DA-4571-B8CA-BADB66491076}" dt="2021-11-16T09:34:45.172" v="521" actId="1076"/>
          <ac:spMkLst>
            <pc:docMk/>
            <pc:sldMk cId="2907798896" sldId="286"/>
            <ac:spMk id="109" creationId="{9BE3AFAD-DEDF-45CA-B8AE-7FC40C02AF03}"/>
          </ac:spMkLst>
        </pc:spChg>
        <pc:spChg chg="add mod">
          <ac:chgData name="김 홍규" userId="6d16d8e1c579a2a2" providerId="LiveId" clId="{E3082F07-79DA-4571-B8CA-BADB66491076}" dt="2021-11-16T09:34:51.108" v="523" actId="1076"/>
          <ac:spMkLst>
            <pc:docMk/>
            <pc:sldMk cId="2907798896" sldId="286"/>
            <ac:spMk id="110" creationId="{9459DB50-E7D4-45F3-A476-C64F99B9CAFB}"/>
          </ac:spMkLst>
        </pc:spChg>
        <pc:spChg chg="add del mod">
          <ac:chgData name="김 홍규" userId="6d16d8e1c579a2a2" providerId="LiveId" clId="{E3082F07-79DA-4571-B8CA-BADB66491076}" dt="2021-11-16T09:33:48.724" v="507" actId="478"/>
          <ac:spMkLst>
            <pc:docMk/>
            <pc:sldMk cId="2907798896" sldId="286"/>
            <ac:spMk id="173" creationId="{00000000-0000-0000-0000-000000000000}"/>
          </ac:spMkLst>
        </pc:spChg>
        <pc:spChg chg="add del mod">
          <ac:chgData name="김 홍규" userId="6d16d8e1c579a2a2" providerId="LiveId" clId="{E3082F07-79DA-4571-B8CA-BADB66491076}" dt="2021-11-16T09:33:46.043" v="505" actId="478"/>
          <ac:spMkLst>
            <pc:docMk/>
            <pc:sldMk cId="2907798896" sldId="286"/>
            <ac:spMk id="174" creationId="{00000000-0000-0000-0000-000000000000}"/>
          </ac:spMkLst>
        </pc:spChg>
        <pc:spChg chg="del">
          <ac:chgData name="김 홍규" userId="6d16d8e1c579a2a2" providerId="LiveId" clId="{E3082F07-79DA-4571-B8CA-BADB66491076}" dt="2021-11-16T09:33:34.368" v="498" actId="478"/>
          <ac:spMkLst>
            <pc:docMk/>
            <pc:sldMk cId="2907798896" sldId="286"/>
            <ac:spMk id="175" creationId="{00000000-0000-0000-0000-000000000000}"/>
          </ac:spMkLst>
        </pc:spChg>
        <pc:spChg chg="del">
          <ac:chgData name="김 홍규" userId="6d16d8e1c579a2a2" providerId="LiveId" clId="{E3082F07-79DA-4571-B8CA-BADB66491076}" dt="2021-11-16T09:33:34.368" v="498" actId="478"/>
          <ac:spMkLst>
            <pc:docMk/>
            <pc:sldMk cId="2907798896" sldId="286"/>
            <ac:spMk id="233" creationId="{00000000-0000-0000-0000-000000000000}"/>
          </ac:spMkLst>
        </pc:spChg>
        <pc:spChg chg="del">
          <ac:chgData name="김 홍규" userId="6d16d8e1c579a2a2" providerId="LiveId" clId="{E3082F07-79DA-4571-B8CA-BADB66491076}" dt="2021-11-16T09:33:46.043" v="505" actId="478"/>
          <ac:spMkLst>
            <pc:docMk/>
            <pc:sldMk cId="2907798896" sldId="286"/>
            <ac:spMk id="234" creationId="{00000000-0000-0000-0000-000000000000}"/>
          </ac:spMkLst>
        </pc:spChg>
        <pc:spChg chg="del mod">
          <ac:chgData name="김 홍규" userId="6d16d8e1c579a2a2" providerId="LiveId" clId="{E3082F07-79DA-4571-B8CA-BADB66491076}" dt="2021-11-16T09:34:09.494" v="511" actId="478"/>
          <ac:spMkLst>
            <pc:docMk/>
            <pc:sldMk cId="2907798896" sldId="286"/>
            <ac:spMk id="235" creationId="{00000000-0000-0000-0000-000000000000}"/>
          </ac:spMkLst>
        </pc:spChg>
        <pc:grpChg chg="del">
          <ac:chgData name="김 홍규" userId="6d16d8e1c579a2a2" providerId="LiveId" clId="{E3082F07-79DA-4571-B8CA-BADB66491076}" dt="2021-11-16T09:33:34.368" v="498" actId="478"/>
          <ac:grpSpMkLst>
            <pc:docMk/>
            <pc:sldMk cId="2907798896" sldId="286"/>
            <ac:grpSpMk id="41" creationId="{00000000-0000-0000-0000-000000000000}"/>
          </ac:grpSpMkLst>
        </pc:grpChg>
        <pc:grpChg chg="del">
          <ac:chgData name="김 홍규" userId="6d16d8e1c579a2a2" providerId="LiveId" clId="{E3082F07-79DA-4571-B8CA-BADB66491076}" dt="2021-11-16T09:34:03.669" v="508" actId="478"/>
          <ac:grpSpMkLst>
            <pc:docMk/>
            <pc:sldMk cId="2907798896" sldId="286"/>
            <ac:grpSpMk id="94" creationId="{00000000-0000-0000-0000-000000000000}"/>
          </ac:grpSpMkLst>
        </pc:grpChg>
        <pc:grpChg chg="del">
          <ac:chgData name="김 홍규" userId="6d16d8e1c579a2a2" providerId="LiveId" clId="{E3082F07-79DA-4571-B8CA-BADB66491076}" dt="2021-11-16T09:33:34.368" v="498" actId="478"/>
          <ac:grpSpMkLst>
            <pc:docMk/>
            <pc:sldMk cId="2907798896" sldId="286"/>
            <ac:grpSpMk id="147" creationId="{00000000-0000-0000-0000-000000000000}"/>
          </ac:grpSpMkLst>
        </pc:grpChg>
        <pc:grpChg chg="del">
          <ac:chgData name="김 홍규" userId="6d16d8e1c579a2a2" providerId="LiveId" clId="{E3082F07-79DA-4571-B8CA-BADB66491076}" dt="2021-11-16T09:34:03.669" v="508" actId="478"/>
          <ac:grpSpMkLst>
            <pc:docMk/>
            <pc:sldMk cId="2907798896" sldId="286"/>
            <ac:grpSpMk id="226" creationId="{00000000-0000-0000-0000-000000000000}"/>
          </ac:grpSpMkLst>
        </pc:grpChg>
        <pc:grpChg chg="del">
          <ac:chgData name="김 홍규" userId="6d16d8e1c579a2a2" providerId="LiveId" clId="{E3082F07-79DA-4571-B8CA-BADB66491076}" dt="2021-11-16T09:33:46.043" v="505" actId="478"/>
          <ac:grpSpMkLst>
            <pc:docMk/>
            <pc:sldMk cId="2907798896" sldId="286"/>
            <ac:grpSpMk id="236" creationId="{00000000-0000-0000-0000-000000000000}"/>
          </ac:grpSpMkLst>
        </pc:grpChg>
        <pc:picChg chg="add mod">
          <ac:chgData name="김 홍규" userId="6d16d8e1c579a2a2" providerId="LiveId" clId="{E3082F07-79DA-4571-B8CA-BADB66491076}" dt="2021-11-16T09:34:17.691" v="513" actId="1076"/>
          <ac:picMkLst>
            <pc:docMk/>
            <pc:sldMk cId="2907798896" sldId="286"/>
            <ac:picMk id="4" creationId="{0F7B02E3-8166-40A0-ACF2-E759E5BAF5E0}"/>
          </ac:picMkLst>
        </pc:picChg>
        <pc:picChg chg="add del">
          <ac:chgData name="김 홍규" userId="6d16d8e1c579a2a2" providerId="LiveId" clId="{E3082F07-79DA-4571-B8CA-BADB66491076}" dt="2021-11-16T09:34:24.466" v="515" actId="478"/>
          <ac:picMkLst>
            <pc:docMk/>
            <pc:sldMk cId="2907798896" sldId="286"/>
            <ac:picMk id="6" creationId="{DD992721-E2C3-448B-A295-F30E30CDD630}"/>
          </ac:picMkLst>
        </pc:pic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46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47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48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49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54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55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56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57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58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59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60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61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4:03.669" v="508" actId="478"/>
          <ac:cxnSpMkLst>
            <pc:docMk/>
            <pc:sldMk cId="2907798896" sldId="286"/>
            <ac:cxnSpMk id="103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4:03.669" v="508" actId="478"/>
          <ac:cxnSpMkLst>
            <pc:docMk/>
            <pc:sldMk cId="2907798896" sldId="286"/>
            <ac:cxnSpMk id="104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4:03.669" v="508" actId="478"/>
          <ac:cxnSpMkLst>
            <pc:docMk/>
            <pc:sldMk cId="2907798896" sldId="286"/>
            <ac:cxnSpMk id="105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4:03.669" v="508" actId="478"/>
          <ac:cxnSpMkLst>
            <pc:docMk/>
            <pc:sldMk cId="2907798896" sldId="286"/>
            <ac:cxnSpMk id="106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52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53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54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55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60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61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62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63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64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65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66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3:34.368" v="498" actId="478"/>
          <ac:cxnSpMkLst>
            <pc:docMk/>
            <pc:sldMk cId="2907798896" sldId="286"/>
            <ac:cxnSpMk id="167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4:03.669" v="508" actId="478"/>
          <ac:cxnSpMkLst>
            <pc:docMk/>
            <pc:sldMk cId="2907798896" sldId="286"/>
            <ac:cxnSpMk id="211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4:03.669" v="508" actId="478"/>
          <ac:cxnSpMkLst>
            <pc:docMk/>
            <pc:sldMk cId="2907798896" sldId="286"/>
            <ac:cxnSpMk id="212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4:03.669" v="508" actId="478"/>
          <ac:cxnSpMkLst>
            <pc:docMk/>
            <pc:sldMk cId="2907798896" sldId="286"/>
            <ac:cxnSpMk id="213" creationId="{00000000-0000-0000-0000-000000000000}"/>
          </ac:cxnSpMkLst>
        </pc:cxnChg>
        <pc:cxnChg chg="mod">
          <ac:chgData name="김 홍규" userId="6d16d8e1c579a2a2" providerId="LiveId" clId="{E3082F07-79DA-4571-B8CA-BADB66491076}" dt="2021-11-16T09:34:03.669" v="508" actId="478"/>
          <ac:cxnSpMkLst>
            <pc:docMk/>
            <pc:sldMk cId="2907798896" sldId="286"/>
            <ac:cxnSpMk id="214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0DE97-9C15-41AB-8240-2B1A5A03DB9F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73C40-BFA9-4FA7-9B19-38EFF8FD35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19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73C40-BFA9-4FA7-9B19-38EFF8FD350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789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673C40-BFA9-4FA7-9B19-38EFF8FD350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167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44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491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37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02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879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041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54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53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544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52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85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999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icrosoft.com/en-us/download/confirmation.aspx?id=6812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1drv.ms/u/s!AqKiecXh2BZti7Rh7rnlxHOzPu2mkQ?e=XnLRUP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80528" y="1635646"/>
            <a:ext cx="9144000" cy="1102519"/>
          </a:xfrm>
        </p:spPr>
        <p:txBody>
          <a:bodyPr>
            <a:noAutofit/>
          </a:bodyPr>
          <a:lstStyle/>
          <a:p>
            <a:r>
              <a:rPr lang="en-US" altLang="ko-KR" sz="9600" dirty="0"/>
              <a:t>Direct3D </a:t>
            </a:r>
            <a:r>
              <a:rPr lang="ko-KR" altLang="en-US" sz="9600" dirty="0"/>
              <a:t>기초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Direct3D </a:t>
            </a:r>
            <a:r>
              <a:rPr lang="ko-KR" altLang="en-US" dirty="0"/>
              <a:t>설치 및 예제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8550" y="4220170"/>
            <a:ext cx="296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Ver. 1.5</a:t>
            </a:r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3686618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/>
              <a:t>다운로드</a:t>
            </a:r>
            <a:r>
              <a:rPr lang="en-US" altLang="ko-KR" dirty="0"/>
              <a:t> </a:t>
            </a:r>
            <a:r>
              <a:rPr lang="ko-KR" altLang="en-US" dirty="0"/>
              <a:t>및 설치 확인하기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291830"/>
            <a:ext cx="3456384" cy="1686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00" y="3365188"/>
            <a:ext cx="2664296" cy="154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2440300" y="3365188"/>
            <a:ext cx="1699652" cy="21467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364088" y="3291830"/>
            <a:ext cx="3456384" cy="168681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샘플 브라우저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498038" y="4259538"/>
            <a:ext cx="1584176" cy="380731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/>
              <a:t>실행파일이 보이지 않으면</a:t>
            </a:r>
            <a:r>
              <a:rPr lang="en-US" altLang="ko-KR" sz="800" dirty="0"/>
              <a:t>,</a:t>
            </a:r>
            <a:br>
              <a:rPr lang="en-US" altLang="ko-KR" sz="800" dirty="0"/>
            </a:br>
            <a:r>
              <a:rPr lang="en-US" altLang="ko-KR" sz="800" dirty="0"/>
              <a:t> “</a:t>
            </a:r>
            <a:r>
              <a:rPr lang="en-US" altLang="ko-KR" sz="800" dirty="0" err="1"/>
              <a:t>Dir</a:t>
            </a:r>
            <a:r>
              <a:rPr lang="en-US" altLang="ko-KR" sz="800" dirty="0"/>
              <a:t>” </a:t>
            </a:r>
            <a:r>
              <a:rPr lang="ko-KR" altLang="en-US" sz="800" dirty="0"/>
              <a:t>입력</a:t>
            </a:r>
          </a:p>
        </p:txBody>
      </p:sp>
      <p:sp>
        <p:nvSpPr>
          <p:cNvPr id="11" name="오른쪽 화살표 10"/>
          <p:cNvSpPr/>
          <p:nvPr/>
        </p:nvSpPr>
        <p:spPr>
          <a:xfrm>
            <a:off x="4341249" y="3252337"/>
            <a:ext cx="869522" cy="430698"/>
          </a:xfrm>
          <a:prstGeom prst="rightArrow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dirty="0"/>
              <a:t>실행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2800" dirty="0">
                <a:hlinkClick r:id="rId4"/>
              </a:rPr>
              <a:t>DirectX SDK </a:t>
            </a:r>
            <a:r>
              <a:rPr lang="ko-KR" altLang="en-US" sz="2800" dirty="0">
                <a:hlinkClick r:id="rId4"/>
              </a:rPr>
              <a:t>다운로드</a:t>
            </a:r>
            <a:endParaRPr lang="en-US" altLang="ko-KR" sz="28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800" dirty="0"/>
              <a:t>설치하기</a:t>
            </a:r>
            <a:endParaRPr lang="en-US" altLang="ko-KR" sz="28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800" dirty="0"/>
              <a:t>샘플브라우저 실행</a:t>
            </a:r>
            <a:endParaRPr lang="en-US" altLang="ko-KR" sz="28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800" dirty="0"/>
              <a:t>프로젝트 설정</a:t>
            </a:r>
          </a:p>
        </p:txBody>
      </p:sp>
    </p:spTree>
    <p:extLst>
      <p:ext uri="{BB962C8B-B14F-4D97-AF65-F5344CB8AC3E}">
        <p14:creationId xmlns:p14="http://schemas.microsoft.com/office/powerpoint/2010/main" val="277407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dirty="0"/>
              <a:t>S1023 </a:t>
            </a:r>
            <a:r>
              <a:rPr lang="ko-KR" altLang="en-US" dirty="0" err="1"/>
              <a:t>오류해결</a:t>
            </a:r>
            <a:endParaRPr lang="ko-KR" altLang="en-US" dirty="0"/>
          </a:p>
        </p:txBody>
      </p:sp>
      <p:pic>
        <p:nvPicPr>
          <p:cNvPr id="2050" name="Picture 2" descr="C:\Users\Administrator\Google 드라이브\dxerr-s10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203598"/>
            <a:ext cx="3631464" cy="27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그룹 3"/>
          <p:cNvGrpSpPr/>
          <p:nvPr/>
        </p:nvGrpSpPr>
        <p:grpSpPr>
          <a:xfrm>
            <a:off x="146403" y="2991670"/>
            <a:ext cx="4713629" cy="2172368"/>
            <a:chOff x="3419872" y="2775646"/>
            <a:chExt cx="4713629" cy="2172368"/>
          </a:xfrm>
        </p:grpSpPr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9872" y="2775646"/>
              <a:ext cx="4713629" cy="2172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>
              <a:off x="3419872" y="4641894"/>
              <a:ext cx="3168352" cy="134721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dirty="0"/>
                <a:t>3-2. </a:t>
              </a:r>
              <a:r>
                <a:rPr lang="ko-KR" altLang="en-US" sz="1000" dirty="0"/>
                <a:t>삭제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419872" y="4307415"/>
              <a:ext cx="3168352" cy="14401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dirty="0"/>
                <a:t>3-1. </a:t>
              </a:r>
              <a:r>
                <a:rPr lang="ko-KR" altLang="en-US" sz="1000" dirty="0"/>
                <a:t>삭제</a:t>
              </a: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179512" y="1005661"/>
            <a:ext cx="2841942" cy="2070145"/>
            <a:chOff x="251520" y="2787774"/>
            <a:chExt cx="2965626" cy="2160240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20" y="2787774"/>
              <a:ext cx="2965626" cy="2160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직사각형 11"/>
            <p:cNvSpPr/>
            <p:nvPr/>
          </p:nvSpPr>
          <p:spPr>
            <a:xfrm>
              <a:off x="251520" y="3435846"/>
              <a:ext cx="2965626" cy="21602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dirty="0"/>
                <a:t>2.</a:t>
              </a:r>
              <a:r>
                <a:rPr lang="ko-KR" altLang="en-US" sz="1000" dirty="0"/>
                <a:t>선택</a:t>
              </a: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80558" y="4641895"/>
              <a:ext cx="1771162" cy="21602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dirty="0"/>
                <a:t>1. </a:t>
              </a:r>
              <a:r>
                <a:rPr lang="ko-KR" altLang="en-US" sz="1000" dirty="0"/>
                <a:t>입력</a:t>
              </a: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0" y="0"/>
            <a:ext cx="9144000" cy="5164038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 err="1"/>
              <a:t>해결하지않아도됨</a:t>
            </a:r>
            <a:r>
              <a:rPr lang="en-US" altLang="ko-KR" sz="3200" dirty="0"/>
              <a:t>.</a:t>
            </a:r>
          </a:p>
          <a:p>
            <a:pPr algn="ctr"/>
            <a:r>
              <a:rPr lang="ko-KR" altLang="en-US" sz="3200" dirty="0"/>
              <a:t>작동에 문제없음</a:t>
            </a:r>
            <a:r>
              <a:rPr lang="en-US" altLang="ko-KR" sz="3200" dirty="0"/>
              <a:t>.</a:t>
            </a:r>
          </a:p>
          <a:p>
            <a:pPr algn="ctr"/>
            <a:r>
              <a:rPr lang="ko-KR" altLang="en-US" sz="3200" dirty="0"/>
              <a:t>라이브러리가 </a:t>
            </a:r>
            <a:r>
              <a:rPr lang="ko-KR" altLang="en-US" sz="3200" dirty="0" err="1"/>
              <a:t>구버전이라</a:t>
            </a:r>
            <a:r>
              <a:rPr lang="ko-KR" altLang="en-US" sz="3200" dirty="0"/>
              <a:t> </a:t>
            </a:r>
            <a:endParaRPr lang="en-US" altLang="ko-KR" sz="3200" dirty="0"/>
          </a:p>
          <a:p>
            <a:pPr algn="ctr"/>
            <a:r>
              <a:rPr lang="ko-KR" altLang="en-US" sz="3200" dirty="0" err="1"/>
              <a:t>신버전과</a:t>
            </a:r>
            <a:r>
              <a:rPr lang="ko-KR" altLang="en-US" sz="3200" dirty="0"/>
              <a:t> 충돌해서 나는 문제</a:t>
            </a:r>
            <a:r>
              <a:rPr lang="en-US" altLang="ko-KR" sz="3200" dirty="0"/>
              <a:t>.</a:t>
            </a:r>
          </a:p>
          <a:p>
            <a:pPr algn="ctr"/>
            <a:r>
              <a:rPr lang="en-US" altLang="ko-KR" sz="3200" dirty="0"/>
              <a:t>(win7,win10 </a:t>
            </a:r>
            <a:r>
              <a:rPr lang="ko-KR" altLang="en-US" sz="3200" dirty="0" err="1"/>
              <a:t>확인완료</a:t>
            </a:r>
            <a:r>
              <a:rPr lang="ko-KR" altLang="en-US" sz="3200" dirty="0"/>
              <a:t> </a:t>
            </a:r>
            <a:r>
              <a:rPr lang="en-US" altLang="ko-KR" sz="3200" dirty="0"/>
              <a:t>19.12.18)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191774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/>
              <a:t>프로젝트 설정하기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z="1800" dirty="0" err="1"/>
              <a:t>빈프로젝트</a:t>
            </a:r>
            <a:r>
              <a:rPr lang="ko-KR" altLang="en-US" sz="1800" dirty="0"/>
              <a:t> 생성하기</a:t>
            </a:r>
            <a:endParaRPr lang="en-US" altLang="ko-KR" sz="18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1800" dirty="0"/>
              <a:t>프로젝트 </a:t>
            </a:r>
            <a:r>
              <a:rPr lang="en-US" altLang="ko-KR" sz="1800" dirty="0"/>
              <a:t>&gt; </a:t>
            </a:r>
            <a:r>
              <a:rPr lang="ko-KR" altLang="en-US" sz="1800" dirty="0"/>
              <a:t>속성 </a:t>
            </a:r>
            <a:r>
              <a:rPr lang="en-US" altLang="ko-KR" sz="1800" dirty="0"/>
              <a:t>&gt; </a:t>
            </a:r>
            <a:r>
              <a:rPr lang="ko-KR" altLang="en-US" sz="1800" dirty="0"/>
              <a:t>고급 </a:t>
            </a:r>
            <a:r>
              <a:rPr lang="en-US" altLang="ko-KR" sz="1800" dirty="0"/>
              <a:t>&gt; </a:t>
            </a:r>
            <a:r>
              <a:rPr lang="ko-KR" altLang="en-US" sz="1800" dirty="0" err="1"/>
              <a:t>문자집합</a:t>
            </a:r>
            <a:r>
              <a:rPr lang="en-US" altLang="ko-KR" sz="1800" dirty="0"/>
              <a:t>: </a:t>
            </a:r>
            <a:r>
              <a:rPr lang="ko-KR" altLang="en-US" sz="1800" dirty="0"/>
              <a:t>멀티바이트 문자 집합 사용</a:t>
            </a:r>
            <a:endParaRPr lang="en-US" altLang="ko-KR" sz="18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1800" dirty="0"/>
              <a:t>프로젝트 </a:t>
            </a:r>
            <a:r>
              <a:rPr lang="en-US" altLang="ko-KR" sz="1800" dirty="0"/>
              <a:t>&gt; </a:t>
            </a:r>
            <a:r>
              <a:rPr lang="ko-KR" altLang="en-US" sz="1800" dirty="0"/>
              <a:t>속성 </a:t>
            </a:r>
            <a:r>
              <a:rPr lang="en-US" altLang="ko-KR" sz="1800" dirty="0"/>
              <a:t>&gt; VC++ </a:t>
            </a:r>
            <a:r>
              <a:rPr lang="ko-KR" altLang="en-US" sz="1800" dirty="0"/>
              <a:t>디렉토리설정하기</a:t>
            </a:r>
            <a:r>
              <a:rPr lang="en-US" altLang="ko-KR" sz="1800" dirty="0">
                <a:solidFill>
                  <a:srgbClr val="FF0000"/>
                </a:solidFill>
              </a:rPr>
              <a:t>(</a:t>
            </a:r>
            <a:r>
              <a:rPr lang="ko-KR" altLang="en-US" sz="1800" dirty="0">
                <a:solidFill>
                  <a:srgbClr val="FF0000"/>
                </a:solidFill>
              </a:rPr>
              <a:t>기존에 설정 지우지 말 것</a:t>
            </a:r>
            <a:r>
              <a:rPr lang="en-US" altLang="ko-KR" sz="1800" dirty="0">
                <a:solidFill>
                  <a:srgbClr val="FF0000"/>
                </a:solidFill>
              </a:rPr>
              <a:t>!)</a:t>
            </a:r>
            <a:br>
              <a:rPr lang="en-US" altLang="ko-KR" sz="1800" dirty="0">
                <a:solidFill>
                  <a:srgbClr val="FF0000"/>
                </a:solidFill>
              </a:rPr>
            </a:br>
            <a:r>
              <a:rPr lang="ko-KR" altLang="en-US" sz="1000" b="1" dirty="0"/>
              <a:t>포함디렉토리</a:t>
            </a:r>
            <a:r>
              <a:rPr lang="en-US" altLang="ko-KR" sz="1000" b="1" dirty="0"/>
              <a:t>:</a:t>
            </a:r>
            <a:r>
              <a:rPr lang="en-US" altLang="ko-KR" sz="1000" dirty="0"/>
              <a:t> C:\Program Files (x86)\Microsoft DirectX SDK (June 2010)\Include</a:t>
            </a:r>
            <a:br>
              <a:rPr lang="en-US" altLang="ko-KR" sz="1000" dirty="0"/>
            </a:br>
            <a:r>
              <a:rPr lang="ko-KR" altLang="en-US" sz="1000" b="1" dirty="0"/>
              <a:t>라이브러리디렉토리</a:t>
            </a:r>
            <a:r>
              <a:rPr lang="en-US" altLang="ko-KR" sz="1000" b="1" dirty="0"/>
              <a:t>:</a:t>
            </a:r>
            <a:r>
              <a:rPr lang="en-US" altLang="ko-KR" sz="1000" dirty="0"/>
              <a:t> C:\Program Files (x86)\Microsoft DirectX SDK (June 2010)\Lib\x86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1800" dirty="0"/>
              <a:t>프로젝트 </a:t>
            </a:r>
            <a:r>
              <a:rPr lang="en-US" altLang="ko-KR" sz="1800" dirty="0"/>
              <a:t>&gt; </a:t>
            </a:r>
            <a:r>
              <a:rPr lang="ko-KR" altLang="en-US" sz="1800" dirty="0"/>
              <a:t>속성 </a:t>
            </a:r>
            <a:r>
              <a:rPr lang="en-US" altLang="ko-KR" sz="1800" dirty="0"/>
              <a:t>&gt; </a:t>
            </a:r>
            <a:r>
              <a:rPr lang="ko-KR" altLang="en-US" sz="1800" dirty="0" err="1"/>
              <a:t>링커</a:t>
            </a:r>
            <a:r>
              <a:rPr lang="ko-KR" altLang="en-US" sz="1800" dirty="0"/>
              <a:t> 설정하기</a:t>
            </a:r>
            <a:br>
              <a:rPr lang="en-US" altLang="ko-KR" sz="1800" dirty="0"/>
            </a:br>
            <a:r>
              <a:rPr lang="ko-KR" altLang="en-US" sz="1000" b="1" dirty="0"/>
              <a:t>입력</a:t>
            </a:r>
            <a:r>
              <a:rPr lang="en-US" altLang="ko-KR" sz="1000" b="1" dirty="0"/>
              <a:t>&lt;</a:t>
            </a:r>
            <a:r>
              <a:rPr lang="ko-KR" altLang="en-US" sz="1000" b="1" dirty="0" err="1"/>
              <a:t>추가종속성</a:t>
            </a:r>
            <a:r>
              <a:rPr lang="en-US" altLang="ko-KR" sz="1000" b="1" dirty="0"/>
              <a:t>: </a:t>
            </a:r>
            <a:r>
              <a:rPr lang="en-US" altLang="ko-KR" sz="1000" dirty="0"/>
              <a:t>winmm.lib;d3dx9d.lib;d3d9.lib;</a:t>
            </a:r>
            <a:br>
              <a:rPr lang="en-US" altLang="ko-KR" sz="1000" dirty="0"/>
            </a:br>
            <a:r>
              <a:rPr lang="ko-KR" altLang="en-US" sz="1000" b="1" dirty="0"/>
              <a:t>시스템</a:t>
            </a:r>
            <a:r>
              <a:rPr lang="en-US" altLang="ko-KR" sz="1000" b="1" dirty="0"/>
              <a:t>&lt;</a:t>
            </a:r>
            <a:r>
              <a:rPr lang="ko-KR" altLang="en-US" sz="1000" b="1" dirty="0" err="1"/>
              <a:t>하위시스템</a:t>
            </a:r>
            <a:r>
              <a:rPr lang="en-US" altLang="ko-KR" sz="1000" b="1" dirty="0"/>
              <a:t>: </a:t>
            </a:r>
            <a:r>
              <a:rPr lang="ko-KR" altLang="en-US" sz="1000" dirty="0"/>
              <a:t>창</a:t>
            </a:r>
            <a:r>
              <a:rPr lang="en-US" altLang="ko-KR" sz="1000" dirty="0"/>
              <a:t>(./</a:t>
            </a:r>
            <a:r>
              <a:rPr lang="en-US" altLang="ko-KR" sz="1000" dirty="0" err="1"/>
              <a:t>SuBSYSTEM:WINDOWS</a:t>
            </a:r>
            <a:r>
              <a:rPr lang="en-US" altLang="ko-KR" sz="1000" dirty="0"/>
              <a:t>) 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183673" y="3291830"/>
            <a:ext cx="4330824" cy="2895218"/>
            <a:chOff x="631093" y="3363838"/>
            <a:chExt cx="5495206" cy="367362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1093" y="3363838"/>
              <a:ext cx="5495206" cy="3673624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3001382" y="4303266"/>
              <a:ext cx="2466936" cy="14069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001382" y="4072789"/>
              <a:ext cx="2426112" cy="1199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4572000" y="3291830"/>
            <a:ext cx="4398978" cy="2940780"/>
            <a:chOff x="4543659" y="3516735"/>
            <a:chExt cx="4398978" cy="2940780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3659" y="3516735"/>
              <a:ext cx="4398978" cy="2940780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6228184" y="4177477"/>
              <a:ext cx="504056" cy="33848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756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70299"/>
            <a:ext cx="3528392" cy="190035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 err="1"/>
              <a:t>예제사용법</a:t>
            </a:r>
            <a:r>
              <a:rPr lang="ko-KR" altLang="en-US" dirty="0"/>
              <a:t> </a:t>
            </a:r>
            <a:r>
              <a:rPr lang="en-US" altLang="ko-KR" sz="1800" dirty="0"/>
              <a:t>#</a:t>
            </a:r>
            <a:r>
              <a:rPr lang="ko-KR" altLang="en-US" sz="1800" dirty="0" err="1"/>
              <a:t>샘플링크</a:t>
            </a:r>
            <a:endParaRPr lang="ko-KR" altLang="en-US" sz="18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963588"/>
            <a:ext cx="3528392" cy="183523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763688" y="3820838"/>
            <a:ext cx="1368152" cy="69512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위쪽 화살표 7"/>
          <p:cNvSpPr/>
          <p:nvPr/>
        </p:nvSpPr>
        <p:spPr>
          <a:xfrm>
            <a:off x="2418893" y="2033038"/>
            <a:ext cx="504056" cy="1906864"/>
          </a:xfrm>
          <a:prstGeom prst="up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복사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19672" y="1856843"/>
            <a:ext cx="1368152" cy="35486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656" y="970298"/>
            <a:ext cx="4585527" cy="3257635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4427984" y="2311083"/>
            <a:ext cx="1368152" cy="288032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13"/>
          <p:cNvSpPr/>
          <p:nvPr/>
        </p:nvSpPr>
        <p:spPr>
          <a:xfrm>
            <a:off x="3111403" y="2033038"/>
            <a:ext cx="1152128" cy="459413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드레그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198656" y="4045989"/>
            <a:ext cx="48449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/>
              <a:t>예제</a:t>
            </a:r>
            <a:r>
              <a:rPr lang="en-US" altLang="ko-KR" sz="1400" dirty="0"/>
              <a:t>(D3D9)</a:t>
            </a:r>
            <a:r>
              <a:rPr lang="ko-KR" altLang="en-US" sz="1400" dirty="0"/>
              <a:t>폴더에서 압축파일이나 코드를 받는다</a:t>
            </a:r>
            <a:r>
              <a:rPr lang="en-US" altLang="ko-KR" sz="1400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/>
              <a:t>압축파일 안에 파일들을 </a:t>
            </a:r>
            <a:r>
              <a:rPr lang="ko-KR" altLang="en-US" sz="1400" dirty="0">
                <a:solidFill>
                  <a:srgbClr val="FF0000"/>
                </a:solidFill>
              </a:rPr>
              <a:t>프로젝트 경로에 복사</a:t>
            </a:r>
            <a:r>
              <a:rPr lang="ko-KR" altLang="en-US" sz="1400" dirty="0"/>
              <a:t>한다</a:t>
            </a:r>
            <a:r>
              <a:rPr lang="en-US" altLang="ko-KR" sz="1400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/>
              <a:t>프로젝트 경로에 파일들을 솔루션탐색기에 추가한다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3E07145-3E58-4D0A-9164-D83BF3B081AD}"/>
              </a:ext>
            </a:extLst>
          </p:cNvPr>
          <p:cNvGrpSpPr/>
          <p:nvPr/>
        </p:nvGrpSpPr>
        <p:grpSpPr>
          <a:xfrm>
            <a:off x="4699269" y="473535"/>
            <a:ext cx="412791" cy="390674"/>
            <a:chOff x="6685716" y="3420533"/>
            <a:chExt cx="1674253" cy="1584549"/>
          </a:xfrm>
        </p:grpSpPr>
        <p:sp>
          <p:nvSpPr>
            <p:cNvPr id="16" name="아래쪽 화살표 10">
              <a:hlinkClick r:id="rId5"/>
              <a:extLst>
                <a:ext uri="{FF2B5EF4-FFF2-40B4-BE49-F238E27FC236}">
                  <a16:creationId xmlns:a16="http://schemas.microsoft.com/office/drawing/2014/main" id="{B6288E5D-D21F-4E13-A4FC-083FC3EC7413}"/>
                </a:ext>
              </a:extLst>
            </p:cNvPr>
            <p:cNvSpPr/>
            <p:nvPr/>
          </p:nvSpPr>
          <p:spPr>
            <a:xfrm>
              <a:off x="6685716" y="3420533"/>
              <a:ext cx="1674253" cy="1185988"/>
            </a:xfrm>
            <a:prstGeom prst="downArrow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3F8ACC6-50C8-40EC-BC34-B0359E50B5DF}"/>
                </a:ext>
              </a:extLst>
            </p:cNvPr>
            <p:cNvSpPr/>
            <p:nvPr/>
          </p:nvSpPr>
          <p:spPr>
            <a:xfrm>
              <a:off x="6801344" y="4747305"/>
              <a:ext cx="1558625" cy="25777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726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/>
              <a:t>기초지식</a:t>
            </a:r>
          </a:p>
        </p:txBody>
      </p:sp>
      <p:grpSp>
        <p:nvGrpSpPr>
          <p:cNvPr id="45" name="그룹 44"/>
          <p:cNvGrpSpPr/>
          <p:nvPr/>
        </p:nvGrpSpPr>
        <p:grpSpPr>
          <a:xfrm>
            <a:off x="384278" y="1361715"/>
            <a:ext cx="2184147" cy="1651698"/>
            <a:chOff x="585672" y="1563638"/>
            <a:chExt cx="1732547" cy="2279829"/>
          </a:xfrm>
        </p:grpSpPr>
        <p:grpSp>
          <p:nvGrpSpPr>
            <p:cNvPr id="4" name="그룹 3"/>
            <p:cNvGrpSpPr/>
            <p:nvPr/>
          </p:nvGrpSpPr>
          <p:grpSpPr>
            <a:xfrm>
              <a:off x="683568" y="1563638"/>
              <a:ext cx="1382298" cy="1837995"/>
              <a:chOff x="1748590" y="2261062"/>
              <a:chExt cx="1219199" cy="1621128"/>
            </a:xfrm>
          </p:grpSpPr>
          <p:cxnSp>
            <p:nvCxnSpPr>
              <p:cNvPr id="5" name="직선 화살표 연결선 4"/>
              <p:cNvCxnSpPr/>
              <p:nvPr/>
            </p:nvCxnSpPr>
            <p:spPr>
              <a:xfrm flipV="1">
                <a:off x="1748590" y="2261062"/>
                <a:ext cx="0" cy="1621128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직선 화살표 연결선 5"/>
              <p:cNvCxnSpPr/>
              <p:nvPr/>
            </p:nvCxnSpPr>
            <p:spPr>
              <a:xfrm>
                <a:off x="1748590" y="3882190"/>
                <a:ext cx="121919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" name="직선 화살표 연결선 6"/>
              <p:cNvCxnSpPr/>
              <p:nvPr/>
            </p:nvCxnSpPr>
            <p:spPr>
              <a:xfrm flipV="1">
                <a:off x="1748590" y="3120543"/>
                <a:ext cx="782221" cy="7616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/>
            <p:cNvSpPr txBox="1"/>
            <p:nvPr/>
          </p:nvSpPr>
          <p:spPr>
            <a:xfrm>
              <a:off x="585672" y="3503610"/>
              <a:ext cx="1732547" cy="339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#</a:t>
              </a:r>
              <a:r>
                <a:rPr lang="ko-KR" altLang="en-US" sz="1000" b="1" dirty="0"/>
                <a:t>왼손 </a:t>
              </a:r>
              <a:r>
                <a:rPr lang="ko-KR" altLang="en-US" sz="1000" b="1" dirty="0" err="1"/>
                <a:t>좌표계</a:t>
              </a:r>
              <a:r>
                <a:rPr lang="en-US" altLang="ko-KR" sz="1000" b="1" dirty="0"/>
                <a:t>: Direct3D</a:t>
              </a:r>
              <a:r>
                <a:rPr lang="ko-KR" altLang="en-US" sz="1000" b="1" dirty="0"/>
                <a:t>의 </a:t>
              </a:r>
              <a:r>
                <a:rPr lang="ko-KR" altLang="en-US" sz="1000" b="1" dirty="0" err="1"/>
                <a:t>좌표계</a:t>
              </a:r>
              <a:endParaRPr lang="ko-KR" altLang="en-US" sz="1000" b="1" dirty="0"/>
            </a:p>
          </p:txBody>
        </p:sp>
      </p:grp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925805"/>
              </p:ext>
            </p:extLst>
          </p:nvPr>
        </p:nvGraphicFramePr>
        <p:xfrm>
          <a:off x="607115" y="3209863"/>
          <a:ext cx="1448037" cy="1504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9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1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/>
                        <a:t>0</a:t>
                      </a:r>
                      <a:endParaRPr lang="ko-KR" altLang="en-US" sz="1500" dirty="0"/>
                    </a:p>
                  </a:txBody>
                  <a:tcPr marL="137908" marR="137908" marT="68954" marB="689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3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1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3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/>
                        <a:t>0</a:t>
                      </a:r>
                      <a:endParaRPr lang="ko-KR" altLang="en-US" sz="1500" dirty="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1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/>
                        <a:t>0</a:t>
                      </a:r>
                      <a:endParaRPr lang="ko-KR" altLang="en-US" sz="1500" dirty="0"/>
                    </a:p>
                  </a:txBody>
                  <a:tcPr marL="137908" marR="137908" marT="68954" marB="689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9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</a:t>
                      </a:r>
                      <a:endParaRPr lang="ko-KR" altLang="en-US" sz="1500"/>
                    </a:p>
                  </a:txBody>
                  <a:tcPr marL="137908" marR="137908" marT="68954" marB="6895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L="137908" marR="137908" marT="68954" marB="689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9" name="그룹 48"/>
          <p:cNvGrpSpPr/>
          <p:nvPr/>
        </p:nvGrpSpPr>
        <p:grpSpPr>
          <a:xfrm>
            <a:off x="2413132" y="3845342"/>
            <a:ext cx="2374892" cy="1098426"/>
            <a:chOff x="4019562" y="1381222"/>
            <a:chExt cx="3456692" cy="1598777"/>
          </a:xfrm>
        </p:grpSpPr>
        <p:grpSp>
          <p:nvGrpSpPr>
            <p:cNvPr id="9" name="그룹 8"/>
            <p:cNvGrpSpPr/>
            <p:nvPr/>
          </p:nvGrpSpPr>
          <p:grpSpPr>
            <a:xfrm>
              <a:off x="4088569" y="1381222"/>
              <a:ext cx="3283987" cy="1247263"/>
              <a:chOff x="5304843" y="2855808"/>
              <a:chExt cx="3283987" cy="1247263"/>
            </a:xfrm>
          </p:grpSpPr>
          <p:sp>
            <p:nvSpPr>
              <p:cNvPr id="10" name="타원 9"/>
              <p:cNvSpPr/>
              <p:nvPr/>
            </p:nvSpPr>
            <p:spPr>
              <a:xfrm>
                <a:off x="5304843" y="3114579"/>
                <a:ext cx="887325" cy="887325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타원 10"/>
              <p:cNvSpPr/>
              <p:nvPr/>
            </p:nvSpPr>
            <p:spPr>
              <a:xfrm>
                <a:off x="5670882" y="3480618"/>
                <a:ext cx="155246" cy="1552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658939" y="3511266"/>
                <a:ext cx="1410961" cy="313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/>
                  <a:t>p1(x, y, z)</a:t>
                </a:r>
                <a:endParaRPr lang="ko-KR" altLang="en-US" sz="800" dirty="0"/>
              </a:p>
            </p:txBody>
          </p:sp>
          <p:sp>
            <p:nvSpPr>
              <p:cNvPr id="13" name="타원 12"/>
              <p:cNvSpPr/>
              <p:nvPr/>
            </p:nvSpPr>
            <p:spPr>
              <a:xfrm>
                <a:off x="7131657" y="2855808"/>
                <a:ext cx="1247263" cy="124726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" name="타원 13"/>
              <p:cNvSpPr/>
              <p:nvPr/>
            </p:nvSpPr>
            <p:spPr>
              <a:xfrm>
                <a:off x="7677663" y="3401823"/>
                <a:ext cx="155246" cy="1552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689602" y="3409594"/>
                <a:ext cx="899228" cy="313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/>
                  <a:t>p2(x, y, z)</a:t>
                </a:r>
                <a:endParaRPr lang="ko-KR" altLang="en-US" sz="800" dirty="0"/>
              </a:p>
            </p:txBody>
          </p:sp>
          <p:cxnSp>
            <p:nvCxnSpPr>
              <p:cNvPr id="16" name="직선 화살표 연결선 15"/>
              <p:cNvCxnSpPr/>
              <p:nvPr/>
            </p:nvCxnSpPr>
            <p:spPr>
              <a:xfrm flipV="1">
                <a:off x="5773563" y="3457760"/>
                <a:ext cx="2018006" cy="90217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 rot="21435724">
                <a:off x="6807221" y="3168550"/>
                <a:ext cx="708973" cy="313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b="1" dirty="0">
                    <a:solidFill>
                      <a:srgbClr val="FF0000"/>
                    </a:solidFill>
                  </a:rPr>
                  <a:t>거리</a:t>
                </a:r>
              </a:p>
            </p:txBody>
          </p:sp>
          <p:cxnSp>
            <p:nvCxnSpPr>
              <p:cNvPr id="18" name="직선 화살표 연결선 17"/>
              <p:cNvCxnSpPr/>
              <p:nvPr/>
            </p:nvCxnSpPr>
            <p:spPr>
              <a:xfrm flipV="1">
                <a:off x="5766416" y="3511266"/>
                <a:ext cx="867605" cy="46977"/>
              </a:xfrm>
              <a:prstGeom prst="straightConnector1">
                <a:avLst/>
              </a:prstGeom>
              <a:ln w="25400">
                <a:solidFill>
                  <a:schemeClr val="accent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 rot="21194301">
                <a:off x="5771497" y="3263141"/>
                <a:ext cx="690971" cy="313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b="1" dirty="0">
                    <a:solidFill>
                      <a:schemeClr val="accent1">
                        <a:lumMod val="75000"/>
                      </a:schemeClr>
                    </a:solidFill>
                  </a:rPr>
                  <a:t>방향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5802073" y="3787866"/>
                <a:ext cx="998062" cy="313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/>
                  <a:t>위치</a:t>
                </a:r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4019562" y="2621620"/>
              <a:ext cx="3456692" cy="358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#</a:t>
              </a:r>
              <a:r>
                <a:rPr lang="ko-KR" altLang="en-US" sz="1000" b="1" dirty="0"/>
                <a:t>벡터</a:t>
              </a:r>
              <a:r>
                <a:rPr lang="en-US" altLang="ko-KR" sz="1000" b="1" dirty="0"/>
                <a:t>: </a:t>
              </a:r>
              <a:r>
                <a:rPr lang="ko-KR" altLang="en-US" sz="1000" b="1" dirty="0"/>
                <a:t>점의 위치나 방향을 나타냄</a:t>
              </a: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395404" y="3134913"/>
            <a:ext cx="1902135" cy="1814745"/>
            <a:chOff x="2879650" y="2870624"/>
            <a:chExt cx="1902135" cy="1814745"/>
          </a:xfrm>
        </p:grpSpPr>
        <p:sp>
          <p:nvSpPr>
            <p:cNvPr id="22" name="양쪽 대괄호 21"/>
            <p:cNvSpPr/>
            <p:nvPr/>
          </p:nvSpPr>
          <p:spPr>
            <a:xfrm>
              <a:off x="2975854" y="3163751"/>
              <a:ext cx="1636343" cy="1200146"/>
            </a:xfrm>
            <a:prstGeom prst="bracketPair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179567" y="4121407"/>
              <a:ext cx="1312829" cy="274778"/>
            </a:xfrm>
            <a:prstGeom prst="rect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FF0000"/>
                  </a:solidFill>
                </a:rPr>
                <a:t>이동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3242018" y="3100037"/>
              <a:ext cx="867949" cy="972037"/>
            </a:xfrm>
            <a:prstGeom prst="rect">
              <a:avLst/>
            </a:prstGeom>
            <a:ln w="25400">
              <a:solidFill>
                <a:srgbClr val="FFC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FFC000"/>
                  </a:solidFill>
                </a:rPr>
                <a:t>회전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 rot="2700000">
              <a:off x="2955766" y="3619584"/>
              <a:ext cx="1772698" cy="274777"/>
            </a:xfrm>
            <a:prstGeom prst="rect">
              <a:avLst/>
            </a:prstGeom>
            <a:ln w="254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92D050"/>
                  </a:solidFill>
                </a:rPr>
                <a:t>크기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879650" y="4439148"/>
              <a:ext cx="1902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#</a:t>
              </a:r>
              <a:r>
                <a:rPr lang="ko-KR" altLang="en-US" sz="1000" b="1" dirty="0"/>
                <a:t>행렬</a:t>
              </a:r>
              <a:r>
                <a:rPr lang="en-US" altLang="ko-KR" sz="1000" b="1" dirty="0"/>
                <a:t>: </a:t>
              </a:r>
              <a:r>
                <a:rPr lang="ko-KR" altLang="en-US" sz="1000" b="1" dirty="0" err="1"/>
                <a:t>버텍스의</a:t>
              </a:r>
              <a:r>
                <a:rPr lang="ko-KR" altLang="en-US" sz="1000" b="1" dirty="0"/>
                <a:t> 변형을 계산</a:t>
              </a: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4879982" y="3485785"/>
            <a:ext cx="2152072" cy="1522649"/>
            <a:chOff x="5200315" y="2955555"/>
            <a:chExt cx="2432465" cy="1721035"/>
          </a:xfrm>
        </p:grpSpPr>
        <p:grpSp>
          <p:nvGrpSpPr>
            <p:cNvPr id="26" name="그룹 25"/>
            <p:cNvGrpSpPr/>
            <p:nvPr/>
          </p:nvGrpSpPr>
          <p:grpSpPr>
            <a:xfrm>
              <a:off x="5254802" y="2955555"/>
              <a:ext cx="2377978" cy="1344388"/>
              <a:chOff x="8897201" y="2408258"/>
              <a:chExt cx="2801389" cy="1583763"/>
            </a:xfrm>
          </p:grpSpPr>
          <p:grpSp>
            <p:nvGrpSpPr>
              <p:cNvPr id="27" name="그룹 26"/>
              <p:cNvGrpSpPr/>
              <p:nvPr/>
            </p:nvGrpSpPr>
            <p:grpSpPr>
              <a:xfrm>
                <a:off x="8897201" y="2408258"/>
                <a:ext cx="2801389" cy="1583763"/>
                <a:chOff x="3883624" y="3841203"/>
                <a:chExt cx="2801389" cy="1583763"/>
              </a:xfrm>
            </p:grpSpPr>
            <p:grpSp>
              <p:nvGrpSpPr>
                <p:cNvPr id="29" name="그룹 28"/>
                <p:cNvGrpSpPr/>
                <p:nvPr/>
              </p:nvGrpSpPr>
              <p:grpSpPr>
                <a:xfrm>
                  <a:off x="4412309" y="3841203"/>
                  <a:ext cx="1693304" cy="1191504"/>
                  <a:chOff x="4768177" y="4492841"/>
                  <a:chExt cx="1693304" cy="1191504"/>
                </a:xfrm>
              </p:grpSpPr>
              <p:sp>
                <p:nvSpPr>
                  <p:cNvPr id="35" name="평행 사변형 34"/>
                  <p:cNvSpPr/>
                  <p:nvPr/>
                </p:nvSpPr>
                <p:spPr>
                  <a:xfrm>
                    <a:off x="4768177" y="5135581"/>
                    <a:ext cx="1693304" cy="548764"/>
                  </a:xfrm>
                  <a:prstGeom prst="parallelogram">
                    <a:avLst>
                      <a:gd name="adj" fmla="val 95471"/>
                    </a:avLst>
                  </a:prstGeom>
                  <a:solidFill>
                    <a:schemeClr val="accent1"/>
                  </a:solidFill>
                  <a:ln w="25400">
                    <a:noFill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36" name="직선 연결선 35"/>
                  <p:cNvCxnSpPr/>
                  <p:nvPr/>
                </p:nvCxnSpPr>
                <p:spPr>
                  <a:xfrm>
                    <a:off x="5614829" y="5289777"/>
                    <a:ext cx="119221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직선 연결선 36"/>
                  <p:cNvCxnSpPr/>
                  <p:nvPr/>
                </p:nvCxnSpPr>
                <p:spPr>
                  <a:xfrm>
                    <a:off x="5724524" y="5289777"/>
                    <a:ext cx="0" cy="12018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직선 화살표 연결선 37"/>
                  <p:cNvCxnSpPr/>
                  <p:nvPr/>
                </p:nvCxnSpPr>
                <p:spPr>
                  <a:xfrm flipV="1">
                    <a:off x="5614829" y="4492841"/>
                    <a:ext cx="0" cy="917122"/>
                  </a:xfrm>
                  <a:prstGeom prst="straightConnector1">
                    <a:avLst/>
                  </a:prstGeom>
                  <a:ln w="25400">
                    <a:solidFill>
                      <a:srgbClr val="FF000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" name="TextBox 29"/>
                <p:cNvSpPr txBox="1"/>
                <p:nvPr/>
              </p:nvSpPr>
              <p:spPr>
                <a:xfrm>
                  <a:off x="5202188" y="3910149"/>
                  <a:ext cx="1316569" cy="327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000" dirty="0"/>
                    <a:t>평면 방향</a:t>
                  </a:r>
                </a:p>
              </p:txBody>
            </p:sp>
            <p:cxnSp>
              <p:nvCxnSpPr>
                <p:cNvPr id="31" name="직선 화살표 연결선 30"/>
                <p:cNvCxnSpPr/>
                <p:nvPr/>
              </p:nvCxnSpPr>
              <p:spPr>
                <a:xfrm>
                  <a:off x="4412309" y="4483943"/>
                  <a:ext cx="2272704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직선 화살표 연결선 31"/>
                <p:cNvCxnSpPr/>
                <p:nvPr/>
              </p:nvCxnSpPr>
              <p:spPr>
                <a:xfrm>
                  <a:off x="3883624" y="5032707"/>
                  <a:ext cx="2221989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화살표 연결선 32"/>
                <p:cNvCxnSpPr/>
                <p:nvPr/>
              </p:nvCxnSpPr>
              <p:spPr>
                <a:xfrm flipV="1">
                  <a:off x="4058191" y="4202995"/>
                  <a:ext cx="1143996" cy="1221971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화살표 연결선 33"/>
                <p:cNvCxnSpPr/>
                <p:nvPr/>
              </p:nvCxnSpPr>
              <p:spPr>
                <a:xfrm flipV="1">
                  <a:off x="5225133" y="4199468"/>
                  <a:ext cx="1143996" cy="1221971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TextBox 27"/>
              <p:cNvSpPr txBox="1"/>
              <p:nvPr/>
            </p:nvSpPr>
            <p:spPr>
              <a:xfrm>
                <a:off x="9373515" y="3570380"/>
                <a:ext cx="1138844" cy="286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무한한 평면</a:t>
                </a:r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>
              <a:off x="5200315" y="4398289"/>
              <a:ext cx="2337758" cy="278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#</a:t>
              </a:r>
              <a:r>
                <a:rPr lang="ko-KR" altLang="en-US" sz="1000" b="1" dirty="0"/>
                <a:t>평면</a:t>
              </a:r>
              <a:r>
                <a:rPr lang="en-US" altLang="ko-KR" sz="1000" b="1" dirty="0"/>
                <a:t>: </a:t>
              </a:r>
              <a:r>
                <a:rPr lang="ko-KR" altLang="en-US" sz="1000" b="1" dirty="0"/>
                <a:t>수학에서 정의되는 평면</a:t>
              </a: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7179471" y="4048698"/>
            <a:ext cx="1532834" cy="965871"/>
            <a:chOff x="7309015" y="3890888"/>
            <a:chExt cx="1532834" cy="965871"/>
          </a:xfrm>
        </p:grpSpPr>
        <p:grpSp>
          <p:nvGrpSpPr>
            <p:cNvPr id="39" name="그룹 38"/>
            <p:cNvGrpSpPr/>
            <p:nvPr/>
          </p:nvGrpSpPr>
          <p:grpSpPr>
            <a:xfrm>
              <a:off x="7384422" y="3890888"/>
              <a:ext cx="1349490" cy="577236"/>
              <a:chOff x="4886572" y="5749196"/>
              <a:chExt cx="1349490" cy="577236"/>
            </a:xfrm>
          </p:grpSpPr>
          <p:sp>
            <p:nvSpPr>
              <p:cNvPr id="40" name="타원 39"/>
              <p:cNvSpPr/>
              <p:nvPr/>
            </p:nvSpPr>
            <p:spPr>
              <a:xfrm>
                <a:off x="5373129" y="6030234"/>
                <a:ext cx="155246" cy="1552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886572" y="6110988"/>
                <a:ext cx="81543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 err="1"/>
                  <a:t>시작위치</a:t>
                </a:r>
                <a:endParaRPr lang="ko-KR" altLang="en-US" sz="800" dirty="0"/>
              </a:p>
            </p:txBody>
          </p:sp>
          <p:cxnSp>
            <p:nvCxnSpPr>
              <p:cNvPr id="42" name="직선 화살표 연결선 41"/>
              <p:cNvCxnSpPr/>
              <p:nvPr/>
            </p:nvCxnSpPr>
            <p:spPr>
              <a:xfrm flipV="1">
                <a:off x="5450753" y="5902289"/>
                <a:ext cx="684981" cy="213188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 rot="20700000">
                <a:off x="5428047" y="5749196"/>
                <a:ext cx="80801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solidFill>
                      <a:srgbClr val="FF0000"/>
                    </a:solidFill>
                  </a:rPr>
                  <a:t>방향</a:t>
                </a:r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7309015" y="4610538"/>
              <a:ext cx="153283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#</a:t>
              </a:r>
              <a:r>
                <a:rPr lang="ko-KR" altLang="en-US" sz="1000" b="1" dirty="0"/>
                <a:t>광선</a:t>
              </a:r>
              <a:r>
                <a:rPr lang="en-US" altLang="ko-KR" sz="1000" b="1" dirty="0"/>
                <a:t>: </a:t>
              </a:r>
              <a:r>
                <a:rPr lang="ko-KR" altLang="en-US" sz="1000" b="1" dirty="0"/>
                <a:t>방향과 위치</a:t>
              </a: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2700216" y="1449314"/>
            <a:ext cx="944244" cy="924257"/>
            <a:chOff x="2043404" y="4543865"/>
            <a:chExt cx="1315616" cy="1287768"/>
          </a:xfrm>
        </p:grpSpPr>
        <p:grpSp>
          <p:nvGrpSpPr>
            <p:cNvPr id="57" name="그룹 56"/>
            <p:cNvGrpSpPr/>
            <p:nvPr/>
          </p:nvGrpSpPr>
          <p:grpSpPr>
            <a:xfrm>
              <a:off x="2242293" y="4954484"/>
              <a:ext cx="609930" cy="589383"/>
              <a:chOff x="5760874" y="4990323"/>
              <a:chExt cx="946279" cy="914401"/>
            </a:xfrm>
          </p:grpSpPr>
          <p:sp>
            <p:nvSpPr>
              <p:cNvPr id="63" name="자유형 62"/>
              <p:cNvSpPr/>
              <p:nvPr/>
            </p:nvSpPr>
            <p:spPr>
              <a:xfrm rot="10800000" flipV="1">
                <a:off x="5770984" y="4990323"/>
                <a:ext cx="914400" cy="264367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자유형 63"/>
              <p:cNvSpPr/>
              <p:nvPr/>
            </p:nvSpPr>
            <p:spPr>
              <a:xfrm rot="5400000">
                <a:off x="6105329" y="5302899"/>
                <a:ext cx="914400" cy="289249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/>
              <p:cNvSpPr/>
              <p:nvPr/>
            </p:nvSpPr>
            <p:spPr>
              <a:xfrm>
                <a:off x="5760874" y="5274909"/>
                <a:ext cx="650033" cy="62501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8" name="그룹 57"/>
            <p:cNvGrpSpPr/>
            <p:nvPr/>
          </p:nvGrpSpPr>
          <p:grpSpPr>
            <a:xfrm>
              <a:off x="2043404" y="4543865"/>
              <a:ext cx="1315616" cy="1287768"/>
              <a:chOff x="2043404" y="4543865"/>
              <a:chExt cx="1315616" cy="1287768"/>
            </a:xfrm>
          </p:grpSpPr>
          <p:cxnSp>
            <p:nvCxnSpPr>
              <p:cNvPr id="59" name="직선 화살표 연결선 58"/>
              <p:cNvCxnSpPr/>
              <p:nvPr/>
            </p:nvCxnSpPr>
            <p:spPr>
              <a:xfrm flipH="1">
                <a:off x="2043404" y="5327780"/>
                <a:ext cx="503853" cy="5038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그룹 59"/>
              <p:cNvGrpSpPr/>
              <p:nvPr/>
            </p:nvGrpSpPr>
            <p:grpSpPr>
              <a:xfrm>
                <a:off x="2547257" y="4543865"/>
                <a:ext cx="811763" cy="783915"/>
                <a:chOff x="2547257" y="4543865"/>
                <a:chExt cx="811763" cy="783915"/>
              </a:xfrm>
            </p:grpSpPr>
            <p:cxnSp>
              <p:nvCxnSpPr>
                <p:cNvPr id="61" name="직선 화살표 연결선 60"/>
                <p:cNvCxnSpPr/>
                <p:nvPr/>
              </p:nvCxnSpPr>
              <p:spPr>
                <a:xfrm flipV="1">
                  <a:off x="2547257" y="4543865"/>
                  <a:ext cx="0" cy="78391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화살표 연결선 61"/>
                <p:cNvCxnSpPr/>
                <p:nvPr/>
              </p:nvCxnSpPr>
              <p:spPr>
                <a:xfrm>
                  <a:off x="2547257" y="5327780"/>
                  <a:ext cx="81176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6" name="그룹 65"/>
          <p:cNvGrpSpPr/>
          <p:nvPr/>
        </p:nvGrpSpPr>
        <p:grpSpPr>
          <a:xfrm>
            <a:off x="3900612" y="1435191"/>
            <a:ext cx="944244" cy="924257"/>
            <a:chOff x="3715917" y="4524188"/>
            <a:chExt cx="1315616" cy="1287768"/>
          </a:xfrm>
        </p:grpSpPr>
        <p:sp>
          <p:nvSpPr>
            <p:cNvPr id="67" name="타원 66"/>
            <p:cNvSpPr/>
            <p:nvPr/>
          </p:nvSpPr>
          <p:spPr>
            <a:xfrm>
              <a:off x="3938932" y="4979096"/>
              <a:ext cx="561674" cy="56167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8" name="그룹 67"/>
            <p:cNvGrpSpPr/>
            <p:nvPr/>
          </p:nvGrpSpPr>
          <p:grpSpPr>
            <a:xfrm>
              <a:off x="3715917" y="4524188"/>
              <a:ext cx="1315616" cy="1287768"/>
              <a:chOff x="3715917" y="4524188"/>
              <a:chExt cx="1315616" cy="1287768"/>
            </a:xfrm>
          </p:grpSpPr>
          <p:cxnSp>
            <p:nvCxnSpPr>
              <p:cNvPr id="69" name="직선 화살표 연결선 68"/>
              <p:cNvCxnSpPr/>
              <p:nvPr/>
            </p:nvCxnSpPr>
            <p:spPr>
              <a:xfrm flipV="1">
                <a:off x="4219770" y="4524188"/>
                <a:ext cx="0" cy="7839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화살표 연결선 69"/>
              <p:cNvCxnSpPr/>
              <p:nvPr/>
            </p:nvCxnSpPr>
            <p:spPr>
              <a:xfrm flipH="1">
                <a:off x="3715917" y="5308103"/>
                <a:ext cx="503853" cy="5038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화살표 연결선 70"/>
              <p:cNvCxnSpPr/>
              <p:nvPr/>
            </p:nvCxnSpPr>
            <p:spPr>
              <a:xfrm>
                <a:off x="4219770" y="5308103"/>
                <a:ext cx="81176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2" name="그룹 71"/>
          <p:cNvGrpSpPr/>
          <p:nvPr/>
        </p:nvGrpSpPr>
        <p:grpSpPr>
          <a:xfrm>
            <a:off x="3009218" y="1308349"/>
            <a:ext cx="1454581" cy="1423791"/>
            <a:chOff x="3715917" y="4524188"/>
            <a:chExt cx="1315616" cy="1287768"/>
          </a:xfrm>
        </p:grpSpPr>
        <p:cxnSp>
          <p:nvCxnSpPr>
            <p:cNvPr id="73" name="직선 화살표 연결선 72"/>
            <p:cNvCxnSpPr/>
            <p:nvPr/>
          </p:nvCxnSpPr>
          <p:spPr>
            <a:xfrm flipV="1">
              <a:off x="4219770" y="4524188"/>
              <a:ext cx="0" cy="783915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/>
            <p:cNvCxnSpPr/>
            <p:nvPr/>
          </p:nvCxnSpPr>
          <p:spPr>
            <a:xfrm flipH="1">
              <a:off x="3715917" y="5308103"/>
              <a:ext cx="503853" cy="50385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/>
            <p:cNvCxnSpPr/>
            <p:nvPr/>
          </p:nvCxnSpPr>
          <p:spPr>
            <a:xfrm>
              <a:off x="4219770" y="5308103"/>
              <a:ext cx="811763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그룹 75"/>
          <p:cNvGrpSpPr/>
          <p:nvPr/>
        </p:nvGrpSpPr>
        <p:grpSpPr>
          <a:xfrm>
            <a:off x="2633037" y="1215030"/>
            <a:ext cx="1957345" cy="1699478"/>
            <a:chOff x="1949804" y="4217437"/>
            <a:chExt cx="2727170" cy="2367885"/>
          </a:xfrm>
        </p:grpSpPr>
        <p:grpSp>
          <p:nvGrpSpPr>
            <p:cNvPr id="77" name="그룹 76"/>
            <p:cNvGrpSpPr/>
            <p:nvPr/>
          </p:nvGrpSpPr>
          <p:grpSpPr>
            <a:xfrm rot="2700000">
              <a:off x="4057072" y="5965421"/>
              <a:ext cx="811763" cy="428040"/>
              <a:chOff x="6399392" y="4971117"/>
              <a:chExt cx="811763" cy="428040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587413" y="497436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" name="이등변 삼각형 80"/>
              <p:cNvSpPr/>
              <p:nvPr/>
            </p:nvSpPr>
            <p:spPr>
              <a:xfrm rot="5400000">
                <a:off x="6359879" y="501063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78" name="직선 화살표 연결선 77"/>
            <p:cNvCxnSpPr>
              <a:stCxn id="81" idx="2"/>
            </p:cNvCxnSpPr>
            <p:nvPr/>
          </p:nvCxnSpPr>
          <p:spPr>
            <a:xfrm flipH="1" flipV="1">
              <a:off x="3967843" y="4217437"/>
              <a:ext cx="359444" cy="15236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/>
            <p:cNvCxnSpPr>
              <a:stCxn id="81" idx="4"/>
            </p:cNvCxnSpPr>
            <p:nvPr/>
          </p:nvCxnSpPr>
          <p:spPr>
            <a:xfrm flipH="1" flipV="1">
              <a:off x="1949804" y="5538747"/>
              <a:ext cx="2080010" cy="4998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자유형 81"/>
          <p:cNvSpPr/>
          <p:nvPr/>
        </p:nvSpPr>
        <p:spPr>
          <a:xfrm>
            <a:off x="2633248" y="1235121"/>
            <a:ext cx="1706157" cy="1286978"/>
          </a:xfrm>
          <a:custGeom>
            <a:avLst/>
            <a:gdLst>
              <a:gd name="connsiteX0" fmla="*/ 2034073 w 2388637"/>
              <a:gd name="connsiteY0" fmla="*/ 0 h 1791477"/>
              <a:gd name="connsiteX1" fmla="*/ 0 w 2388637"/>
              <a:gd name="connsiteY1" fmla="*/ 1306285 h 1791477"/>
              <a:gd name="connsiteX2" fmla="*/ 2052735 w 2388637"/>
              <a:gd name="connsiteY2" fmla="*/ 1791477 h 1791477"/>
              <a:gd name="connsiteX3" fmla="*/ 2388637 w 2388637"/>
              <a:gd name="connsiteY3" fmla="*/ 1483567 h 1791477"/>
              <a:gd name="connsiteX4" fmla="*/ 2034073 w 2388637"/>
              <a:gd name="connsiteY4" fmla="*/ 0 h 179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8637" h="1791477">
                <a:moveTo>
                  <a:pt x="2034073" y="0"/>
                </a:moveTo>
                <a:lnTo>
                  <a:pt x="0" y="1306285"/>
                </a:lnTo>
                <a:lnTo>
                  <a:pt x="2052735" y="1791477"/>
                </a:lnTo>
                <a:lnTo>
                  <a:pt x="2388637" y="1483567"/>
                </a:lnTo>
                <a:lnTo>
                  <a:pt x="2034073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/>
          <p:cNvCxnSpPr>
            <a:stCxn id="82" idx="1"/>
            <a:endCxn id="82" idx="0"/>
          </p:cNvCxnSpPr>
          <p:nvPr/>
        </p:nvCxnSpPr>
        <p:spPr>
          <a:xfrm flipV="1">
            <a:off x="2633248" y="1235121"/>
            <a:ext cx="1452898" cy="93842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>
            <a:endCxn id="89" idx="1"/>
          </p:cNvCxnSpPr>
          <p:nvPr/>
        </p:nvCxnSpPr>
        <p:spPr>
          <a:xfrm flipV="1">
            <a:off x="3373744" y="927188"/>
            <a:ext cx="909928" cy="77571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자유형 84"/>
          <p:cNvSpPr/>
          <p:nvPr/>
        </p:nvSpPr>
        <p:spPr>
          <a:xfrm>
            <a:off x="6451418" y="1696813"/>
            <a:ext cx="148689" cy="247816"/>
          </a:xfrm>
          <a:custGeom>
            <a:avLst/>
            <a:gdLst>
              <a:gd name="connsiteX0" fmla="*/ 0 w 207169"/>
              <a:gd name="connsiteY0" fmla="*/ 0 h 345282"/>
              <a:gd name="connsiteX1" fmla="*/ 207169 w 207169"/>
              <a:gd name="connsiteY1" fmla="*/ 171450 h 345282"/>
              <a:gd name="connsiteX2" fmla="*/ 2382 w 207169"/>
              <a:gd name="connsiteY2" fmla="*/ 345282 h 345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169" h="345282">
                <a:moveTo>
                  <a:pt x="0" y="0"/>
                </a:moveTo>
                <a:lnTo>
                  <a:pt x="207169" y="171450"/>
                </a:lnTo>
                <a:lnTo>
                  <a:pt x="2382" y="345282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6" name="그룹 85"/>
          <p:cNvGrpSpPr/>
          <p:nvPr/>
        </p:nvGrpSpPr>
        <p:grpSpPr>
          <a:xfrm>
            <a:off x="4242260" y="499682"/>
            <a:ext cx="1273617" cy="1054254"/>
            <a:chOff x="5453992" y="4604896"/>
            <a:chExt cx="1774532" cy="1468893"/>
          </a:xfrm>
        </p:grpSpPr>
        <p:sp>
          <p:nvSpPr>
            <p:cNvPr id="87" name="TextBox 86"/>
            <p:cNvSpPr txBox="1"/>
            <p:nvPr/>
          </p:nvSpPr>
          <p:spPr>
            <a:xfrm>
              <a:off x="5453992" y="5827568"/>
              <a:ext cx="13953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/>
                <a:t>뷰포트</a:t>
              </a:r>
              <a:endParaRPr lang="ko-KR" altLang="en-US" sz="1000" dirty="0"/>
            </a:p>
          </p:txBody>
        </p:sp>
        <p:grpSp>
          <p:nvGrpSpPr>
            <p:cNvPr id="88" name="그룹 87"/>
            <p:cNvGrpSpPr/>
            <p:nvPr/>
          </p:nvGrpSpPr>
          <p:grpSpPr>
            <a:xfrm>
              <a:off x="5511691" y="4604896"/>
              <a:ext cx="1716833" cy="1191289"/>
              <a:chOff x="5511691" y="4604896"/>
              <a:chExt cx="1716833" cy="1191289"/>
            </a:xfrm>
          </p:grpSpPr>
          <p:sp>
            <p:nvSpPr>
              <p:cNvPr id="89" name="직사각형 88"/>
              <p:cNvSpPr/>
              <p:nvPr/>
            </p:nvSpPr>
            <p:spPr>
              <a:xfrm>
                <a:off x="5511691" y="4604896"/>
                <a:ext cx="1716833" cy="119128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0" name="그룹 89"/>
              <p:cNvGrpSpPr/>
              <p:nvPr/>
            </p:nvGrpSpPr>
            <p:grpSpPr>
              <a:xfrm>
                <a:off x="5776704" y="4907542"/>
                <a:ext cx="1163990" cy="561674"/>
                <a:chOff x="7780028" y="4404184"/>
                <a:chExt cx="1163990" cy="561674"/>
              </a:xfrm>
            </p:grpSpPr>
            <p:sp>
              <p:nvSpPr>
                <p:cNvPr id="91" name="타원 90"/>
                <p:cNvSpPr/>
                <p:nvPr/>
              </p:nvSpPr>
              <p:spPr>
                <a:xfrm>
                  <a:off x="8382344" y="4404184"/>
                  <a:ext cx="561674" cy="561674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직사각형 91"/>
                <p:cNvSpPr/>
                <p:nvPr/>
              </p:nvSpPr>
              <p:spPr>
                <a:xfrm>
                  <a:off x="7780028" y="4522325"/>
                  <a:ext cx="382299" cy="38214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93" name="타원 92"/>
          <p:cNvSpPr/>
          <p:nvPr/>
        </p:nvSpPr>
        <p:spPr>
          <a:xfrm>
            <a:off x="3190454" y="1042420"/>
            <a:ext cx="334978" cy="33497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/>
          </a:p>
        </p:txBody>
      </p:sp>
      <p:sp>
        <p:nvSpPr>
          <p:cNvPr id="97" name="TextBox 96"/>
          <p:cNvSpPr txBox="1"/>
          <p:nvPr/>
        </p:nvSpPr>
        <p:spPr>
          <a:xfrm>
            <a:off x="2581137" y="2781413"/>
            <a:ext cx="3791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</a:t>
            </a:r>
            <a:r>
              <a:rPr lang="ko-KR" altLang="en-US" sz="1000" b="1" dirty="0" err="1"/>
              <a:t>랜더링</a:t>
            </a:r>
            <a:r>
              <a:rPr lang="ko-KR" altLang="en-US" sz="1000" b="1" dirty="0"/>
              <a:t> 파이프라인</a:t>
            </a:r>
            <a:r>
              <a:rPr lang="en-US" altLang="ko-KR" sz="1000" b="1" dirty="0"/>
              <a:t>: 3D</a:t>
            </a:r>
            <a:r>
              <a:rPr lang="ko-KR" altLang="en-US" sz="1000" b="1" dirty="0"/>
              <a:t>를 화면에 그려주는 과정</a:t>
            </a:r>
            <a:r>
              <a:rPr lang="en-US" altLang="ko-KR" sz="1000" b="1" dirty="0"/>
              <a:t> </a:t>
            </a:r>
            <a:endParaRPr lang="ko-KR" altLang="en-US" sz="1000" b="1" dirty="0"/>
          </a:p>
        </p:txBody>
      </p:sp>
      <p:grpSp>
        <p:nvGrpSpPr>
          <p:cNvPr id="137" name="그룹 136"/>
          <p:cNvGrpSpPr/>
          <p:nvPr/>
        </p:nvGrpSpPr>
        <p:grpSpPr>
          <a:xfrm>
            <a:off x="5734478" y="679250"/>
            <a:ext cx="3225217" cy="1937978"/>
            <a:chOff x="6378904" y="2901752"/>
            <a:chExt cx="5523684" cy="3319088"/>
          </a:xfrm>
        </p:grpSpPr>
        <p:grpSp>
          <p:nvGrpSpPr>
            <p:cNvPr id="98" name="그룹 97"/>
            <p:cNvGrpSpPr/>
            <p:nvPr/>
          </p:nvGrpSpPr>
          <p:grpSpPr>
            <a:xfrm>
              <a:off x="6378904" y="4765719"/>
              <a:ext cx="1010920" cy="1317515"/>
              <a:chOff x="1539240" y="5171440"/>
              <a:chExt cx="1010920" cy="1317515"/>
            </a:xfrm>
          </p:grpSpPr>
          <p:grpSp>
            <p:nvGrpSpPr>
              <p:cNvPr id="99" name="그룹 98"/>
              <p:cNvGrpSpPr/>
              <p:nvPr/>
            </p:nvGrpSpPr>
            <p:grpSpPr>
              <a:xfrm>
                <a:off x="1539240" y="5171440"/>
                <a:ext cx="1010920" cy="1031240"/>
                <a:chOff x="1539240" y="5171440"/>
                <a:chExt cx="1010920" cy="1031240"/>
              </a:xfrm>
            </p:grpSpPr>
            <p:cxnSp>
              <p:nvCxnSpPr>
                <p:cNvPr id="101" name="직선 연결선 100"/>
                <p:cNvCxnSpPr/>
                <p:nvPr/>
              </p:nvCxnSpPr>
              <p:spPr>
                <a:xfrm>
                  <a:off x="1646884" y="5325111"/>
                  <a:ext cx="740716" cy="739718"/>
                </a:xfrm>
                <a:prstGeom prst="line">
                  <a:avLst/>
                </a:prstGeom>
                <a:ln w="25400">
                  <a:solidFill>
                    <a:schemeClr val="accent4">
                      <a:lumMod val="60000"/>
                      <a:lumOff val="4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직선 연결선 101"/>
                <p:cNvCxnSpPr/>
                <p:nvPr/>
              </p:nvCxnSpPr>
              <p:spPr>
                <a:xfrm>
                  <a:off x="1539240" y="5702300"/>
                  <a:ext cx="1010920" cy="0"/>
                </a:xfrm>
                <a:prstGeom prst="line">
                  <a:avLst/>
                </a:prstGeom>
                <a:ln w="25400">
                  <a:solidFill>
                    <a:schemeClr val="accent4">
                      <a:lumMod val="60000"/>
                      <a:lumOff val="4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직선 연결선 102"/>
                <p:cNvCxnSpPr/>
                <p:nvPr/>
              </p:nvCxnSpPr>
              <p:spPr>
                <a:xfrm flipV="1">
                  <a:off x="1646884" y="5325111"/>
                  <a:ext cx="780594" cy="745717"/>
                </a:xfrm>
                <a:prstGeom prst="line">
                  <a:avLst/>
                </a:prstGeom>
                <a:ln w="25400">
                  <a:solidFill>
                    <a:schemeClr val="accent4">
                      <a:lumMod val="60000"/>
                      <a:lumOff val="4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직선 연결선 103"/>
                <p:cNvCxnSpPr/>
                <p:nvPr/>
              </p:nvCxnSpPr>
              <p:spPr>
                <a:xfrm flipV="1">
                  <a:off x="2032000" y="5171440"/>
                  <a:ext cx="0" cy="1031240"/>
                </a:xfrm>
                <a:prstGeom prst="line">
                  <a:avLst/>
                </a:prstGeom>
                <a:ln w="25400">
                  <a:solidFill>
                    <a:schemeClr val="accent4">
                      <a:lumMod val="60000"/>
                      <a:lumOff val="4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타원 104"/>
                <p:cNvSpPr/>
                <p:nvPr/>
              </p:nvSpPr>
              <p:spPr>
                <a:xfrm>
                  <a:off x="1669744" y="5332731"/>
                  <a:ext cx="740716" cy="74071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" name="타원 105"/>
                <p:cNvSpPr/>
                <p:nvPr/>
              </p:nvSpPr>
              <p:spPr>
                <a:xfrm>
                  <a:off x="1701800" y="5359400"/>
                  <a:ext cx="685800" cy="68580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00" name="TextBox 99"/>
              <p:cNvSpPr txBox="1"/>
              <p:nvPr/>
            </p:nvSpPr>
            <p:spPr>
              <a:xfrm>
                <a:off x="1539240" y="6335067"/>
                <a:ext cx="87122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1000" dirty="0" err="1"/>
                  <a:t>점광원</a:t>
                </a:r>
                <a:endParaRPr lang="ko-KR" altLang="en-US" sz="1000" dirty="0"/>
              </a:p>
            </p:txBody>
          </p:sp>
        </p:grpSp>
        <p:grpSp>
          <p:nvGrpSpPr>
            <p:cNvPr id="107" name="그룹 106"/>
            <p:cNvGrpSpPr/>
            <p:nvPr/>
          </p:nvGrpSpPr>
          <p:grpSpPr>
            <a:xfrm>
              <a:off x="7894012" y="4829526"/>
              <a:ext cx="1637653" cy="1391314"/>
              <a:chOff x="3054348" y="5235247"/>
              <a:chExt cx="1637653" cy="1391314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763010" y="5424477"/>
                <a:ext cx="648970" cy="64897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화살표 연결선 108"/>
              <p:cNvCxnSpPr/>
              <p:nvPr/>
            </p:nvCxnSpPr>
            <p:spPr>
              <a:xfrm>
                <a:off x="3061970" y="5235247"/>
                <a:ext cx="1371600" cy="0"/>
              </a:xfrm>
              <a:prstGeom prst="straightConnector1">
                <a:avLst/>
              </a:prstGeom>
              <a:ln w="25400">
                <a:solidFill>
                  <a:schemeClr val="accent4">
                    <a:lumMod val="60000"/>
                    <a:lumOff val="4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화살표 연결선 109"/>
              <p:cNvCxnSpPr/>
              <p:nvPr/>
            </p:nvCxnSpPr>
            <p:spPr>
              <a:xfrm>
                <a:off x="3061970" y="5424477"/>
                <a:ext cx="548640" cy="0"/>
              </a:xfrm>
              <a:prstGeom prst="straightConnector1">
                <a:avLst/>
              </a:prstGeom>
              <a:ln w="25400">
                <a:solidFill>
                  <a:schemeClr val="accent4">
                    <a:lumMod val="60000"/>
                    <a:lumOff val="4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화살표 연결선 110"/>
              <p:cNvCxnSpPr/>
              <p:nvPr/>
            </p:nvCxnSpPr>
            <p:spPr>
              <a:xfrm>
                <a:off x="3061970" y="5714037"/>
                <a:ext cx="548640" cy="0"/>
              </a:xfrm>
              <a:prstGeom prst="straightConnector1">
                <a:avLst/>
              </a:prstGeom>
              <a:ln w="25400">
                <a:solidFill>
                  <a:schemeClr val="accent4">
                    <a:lumMod val="60000"/>
                    <a:lumOff val="4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화살표 연결선 111"/>
              <p:cNvCxnSpPr/>
              <p:nvPr/>
            </p:nvCxnSpPr>
            <p:spPr>
              <a:xfrm>
                <a:off x="3054350" y="5995977"/>
                <a:ext cx="548640" cy="0"/>
              </a:xfrm>
              <a:prstGeom prst="straightConnector1">
                <a:avLst/>
              </a:prstGeom>
              <a:ln w="25400">
                <a:solidFill>
                  <a:schemeClr val="accent4">
                    <a:lumMod val="60000"/>
                    <a:lumOff val="4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화살표 연결선 112"/>
              <p:cNvCxnSpPr/>
              <p:nvPr/>
            </p:nvCxnSpPr>
            <p:spPr>
              <a:xfrm>
                <a:off x="3061970" y="6202296"/>
                <a:ext cx="1371600" cy="0"/>
              </a:xfrm>
              <a:prstGeom prst="straightConnector1">
                <a:avLst/>
              </a:prstGeom>
              <a:ln w="25400">
                <a:solidFill>
                  <a:schemeClr val="accent4">
                    <a:lumMod val="60000"/>
                    <a:lumOff val="4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113"/>
              <p:cNvSpPr txBox="1"/>
              <p:nvPr/>
            </p:nvSpPr>
            <p:spPr>
              <a:xfrm>
                <a:off x="3054348" y="6363004"/>
                <a:ext cx="1637653" cy="2635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1000" dirty="0" err="1"/>
                  <a:t>방향성광원</a:t>
                </a:r>
                <a:endParaRPr lang="ko-KR" altLang="en-US" sz="1000" dirty="0"/>
              </a:p>
            </p:txBody>
          </p:sp>
        </p:grpSp>
        <p:grpSp>
          <p:nvGrpSpPr>
            <p:cNvPr id="115" name="그룹 114"/>
            <p:cNvGrpSpPr/>
            <p:nvPr/>
          </p:nvGrpSpPr>
          <p:grpSpPr>
            <a:xfrm>
              <a:off x="9929824" y="4669199"/>
              <a:ext cx="1540511" cy="1547309"/>
              <a:chOff x="5090160" y="5074920"/>
              <a:chExt cx="1540511" cy="1547309"/>
            </a:xfrm>
          </p:grpSpPr>
          <p:sp>
            <p:nvSpPr>
              <p:cNvPr id="116" name="타원 115"/>
              <p:cNvSpPr/>
              <p:nvPr/>
            </p:nvSpPr>
            <p:spPr>
              <a:xfrm>
                <a:off x="5570220" y="5151427"/>
                <a:ext cx="167640" cy="16764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사다리꼴 116"/>
              <p:cNvSpPr/>
              <p:nvPr/>
            </p:nvSpPr>
            <p:spPr>
              <a:xfrm>
                <a:off x="5501640" y="5074920"/>
                <a:ext cx="320040" cy="167947"/>
              </a:xfrm>
              <a:prstGeom prst="trapezoid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사다리꼴 117"/>
              <p:cNvSpPr/>
              <p:nvPr/>
            </p:nvSpPr>
            <p:spPr>
              <a:xfrm>
                <a:off x="5090160" y="5235247"/>
                <a:ext cx="1150620" cy="1099820"/>
              </a:xfrm>
              <a:prstGeom prst="trapezoid">
                <a:avLst>
                  <a:gd name="adj" fmla="val 39550"/>
                </a:avLst>
              </a:prstGeom>
              <a:solidFill>
                <a:schemeClr val="accent4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5097780" y="6358672"/>
                <a:ext cx="1532891" cy="2635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1000" dirty="0" err="1"/>
                  <a:t>스포트광원</a:t>
                </a:r>
                <a:endParaRPr lang="ko-KR" altLang="en-US" sz="1000" dirty="0"/>
              </a:p>
            </p:txBody>
          </p:sp>
        </p:grpSp>
        <p:grpSp>
          <p:nvGrpSpPr>
            <p:cNvPr id="120" name="그룹 119"/>
            <p:cNvGrpSpPr/>
            <p:nvPr/>
          </p:nvGrpSpPr>
          <p:grpSpPr>
            <a:xfrm>
              <a:off x="8765234" y="2901752"/>
              <a:ext cx="3137354" cy="1681395"/>
              <a:chOff x="1302654" y="2575274"/>
              <a:chExt cx="3137354" cy="1681395"/>
            </a:xfrm>
          </p:grpSpPr>
          <p:grpSp>
            <p:nvGrpSpPr>
              <p:cNvPr id="121" name="그룹 120"/>
              <p:cNvGrpSpPr/>
              <p:nvPr/>
            </p:nvGrpSpPr>
            <p:grpSpPr>
              <a:xfrm rot="1243477">
                <a:off x="1317894" y="2595509"/>
                <a:ext cx="1722120" cy="1653540"/>
                <a:chOff x="2987040" y="2644140"/>
                <a:chExt cx="1722120" cy="1653540"/>
              </a:xfrm>
            </p:grpSpPr>
            <p:cxnSp>
              <p:nvCxnSpPr>
                <p:cNvPr id="133" name="직선 화살표 연결선 132"/>
                <p:cNvCxnSpPr/>
                <p:nvPr/>
              </p:nvCxnSpPr>
              <p:spPr>
                <a:xfrm flipV="1">
                  <a:off x="3505200" y="2644140"/>
                  <a:ext cx="685800" cy="1653540"/>
                </a:xfrm>
                <a:prstGeom prst="straightConnector1">
                  <a:avLst/>
                </a:prstGeom>
                <a:ln w="25400">
                  <a:solidFill>
                    <a:schemeClr val="bg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직선 화살표 연결선 133"/>
                <p:cNvCxnSpPr/>
                <p:nvPr/>
              </p:nvCxnSpPr>
              <p:spPr>
                <a:xfrm flipH="1" flipV="1">
                  <a:off x="3505200" y="2644140"/>
                  <a:ext cx="685800" cy="1653540"/>
                </a:xfrm>
                <a:prstGeom prst="straightConnector1">
                  <a:avLst/>
                </a:prstGeom>
                <a:ln w="25400">
                  <a:solidFill>
                    <a:schemeClr val="bg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직선 화살표 연결선 134"/>
                <p:cNvCxnSpPr/>
                <p:nvPr/>
              </p:nvCxnSpPr>
              <p:spPr>
                <a:xfrm flipV="1">
                  <a:off x="2987040" y="3131820"/>
                  <a:ext cx="1722120" cy="670560"/>
                </a:xfrm>
                <a:prstGeom prst="straightConnector1">
                  <a:avLst/>
                </a:prstGeom>
                <a:ln w="25400">
                  <a:solidFill>
                    <a:schemeClr val="bg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직선 화살표 연결선 135"/>
                <p:cNvCxnSpPr/>
                <p:nvPr/>
              </p:nvCxnSpPr>
              <p:spPr>
                <a:xfrm>
                  <a:off x="2987040" y="3093720"/>
                  <a:ext cx="1722120" cy="739140"/>
                </a:xfrm>
                <a:prstGeom prst="straightConnector1">
                  <a:avLst/>
                </a:prstGeom>
                <a:ln w="25400">
                  <a:solidFill>
                    <a:schemeClr val="bg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그룹 121"/>
              <p:cNvGrpSpPr/>
              <p:nvPr/>
            </p:nvGrpSpPr>
            <p:grpSpPr>
              <a:xfrm>
                <a:off x="1302654" y="2575274"/>
                <a:ext cx="3137354" cy="1681395"/>
                <a:chOff x="2987040" y="2616285"/>
                <a:chExt cx="3137354" cy="1681395"/>
              </a:xfrm>
            </p:grpSpPr>
            <p:grpSp>
              <p:nvGrpSpPr>
                <p:cNvPr id="123" name="그룹 122"/>
                <p:cNvGrpSpPr/>
                <p:nvPr/>
              </p:nvGrpSpPr>
              <p:grpSpPr>
                <a:xfrm>
                  <a:off x="2987040" y="2644140"/>
                  <a:ext cx="1722120" cy="1653540"/>
                  <a:chOff x="2987040" y="2644140"/>
                  <a:chExt cx="1722120" cy="1653540"/>
                </a:xfrm>
              </p:grpSpPr>
              <p:grpSp>
                <p:nvGrpSpPr>
                  <p:cNvPr id="126" name="그룹 125"/>
                  <p:cNvGrpSpPr/>
                  <p:nvPr/>
                </p:nvGrpSpPr>
                <p:grpSpPr>
                  <a:xfrm>
                    <a:off x="2987040" y="2644140"/>
                    <a:ext cx="1722120" cy="1653540"/>
                    <a:chOff x="2987040" y="2644140"/>
                    <a:chExt cx="1722120" cy="1653540"/>
                  </a:xfrm>
                </p:grpSpPr>
                <p:cxnSp>
                  <p:nvCxnSpPr>
                    <p:cNvPr id="129" name="직선 화살표 연결선 128"/>
                    <p:cNvCxnSpPr/>
                    <p:nvPr/>
                  </p:nvCxnSpPr>
                  <p:spPr>
                    <a:xfrm flipV="1">
                      <a:off x="3505200" y="2644140"/>
                      <a:ext cx="685800" cy="165354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" name="직선 화살표 연결선 129"/>
                    <p:cNvCxnSpPr/>
                    <p:nvPr/>
                  </p:nvCxnSpPr>
                  <p:spPr>
                    <a:xfrm flipH="1" flipV="1">
                      <a:off x="3505200" y="2644140"/>
                      <a:ext cx="685800" cy="165354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" name="직선 화살표 연결선 130"/>
                    <p:cNvCxnSpPr/>
                    <p:nvPr/>
                  </p:nvCxnSpPr>
                  <p:spPr>
                    <a:xfrm flipV="1">
                      <a:off x="2987040" y="3131820"/>
                      <a:ext cx="1722120" cy="67056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직선 화살표 연결선 131"/>
                    <p:cNvCxnSpPr/>
                    <p:nvPr/>
                  </p:nvCxnSpPr>
                  <p:spPr>
                    <a:xfrm>
                      <a:off x="2987040" y="3093720"/>
                      <a:ext cx="1722120" cy="73914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7" name="팔각형 126"/>
                  <p:cNvSpPr/>
                  <p:nvPr/>
                </p:nvSpPr>
                <p:spPr>
                  <a:xfrm>
                    <a:off x="3360420" y="2971800"/>
                    <a:ext cx="997200" cy="997200"/>
                  </a:xfrm>
                  <a:prstGeom prst="octagon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28" name="팔각형 127"/>
                  <p:cNvSpPr/>
                  <p:nvPr/>
                </p:nvSpPr>
                <p:spPr>
                  <a:xfrm>
                    <a:off x="3382260" y="2993640"/>
                    <a:ext cx="960120" cy="960120"/>
                  </a:xfrm>
                  <a:prstGeom prst="octagon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24" name="TextBox 123"/>
                <p:cNvSpPr txBox="1"/>
                <p:nvPr/>
              </p:nvSpPr>
              <p:spPr>
                <a:xfrm>
                  <a:off x="4838699" y="2616285"/>
                  <a:ext cx="1285695" cy="26355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ko-KR" altLang="en-US" sz="1000" b="1" dirty="0" err="1">
                      <a:solidFill>
                        <a:srgbClr val="FFC000"/>
                      </a:solidFill>
                    </a:rPr>
                    <a:t>버텍스</a:t>
                  </a:r>
                  <a:r>
                    <a:rPr lang="ko-KR" altLang="en-US" sz="1000" b="1" dirty="0">
                      <a:solidFill>
                        <a:srgbClr val="FFC000"/>
                      </a:solidFill>
                    </a:rPr>
                    <a:t> 법선</a:t>
                  </a:r>
                </a:p>
              </p:txBody>
            </p:sp>
            <p:sp>
              <p:nvSpPr>
                <p:cNvPr id="125" name="TextBox 124"/>
                <p:cNvSpPr txBox="1"/>
                <p:nvPr/>
              </p:nvSpPr>
              <p:spPr>
                <a:xfrm>
                  <a:off x="4838701" y="2894273"/>
                  <a:ext cx="853440" cy="26355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ko-KR" altLang="en-US" sz="1000" b="1" dirty="0">
                      <a:solidFill>
                        <a:schemeClr val="bg1">
                          <a:lumMod val="85000"/>
                        </a:schemeClr>
                      </a:solidFill>
                    </a:rPr>
                    <a:t>면 법선</a:t>
                  </a:r>
                </a:p>
              </p:txBody>
            </p:sp>
          </p:grpSp>
        </p:grpSp>
      </p:grpSp>
      <p:sp>
        <p:nvSpPr>
          <p:cNvPr id="139" name="TextBox 138"/>
          <p:cNvSpPr txBox="1"/>
          <p:nvPr/>
        </p:nvSpPr>
        <p:spPr>
          <a:xfrm>
            <a:off x="5652120" y="2757577"/>
            <a:ext cx="3791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</a:t>
            </a:r>
            <a:r>
              <a:rPr lang="ko-KR" altLang="en-US" sz="1000" b="1" dirty="0"/>
              <a:t>재질과 광원</a:t>
            </a:r>
            <a:r>
              <a:rPr lang="en-US" altLang="ko-KR" sz="1000" b="1" dirty="0"/>
              <a:t>: </a:t>
            </a:r>
            <a:r>
              <a:rPr lang="ko-KR" altLang="en-US" sz="1000" b="1" dirty="0"/>
              <a:t>물체를 나타내는데 필요한 빛의 종류와 재질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015982" y="471860"/>
            <a:ext cx="9032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dirty="0"/>
              <a:t>재질과 평면 </a:t>
            </a:r>
          </a:p>
        </p:txBody>
      </p:sp>
    </p:spTree>
    <p:extLst>
      <p:ext uri="{BB962C8B-B14F-4D97-AF65-F5344CB8AC3E}">
        <p14:creationId xmlns:p14="http://schemas.microsoft.com/office/powerpoint/2010/main" val="53315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 err="1"/>
              <a:t>샘플코드</a:t>
            </a:r>
            <a:r>
              <a:rPr lang="ko-KR" altLang="en-US" dirty="0"/>
              <a:t> 실행</a:t>
            </a:r>
            <a:r>
              <a:rPr lang="en-US" altLang="ko-KR" dirty="0"/>
              <a:t>/</a:t>
            </a:r>
            <a:r>
              <a:rPr lang="ko-KR" altLang="en-US" dirty="0"/>
              <a:t>분석하기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실행</a:t>
            </a:r>
            <a:r>
              <a:rPr lang="ko-KR" altLang="en-US" sz="1800" dirty="0"/>
              <a:t>을 해본다</a:t>
            </a:r>
            <a:r>
              <a:rPr lang="en-US" altLang="ko-KR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/>
              <a:t> </a:t>
            </a:r>
            <a:r>
              <a:rPr lang="en-US" altLang="ko-KR" sz="1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WinMain</a:t>
            </a:r>
            <a:r>
              <a:rPr lang="en-US" altLang="ko-KR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</a:t>
            </a:r>
            <a:r>
              <a:rPr lang="ko-KR" altLang="en-US" sz="1800" dirty="0"/>
              <a:t>함수를 먼저 찾는다</a:t>
            </a:r>
            <a:r>
              <a:rPr lang="en-US" altLang="ko-KR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/>
              <a:t> 1</a:t>
            </a:r>
            <a:r>
              <a:rPr lang="ko-KR" altLang="en-US" sz="1800" dirty="0"/>
              <a:t>에서 </a:t>
            </a:r>
            <a:r>
              <a:rPr lang="ko-KR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함수 단위로 역할을 이해</a:t>
            </a:r>
            <a:r>
              <a:rPr lang="ko-KR" altLang="en-US" sz="1800" dirty="0"/>
              <a:t>한다</a:t>
            </a:r>
            <a:r>
              <a:rPr lang="en-US" altLang="ko-KR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1800" dirty="0"/>
              <a:t> 함수 내부에 </a:t>
            </a:r>
            <a:r>
              <a:rPr lang="ko-KR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기능을 주석</a:t>
            </a:r>
            <a:r>
              <a:rPr lang="ko-KR" altLang="en-US" sz="1800" dirty="0"/>
              <a:t>하거나 </a:t>
            </a:r>
            <a:r>
              <a:rPr lang="ko-KR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변경</a:t>
            </a:r>
            <a:r>
              <a:rPr lang="ko-KR" altLang="en-US" sz="1800" dirty="0"/>
              <a:t>하면서</a:t>
            </a:r>
            <a:r>
              <a:rPr lang="en-US" altLang="ko-KR" sz="1800" dirty="0"/>
              <a:t>,</a:t>
            </a:r>
            <a:br>
              <a:rPr lang="en-US" altLang="ko-KR" sz="1800" dirty="0"/>
            </a:br>
            <a:r>
              <a:rPr lang="en-US" altLang="ko-KR" sz="1800" dirty="0"/>
              <a:t> </a:t>
            </a:r>
            <a:r>
              <a:rPr lang="ko-KR" altLang="en-US" sz="1800" dirty="0"/>
              <a:t>실행 결과에서 </a:t>
            </a:r>
            <a:r>
              <a:rPr lang="ko-KR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무엇이 변경되었는지 분석</a:t>
            </a:r>
            <a:r>
              <a:rPr lang="ko-KR" altLang="en-US" sz="1800" dirty="0"/>
              <a:t>한다</a:t>
            </a:r>
            <a:r>
              <a:rPr lang="en-US" altLang="ko-KR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1800" dirty="0"/>
              <a:t> 실습 내용에 따라 </a:t>
            </a:r>
            <a:r>
              <a:rPr lang="ko-KR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적용</a:t>
            </a:r>
            <a:r>
              <a:rPr lang="en-US" altLang="ko-KR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수정</a:t>
            </a:r>
            <a:r>
              <a:rPr lang="ko-KR" altLang="en-US" sz="1800" dirty="0"/>
              <a:t>을 해본다</a:t>
            </a:r>
            <a:r>
              <a:rPr lang="en-US" altLang="ko-KR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1800" dirty="0"/>
              <a:t> 실습한 내용에서 </a:t>
            </a:r>
            <a:r>
              <a:rPr lang="ko-KR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모르는 용어는 번역</a:t>
            </a:r>
            <a:r>
              <a:rPr lang="ko-KR" altLang="en-US" sz="1800" dirty="0"/>
              <a:t>을 해서 먼저 의미를 찾는다</a:t>
            </a:r>
            <a:r>
              <a:rPr lang="en-US" altLang="ko-KR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1800" dirty="0"/>
              <a:t> </a:t>
            </a:r>
            <a:r>
              <a:rPr lang="ko-KR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개념에 대하여 이해하며 문제</a:t>
            </a:r>
            <a:r>
              <a:rPr lang="ko-KR" altLang="en-US" sz="1800" dirty="0"/>
              <a:t>를 풀어본다</a:t>
            </a:r>
            <a:r>
              <a:rPr lang="en-US" altLang="ko-KR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altLang="ko-KR" sz="1800" dirty="0"/>
          </a:p>
          <a:p>
            <a:pPr marL="514350" indent="-514350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253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Vertices </a:t>
            </a:r>
            <a:r>
              <a:rPr lang="en-US" altLang="ko-KR" sz="1800" b="1" dirty="0"/>
              <a:t>#</a:t>
            </a:r>
            <a:r>
              <a:rPr lang="ko-KR" altLang="en-US" sz="1800" b="1" dirty="0"/>
              <a:t>예제</a:t>
            </a: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70075"/>
            <a:ext cx="1664670" cy="17054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3427" y="2864193"/>
            <a:ext cx="4032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실습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삼각형 꼭지점 색상 바꿔보기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삼각형 뒤집어서 보이지 </a:t>
            </a:r>
            <a:r>
              <a:rPr lang="ko-KR" altLang="en-US" dirty="0" err="1"/>
              <a:t>않게하기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19268" y="3857798"/>
            <a:ext cx="5893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문제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점의 </a:t>
            </a:r>
            <a:r>
              <a:rPr lang="ko-KR" altLang="en-US" dirty="0" err="1"/>
              <a:t>연결순서를</a:t>
            </a:r>
            <a:r>
              <a:rPr lang="ko-KR" altLang="en-US" dirty="0"/>
              <a:t> 바꾸면</a:t>
            </a:r>
            <a:r>
              <a:rPr lang="en-US" altLang="ko-KR" dirty="0"/>
              <a:t>, </a:t>
            </a:r>
            <a:r>
              <a:rPr lang="ko-KR" altLang="en-US" dirty="0"/>
              <a:t>뒤집히는 이유는 무엇인가</a:t>
            </a:r>
            <a:r>
              <a:rPr lang="en-US" altLang="ko-KR" dirty="0"/>
              <a:t>?</a:t>
            </a:r>
          </a:p>
        </p:txBody>
      </p:sp>
      <p:grpSp>
        <p:nvGrpSpPr>
          <p:cNvPr id="22" name="그룹 21"/>
          <p:cNvGrpSpPr/>
          <p:nvPr/>
        </p:nvGrpSpPr>
        <p:grpSpPr>
          <a:xfrm>
            <a:off x="6948264" y="555526"/>
            <a:ext cx="1387252" cy="4051389"/>
            <a:chOff x="6584775" y="205979"/>
            <a:chExt cx="1387252" cy="4051389"/>
          </a:xfrm>
        </p:grpSpPr>
        <p:cxnSp>
          <p:nvCxnSpPr>
            <p:cNvPr id="15" name="직선 화살표 연결선 14"/>
            <p:cNvCxnSpPr>
              <a:stCxn id="10" idx="2"/>
              <a:endCxn id="12" idx="0"/>
            </p:cNvCxnSpPr>
            <p:nvPr/>
          </p:nvCxnSpPr>
          <p:spPr>
            <a:xfrm>
              <a:off x="7276677" y="2964012"/>
              <a:ext cx="2" cy="1501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>
              <a:stCxn id="12" idx="2"/>
              <a:endCxn id="13" idx="0"/>
            </p:cNvCxnSpPr>
            <p:nvPr/>
          </p:nvCxnSpPr>
          <p:spPr>
            <a:xfrm flipH="1">
              <a:off x="7276677" y="3781744"/>
              <a:ext cx="2" cy="143511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그룹 35"/>
            <p:cNvGrpSpPr/>
            <p:nvPr/>
          </p:nvGrpSpPr>
          <p:grpSpPr>
            <a:xfrm>
              <a:off x="6584775" y="205979"/>
              <a:ext cx="1387252" cy="4051389"/>
              <a:chOff x="881018" y="180697"/>
              <a:chExt cx="1804686" cy="5270485"/>
            </a:xfrm>
          </p:grpSpPr>
          <p:sp>
            <p:nvSpPr>
              <p:cNvPr id="4" name="직사각형 3"/>
              <p:cNvSpPr/>
              <p:nvPr/>
            </p:nvSpPr>
            <p:spPr>
              <a:xfrm>
                <a:off x="885504" y="180697"/>
                <a:ext cx="1800200" cy="4320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err="1"/>
                  <a:t>CreateWindow</a:t>
                </a:r>
                <a:endParaRPr lang="ko-KR" altLang="en-US" sz="1000" dirty="0"/>
              </a:p>
            </p:txBody>
          </p:sp>
          <p:sp>
            <p:nvSpPr>
              <p:cNvPr id="5" name="직사각형 4"/>
              <p:cNvSpPr/>
              <p:nvPr/>
            </p:nvSpPr>
            <p:spPr>
              <a:xfrm>
                <a:off x="885504" y="828769"/>
                <a:ext cx="1800200" cy="4320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InitD3D</a:t>
                </a:r>
                <a:endParaRPr lang="ko-KR" altLang="en-US" sz="1000" dirty="0"/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885504" y="1476841"/>
                <a:ext cx="1800200" cy="4320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err="1"/>
                  <a:t>InitVB</a:t>
                </a:r>
                <a:endParaRPr lang="ko-KR" altLang="en-US" sz="1000" dirty="0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885504" y="2122875"/>
                <a:ext cx="1800200" cy="4320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err="1"/>
                  <a:t>UpdateWindow</a:t>
                </a:r>
                <a:endParaRPr lang="ko-KR" altLang="en-US" sz="1000" dirty="0"/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881018" y="3336597"/>
                <a:ext cx="1800200" cy="4320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err="1"/>
                  <a:t>Msg</a:t>
                </a:r>
                <a:r>
                  <a:rPr lang="en-US" altLang="ko-KR" sz="1000" dirty="0"/>
                  <a:t> Queue</a:t>
                </a:r>
                <a:endParaRPr lang="ko-KR" altLang="en-US" sz="1000" dirty="0"/>
              </a:p>
            </p:txBody>
          </p:sp>
          <p:sp>
            <p:nvSpPr>
              <p:cNvPr id="12" name="순서도: 판단 11"/>
              <p:cNvSpPr/>
              <p:nvPr/>
            </p:nvSpPr>
            <p:spPr>
              <a:xfrm>
                <a:off x="1133048" y="3964021"/>
                <a:ext cx="1296144" cy="868417"/>
              </a:xfrm>
              <a:prstGeom prst="flowChartDecision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/>
                  <a:t>Empty?</a:t>
                </a:r>
                <a:endParaRPr lang="ko-KR" altLang="en-US" sz="1000" dirty="0"/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881018" y="5019133"/>
                <a:ext cx="1800200" cy="43204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Render</a:t>
                </a:r>
                <a:endParaRPr lang="ko-KR" altLang="en-US" sz="1000" dirty="0"/>
              </a:p>
            </p:txBody>
          </p:sp>
        </p:grpSp>
        <p:cxnSp>
          <p:nvCxnSpPr>
            <p:cNvPr id="24" name="직선 화살표 연결선 23"/>
            <p:cNvCxnSpPr>
              <a:stCxn id="4" idx="2"/>
              <a:endCxn id="5" idx="0"/>
            </p:cNvCxnSpPr>
            <p:nvPr/>
          </p:nvCxnSpPr>
          <p:spPr>
            <a:xfrm>
              <a:off x="7280125" y="538092"/>
              <a:ext cx="0" cy="166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>
              <a:stCxn id="5" idx="2"/>
              <a:endCxn id="6" idx="0"/>
            </p:cNvCxnSpPr>
            <p:nvPr/>
          </p:nvCxnSpPr>
          <p:spPr>
            <a:xfrm>
              <a:off x="7280125" y="1036261"/>
              <a:ext cx="0" cy="166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/>
            <p:cNvCxnSpPr>
              <a:stCxn id="6" idx="2"/>
              <a:endCxn id="9" idx="0"/>
            </p:cNvCxnSpPr>
            <p:nvPr/>
          </p:nvCxnSpPr>
          <p:spPr>
            <a:xfrm>
              <a:off x="7280125" y="1534429"/>
              <a:ext cx="0" cy="1644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>
              <a:stCxn id="9" idx="2"/>
              <a:endCxn id="25" idx="0"/>
            </p:cNvCxnSpPr>
            <p:nvPr/>
          </p:nvCxnSpPr>
          <p:spPr>
            <a:xfrm flipH="1">
              <a:off x="7276677" y="2031032"/>
              <a:ext cx="3448" cy="1296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/>
            <p:cNvSpPr/>
            <p:nvPr/>
          </p:nvSpPr>
          <p:spPr>
            <a:xfrm>
              <a:off x="6584776" y="2160699"/>
              <a:ext cx="1383804" cy="33211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/>
                <a:t>ShowWindow</a:t>
              </a:r>
              <a:endParaRPr lang="ko-KR" altLang="en-US" sz="1000" dirty="0"/>
            </a:p>
          </p:txBody>
        </p:sp>
        <p:cxnSp>
          <p:nvCxnSpPr>
            <p:cNvPr id="27" name="직선 화살표 연결선 26"/>
            <p:cNvCxnSpPr>
              <a:stCxn id="25" idx="2"/>
              <a:endCxn id="10" idx="0"/>
            </p:cNvCxnSpPr>
            <p:nvPr/>
          </p:nvCxnSpPr>
          <p:spPr>
            <a:xfrm flipH="1">
              <a:off x="7276677" y="2492812"/>
              <a:ext cx="1" cy="1390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꺾인 연결선 33"/>
          <p:cNvCxnSpPr>
            <a:stCxn id="13" idx="1"/>
            <a:endCxn id="10" idx="1"/>
          </p:cNvCxnSpPr>
          <p:nvPr/>
        </p:nvCxnSpPr>
        <p:spPr>
          <a:xfrm rot="10800000">
            <a:off x="6948264" y="3147505"/>
            <a:ext cx="12700" cy="129335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12" idx="3"/>
            <a:endCxn id="10" idx="3"/>
          </p:cNvCxnSpPr>
          <p:nvPr/>
        </p:nvCxnSpPr>
        <p:spPr>
          <a:xfrm flipV="1">
            <a:off x="8138337" y="3147504"/>
            <a:ext cx="193731" cy="650014"/>
          </a:xfrm>
          <a:prstGeom prst="bentConnector3">
            <a:avLst>
              <a:gd name="adj1" fmla="val 21799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955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/>
              <a:t>점과 면의 관계 </a:t>
            </a:r>
            <a:r>
              <a:rPr lang="en-US" altLang="ko-KR" sz="2200" dirty="0"/>
              <a:t>#Vertices</a:t>
            </a:r>
            <a:endParaRPr lang="ko-KR" altLang="en-US" sz="2200" dirty="0"/>
          </a:p>
        </p:txBody>
      </p:sp>
      <p:grpSp>
        <p:nvGrpSpPr>
          <p:cNvPr id="23" name="그룹 22"/>
          <p:cNvGrpSpPr/>
          <p:nvPr/>
        </p:nvGrpSpPr>
        <p:grpSpPr>
          <a:xfrm>
            <a:off x="755576" y="1491630"/>
            <a:ext cx="2025668" cy="1711768"/>
            <a:chOff x="755576" y="1491630"/>
            <a:chExt cx="2025668" cy="1711768"/>
          </a:xfrm>
        </p:grpSpPr>
        <p:sp>
          <p:nvSpPr>
            <p:cNvPr id="5" name="이등변 삼각형 4"/>
            <p:cNvSpPr/>
            <p:nvPr/>
          </p:nvSpPr>
          <p:spPr>
            <a:xfrm>
              <a:off x="933657" y="2090394"/>
              <a:ext cx="1780807" cy="934924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1757280" y="2023614"/>
              <a:ext cx="133561" cy="1335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7" name="타원 6"/>
            <p:cNvSpPr/>
            <p:nvPr/>
          </p:nvSpPr>
          <p:spPr>
            <a:xfrm>
              <a:off x="866876" y="2958537"/>
              <a:ext cx="133561" cy="1335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8" name="타원 7"/>
            <p:cNvSpPr/>
            <p:nvPr/>
          </p:nvSpPr>
          <p:spPr>
            <a:xfrm>
              <a:off x="2647683" y="2950564"/>
              <a:ext cx="133561" cy="1335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 flipH="1">
              <a:off x="755576" y="2023614"/>
              <a:ext cx="845883" cy="82362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/>
            <p:cNvCxnSpPr/>
            <p:nvPr/>
          </p:nvCxnSpPr>
          <p:spPr>
            <a:xfrm>
              <a:off x="1067217" y="3203398"/>
              <a:ext cx="158046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/>
            <p:cNvCxnSpPr/>
            <p:nvPr/>
          </p:nvCxnSpPr>
          <p:spPr>
            <a:xfrm flipH="1" flipV="1">
              <a:off x="2046661" y="2023614"/>
              <a:ext cx="734583" cy="82362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/>
            <p:cNvCxnSpPr/>
            <p:nvPr/>
          </p:nvCxnSpPr>
          <p:spPr>
            <a:xfrm flipH="1" flipV="1">
              <a:off x="1782200" y="1491630"/>
              <a:ext cx="41860" cy="1133006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/>
          <p:cNvGrpSpPr/>
          <p:nvPr/>
        </p:nvGrpSpPr>
        <p:grpSpPr>
          <a:xfrm>
            <a:off x="2657633" y="1295503"/>
            <a:ext cx="1914367" cy="1849600"/>
            <a:chOff x="3593737" y="2077047"/>
            <a:chExt cx="1914367" cy="1849600"/>
          </a:xfrm>
        </p:grpSpPr>
        <p:sp>
          <p:nvSpPr>
            <p:cNvPr id="13" name="이등변 삼각형 12"/>
            <p:cNvSpPr/>
            <p:nvPr/>
          </p:nvSpPr>
          <p:spPr>
            <a:xfrm>
              <a:off x="3660517" y="2143827"/>
              <a:ext cx="1780807" cy="934924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/>
            <p:cNvSpPr/>
            <p:nvPr/>
          </p:nvSpPr>
          <p:spPr>
            <a:xfrm>
              <a:off x="4484140" y="2077047"/>
              <a:ext cx="133561" cy="1335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15" name="타원 14"/>
            <p:cNvSpPr/>
            <p:nvPr/>
          </p:nvSpPr>
          <p:spPr>
            <a:xfrm>
              <a:off x="3593737" y="3011970"/>
              <a:ext cx="133561" cy="1335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  <p:sp>
          <p:nvSpPr>
            <p:cNvPr id="16" name="타원 15"/>
            <p:cNvSpPr/>
            <p:nvPr/>
          </p:nvSpPr>
          <p:spPr>
            <a:xfrm>
              <a:off x="5374543" y="3003997"/>
              <a:ext cx="133561" cy="1335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cxnSp>
          <p:nvCxnSpPr>
            <p:cNvPr id="17" name="직선 화살표 연결선 16"/>
            <p:cNvCxnSpPr/>
            <p:nvPr/>
          </p:nvCxnSpPr>
          <p:spPr>
            <a:xfrm>
              <a:off x="4717871" y="2143827"/>
              <a:ext cx="723453" cy="80673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/>
            <p:cNvCxnSpPr/>
            <p:nvPr/>
          </p:nvCxnSpPr>
          <p:spPr>
            <a:xfrm flipH="1">
              <a:off x="3727297" y="3145531"/>
              <a:ext cx="164724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/>
            <p:cNvCxnSpPr/>
            <p:nvPr/>
          </p:nvCxnSpPr>
          <p:spPr>
            <a:xfrm flipV="1">
              <a:off x="3660517" y="2157174"/>
              <a:ext cx="701193" cy="7455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/>
            <p:cNvCxnSpPr/>
            <p:nvPr/>
          </p:nvCxnSpPr>
          <p:spPr>
            <a:xfrm>
              <a:off x="4550920" y="2724602"/>
              <a:ext cx="0" cy="1202045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287524" y="4220937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버텍스버퍼</a:t>
            </a:r>
            <a:r>
              <a:rPr lang="en-US" altLang="ko-KR" dirty="0"/>
              <a:t>: </a:t>
            </a:r>
            <a:r>
              <a:rPr lang="ko-KR" altLang="en-US" dirty="0"/>
              <a:t>점들이 저장되어 있는 배열</a:t>
            </a:r>
            <a:endParaRPr lang="en-US" altLang="ko-KR" dirty="0"/>
          </a:p>
          <a:p>
            <a:r>
              <a:rPr lang="ko-KR" altLang="en-US" dirty="0" err="1"/>
              <a:t>인덱스버퍼</a:t>
            </a:r>
            <a:r>
              <a:rPr lang="en-US" altLang="ko-KR" dirty="0"/>
              <a:t>: </a:t>
            </a:r>
            <a:r>
              <a:rPr lang="ko-KR" altLang="en-US" dirty="0"/>
              <a:t>점들이 연결된 순서를 나타내는 </a:t>
            </a:r>
            <a:r>
              <a:rPr lang="ko-KR" altLang="en-US" dirty="0" err="1"/>
              <a:t>버텍스버퍼의</a:t>
            </a:r>
            <a:r>
              <a:rPr lang="ko-KR" altLang="en-US" dirty="0"/>
              <a:t> 번호의 배열</a:t>
            </a:r>
            <a:endParaRPr lang="en-US" altLang="ko-KR" dirty="0"/>
          </a:p>
        </p:txBody>
      </p:sp>
      <p:sp>
        <p:nvSpPr>
          <p:cNvPr id="38" name="TextBox 37"/>
          <p:cNvSpPr txBox="1"/>
          <p:nvPr/>
        </p:nvSpPr>
        <p:spPr>
          <a:xfrm>
            <a:off x="468139" y="3273372"/>
            <a:ext cx="1071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/>
              <a:t>버텍스</a:t>
            </a:r>
            <a:r>
              <a:rPr lang="ko-KR" altLang="en-US" sz="1000" dirty="0"/>
              <a:t> 버퍼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1591956" y="3318871"/>
            <a:ext cx="597483" cy="186872"/>
            <a:chOff x="1591956" y="3390269"/>
            <a:chExt cx="597483" cy="186872"/>
          </a:xfrm>
        </p:grpSpPr>
        <p:sp>
          <p:nvSpPr>
            <p:cNvPr id="41" name="직사각형 40"/>
            <p:cNvSpPr/>
            <p:nvPr/>
          </p:nvSpPr>
          <p:spPr>
            <a:xfrm>
              <a:off x="1591956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791117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990278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458120" y="3529421"/>
            <a:ext cx="1071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인덱스 버퍼</a:t>
            </a:r>
          </a:p>
        </p:txBody>
      </p:sp>
      <p:grpSp>
        <p:nvGrpSpPr>
          <p:cNvPr id="46" name="그룹 45"/>
          <p:cNvGrpSpPr/>
          <p:nvPr/>
        </p:nvGrpSpPr>
        <p:grpSpPr>
          <a:xfrm>
            <a:off x="1591509" y="3546142"/>
            <a:ext cx="597483" cy="186872"/>
            <a:chOff x="1591956" y="3390269"/>
            <a:chExt cx="597483" cy="186872"/>
          </a:xfrm>
        </p:grpSpPr>
        <p:sp>
          <p:nvSpPr>
            <p:cNvPr id="47" name="직사각형 46"/>
            <p:cNvSpPr/>
            <p:nvPr/>
          </p:nvSpPr>
          <p:spPr>
            <a:xfrm>
              <a:off x="1591956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791117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1990278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3249294" y="3312701"/>
            <a:ext cx="597483" cy="186872"/>
            <a:chOff x="1591956" y="3390269"/>
            <a:chExt cx="597483" cy="186872"/>
          </a:xfrm>
        </p:grpSpPr>
        <p:sp>
          <p:nvSpPr>
            <p:cNvPr id="51" name="직사각형 50"/>
            <p:cNvSpPr/>
            <p:nvPr/>
          </p:nvSpPr>
          <p:spPr>
            <a:xfrm>
              <a:off x="1591956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791117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1990278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3243208" y="3546142"/>
            <a:ext cx="597483" cy="186872"/>
            <a:chOff x="1591956" y="3390269"/>
            <a:chExt cx="597483" cy="186872"/>
          </a:xfrm>
        </p:grpSpPr>
        <p:sp>
          <p:nvSpPr>
            <p:cNvPr id="55" name="직사각형 54"/>
            <p:cNvSpPr/>
            <p:nvPr/>
          </p:nvSpPr>
          <p:spPr>
            <a:xfrm>
              <a:off x="1591956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1791117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990278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98022" y="3950591"/>
            <a:ext cx="2517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삼각형의 </a:t>
            </a:r>
            <a:r>
              <a:rPr lang="ko-KR" altLang="en-US" sz="1000" dirty="0" err="1"/>
              <a:t>버텍스버퍼와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인덱스버퍼</a:t>
            </a:r>
            <a:endParaRPr lang="ko-KR" altLang="en-US" sz="1000" dirty="0"/>
          </a:p>
        </p:txBody>
      </p:sp>
      <p:sp>
        <p:nvSpPr>
          <p:cNvPr id="69" name="직사각형 68"/>
          <p:cNvSpPr/>
          <p:nvPr/>
        </p:nvSpPr>
        <p:spPr>
          <a:xfrm>
            <a:off x="5436096" y="3309989"/>
            <a:ext cx="199161" cy="186872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70" name="직사각형 69"/>
          <p:cNvSpPr/>
          <p:nvPr/>
        </p:nvSpPr>
        <p:spPr>
          <a:xfrm>
            <a:off x="5635257" y="3309989"/>
            <a:ext cx="199161" cy="186872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71" name="직사각형 70"/>
          <p:cNvSpPr/>
          <p:nvPr/>
        </p:nvSpPr>
        <p:spPr>
          <a:xfrm>
            <a:off x="5834418" y="3309989"/>
            <a:ext cx="199161" cy="186872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ko-KR" altLang="en-US" sz="1000" dirty="0"/>
          </a:p>
        </p:txBody>
      </p:sp>
      <p:grpSp>
        <p:nvGrpSpPr>
          <p:cNvPr id="72" name="그룹 71"/>
          <p:cNvGrpSpPr/>
          <p:nvPr/>
        </p:nvGrpSpPr>
        <p:grpSpPr>
          <a:xfrm>
            <a:off x="5430010" y="3543430"/>
            <a:ext cx="597483" cy="186872"/>
            <a:chOff x="1591956" y="3390269"/>
            <a:chExt cx="597483" cy="186872"/>
          </a:xfrm>
        </p:grpSpPr>
        <p:sp>
          <p:nvSpPr>
            <p:cNvPr id="73" name="직사각형 72"/>
            <p:cNvSpPr/>
            <p:nvPr/>
          </p:nvSpPr>
          <p:spPr>
            <a:xfrm>
              <a:off x="1591956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1791117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1990278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4</a:t>
              </a:r>
              <a:endParaRPr lang="ko-KR" altLang="en-US" sz="1000" dirty="0"/>
            </a:p>
          </p:txBody>
        </p:sp>
      </p:grpSp>
      <p:sp>
        <p:nvSpPr>
          <p:cNvPr id="76" name="직사각형 75"/>
          <p:cNvSpPr/>
          <p:nvPr/>
        </p:nvSpPr>
        <p:spPr>
          <a:xfrm>
            <a:off x="6033579" y="3309989"/>
            <a:ext cx="199161" cy="186872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endParaRPr lang="ko-KR" altLang="en-US" sz="1000" dirty="0"/>
          </a:p>
        </p:txBody>
      </p:sp>
      <p:grpSp>
        <p:nvGrpSpPr>
          <p:cNvPr id="83" name="그룹 82"/>
          <p:cNvGrpSpPr/>
          <p:nvPr/>
        </p:nvGrpSpPr>
        <p:grpSpPr>
          <a:xfrm>
            <a:off x="6027493" y="3543430"/>
            <a:ext cx="597483" cy="186872"/>
            <a:chOff x="1591956" y="3390269"/>
            <a:chExt cx="597483" cy="186872"/>
          </a:xfrm>
        </p:grpSpPr>
        <p:sp>
          <p:nvSpPr>
            <p:cNvPr id="84" name="직사각형 83"/>
            <p:cNvSpPr/>
            <p:nvPr/>
          </p:nvSpPr>
          <p:spPr>
            <a:xfrm>
              <a:off x="1591956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4</a:t>
              </a:r>
              <a:endParaRPr lang="ko-KR" altLang="en-US" sz="1000" dirty="0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1791117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1990278" y="3390269"/>
              <a:ext cx="199161" cy="1868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5292080" y="1444964"/>
            <a:ext cx="1675790" cy="1402273"/>
            <a:chOff x="5868144" y="1444964"/>
            <a:chExt cx="1675790" cy="1402273"/>
          </a:xfrm>
        </p:grpSpPr>
        <p:grpSp>
          <p:nvGrpSpPr>
            <p:cNvPr id="95" name="그룹 94"/>
            <p:cNvGrpSpPr/>
            <p:nvPr/>
          </p:nvGrpSpPr>
          <p:grpSpPr>
            <a:xfrm>
              <a:off x="5959758" y="1576060"/>
              <a:ext cx="1491304" cy="1217879"/>
              <a:chOff x="5959758" y="1576060"/>
              <a:chExt cx="1491304" cy="1217879"/>
            </a:xfrm>
          </p:grpSpPr>
          <p:grpSp>
            <p:nvGrpSpPr>
              <p:cNvPr id="94" name="그룹 93"/>
              <p:cNvGrpSpPr/>
              <p:nvPr/>
            </p:nvGrpSpPr>
            <p:grpSpPr>
              <a:xfrm>
                <a:off x="6012160" y="1635646"/>
                <a:ext cx="1386500" cy="1080120"/>
                <a:chOff x="6012160" y="1635646"/>
                <a:chExt cx="1386500" cy="1080120"/>
              </a:xfrm>
            </p:grpSpPr>
            <p:sp>
              <p:nvSpPr>
                <p:cNvPr id="3" name="이등변 삼각형 2"/>
                <p:cNvSpPr/>
                <p:nvPr/>
              </p:nvSpPr>
              <p:spPr>
                <a:xfrm>
                  <a:off x="6012160" y="1635646"/>
                  <a:ext cx="1252939" cy="1080120"/>
                </a:xfrm>
                <a:prstGeom prst="triangle">
                  <a:avLst>
                    <a:gd name="adj" fmla="val 10745"/>
                  </a:avLst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이등변 삼각형 59"/>
                <p:cNvSpPr/>
                <p:nvPr/>
              </p:nvSpPr>
              <p:spPr>
                <a:xfrm rot="10800000">
                  <a:off x="6145721" y="1635646"/>
                  <a:ext cx="1252939" cy="1080120"/>
                </a:xfrm>
                <a:prstGeom prst="triangle">
                  <a:avLst>
                    <a:gd name="adj" fmla="val 10745"/>
                  </a:avLst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4" name="타원 63"/>
              <p:cNvSpPr/>
              <p:nvPr/>
            </p:nvSpPr>
            <p:spPr>
              <a:xfrm>
                <a:off x="6078941" y="1576060"/>
                <a:ext cx="133561" cy="1335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1</a:t>
                </a:r>
                <a:endParaRPr lang="ko-KR" altLang="en-US" sz="1000" dirty="0"/>
              </a:p>
            </p:txBody>
          </p:sp>
          <p:sp>
            <p:nvSpPr>
              <p:cNvPr id="65" name="타원 64"/>
              <p:cNvSpPr/>
              <p:nvPr/>
            </p:nvSpPr>
            <p:spPr>
              <a:xfrm>
                <a:off x="7317501" y="1576060"/>
                <a:ext cx="133561" cy="1335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</a:t>
                </a:r>
                <a:endParaRPr lang="ko-KR" altLang="en-US" sz="1000" dirty="0"/>
              </a:p>
            </p:txBody>
          </p:sp>
          <p:sp>
            <p:nvSpPr>
              <p:cNvPr id="66" name="타원 65"/>
              <p:cNvSpPr/>
              <p:nvPr/>
            </p:nvSpPr>
            <p:spPr>
              <a:xfrm>
                <a:off x="5959758" y="2648985"/>
                <a:ext cx="133561" cy="1335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3</a:t>
                </a:r>
                <a:endParaRPr lang="ko-KR" altLang="en-US" sz="1000" dirty="0"/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7183940" y="2660378"/>
                <a:ext cx="133561" cy="1335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4</a:t>
                </a:r>
                <a:endParaRPr lang="ko-KR" altLang="en-US" sz="1000" dirty="0"/>
              </a:p>
            </p:txBody>
          </p:sp>
        </p:grpSp>
        <p:cxnSp>
          <p:nvCxnSpPr>
            <p:cNvPr id="28" name="직선 화살표 연결선 27"/>
            <p:cNvCxnSpPr/>
            <p:nvPr/>
          </p:nvCxnSpPr>
          <p:spPr>
            <a:xfrm flipH="1">
              <a:off x="5868144" y="1709621"/>
              <a:ext cx="137930" cy="950757"/>
            </a:xfrm>
            <a:prstGeom prst="straightConnector1">
              <a:avLst/>
            </a:prstGeom>
            <a:ln w="9525"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/>
            <p:nvPr/>
          </p:nvCxnSpPr>
          <p:spPr>
            <a:xfrm>
              <a:off x="6145721" y="2847237"/>
              <a:ext cx="1038219" cy="0"/>
            </a:xfrm>
            <a:prstGeom prst="straightConnector1">
              <a:avLst/>
            </a:prstGeom>
            <a:ln w="9525"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/>
            <p:cNvCxnSpPr/>
            <p:nvPr/>
          </p:nvCxnSpPr>
          <p:spPr>
            <a:xfrm flipV="1">
              <a:off x="7398660" y="1753185"/>
              <a:ext cx="145274" cy="883334"/>
            </a:xfrm>
            <a:prstGeom prst="straightConnector1">
              <a:avLst/>
            </a:prstGeom>
            <a:ln w="9525"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/>
            <p:cNvCxnSpPr/>
            <p:nvPr/>
          </p:nvCxnSpPr>
          <p:spPr>
            <a:xfrm flipH="1">
              <a:off x="6299237" y="1444964"/>
              <a:ext cx="945905" cy="0"/>
            </a:xfrm>
            <a:prstGeom prst="straightConnector1">
              <a:avLst/>
            </a:prstGeom>
            <a:ln w="9525"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화살표 연결선 89"/>
            <p:cNvCxnSpPr/>
            <p:nvPr/>
          </p:nvCxnSpPr>
          <p:spPr>
            <a:xfrm>
              <a:off x="6404396" y="1709621"/>
              <a:ext cx="779544" cy="725804"/>
            </a:xfrm>
            <a:prstGeom prst="straightConnector1">
              <a:avLst/>
            </a:prstGeom>
            <a:ln w="9525"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/>
            <p:cNvCxnSpPr/>
            <p:nvPr/>
          </p:nvCxnSpPr>
          <p:spPr>
            <a:xfrm flipH="1" flipV="1">
              <a:off x="6212503" y="1851671"/>
              <a:ext cx="789376" cy="762549"/>
            </a:xfrm>
            <a:prstGeom prst="straightConnector1">
              <a:avLst/>
            </a:prstGeom>
            <a:ln w="9525"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TextBox 96"/>
          <p:cNvSpPr txBox="1"/>
          <p:nvPr/>
        </p:nvSpPr>
        <p:spPr>
          <a:xfrm>
            <a:off x="5220072" y="3899223"/>
            <a:ext cx="2517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#</a:t>
            </a:r>
            <a:r>
              <a:rPr lang="ko-KR" altLang="en-US" sz="1000" dirty="0"/>
              <a:t>평면의 </a:t>
            </a:r>
            <a:r>
              <a:rPr lang="ko-KR" altLang="en-US" sz="1000" dirty="0" err="1"/>
              <a:t>버텍스버퍼와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인덱스버퍼</a:t>
            </a:r>
            <a:endParaRPr lang="ko-KR" alt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166638" y="1071218"/>
            <a:ext cx="4981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※</a:t>
            </a:r>
            <a:r>
              <a:rPr lang="ko-KR" altLang="en-US" sz="1200" dirty="0">
                <a:solidFill>
                  <a:srgbClr val="FF0000"/>
                </a:solidFill>
              </a:rPr>
              <a:t>평면의 방향이 결정되는 원리</a:t>
            </a:r>
            <a:r>
              <a:rPr lang="en-US" altLang="ko-KR" sz="1200" dirty="0">
                <a:solidFill>
                  <a:srgbClr val="FF0000"/>
                </a:solidFill>
              </a:rPr>
              <a:t> - </a:t>
            </a:r>
            <a:r>
              <a:rPr lang="ko-KR" altLang="en-US" sz="1200" dirty="0" err="1">
                <a:solidFill>
                  <a:srgbClr val="FF0000"/>
                </a:solidFill>
              </a:rPr>
              <a:t>게임수학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벡터의 내적 참조 </a:t>
            </a:r>
            <a:r>
              <a:rPr lang="ko-KR" altLang="en-US" sz="1200" dirty="0" err="1">
                <a:solidFill>
                  <a:srgbClr val="FF0000"/>
                </a:solidFill>
              </a:rPr>
              <a:t>할것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368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Matrices </a:t>
            </a:r>
            <a:r>
              <a:rPr lang="en-US" altLang="ko-KR" sz="1800" b="1" dirty="0"/>
              <a:t>#</a:t>
            </a:r>
            <a:r>
              <a:rPr lang="ko-KR" altLang="en-US" sz="1800" b="1" dirty="0"/>
              <a:t>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3427" y="2864193"/>
            <a:ext cx="5501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실습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컬링과</a:t>
            </a:r>
            <a:r>
              <a:rPr lang="ko-KR" altLang="en-US" dirty="0"/>
              <a:t> </a:t>
            </a:r>
            <a:r>
              <a:rPr lang="ko-KR" altLang="en-US" dirty="0" err="1"/>
              <a:t>깊이버퍼에</a:t>
            </a:r>
            <a:r>
              <a:rPr lang="ko-KR" altLang="en-US" dirty="0"/>
              <a:t> </a:t>
            </a:r>
            <a:r>
              <a:rPr lang="en-US" altLang="ko-KR"/>
              <a:t>On/Off</a:t>
            </a:r>
            <a:r>
              <a:rPr lang="ko-KR" altLang="en-US"/>
              <a:t> </a:t>
            </a:r>
            <a:r>
              <a:rPr lang="ko-KR" altLang="en-US" dirty="0"/>
              <a:t>하기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삼각형 축을 바꿔서 이동</a:t>
            </a:r>
            <a:r>
              <a:rPr lang="en-US" altLang="ko-KR" dirty="0"/>
              <a:t>/</a:t>
            </a:r>
            <a:r>
              <a:rPr lang="ko-KR" altLang="en-US" dirty="0"/>
              <a:t>회전</a:t>
            </a:r>
            <a:r>
              <a:rPr lang="en-US" altLang="ko-KR" dirty="0"/>
              <a:t>/</a:t>
            </a:r>
            <a:r>
              <a:rPr lang="ko-KR" altLang="en-US" dirty="0"/>
              <a:t>크기 변형하기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3" name="TextBox 22"/>
          <p:cNvSpPr txBox="1"/>
          <p:nvPr/>
        </p:nvSpPr>
        <p:spPr>
          <a:xfrm>
            <a:off x="419268" y="3857798"/>
            <a:ext cx="5893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문제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컬링은</a:t>
            </a:r>
            <a:r>
              <a:rPr lang="ko-KR" altLang="en-US" dirty="0"/>
              <a:t> 무엇인가</a:t>
            </a:r>
            <a:r>
              <a:rPr lang="en-US" altLang="ko-KR" dirty="0"/>
              <a:t>? </a:t>
            </a:r>
            <a:r>
              <a:rPr lang="ko-KR" altLang="en-US" dirty="0"/>
              <a:t>왜 해야하는가</a:t>
            </a:r>
            <a:r>
              <a:rPr lang="en-US" altLang="ko-KR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월드</a:t>
            </a:r>
            <a:r>
              <a:rPr lang="en-US" altLang="ko-KR" dirty="0"/>
              <a:t>, </a:t>
            </a:r>
            <a:r>
              <a:rPr lang="ko-KR" altLang="en-US" dirty="0"/>
              <a:t>뷰</a:t>
            </a:r>
            <a:r>
              <a:rPr lang="en-US" altLang="ko-KR" dirty="0"/>
              <a:t>, </a:t>
            </a:r>
            <a:r>
              <a:rPr lang="ko-KR" altLang="en-US" dirty="0" err="1"/>
              <a:t>프로젝션</a:t>
            </a:r>
            <a:r>
              <a:rPr lang="ko-KR" altLang="en-US" dirty="0"/>
              <a:t> 행렬은 무엇인가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3526"/>
            <a:ext cx="1664670" cy="1705414"/>
          </a:xfrm>
          <a:prstGeom prst="rect">
            <a:avLst/>
          </a:prstGeom>
        </p:spPr>
      </p:pic>
      <p:grpSp>
        <p:nvGrpSpPr>
          <p:cNvPr id="62" name="그룹 61"/>
          <p:cNvGrpSpPr/>
          <p:nvPr/>
        </p:nvGrpSpPr>
        <p:grpSpPr>
          <a:xfrm flipH="1">
            <a:off x="4788024" y="674571"/>
            <a:ext cx="3766508" cy="4106557"/>
            <a:chOff x="5314172" y="597853"/>
            <a:chExt cx="3722722" cy="4106557"/>
          </a:xfrm>
        </p:grpSpPr>
        <p:grpSp>
          <p:nvGrpSpPr>
            <p:cNvPr id="60" name="그룹 59"/>
            <p:cNvGrpSpPr/>
            <p:nvPr/>
          </p:nvGrpSpPr>
          <p:grpSpPr>
            <a:xfrm>
              <a:off x="5314172" y="597853"/>
              <a:ext cx="3722722" cy="4106557"/>
              <a:chOff x="5314172" y="597853"/>
              <a:chExt cx="3722722" cy="4106557"/>
            </a:xfrm>
          </p:grpSpPr>
          <p:grpSp>
            <p:nvGrpSpPr>
              <p:cNvPr id="55" name="그룹 54"/>
              <p:cNvGrpSpPr/>
              <p:nvPr/>
            </p:nvGrpSpPr>
            <p:grpSpPr>
              <a:xfrm>
                <a:off x="5314172" y="597853"/>
                <a:ext cx="1562084" cy="4106557"/>
                <a:chOff x="4711583" y="316875"/>
                <a:chExt cx="1562084" cy="4106557"/>
              </a:xfrm>
            </p:grpSpPr>
            <p:cxnSp>
              <p:nvCxnSpPr>
                <p:cNvPr id="27" name="직선 화살표 연결선 26"/>
                <p:cNvCxnSpPr>
                  <a:stCxn id="49" idx="2"/>
                  <a:endCxn id="50" idx="0"/>
                </p:cNvCxnSpPr>
                <p:nvPr/>
              </p:nvCxnSpPr>
              <p:spPr>
                <a:xfrm>
                  <a:off x="5492625" y="3074908"/>
                  <a:ext cx="2" cy="15018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직사각형 44"/>
                <p:cNvSpPr/>
                <p:nvPr/>
              </p:nvSpPr>
              <p:spPr>
                <a:xfrm>
                  <a:off x="4804171" y="316875"/>
                  <a:ext cx="1383804" cy="332113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CreateWindow</a:t>
                  </a:r>
                  <a:endParaRPr lang="ko-KR" altLang="en-US" sz="1000" dirty="0"/>
                </a:p>
              </p:txBody>
            </p:sp>
            <p:sp>
              <p:nvSpPr>
                <p:cNvPr id="46" name="직사각형 45"/>
                <p:cNvSpPr/>
                <p:nvPr/>
              </p:nvSpPr>
              <p:spPr>
                <a:xfrm>
                  <a:off x="4804171" y="815044"/>
                  <a:ext cx="1383804" cy="332113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5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InitD3D</a:t>
                  </a:r>
                  <a:endParaRPr lang="ko-KR" altLang="en-US" sz="10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4804171" y="1313213"/>
                  <a:ext cx="1383804" cy="332113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InitGeometry</a:t>
                  </a:r>
                  <a:endParaRPr lang="ko-KR" altLang="en-US" sz="1000" dirty="0"/>
                </a:p>
              </p:txBody>
            </p:sp>
            <p:sp>
              <p:nvSpPr>
                <p:cNvPr id="48" name="직사각형 47"/>
                <p:cNvSpPr/>
                <p:nvPr/>
              </p:nvSpPr>
              <p:spPr>
                <a:xfrm>
                  <a:off x="4804171" y="1809815"/>
                  <a:ext cx="1383804" cy="332113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UpdateWindow</a:t>
                  </a:r>
                  <a:endParaRPr lang="ko-KR" altLang="en-US" sz="1000" dirty="0"/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4800723" y="2742795"/>
                  <a:ext cx="1383804" cy="332113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Msg</a:t>
                  </a:r>
                  <a:r>
                    <a:rPr lang="en-US" altLang="ko-KR" sz="1000" dirty="0"/>
                    <a:t> Queue</a:t>
                  </a:r>
                  <a:endParaRPr lang="ko-KR" altLang="en-US" sz="1000" dirty="0"/>
                </a:p>
              </p:txBody>
            </p:sp>
            <p:sp>
              <p:nvSpPr>
                <p:cNvPr id="50" name="순서도: 판단 49"/>
                <p:cNvSpPr/>
                <p:nvPr/>
              </p:nvSpPr>
              <p:spPr>
                <a:xfrm>
                  <a:off x="4994457" y="3225092"/>
                  <a:ext cx="996339" cy="667547"/>
                </a:xfrm>
                <a:prstGeom prst="flowChartDecision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 dirty="0"/>
                    <a:t>Empty?</a:t>
                  </a:r>
                  <a:endParaRPr lang="ko-KR" altLang="en-US" sz="1000" dirty="0"/>
                </a:p>
              </p:txBody>
            </p:sp>
            <p:cxnSp>
              <p:nvCxnSpPr>
                <p:cNvPr id="32" name="직선 화살표 연결선 31"/>
                <p:cNvCxnSpPr>
                  <a:stCxn id="45" idx="2"/>
                  <a:endCxn id="46" idx="0"/>
                </p:cNvCxnSpPr>
                <p:nvPr/>
              </p:nvCxnSpPr>
              <p:spPr>
                <a:xfrm>
                  <a:off x="5496073" y="648988"/>
                  <a:ext cx="0" cy="1660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화살표 연결선 32"/>
                <p:cNvCxnSpPr>
                  <a:stCxn id="46" idx="2"/>
                  <a:endCxn id="47" idx="0"/>
                </p:cNvCxnSpPr>
                <p:nvPr/>
              </p:nvCxnSpPr>
              <p:spPr>
                <a:xfrm>
                  <a:off x="5496073" y="1147157"/>
                  <a:ext cx="0" cy="1660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화살표 연결선 33"/>
                <p:cNvCxnSpPr>
                  <a:stCxn id="47" idx="2"/>
                  <a:endCxn id="48" idx="0"/>
                </p:cNvCxnSpPr>
                <p:nvPr/>
              </p:nvCxnSpPr>
              <p:spPr>
                <a:xfrm>
                  <a:off x="5496073" y="1645325"/>
                  <a:ext cx="0" cy="1644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화살표 연결선 34"/>
                <p:cNvCxnSpPr>
                  <a:stCxn id="48" idx="2"/>
                  <a:endCxn id="40" idx="0"/>
                </p:cNvCxnSpPr>
                <p:nvPr/>
              </p:nvCxnSpPr>
              <p:spPr>
                <a:xfrm flipH="1">
                  <a:off x="5492625" y="2141928"/>
                  <a:ext cx="3448" cy="12966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직사각형 39"/>
                <p:cNvSpPr/>
                <p:nvPr/>
              </p:nvSpPr>
              <p:spPr>
                <a:xfrm>
                  <a:off x="4800724" y="2271595"/>
                  <a:ext cx="1383804" cy="332113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ShowWindow</a:t>
                  </a:r>
                  <a:endParaRPr lang="ko-KR" altLang="en-US" sz="1000" dirty="0"/>
                </a:p>
              </p:txBody>
            </p:sp>
            <p:cxnSp>
              <p:nvCxnSpPr>
                <p:cNvPr id="41" name="직선 화살표 연결선 40"/>
                <p:cNvCxnSpPr>
                  <a:stCxn id="40" idx="2"/>
                  <a:endCxn id="49" idx="0"/>
                </p:cNvCxnSpPr>
                <p:nvPr/>
              </p:nvCxnSpPr>
              <p:spPr>
                <a:xfrm flipH="1">
                  <a:off x="5492625" y="2603708"/>
                  <a:ext cx="1" cy="13908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순서도: 종속 처리 7"/>
                <p:cNvSpPr/>
                <p:nvPr/>
              </p:nvSpPr>
              <p:spPr>
                <a:xfrm>
                  <a:off x="4711583" y="4042823"/>
                  <a:ext cx="1562084" cy="380609"/>
                </a:xfrm>
                <a:prstGeom prst="flowChartPredefinedProcess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Render</a:t>
                  </a:r>
                  <a:endParaRPr lang="ko-KR" altLang="en-US" sz="1000" dirty="0"/>
                </a:p>
              </p:txBody>
            </p:sp>
          </p:grpSp>
          <p:sp>
            <p:nvSpPr>
              <p:cNvPr id="56" name="사각형 설명선 55"/>
              <p:cNvSpPr/>
              <p:nvPr/>
            </p:nvSpPr>
            <p:spPr>
              <a:xfrm rot="5400000">
                <a:off x="7862552" y="3530068"/>
                <a:ext cx="620492" cy="1728192"/>
              </a:xfrm>
              <a:prstGeom prst="wedgeRectCallout">
                <a:avLst>
                  <a:gd name="adj1" fmla="val 7268"/>
                  <a:gd name="adj2" fmla="val 69617"/>
                </a:avLst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9" name="그룹 58"/>
              <p:cNvGrpSpPr/>
              <p:nvPr/>
            </p:nvGrpSpPr>
            <p:grpSpPr>
              <a:xfrm>
                <a:off x="7440547" y="4173615"/>
                <a:ext cx="1424153" cy="384822"/>
                <a:chOff x="7440547" y="4173615"/>
                <a:chExt cx="1424153" cy="384822"/>
              </a:xfrm>
            </p:grpSpPr>
            <p:sp>
              <p:nvSpPr>
                <p:cNvPr id="52" name="직사각형 51"/>
                <p:cNvSpPr/>
                <p:nvPr/>
              </p:nvSpPr>
              <p:spPr>
                <a:xfrm>
                  <a:off x="7480896" y="4225645"/>
                  <a:ext cx="1383804" cy="33279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SetupMatrices</a:t>
                  </a:r>
                  <a:endParaRPr lang="ko-KR" altLang="en-US" sz="1000" dirty="0"/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7440547" y="4173615"/>
                  <a:ext cx="43204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dirty="0">
                      <a:solidFill>
                        <a:srgbClr val="FF0000"/>
                      </a:solidFill>
                    </a:rPr>
                    <a:t>new</a:t>
                  </a:r>
                  <a:endParaRPr lang="ko-KR" altLang="en-US" sz="1000" dirty="0">
                    <a:solidFill>
                      <a:srgbClr val="FF0000"/>
                    </a:solidFill>
                  </a:endParaRPr>
                </a:p>
              </p:txBody>
            </p:sp>
          </p:grpSp>
        </p:grpSp>
        <p:sp>
          <p:nvSpPr>
            <p:cNvPr id="61" name="TextBox 60"/>
            <p:cNvSpPr txBox="1"/>
            <p:nvPr/>
          </p:nvSpPr>
          <p:spPr>
            <a:xfrm>
              <a:off x="5334450" y="1547004"/>
              <a:ext cx="6598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rgbClr val="00B0F0"/>
                  </a:solidFill>
                </a:rPr>
                <a:t>change</a:t>
              </a:r>
              <a:endParaRPr lang="ko-KR" altLang="en-US" sz="1000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70" name="꺾인 연결선 69"/>
          <p:cNvCxnSpPr>
            <a:stCxn id="50" idx="3"/>
            <a:endCxn id="49" idx="3"/>
          </p:cNvCxnSpPr>
          <p:nvPr/>
        </p:nvCxnSpPr>
        <p:spPr>
          <a:xfrm rot="10800000">
            <a:off x="7064263" y="3266548"/>
            <a:ext cx="196010" cy="650014"/>
          </a:xfrm>
          <a:prstGeom prst="bentConnector3">
            <a:avLst>
              <a:gd name="adj1" fmla="val 2166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50" idx="2"/>
            <a:endCxn id="8" idx="0"/>
          </p:cNvCxnSpPr>
          <p:nvPr/>
        </p:nvCxnSpPr>
        <p:spPr>
          <a:xfrm>
            <a:off x="7764302" y="4250335"/>
            <a:ext cx="1" cy="150184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8" idx="1"/>
            <a:endCxn id="49" idx="1"/>
          </p:cNvCxnSpPr>
          <p:nvPr/>
        </p:nvCxnSpPr>
        <p:spPr>
          <a:xfrm flipH="1" flipV="1">
            <a:off x="8464343" y="3266548"/>
            <a:ext cx="90189" cy="1324276"/>
          </a:xfrm>
          <a:prstGeom prst="bentConnector3">
            <a:avLst>
              <a:gd name="adj1" fmla="val -25346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flipH="1">
            <a:off x="7886926" y="1145771"/>
            <a:ext cx="6676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B0F0"/>
                </a:solidFill>
              </a:rPr>
              <a:t>change</a:t>
            </a:r>
            <a:endParaRPr lang="ko-KR" altLang="en-US" sz="1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273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 err="1"/>
              <a:t>컬링</a:t>
            </a:r>
            <a:r>
              <a:rPr lang="en-US" altLang="ko-KR" dirty="0"/>
              <a:t> </a:t>
            </a:r>
            <a:r>
              <a:rPr lang="en-US" altLang="ko-KR" sz="2200" dirty="0"/>
              <a:t>#</a:t>
            </a:r>
            <a:r>
              <a:rPr lang="en-US" altLang="ko-KR" sz="2400" dirty="0"/>
              <a:t> Matrices</a:t>
            </a:r>
            <a:endParaRPr lang="ko-KR" altLang="en-US" sz="2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9" y="4367139"/>
            <a:ext cx="6057900" cy="504825"/>
          </a:xfrm>
          <a:prstGeom prst="rect">
            <a:avLst/>
          </a:prstGeom>
        </p:spPr>
      </p:pic>
      <p:grpSp>
        <p:nvGrpSpPr>
          <p:cNvPr id="20" name="그룹 19"/>
          <p:cNvGrpSpPr/>
          <p:nvPr/>
        </p:nvGrpSpPr>
        <p:grpSpPr>
          <a:xfrm>
            <a:off x="611560" y="1167052"/>
            <a:ext cx="2206544" cy="3011338"/>
            <a:chOff x="2659073" y="1360904"/>
            <a:chExt cx="2206544" cy="301133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7312" y="1645301"/>
              <a:ext cx="1877931" cy="1923894"/>
            </a:xfrm>
            <a:prstGeom prst="rect">
              <a:avLst/>
            </a:prstGeom>
          </p:spPr>
        </p:pic>
        <p:sp>
          <p:nvSpPr>
            <p:cNvPr id="102" name="TextBox 101"/>
            <p:cNvSpPr txBox="1"/>
            <p:nvPr/>
          </p:nvSpPr>
          <p:spPr>
            <a:xfrm>
              <a:off x="2659073" y="1360904"/>
              <a:ext cx="18954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#</a:t>
              </a:r>
              <a:r>
                <a:rPr lang="ko-KR" altLang="en-US" sz="1000" dirty="0" err="1"/>
                <a:t>컬링</a:t>
              </a:r>
              <a:r>
                <a:rPr lang="ko-KR" altLang="en-US" sz="1000" dirty="0"/>
                <a:t> 끄기</a:t>
              </a: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3802838" y="3856261"/>
              <a:ext cx="1062779" cy="479134"/>
              <a:chOff x="3804198" y="3724025"/>
              <a:chExt cx="1062779" cy="479134"/>
            </a:xfrm>
          </p:grpSpPr>
          <p:sp>
            <p:nvSpPr>
              <p:cNvPr id="133" name="TextBox 132"/>
              <p:cNvSpPr txBox="1"/>
              <p:nvPr/>
            </p:nvSpPr>
            <p:spPr>
              <a:xfrm>
                <a:off x="4262924" y="3956938"/>
                <a:ext cx="60405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/>
                  <a:t>카메라</a:t>
                </a:r>
              </a:p>
            </p:txBody>
          </p:sp>
          <p:grpSp>
            <p:nvGrpSpPr>
              <p:cNvPr id="13" name="그룹 12"/>
              <p:cNvGrpSpPr/>
              <p:nvPr/>
            </p:nvGrpSpPr>
            <p:grpSpPr>
              <a:xfrm rot="5400000">
                <a:off x="4025455" y="3502768"/>
                <a:ext cx="311560" cy="754074"/>
                <a:chOff x="5195246" y="1529644"/>
                <a:chExt cx="311560" cy="754074"/>
              </a:xfrm>
            </p:grpSpPr>
            <p:sp>
              <p:nvSpPr>
                <p:cNvPr id="131" name="이등변 삼각형 130"/>
                <p:cNvSpPr/>
                <p:nvPr/>
              </p:nvSpPr>
              <p:spPr>
                <a:xfrm>
                  <a:off x="5195246" y="1529644"/>
                  <a:ext cx="311560" cy="340112"/>
                </a:xfrm>
                <a:prstGeom prst="triangle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1" name="직선 화살표 연결선 10"/>
                <p:cNvCxnSpPr>
                  <a:stCxn id="131" idx="3"/>
                </p:cNvCxnSpPr>
                <p:nvPr/>
              </p:nvCxnSpPr>
              <p:spPr>
                <a:xfrm flipH="1">
                  <a:off x="5350264" y="1869756"/>
                  <a:ext cx="762" cy="413962"/>
                </a:xfrm>
                <a:prstGeom prst="straightConnector1">
                  <a:avLst/>
                </a:prstGeom>
                <a:ln w="12700"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" name="그룹 17"/>
            <p:cNvGrpSpPr/>
            <p:nvPr/>
          </p:nvGrpSpPr>
          <p:grpSpPr>
            <a:xfrm>
              <a:off x="2977651" y="3795919"/>
              <a:ext cx="596413" cy="576323"/>
              <a:chOff x="5940152" y="3413247"/>
              <a:chExt cx="1275235" cy="1232279"/>
            </a:xfrm>
          </p:grpSpPr>
          <p:sp>
            <p:nvSpPr>
              <p:cNvPr id="192" name="자유형 191"/>
              <p:cNvSpPr/>
              <p:nvPr/>
            </p:nvSpPr>
            <p:spPr>
              <a:xfrm rot="10800000" flipV="1">
                <a:off x="5953777" y="3413247"/>
                <a:ext cx="1232273" cy="356270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자유형 192"/>
              <p:cNvSpPr/>
              <p:nvPr/>
            </p:nvSpPr>
            <p:spPr>
              <a:xfrm rot="5400000">
                <a:off x="6404348" y="3834486"/>
                <a:ext cx="1232278" cy="389801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/>
              <p:cNvSpPr/>
              <p:nvPr/>
            </p:nvSpPr>
            <p:spPr>
              <a:xfrm>
                <a:off x="5940152" y="3796765"/>
                <a:ext cx="864001" cy="84228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7" name="그룹 6"/>
          <p:cNvGrpSpPr/>
          <p:nvPr/>
        </p:nvGrpSpPr>
        <p:grpSpPr>
          <a:xfrm>
            <a:off x="3255214" y="1171086"/>
            <a:ext cx="1976058" cy="2209834"/>
            <a:chOff x="440448" y="1914239"/>
            <a:chExt cx="1976058" cy="220983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7336" y="2198636"/>
              <a:ext cx="1879437" cy="1925437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40448" y="1914239"/>
              <a:ext cx="1976058" cy="2529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#</a:t>
              </a:r>
              <a:r>
                <a:rPr lang="ko-KR" altLang="en-US" sz="1000" dirty="0" err="1"/>
                <a:t>컬링</a:t>
              </a:r>
              <a:r>
                <a:rPr lang="ko-KR" altLang="en-US" sz="1000" dirty="0"/>
                <a:t> 켜기</a:t>
              </a:r>
            </a:p>
          </p:txBody>
        </p:sp>
      </p:grpSp>
      <p:grpSp>
        <p:nvGrpSpPr>
          <p:cNvPr id="187" name="그룹 186"/>
          <p:cNvGrpSpPr/>
          <p:nvPr/>
        </p:nvGrpSpPr>
        <p:grpSpPr>
          <a:xfrm>
            <a:off x="4154795" y="3677034"/>
            <a:ext cx="1049031" cy="479134"/>
            <a:chOff x="3804198" y="3724025"/>
            <a:chExt cx="1049031" cy="479134"/>
          </a:xfrm>
        </p:grpSpPr>
        <p:sp>
          <p:nvSpPr>
            <p:cNvPr id="188" name="TextBox 187"/>
            <p:cNvSpPr txBox="1"/>
            <p:nvPr/>
          </p:nvSpPr>
          <p:spPr>
            <a:xfrm>
              <a:off x="4262925" y="3956938"/>
              <a:ext cx="5903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카메라</a:t>
              </a:r>
            </a:p>
          </p:txBody>
        </p:sp>
        <p:grpSp>
          <p:nvGrpSpPr>
            <p:cNvPr id="189" name="그룹 188"/>
            <p:cNvGrpSpPr/>
            <p:nvPr/>
          </p:nvGrpSpPr>
          <p:grpSpPr>
            <a:xfrm rot="5400000">
              <a:off x="4025455" y="3502768"/>
              <a:ext cx="311560" cy="754074"/>
              <a:chOff x="5195246" y="1529644"/>
              <a:chExt cx="311560" cy="754074"/>
            </a:xfrm>
          </p:grpSpPr>
          <p:sp>
            <p:nvSpPr>
              <p:cNvPr id="190" name="이등변 삼각형 189"/>
              <p:cNvSpPr/>
              <p:nvPr/>
            </p:nvSpPr>
            <p:spPr>
              <a:xfrm>
                <a:off x="5195246" y="1529644"/>
                <a:ext cx="311560" cy="340112"/>
              </a:xfrm>
              <a:prstGeom prst="triangl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1" name="직선 화살표 연결선 190"/>
              <p:cNvCxnSpPr>
                <a:stCxn id="190" idx="3"/>
              </p:cNvCxnSpPr>
              <p:nvPr/>
            </p:nvCxnSpPr>
            <p:spPr>
              <a:xfrm flipH="1">
                <a:off x="5350264" y="1869756"/>
                <a:ext cx="762" cy="413962"/>
              </a:xfrm>
              <a:prstGeom prst="straightConnector1">
                <a:avLst/>
              </a:prstGeom>
              <a:ln w="12700"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그룹 20"/>
          <p:cNvGrpSpPr/>
          <p:nvPr/>
        </p:nvGrpSpPr>
        <p:grpSpPr>
          <a:xfrm>
            <a:off x="3352771" y="3580042"/>
            <a:ext cx="585610" cy="559856"/>
            <a:chOff x="3352771" y="3754596"/>
            <a:chExt cx="585610" cy="559856"/>
          </a:xfrm>
        </p:grpSpPr>
        <p:sp>
          <p:nvSpPr>
            <p:cNvPr id="204" name="자유형 203"/>
            <p:cNvSpPr/>
            <p:nvPr/>
          </p:nvSpPr>
          <p:spPr>
            <a:xfrm rot="10800000" flipV="1">
              <a:off x="3359141" y="3755343"/>
              <a:ext cx="576320" cy="166623"/>
            </a:xfrm>
            <a:custGeom>
              <a:avLst/>
              <a:gdLst>
                <a:gd name="connsiteX0" fmla="*/ 0 w 914400"/>
                <a:gd name="connsiteY0" fmla="*/ 0 h 289249"/>
                <a:gd name="connsiteX1" fmla="*/ 625151 w 914400"/>
                <a:gd name="connsiteY1" fmla="*/ 0 h 289249"/>
                <a:gd name="connsiteX2" fmla="*/ 914400 w 914400"/>
                <a:gd name="connsiteY2" fmla="*/ 289249 h 289249"/>
                <a:gd name="connsiteX3" fmla="*/ 279919 w 914400"/>
                <a:gd name="connsiteY3" fmla="*/ 289249 h 289249"/>
                <a:gd name="connsiteX4" fmla="*/ 0 w 914400"/>
                <a:gd name="connsiteY4" fmla="*/ 0 h 289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289249">
                  <a:moveTo>
                    <a:pt x="0" y="0"/>
                  </a:moveTo>
                  <a:lnTo>
                    <a:pt x="625151" y="0"/>
                  </a:lnTo>
                  <a:lnTo>
                    <a:pt x="914400" y="289249"/>
                  </a:lnTo>
                  <a:lnTo>
                    <a:pt x="279919" y="28924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직사각형 207"/>
            <p:cNvSpPr/>
            <p:nvPr/>
          </p:nvSpPr>
          <p:spPr>
            <a:xfrm>
              <a:off x="3352771" y="3920525"/>
              <a:ext cx="404084" cy="39392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자유형 209"/>
            <p:cNvSpPr/>
            <p:nvPr/>
          </p:nvSpPr>
          <p:spPr>
            <a:xfrm rot="10800000" flipV="1">
              <a:off x="3359142" y="4140769"/>
              <a:ext cx="576320" cy="166623"/>
            </a:xfrm>
            <a:custGeom>
              <a:avLst/>
              <a:gdLst>
                <a:gd name="connsiteX0" fmla="*/ 0 w 914400"/>
                <a:gd name="connsiteY0" fmla="*/ 0 h 289249"/>
                <a:gd name="connsiteX1" fmla="*/ 625151 w 914400"/>
                <a:gd name="connsiteY1" fmla="*/ 0 h 289249"/>
                <a:gd name="connsiteX2" fmla="*/ 914400 w 914400"/>
                <a:gd name="connsiteY2" fmla="*/ 289249 h 289249"/>
                <a:gd name="connsiteX3" fmla="*/ 279919 w 914400"/>
                <a:gd name="connsiteY3" fmla="*/ 289249 h 289249"/>
                <a:gd name="connsiteX4" fmla="*/ 0 w 914400"/>
                <a:gd name="connsiteY4" fmla="*/ 0 h 289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289249">
                  <a:moveTo>
                    <a:pt x="0" y="0"/>
                  </a:moveTo>
                  <a:lnTo>
                    <a:pt x="625151" y="0"/>
                  </a:lnTo>
                  <a:lnTo>
                    <a:pt x="914400" y="289249"/>
                  </a:lnTo>
                  <a:lnTo>
                    <a:pt x="279919" y="28924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/>
            <p:cNvSpPr/>
            <p:nvPr/>
          </p:nvSpPr>
          <p:spPr>
            <a:xfrm>
              <a:off x="3534297" y="3754596"/>
              <a:ext cx="404084" cy="39392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6" name="자유형 205"/>
          <p:cNvSpPr/>
          <p:nvPr/>
        </p:nvSpPr>
        <p:spPr>
          <a:xfrm rot="5400000">
            <a:off x="3548482" y="3753344"/>
            <a:ext cx="609747" cy="207851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3255214" y="4147021"/>
            <a:ext cx="5981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rgbClr val="FF0000"/>
                </a:solidFill>
              </a:rPr>
              <a:t>제거면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821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 err="1"/>
              <a:t>랜더링과</a:t>
            </a:r>
            <a:r>
              <a:rPr lang="ko-KR" altLang="en-US" dirty="0"/>
              <a:t> </a:t>
            </a:r>
            <a:r>
              <a:rPr lang="ko-KR" altLang="en-US" dirty="0" err="1"/>
              <a:t>플리커방지</a:t>
            </a:r>
            <a:r>
              <a:rPr lang="ko-KR" altLang="en-US" dirty="0"/>
              <a:t> </a:t>
            </a:r>
            <a:r>
              <a:rPr lang="en-US" altLang="ko-KR" sz="2200" dirty="0"/>
              <a:t>#Matrices</a:t>
            </a:r>
            <a:endParaRPr lang="ko-KR" altLang="en-US" sz="2200" dirty="0"/>
          </a:p>
        </p:txBody>
      </p:sp>
      <p:sp>
        <p:nvSpPr>
          <p:cNvPr id="25" name="TextBox 24"/>
          <p:cNvSpPr txBox="1"/>
          <p:nvPr/>
        </p:nvSpPr>
        <p:spPr>
          <a:xfrm>
            <a:off x="287524" y="4220937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후면버퍼</a:t>
            </a:r>
            <a:r>
              <a:rPr lang="ko-KR" altLang="en-US" dirty="0" err="1"/>
              <a:t>에</a:t>
            </a:r>
            <a:r>
              <a:rPr lang="ko-KR" altLang="en-US" dirty="0"/>
              <a:t> 그림을 그리고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전면버퍼</a:t>
            </a:r>
            <a:r>
              <a:rPr lang="ko-KR" altLang="en-US" dirty="0" err="1"/>
              <a:t>와</a:t>
            </a:r>
            <a:r>
              <a:rPr lang="ko-KR" altLang="en-US" dirty="0"/>
              <a:t> 교환하여 </a:t>
            </a:r>
            <a:r>
              <a:rPr lang="ko-KR" altLang="en-US" dirty="0" err="1">
                <a:solidFill>
                  <a:srgbClr val="FF0000"/>
                </a:solidFill>
              </a:rPr>
              <a:t>플리커현상</a:t>
            </a:r>
            <a:r>
              <a:rPr lang="ko-KR" altLang="en-US" dirty="0" err="1"/>
              <a:t>을</a:t>
            </a:r>
            <a:r>
              <a:rPr lang="ko-KR" altLang="en-US" dirty="0"/>
              <a:t> 막는다</a:t>
            </a:r>
            <a:r>
              <a:rPr lang="en-US" altLang="ko-KR" dirty="0"/>
              <a:t>.</a:t>
            </a:r>
          </a:p>
        </p:txBody>
      </p:sp>
      <p:grpSp>
        <p:nvGrpSpPr>
          <p:cNvPr id="22" name="그룹 21"/>
          <p:cNvGrpSpPr/>
          <p:nvPr/>
        </p:nvGrpSpPr>
        <p:grpSpPr>
          <a:xfrm>
            <a:off x="539552" y="1214692"/>
            <a:ext cx="3069672" cy="2791777"/>
            <a:chOff x="5617128" y="1231756"/>
            <a:chExt cx="3069672" cy="2791777"/>
          </a:xfrm>
        </p:grpSpPr>
        <p:grpSp>
          <p:nvGrpSpPr>
            <p:cNvPr id="3" name="그룹 2"/>
            <p:cNvGrpSpPr/>
            <p:nvPr/>
          </p:nvGrpSpPr>
          <p:grpSpPr>
            <a:xfrm>
              <a:off x="5617128" y="1231756"/>
              <a:ext cx="3069672" cy="2535725"/>
              <a:chOff x="5617128" y="1231756"/>
              <a:chExt cx="3069672" cy="2535725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5724128" y="1231756"/>
                <a:ext cx="1584176" cy="1132231"/>
                <a:chOff x="5940152" y="1295503"/>
                <a:chExt cx="1584176" cy="1132231"/>
              </a:xfrm>
            </p:grpSpPr>
            <p:sp>
              <p:nvSpPr>
                <p:cNvPr id="4" name="직사각형 3"/>
                <p:cNvSpPr/>
                <p:nvPr/>
              </p:nvSpPr>
              <p:spPr>
                <a:xfrm>
                  <a:off x="5940152" y="1295503"/>
                  <a:ext cx="1584176" cy="1132231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이등변 삼각형 20"/>
                <p:cNvSpPr/>
                <p:nvPr/>
              </p:nvSpPr>
              <p:spPr>
                <a:xfrm>
                  <a:off x="6372200" y="1461160"/>
                  <a:ext cx="720080" cy="792088"/>
                </a:xfrm>
                <a:prstGeom prst="triangl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8CFF01"/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7102624" y="2392421"/>
                <a:ext cx="1584176" cy="1132231"/>
                <a:chOff x="6944032" y="2093892"/>
                <a:chExt cx="1584176" cy="1132231"/>
              </a:xfrm>
            </p:grpSpPr>
            <p:sp>
              <p:nvSpPr>
                <p:cNvPr id="29" name="직사각형 28"/>
                <p:cNvSpPr/>
                <p:nvPr/>
              </p:nvSpPr>
              <p:spPr>
                <a:xfrm>
                  <a:off x="6944032" y="2093892"/>
                  <a:ext cx="1584176" cy="1132231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" name="이등변 삼각형 29"/>
                <p:cNvSpPr/>
                <p:nvPr/>
              </p:nvSpPr>
              <p:spPr>
                <a:xfrm>
                  <a:off x="7486208" y="2263963"/>
                  <a:ext cx="499824" cy="792088"/>
                </a:xfrm>
                <a:prstGeom prst="triangl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8CFF01"/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3" name="TextBox 32"/>
              <p:cNvSpPr txBox="1"/>
              <p:nvPr/>
            </p:nvSpPr>
            <p:spPr>
              <a:xfrm>
                <a:off x="5617128" y="2378415"/>
                <a:ext cx="122413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/>
                  <a:t>전면 버퍼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7032732" y="3521260"/>
                <a:ext cx="122413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/>
                  <a:t>후면 버퍼</a:t>
                </a:r>
              </a:p>
            </p:txBody>
          </p:sp>
          <p:sp>
            <p:nvSpPr>
              <p:cNvPr id="35" name="위로 구부러진 화살표 34"/>
              <p:cNvSpPr/>
              <p:nvPr/>
            </p:nvSpPr>
            <p:spPr>
              <a:xfrm rot="3031914">
                <a:off x="6592555" y="2552157"/>
                <a:ext cx="432048" cy="315509"/>
              </a:xfrm>
              <a:prstGeom prst="curvedUpArrow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위로 구부러진 화살표 35"/>
              <p:cNvSpPr/>
              <p:nvPr/>
            </p:nvSpPr>
            <p:spPr>
              <a:xfrm rot="14173693">
                <a:off x="7428776" y="1897970"/>
                <a:ext cx="432048" cy="315509"/>
              </a:xfrm>
              <a:prstGeom prst="curvedUpArrow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9" name="TextBox 58"/>
            <p:cNvSpPr txBox="1"/>
            <p:nvPr/>
          </p:nvSpPr>
          <p:spPr>
            <a:xfrm>
              <a:off x="5653994" y="3777312"/>
              <a:ext cx="26028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#</a:t>
              </a:r>
              <a:r>
                <a:rPr lang="ko-KR" altLang="en-US" sz="1000" dirty="0"/>
                <a:t>버퍼를 이용한 </a:t>
              </a:r>
              <a:r>
                <a:rPr lang="ko-KR" altLang="en-US" sz="1000" dirty="0" err="1"/>
                <a:t>플리커현상</a:t>
              </a:r>
              <a:r>
                <a:rPr lang="ko-KR" altLang="en-US" sz="1000" dirty="0"/>
                <a:t> 방지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6918885" y="4684597"/>
            <a:ext cx="2225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</a:t>
            </a:r>
            <a:r>
              <a:rPr lang="ko-KR" altLang="en-US" sz="800" dirty="0" err="1">
                <a:solidFill>
                  <a:srgbClr val="FF0000"/>
                </a:solidFill>
              </a:rPr>
              <a:t>플리커현상</a:t>
            </a:r>
            <a:r>
              <a:rPr lang="en-US" altLang="ko-KR" sz="800" dirty="0">
                <a:solidFill>
                  <a:srgbClr val="FF0000"/>
                </a:solidFill>
              </a:rPr>
              <a:t>: </a:t>
            </a:r>
            <a:r>
              <a:rPr lang="ko-KR" altLang="en-US" sz="800" dirty="0">
                <a:solidFill>
                  <a:srgbClr val="FF0000"/>
                </a:solidFill>
              </a:rPr>
              <a:t>화면이 깜박이는 현상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*</a:t>
            </a:r>
            <a:r>
              <a:rPr lang="ko-KR" altLang="en-US" sz="800" dirty="0" err="1">
                <a:solidFill>
                  <a:srgbClr val="FF0000"/>
                </a:solidFill>
              </a:rPr>
              <a:t>전면버퍼</a:t>
            </a:r>
            <a:r>
              <a:rPr lang="en-US" altLang="ko-KR" sz="800" dirty="0">
                <a:solidFill>
                  <a:srgbClr val="FF0000"/>
                </a:solidFill>
              </a:rPr>
              <a:t>: </a:t>
            </a:r>
            <a:r>
              <a:rPr lang="ko-KR" altLang="en-US" sz="800" dirty="0">
                <a:solidFill>
                  <a:srgbClr val="FF0000"/>
                </a:solidFill>
              </a:rPr>
              <a:t>현제 프레임을 저장한 버퍼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>
                <a:solidFill>
                  <a:srgbClr val="FF0000"/>
                </a:solidFill>
              </a:rPr>
              <a:t>*</a:t>
            </a:r>
            <a:r>
              <a:rPr lang="ko-KR" altLang="en-US" sz="800" dirty="0" err="1">
                <a:solidFill>
                  <a:srgbClr val="FF0000"/>
                </a:solidFill>
              </a:rPr>
              <a:t>후면버퍼</a:t>
            </a:r>
            <a:r>
              <a:rPr lang="en-US" altLang="ko-KR" sz="800" dirty="0">
                <a:solidFill>
                  <a:srgbClr val="FF0000"/>
                </a:solidFill>
              </a:rPr>
              <a:t>: </a:t>
            </a:r>
            <a:r>
              <a:rPr lang="ko-KR" altLang="en-US" sz="800" dirty="0">
                <a:solidFill>
                  <a:srgbClr val="FF0000"/>
                </a:solidFill>
              </a:rPr>
              <a:t>다음 프레임을 </a:t>
            </a:r>
            <a:r>
              <a:rPr lang="ko-KR" altLang="en-US" sz="800" dirty="0" err="1">
                <a:solidFill>
                  <a:srgbClr val="FF0000"/>
                </a:solidFill>
              </a:rPr>
              <a:t>랜더링하는</a:t>
            </a:r>
            <a:r>
              <a:rPr lang="ko-KR" altLang="en-US" sz="800" dirty="0">
                <a:solidFill>
                  <a:srgbClr val="FF0000"/>
                </a:solidFill>
              </a:rPr>
              <a:t> 버퍼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784" y="1238509"/>
            <a:ext cx="3796658" cy="257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34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/>
              <a:t>공간이해하기 </a:t>
            </a:r>
            <a:r>
              <a:rPr lang="en-US" altLang="ko-KR" sz="2200" dirty="0"/>
              <a:t># </a:t>
            </a:r>
            <a:r>
              <a:rPr lang="en-US" altLang="ko-KR" sz="2000" dirty="0"/>
              <a:t>Matrices</a:t>
            </a:r>
            <a:endParaRPr lang="ko-KR" altLang="en-US" sz="2200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4C2D54ED-01BC-4A18-AE03-1C2A3EC204AC}"/>
              </a:ext>
            </a:extLst>
          </p:cNvPr>
          <p:cNvCxnSpPr/>
          <p:nvPr/>
        </p:nvCxnSpPr>
        <p:spPr>
          <a:xfrm>
            <a:off x="457200" y="4155926"/>
            <a:ext cx="7776864" cy="0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8AA3AF6-3A96-46AD-86B4-D17B89F092C4}"/>
              </a:ext>
            </a:extLst>
          </p:cNvPr>
          <p:cNvCxnSpPr/>
          <p:nvPr/>
        </p:nvCxnSpPr>
        <p:spPr>
          <a:xfrm flipV="1">
            <a:off x="971600" y="1063229"/>
            <a:ext cx="0" cy="3668761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8135F5-450F-4A30-975C-023C66554EDB}"/>
              </a:ext>
            </a:extLst>
          </p:cNvPr>
          <p:cNvSpPr txBox="1"/>
          <p:nvPr/>
        </p:nvSpPr>
        <p:spPr>
          <a:xfrm>
            <a:off x="498377" y="1063229"/>
            <a:ext cx="432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z</a:t>
            </a:r>
            <a:endParaRPr lang="ko-KR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8683A16-C047-4959-B3BA-1B3883BB26EB}"/>
              </a:ext>
            </a:extLst>
          </p:cNvPr>
          <p:cNvSpPr txBox="1"/>
          <p:nvPr/>
        </p:nvSpPr>
        <p:spPr>
          <a:xfrm>
            <a:off x="7956377" y="4263334"/>
            <a:ext cx="432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DCC20A-0E03-4341-B9BA-9EDF29A80BB1}"/>
              </a:ext>
            </a:extLst>
          </p:cNvPr>
          <p:cNvSpPr/>
          <p:nvPr/>
        </p:nvSpPr>
        <p:spPr>
          <a:xfrm>
            <a:off x="971600" y="3831287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/>
          </a:p>
          <a:p>
            <a:pPr algn="ctr"/>
            <a:r>
              <a:rPr lang="en-US" altLang="ko-KR" sz="1000" dirty="0"/>
              <a:t>0,0</a:t>
            </a:r>
            <a:endParaRPr lang="ko-KR" altLang="en-US" sz="1000" dirty="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5643FE2-3FD0-4943-9D17-3E4CB00452F4}"/>
              </a:ext>
            </a:extLst>
          </p:cNvPr>
          <p:cNvSpPr/>
          <p:nvPr/>
        </p:nvSpPr>
        <p:spPr>
          <a:xfrm>
            <a:off x="971600" y="328290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0,1</a:t>
            </a:r>
            <a:endParaRPr lang="ko-KR" altLang="en-US" sz="1000" dirty="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3C20587-EEDA-4D3D-9247-E56E157CDDF0}"/>
              </a:ext>
            </a:extLst>
          </p:cNvPr>
          <p:cNvSpPr/>
          <p:nvPr/>
        </p:nvSpPr>
        <p:spPr>
          <a:xfrm>
            <a:off x="1331639" y="328290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14C56E7-090D-43D5-9232-02CFC7FBEC9A}"/>
              </a:ext>
            </a:extLst>
          </p:cNvPr>
          <p:cNvSpPr/>
          <p:nvPr/>
        </p:nvSpPr>
        <p:spPr>
          <a:xfrm>
            <a:off x="2060563" y="328290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3,1</a:t>
            </a:r>
            <a:endParaRPr lang="ko-KR" altLang="en-US" sz="1000" dirty="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BC3165F8-59E6-42F2-BC34-F829D5041021}"/>
              </a:ext>
            </a:extLst>
          </p:cNvPr>
          <p:cNvSpPr/>
          <p:nvPr/>
        </p:nvSpPr>
        <p:spPr>
          <a:xfrm>
            <a:off x="2420602" y="328290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3C0284B7-772F-4B0C-BF73-FAABEB8831F3}"/>
              </a:ext>
            </a:extLst>
          </p:cNvPr>
          <p:cNvSpPr/>
          <p:nvPr/>
        </p:nvSpPr>
        <p:spPr>
          <a:xfrm>
            <a:off x="2780641" y="328290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F2DC6E8B-EE6F-4B08-88D2-E7FE1D4DCC96}"/>
              </a:ext>
            </a:extLst>
          </p:cNvPr>
          <p:cNvSpPr/>
          <p:nvPr/>
        </p:nvSpPr>
        <p:spPr>
          <a:xfrm>
            <a:off x="3140680" y="328290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C3AF8D83-A85F-44DA-83A2-00DDEED20331}"/>
              </a:ext>
            </a:extLst>
          </p:cNvPr>
          <p:cNvSpPr/>
          <p:nvPr/>
        </p:nvSpPr>
        <p:spPr>
          <a:xfrm>
            <a:off x="971600" y="2602037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2644011-44DD-466E-B0E3-B741DFC361EA}"/>
              </a:ext>
            </a:extLst>
          </p:cNvPr>
          <p:cNvSpPr/>
          <p:nvPr/>
        </p:nvSpPr>
        <p:spPr>
          <a:xfrm>
            <a:off x="1331639" y="2602037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C41A4CC0-D75A-48FC-94BB-8D25E250298D}"/>
              </a:ext>
            </a:extLst>
          </p:cNvPr>
          <p:cNvSpPr/>
          <p:nvPr/>
        </p:nvSpPr>
        <p:spPr>
          <a:xfrm>
            <a:off x="2060563" y="2602037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82BD425A-E794-47CE-BAA2-14274D499619}"/>
              </a:ext>
            </a:extLst>
          </p:cNvPr>
          <p:cNvSpPr/>
          <p:nvPr/>
        </p:nvSpPr>
        <p:spPr>
          <a:xfrm>
            <a:off x="2420602" y="2602037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3391B9B2-5D49-406C-BD72-6219CD507599}"/>
              </a:ext>
            </a:extLst>
          </p:cNvPr>
          <p:cNvSpPr/>
          <p:nvPr/>
        </p:nvSpPr>
        <p:spPr>
          <a:xfrm>
            <a:off x="2780641" y="2602037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413D1BD5-21BC-479A-A6F0-3E43C8A03C99}"/>
              </a:ext>
            </a:extLst>
          </p:cNvPr>
          <p:cNvSpPr/>
          <p:nvPr/>
        </p:nvSpPr>
        <p:spPr>
          <a:xfrm>
            <a:off x="3140680" y="2602037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E17D407B-BFFF-4B71-9634-5409D76E2542}"/>
              </a:ext>
            </a:extLst>
          </p:cNvPr>
          <p:cNvSpPr/>
          <p:nvPr/>
        </p:nvSpPr>
        <p:spPr>
          <a:xfrm>
            <a:off x="606334" y="2607318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26EA6AC-7E5C-4455-8C2C-E93A0185BA5B}"/>
              </a:ext>
            </a:extLst>
          </p:cNvPr>
          <p:cNvSpPr/>
          <p:nvPr/>
        </p:nvSpPr>
        <p:spPr>
          <a:xfrm>
            <a:off x="975672" y="193173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29EEB534-3CC4-439E-A884-AEAB5F63B2C0}"/>
              </a:ext>
            </a:extLst>
          </p:cNvPr>
          <p:cNvSpPr/>
          <p:nvPr/>
        </p:nvSpPr>
        <p:spPr>
          <a:xfrm>
            <a:off x="1335711" y="193173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021FED45-ABF8-4903-A70E-944E36057F5C}"/>
              </a:ext>
            </a:extLst>
          </p:cNvPr>
          <p:cNvSpPr/>
          <p:nvPr/>
        </p:nvSpPr>
        <p:spPr>
          <a:xfrm>
            <a:off x="2064635" y="193173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D7EB15F0-7E3B-4833-938F-6B0AA6647209}"/>
              </a:ext>
            </a:extLst>
          </p:cNvPr>
          <p:cNvSpPr/>
          <p:nvPr/>
        </p:nvSpPr>
        <p:spPr>
          <a:xfrm>
            <a:off x="2424674" y="193173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0CD911E-8BDD-4889-9DA5-F064A34E63ED}"/>
              </a:ext>
            </a:extLst>
          </p:cNvPr>
          <p:cNvSpPr/>
          <p:nvPr/>
        </p:nvSpPr>
        <p:spPr>
          <a:xfrm>
            <a:off x="2784713" y="193173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4973E09C-C2AA-4D4F-8511-94033BE635A9}"/>
              </a:ext>
            </a:extLst>
          </p:cNvPr>
          <p:cNvSpPr/>
          <p:nvPr/>
        </p:nvSpPr>
        <p:spPr>
          <a:xfrm>
            <a:off x="3144752" y="193173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E86307EB-9558-49E4-8DF0-730B22D11B3F}"/>
              </a:ext>
            </a:extLst>
          </p:cNvPr>
          <p:cNvSpPr/>
          <p:nvPr/>
        </p:nvSpPr>
        <p:spPr>
          <a:xfrm>
            <a:off x="610406" y="1937014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FE63CF1C-7447-4FA8-9D56-8FC8C1036586}"/>
              </a:ext>
            </a:extLst>
          </p:cNvPr>
          <p:cNvSpPr/>
          <p:nvPr/>
        </p:nvSpPr>
        <p:spPr>
          <a:xfrm>
            <a:off x="976826" y="1302362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FFF97C8A-A3C2-4994-B6CE-89A15C8EE0CA}"/>
              </a:ext>
            </a:extLst>
          </p:cNvPr>
          <p:cNvSpPr/>
          <p:nvPr/>
        </p:nvSpPr>
        <p:spPr>
          <a:xfrm>
            <a:off x="1336865" y="1302362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8F874E2D-6CEF-4888-BDA1-E4D60E018887}"/>
              </a:ext>
            </a:extLst>
          </p:cNvPr>
          <p:cNvSpPr/>
          <p:nvPr/>
        </p:nvSpPr>
        <p:spPr>
          <a:xfrm>
            <a:off x="2065789" y="1302362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A1C0CF28-0FEF-4D5D-8A50-24467176215C}"/>
              </a:ext>
            </a:extLst>
          </p:cNvPr>
          <p:cNvSpPr/>
          <p:nvPr/>
        </p:nvSpPr>
        <p:spPr>
          <a:xfrm>
            <a:off x="2425828" y="1302362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0FA6240F-8706-4AC7-92F6-449A8CD294A6}"/>
              </a:ext>
            </a:extLst>
          </p:cNvPr>
          <p:cNvSpPr/>
          <p:nvPr/>
        </p:nvSpPr>
        <p:spPr>
          <a:xfrm>
            <a:off x="2785867" y="1302362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217088D0-7BD9-4DAC-A73F-9FCA6634FFC4}"/>
              </a:ext>
            </a:extLst>
          </p:cNvPr>
          <p:cNvSpPr/>
          <p:nvPr/>
        </p:nvSpPr>
        <p:spPr>
          <a:xfrm>
            <a:off x="3145906" y="1302362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53D58AE3-AB1E-4A1A-B8CD-6242C26D6F9A}"/>
              </a:ext>
            </a:extLst>
          </p:cNvPr>
          <p:cNvSpPr/>
          <p:nvPr/>
        </p:nvSpPr>
        <p:spPr>
          <a:xfrm>
            <a:off x="611560" y="1307643"/>
            <a:ext cx="360039" cy="324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9A655-F4CD-4080-9C47-D703039F5180}"/>
              </a:ext>
            </a:extLst>
          </p:cNvPr>
          <p:cNvSpPr txBox="1"/>
          <p:nvPr/>
        </p:nvSpPr>
        <p:spPr>
          <a:xfrm>
            <a:off x="3634326" y="3463762"/>
            <a:ext cx="792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6,2</a:t>
            </a:r>
            <a:endParaRPr lang="ko-KR" altLang="en-US" sz="10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D13BCFE-49CC-4391-9650-D6BBBC234397}"/>
              </a:ext>
            </a:extLst>
          </p:cNvPr>
          <p:cNvGrpSpPr/>
          <p:nvPr/>
        </p:nvGrpSpPr>
        <p:grpSpPr>
          <a:xfrm>
            <a:off x="2105741" y="2495335"/>
            <a:ext cx="1413130" cy="1687543"/>
            <a:chOff x="2504899" y="2360976"/>
            <a:chExt cx="1413130" cy="1687543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C03E9F05-5B74-42D3-AA11-74C37502CA2A}"/>
                </a:ext>
              </a:extLst>
            </p:cNvPr>
            <p:cNvGrpSpPr/>
            <p:nvPr/>
          </p:nvGrpSpPr>
          <p:grpSpPr>
            <a:xfrm>
              <a:off x="2504899" y="2360976"/>
              <a:ext cx="243340" cy="1687543"/>
              <a:chOff x="2504899" y="2360976"/>
              <a:chExt cx="243340" cy="1687543"/>
            </a:xfrm>
          </p:grpSpPr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BB15C7BE-D4B7-4EC1-B111-B8BF376C6A22}"/>
                  </a:ext>
                </a:extLst>
              </p:cNvPr>
              <p:cNvSpPr/>
              <p:nvPr/>
            </p:nvSpPr>
            <p:spPr>
              <a:xfrm>
                <a:off x="2504899" y="3805179"/>
                <a:ext cx="243340" cy="24334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c</a:t>
                </a:r>
                <a:endParaRPr lang="ko-KR" altLang="en-US" dirty="0"/>
              </a:p>
            </p:txBody>
          </p: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744D097A-10FD-49FA-936B-B4569F5F0C09}"/>
                  </a:ext>
                </a:extLst>
              </p:cNvPr>
              <p:cNvCxnSpPr>
                <a:cxnSpLocks/>
                <a:stCxn id="13" idx="0"/>
              </p:cNvCxnSpPr>
              <p:nvPr/>
            </p:nvCxnSpPr>
            <p:spPr>
              <a:xfrm flipV="1">
                <a:off x="2626569" y="2360976"/>
                <a:ext cx="11239" cy="1444203"/>
              </a:xfrm>
              <a:prstGeom prst="straightConnector1">
                <a:avLst/>
              </a:prstGeom>
              <a:ln w="9525"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00A4EEB6-22EF-4698-9BCE-B8C936961FCB}"/>
                </a:ext>
              </a:extLst>
            </p:cNvPr>
            <p:cNvCxnSpPr>
              <a:stCxn id="13" idx="6"/>
            </p:cNvCxnSpPr>
            <p:nvPr/>
          </p:nvCxnSpPr>
          <p:spPr>
            <a:xfrm flipV="1">
              <a:off x="2748239" y="3926848"/>
              <a:ext cx="1169790" cy="1"/>
            </a:xfrm>
            <a:prstGeom prst="straightConnector1">
              <a:avLst/>
            </a:prstGeom>
            <a:ln w="9525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0535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 err="1"/>
              <a:t>지오메트리와</a:t>
            </a:r>
            <a:r>
              <a:rPr lang="ko-KR" altLang="en-US" dirty="0"/>
              <a:t> </a:t>
            </a:r>
            <a:r>
              <a:rPr lang="ko-KR" altLang="en-US" dirty="0" err="1"/>
              <a:t>행렬변환</a:t>
            </a:r>
            <a:r>
              <a:rPr lang="en-US" altLang="ko-KR" dirty="0"/>
              <a:t> </a:t>
            </a:r>
            <a:r>
              <a:rPr lang="en-US" altLang="ko-KR" sz="2200" dirty="0"/>
              <a:t># </a:t>
            </a:r>
            <a:r>
              <a:rPr lang="en-US" altLang="ko-KR" sz="2000" dirty="0"/>
              <a:t>Matrices</a:t>
            </a:r>
            <a:endParaRPr lang="ko-KR" altLang="en-US" sz="2200" dirty="0"/>
          </a:p>
        </p:txBody>
      </p:sp>
      <p:sp>
        <p:nvSpPr>
          <p:cNvPr id="25" name="TextBox 24"/>
          <p:cNvSpPr txBox="1"/>
          <p:nvPr/>
        </p:nvSpPr>
        <p:spPr>
          <a:xfrm>
            <a:off x="475604" y="1085167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지오메트리에</a:t>
            </a:r>
            <a:r>
              <a:rPr lang="ko-KR" altLang="en-US" dirty="0"/>
              <a:t> 행렬을 </a:t>
            </a:r>
            <a:r>
              <a:rPr lang="ko-KR" altLang="en-US" dirty="0" err="1"/>
              <a:t>버텍스에</a:t>
            </a:r>
            <a:r>
              <a:rPr lang="ko-KR" altLang="en-US" dirty="0"/>
              <a:t> 곱하게 되면 </a:t>
            </a:r>
            <a:r>
              <a:rPr lang="ko-KR" altLang="en-US" dirty="0" err="1"/>
              <a:t>위치변환이</a:t>
            </a:r>
            <a:r>
              <a:rPr lang="ko-KR" altLang="en-US" dirty="0"/>
              <a:t> 일어난다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결과적으로 행렬의 곱을 이용하여 </a:t>
            </a:r>
            <a:r>
              <a:rPr lang="ko-KR" altLang="en-US" dirty="0" err="1"/>
              <a:t>버텍스들의</a:t>
            </a:r>
            <a:r>
              <a:rPr lang="ko-KR" altLang="en-US" dirty="0"/>
              <a:t> 위치가 계산되어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랜더링</a:t>
            </a:r>
            <a:r>
              <a:rPr lang="ko-KR" altLang="en-US" dirty="0"/>
              <a:t> 결과에 반영 되게 된다</a:t>
            </a:r>
            <a:r>
              <a:rPr lang="en-US" altLang="ko-KR" dirty="0"/>
              <a:t>.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588498" y="2101150"/>
            <a:ext cx="704312" cy="704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월드</a:t>
            </a:r>
            <a:endParaRPr lang="en-US" altLang="ko-KR" sz="1000" dirty="0"/>
          </a:p>
          <a:p>
            <a:pPr algn="ctr"/>
            <a:r>
              <a:rPr lang="ko-KR" altLang="en-US" sz="1000" dirty="0"/>
              <a:t>행렬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971600" y="2115407"/>
            <a:ext cx="796217" cy="690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버택스</a:t>
            </a:r>
            <a:endParaRPr lang="en-US" altLang="ko-KR" sz="1000" dirty="0"/>
          </a:p>
          <a:p>
            <a:pPr algn="ctr"/>
            <a:r>
              <a:rPr lang="ko-KR" altLang="en-US" sz="1000" dirty="0"/>
              <a:t>정보</a:t>
            </a:r>
          </a:p>
        </p:txBody>
      </p:sp>
      <p:sp>
        <p:nvSpPr>
          <p:cNvPr id="33" name="곱셈 기호 32"/>
          <p:cNvSpPr/>
          <p:nvPr/>
        </p:nvSpPr>
        <p:spPr>
          <a:xfrm>
            <a:off x="1907704" y="2219280"/>
            <a:ext cx="468052" cy="46805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156906" y="2101150"/>
            <a:ext cx="704312" cy="704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뷰</a:t>
            </a:r>
            <a:endParaRPr lang="en-US" altLang="ko-KR" sz="1000" dirty="0"/>
          </a:p>
          <a:p>
            <a:pPr algn="ctr"/>
            <a:r>
              <a:rPr lang="ko-KR" altLang="en-US" sz="1000" dirty="0"/>
              <a:t>행렬</a:t>
            </a:r>
          </a:p>
        </p:txBody>
      </p:sp>
      <p:sp>
        <p:nvSpPr>
          <p:cNvPr id="35" name="곱셈 기호 34"/>
          <p:cNvSpPr/>
          <p:nvPr/>
        </p:nvSpPr>
        <p:spPr>
          <a:xfrm>
            <a:off x="3509697" y="2250921"/>
            <a:ext cx="468052" cy="46805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5684842" y="2085382"/>
            <a:ext cx="704312" cy="704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프로젝션</a:t>
            </a:r>
            <a:endParaRPr lang="en-US" altLang="ko-KR" sz="1000" dirty="0"/>
          </a:p>
          <a:p>
            <a:pPr algn="ctr"/>
            <a:r>
              <a:rPr lang="ko-KR" altLang="en-US" sz="1000" dirty="0"/>
              <a:t>행렬</a:t>
            </a:r>
          </a:p>
        </p:txBody>
      </p:sp>
      <p:sp>
        <p:nvSpPr>
          <p:cNvPr id="37" name="곱셈 기호 36"/>
          <p:cNvSpPr/>
          <p:nvPr/>
        </p:nvSpPr>
        <p:spPr>
          <a:xfrm>
            <a:off x="5051971" y="2232137"/>
            <a:ext cx="468052" cy="46805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1" name="그룹 40"/>
          <p:cNvGrpSpPr/>
          <p:nvPr/>
        </p:nvGrpSpPr>
        <p:grpSpPr>
          <a:xfrm>
            <a:off x="897813" y="3532606"/>
            <a:ext cx="763678" cy="967721"/>
            <a:chOff x="395536" y="3470256"/>
            <a:chExt cx="1842675" cy="2335008"/>
          </a:xfrm>
        </p:grpSpPr>
        <p:sp>
          <p:nvSpPr>
            <p:cNvPr id="42" name="타원 41"/>
            <p:cNvSpPr/>
            <p:nvPr/>
          </p:nvSpPr>
          <p:spPr>
            <a:xfrm>
              <a:off x="609203" y="3470256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0</a:t>
              </a:r>
              <a:endParaRPr lang="ko-KR" altLang="en-US" sz="1000" dirty="0"/>
            </a:p>
          </p:txBody>
        </p:sp>
        <p:sp>
          <p:nvSpPr>
            <p:cNvPr id="43" name="타원 42"/>
            <p:cNvSpPr/>
            <p:nvPr/>
          </p:nvSpPr>
          <p:spPr>
            <a:xfrm>
              <a:off x="395536" y="4622384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44" name="타원 43"/>
            <p:cNvSpPr/>
            <p:nvPr/>
          </p:nvSpPr>
          <p:spPr>
            <a:xfrm>
              <a:off x="1905347" y="3470256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45" name="타원 44"/>
            <p:cNvSpPr/>
            <p:nvPr/>
          </p:nvSpPr>
          <p:spPr>
            <a:xfrm>
              <a:off x="1740563" y="4634761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  <p:cxnSp>
          <p:nvCxnSpPr>
            <p:cNvPr id="46" name="직선 화살표 연결선 45"/>
            <p:cNvCxnSpPr>
              <a:stCxn id="42" idx="4"/>
              <a:endCxn id="43" idx="0"/>
            </p:cNvCxnSpPr>
            <p:nvPr/>
          </p:nvCxnSpPr>
          <p:spPr>
            <a:xfrm flipH="1">
              <a:off x="503548" y="3686280"/>
              <a:ext cx="213667" cy="936104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/>
            <p:cNvCxnSpPr>
              <a:stCxn id="43" idx="6"/>
              <a:endCxn id="45" idx="2"/>
            </p:cNvCxnSpPr>
            <p:nvPr/>
          </p:nvCxnSpPr>
          <p:spPr>
            <a:xfrm>
              <a:off x="611560" y="4730396"/>
              <a:ext cx="1129003" cy="12377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/>
            <p:cNvCxnSpPr>
              <a:stCxn id="44" idx="2"/>
              <a:endCxn id="42" idx="6"/>
            </p:cNvCxnSpPr>
            <p:nvPr/>
          </p:nvCxnSpPr>
          <p:spPr>
            <a:xfrm flipH="1">
              <a:off x="825227" y="3578268"/>
              <a:ext cx="1080120" cy="0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/>
            <p:cNvCxnSpPr>
              <a:stCxn id="45" idx="0"/>
              <a:endCxn id="44" idx="4"/>
            </p:cNvCxnSpPr>
            <p:nvPr/>
          </p:nvCxnSpPr>
          <p:spPr>
            <a:xfrm flipV="1">
              <a:off x="1848575" y="3686280"/>
              <a:ext cx="164784" cy="948481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타원 49"/>
            <p:cNvSpPr/>
            <p:nvPr/>
          </p:nvSpPr>
          <p:spPr>
            <a:xfrm>
              <a:off x="726043" y="4424735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4</a:t>
              </a:r>
              <a:endParaRPr lang="ko-KR" altLang="en-US" sz="1000" dirty="0"/>
            </a:p>
          </p:txBody>
        </p:sp>
        <p:sp>
          <p:nvSpPr>
            <p:cNvPr id="51" name="타원 50"/>
            <p:cNvSpPr/>
            <p:nvPr/>
          </p:nvSpPr>
          <p:spPr>
            <a:xfrm>
              <a:off x="512376" y="5576863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6</a:t>
              </a:r>
              <a:endParaRPr lang="ko-KR" altLang="en-US" sz="1000" dirty="0"/>
            </a:p>
          </p:txBody>
        </p:sp>
        <p:sp>
          <p:nvSpPr>
            <p:cNvPr id="52" name="타원 51"/>
            <p:cNvSpPr/>
            <p:nvPr/>
          </p:nvSpPr>
          <p:spPr>
            <a:xfrm>
              <a:off x="2022187" y="4424735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5</a:t>
              </a:r>
              <a:endParaRPr lang="ko-KR" altLang="en-US" sz="1000" dirty="0"/>
            </a:p>
          </p:txBody>
        </p:sp>
        <p:sp>
          <p:nvSpPr>
            <p:cNvPr id="53" name="타원 52"/>
            <p:cNvSpPr/>
            <p:nvPr/>
          </p:nvSpPr>
          <p:spPr>
            <a:xfrm>
              <a:off x="1857403" y="5589240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7</a:t>
              </a:r>
              <a:endParaRPr lang="ko-KR" altLang="en-US" sz="1000" dirty="0"/>
            </a:p>
          </p:txBody>
        </p:sp>
        <p:cxnSp>
          <p:nvCxnSpPr>
            <p:cNvPr id="54" name="직선 화살표 연결선 53"/>
            <p:cNvCxnSpPr>
              <a:stCxn id="50" idx="4"/>
              <a:endCxn id="51" idx="0"/>
            </p:cNvCxnSpPr>
            <p:nvPr/>
          </p:nvCxnSpPr>
          <p:spPr>
            <a:xfrm flipH="1">
              <a:off x="620388" y="4640759"/>
              <a:ext cx="213667" cy="936104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/>
            <p:cNvCxnSpPr>
              <a:stCxn id="51" idx="6"/>
              <a:endCxn id="53" idx="2"/>
            </p:cNvCxnSpPr>
            <p:nvPr/>
          </p:nvCxnSpPr>
          <p:spPr>
            <a:xfrm>
              <a:off x="728400" y="5684875"/>
              <a:ext cx="1129003" cy="12377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/>
            <p:cNvCxnSpPr>
              <a:stCxn id="52" idx="2"/>
              <a:endCxn id="50" idx="6"/>
            </p:cNvCxnSpPr>
            <p:nvPr/>
          </p:nvCxnSpPr>
          <p:spPr>
            <a:xfrm flipH="1">
              <a:off x="942067" y="4532747"/>
              <a:ext cx="1080120" cy="0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/>
            <p:cNvCxnSpPr>
              <a:stCxn id="53" idx="0"/>
              <a:endCxn id="52" idx="4"/>
            </p:cNvCxnSpPr>
            <p:nvPr/>
          </p:nvCxnSpPr>
          <p:spPr>
            <a:xfrm flipV="1">
              <a:off x="1965415" y="4640759"/>
              <a:ext cx="164784" cy="948481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/>
            <p:cNvCxnSpPr>
              <a:stCxn id="43" idx="4"/>
              <a:endCxn id="51" idx="0"/>
            </p:cNvCxnSpPr>
            <p:nvPr/>
          </p:nvCxnSpPr>
          <p:spPr>
            <a:xfrm>
              <a:off x="503548" y="4838408"/>
              <a:ext cx="116840" cy="738455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/>
            <p:cNvCxnSpPr>
              <a:stCxn id="42" idx="4"/>
              <a:endCxn id="50" idx="0"/>
            </p:cNvCxnSpPr>
            <p:nvPr/>
          </p:nvCxnSpPr>
          <p:spPr>
            <a:xfrm>
              <a:off x="717215" y="3686280"/>
              <a:ext cx="116840" cy="738455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/>
            <p:cNvCxnSpPr>
              <a:stCxn id="44" idx="4"/>
              <a:endCxn id="52" idx="0"/>
            </p:cNvCxnSpPr>
            <p:nvPr/>
          </p:nvCxnSpPr>
          <p:spPr>
            <a:xfrm>
              <a:off x="2013359" y="3686280"/>
              <a:ext cx="116840" cy="738455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/>
            <p:cNvCxnSpPr>
              <a:stCxn id="45" idx="4"/>
              <a:endCxn id="53" idx="0"/>
            </p:cNvCxnSpPr>
            <p:nvPr/>
          </p:nvCxnSpPr>
          <p:spPr>
            <a:xfrm>
              <a:off x="1848575" y="4850785"/>
              <a:ext cx="116840" cy="738455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그룹 200"/>
          <p:cNvGrpSpPr/>
          <p:nvPr/>
        </p:nvGrpSpPr>
        <p:grpSpPr>
          <a:xfrm>
            <a:off x="7213300" y="3581682"/>
            <a:ext cx="862080" cy="795297"/>
            <a:chOff x="5701132" y="2475070"/>
            <a:chExt cx="862080" cy="795297"/>
          </a:xfrm>
        </p:grpSpPr>
        <p:sp>
          <p:nvSpPr>
            <p:cNvPr id="90" name="타원 89"/>
            <p:cNvSpPr/>
            <p:nvPr/>
          </p:nvSpPr>
          <p:spPr>
            <a:xfrm rot="21442645">
              <a:off x="6431387" y="2475070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0</a:t>
              </a:r>
              <a:endParaRPr lang="ko-KR" altLang="en-US" sz="1000" dirty="0"/>
            </a:p>
          </p:txBody>
        </p:sp>
        <p:sp>
          <p:nvSpPr>
            <p:cNvPr id="91" name="타원 90"/>
            <p:cNvSpPr/>
            <p:nvPr/>
          </p:nvSpPr>
          <p:spPr>
            <a:xfrm rot="21442645">
              <a:off x="6198141" y="2630587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92" name="타원 91"/>
            <p:cNvSpPr/>
            <p:nvPr/>
          </p:nvSpPr>
          <p:spPr>
            <a:xfrm rot="21442645">
              <a:off x="6431388" y="3135097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93" name="타원 92"/>
            <p:cNvSpPr/>
            <p:nvPr/>
          </p:nvSpPr>
          <p:spPr>
            <a:xfrm rot="21442645">
              <a:off x="6204056" y="2984486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  <p:sp>
          <p:nvSpPr>
            <p:cNvPr id="98" name="타원 97"/>
            <p:cNvSpPr/>
            <p:nvPr/>
          </p:nvSpPr>
          <p:spPr>
            <a:xfrm rot="21442645">
              <a:off x="5701132" y="2484331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4</a:t>
              </a:r>
              <a:endParaRPr lang="ko-KR" altLang="en-US" sz="1000" dirty="0"/>
            </a:p>
          </p:txBody>
        </p:sp>
        <p:sp>
          <p:nvSpPr>
            <p:cNvPr id="99" name="타원 98"/>
            <p:cNvSpPr/>
            <p:nvPr/>
          </p:nvSpPr>
          <p:spPr>
            <a:xfrm rot="21442645">
              <a:off x="5941513" y="2634132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6</a:t>
              </a:r>
              <a:endParaRPr lang="ko-KR" altLang="en-US" sz="1000" dirty="0"/>
            </a:p>
          </p:txBody>
        </p:sp>
        <p:sp>
          <p:nvSpPr>
            <p:cNvPr id="100" name="타원 99"/>
            <p:cNvSpPr/>
            <p:nvPr/>
          </p:nvSpPr>
          <p:spPr>
            <a:xfrm rot="21442645">
              <a:off x="5714299" y="3138542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5</a:t>
              </a:r>
              <a:endParaRPr lang="ko-KR" altLang="en-US" sz="1000" dirty="0"/>
            </a:p>
          </p:txBody>
        </p:sp>
        <p:sp>
          <p:nvSpPr>
            <p:cNvPr id="101" name="타원 100"/>
            <p:cNvSpPr/>
            <p:nvPr/>
          </p:nvSpPr>
          <p:spPr>
            <a:xfrm rot="21442645">
              <a:off x="5940826" y="2981739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7</a:t>
              </a:r>
              <a:endParaRPr lang="ko-KR" altLang="en-US" sz="1000" dirty="0"/>
            </a:p>
          </p:txBody>
        </p:sp>
        <p:cxnSp>
          <p:nvCxnSpPr>
            <p:cNvPr id="119" name="직선 화살표 연결선 118"/>
            <p:cNvCxnSpPr>
              <a:stCxn id="90" idx="2"/>
              <a:endCxn id="98" idx="6"/>
            </p:cNvCxnSpPr>
            <p:nvPr/>
          </p:nvCxnSpPr>
          <p:spPr>
            <a:xfrm flipH="1">
              <a:off x="5832887" y="2543999"/>
              <a:ext cx="598569" cy="3229"/>
            </a:xfrm>
            <a:prstGeom prst="straightConnector1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/>
            <p:cNvCxnSpPr>
              <a:stCxn id="98" idx="4"/>
              <a:endCxn id="100" idx="0"/>
            </p:cNvCxnSpPr>
            <p:nvPr/>
          </p:nvCxnSpPr>
          <p:spPr>
            <a:xfrm>
              <a:off x="5770060" y="2616087"/>
              <a:ext cx="7135" cy="522524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>
              <a:stCxn id="100" idx="6"/>
              <a:endCxn id="92" idx="2"/>
            </p:cNvCxnSpPr>
            <p:nvPr/>
          </p:nvCxnSpPr>
          <p:spPr>
            <a:xfrm>
              <a:off x="5846054" y="3201439"/>
              <a:ext cx="585403" cy="2587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/>
            <p:cNvCxnSpPr>
              <a:stCxn id="90" idx="4"/>
              <a:endCxn id="92" idx="0"/>
            </p:cNvCxnSpPr>
            <p:nvPr/>
          </p:nvCxnSpPr>
          <p:spPr>
            <a:xfrm flipH="1">
              <a:off x="6494284" y="2606826"/>
              <a:ext cx="6031" cy="528340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/>
            <p:cNvCxnSpPr>
              <a:stCxn id="98" idx="5"/>
              <a:endCxn id="99" idx="1"/>
            </p:cNvCxnSpPr>
            <p:nvPr/>
          </p:nvCxnSpPr>
          <p:spPr>
            <a:xfrm>
              <a:off x="5815735" y="2594670"/>
              <a:ext cx="142999" cy="60948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>
              <a:stCxn id="101" idx="3"/>
              <a:endCxn id="100" idx="7"/>
            </p:cNvCxnSpPr>
            <p:nvPr/>
          </p:nvCxnSpPr>
          <p:spPr>
            <a:xfrm flipH="1">
              <a:off x="5824637" y="3096343"/>
              <a:ext cx="137675" cy="59420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>
              <a:stCxn id="101" idx="0"/>
              <a:endCxn id="99" idx="4"/>
            </p:cNvCxnSpPr>
            <p:nvPr/>
          </p:nvCxnSpPr>
          <p:spPr>
            <a:xfrm flipV="1">
              <a:off x="6003722" y="2765888"/>
              <a:ext cx="6719" cy="215920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/>
            <p:cNvCxnSpPr>
              <a:stCxn id="99" idx="6"/>
              <a:endCxn id="91" idx="2"/>
            </p:cNvCxnSpPr>
            <p:nvPr/>
          </p:nvCxnSpPr>
          <p:spPr>
            <a:xfrm>
              <a:off x="6073268" y="2697029"/>
              <a:ext cx="124942" cy="2487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직선 연결선 138"/>
            <p:cNvCxnSpPr>
              <a:stCxn id="91" idx="4"/>
              <a:endCxn id="93" idx="0"/>
            </p:cNvCxnSpPr>
            <p:nvPr/>
          </p:nvCxnSpPr>
          <p:spPr>
            <a:xfrm flipH="1">
              <a:off x="6266952" y="2762343"/>
              <a:ext cx="117" cy="222212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/>
            <p:cNvCxnSpPr>
              <a:stCxn id="101" idx="6"/>
              <a:endCxn id="93" idx="2"/>
            </p:cNvCxnSpPr>
            <p:nvPr/>
          </p:nvCxnSpPr>
          <p:spPr>
            <a:xfrm>
              <a:off x="6072581" y="3044636"/>
              <a:ext cx="131544" cy="8779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>
              <a:stCxn id="91" idx="7"/>
              <a:endCxn id="90" idx="3"/>
            </p:cNvCxnSpPr>
            <p:nvPr/>
          </p:nvCxnSpPr>
          <p:spPr>
            <a:xfrm flipV="1">
              <a:off x="6308479" y="2589674"/>
              <a:ext cx="144394" cy="58134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/>
            <p:cNvCxnSpPr>
              <a:stCxn id="93" idx="5"/>
              <a:endCxn id="92" idx="1"/>
            </p:cNvCxnSpPr>
            <p:nvPr/>
          </p:nvCxnSpPr>
          <p:spPr>
            <a:xfrm>
              <a:off x="6318659" y="3094825"/>
              <a:ext cx="129950" cy="61758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그룹 146"/>
          <p:cNvGrpSpPr/>
          <p:nvPr/>
        </p:nvGrpSpPr>
        <p:grpSpPr>
          <a:xfrm rot="5400000">
            <a:off x="2990350" y="3530324"/>
            <a:ext cx="763678" cy="967721"/>
            <a:chOff x="395536" y="3470256"/>
            <a:chExt cx="1842675" cy="2335008"/>
          </a:xfrm>
        </p:grpSpPr>
        <p:sp>
          <p:nvSpPr>
            <p:cNvPr id="148" name="타원 147"/>
            <p:cNvSpPr/>
            <p:nvPr/>
          </p:nvSpPr>
          <p:spPr>
            <a:xfrm>
              <a:off x="609203" y="3470256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0</a:t>
              </a:r>
              <a:endParaRPr lang="ko-KR" altLang="en-US" sz="1000" dirty="0"/>
            </a:p>
          </p:txBody>
        </p:sp>
        <p:sp>
          <p:nvSpPr>
            <p:cNvPr id="149" name="타원 148"/>
            <p:cNvSpPr/>
            <p:nvPr/>
          </p:nvSpPr>
          <p:spPr>
            <a:xfrm>
              <a:off x="395536" y="4622384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150" name="타원 149"/>
            <p:cNvSpPr/>
            <p:nvPr/>
          </p:nvSpPr>
          <p:spPr>
            <a:xfrm>
              <a:off x="1905347" y="3470256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151" name="타원 150"/>
            <p:cNvSpPr/>
            <p:nvPr/>
          </p:nvSpPr>
          <p:spPr>
            <a:xfrm>
              <a:off x="1740563" y="4634761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  <p:cxnSp>
          <p:nvCxnSpPr>
            <p:cNvPr id="152" name="직선 화살표 연결선 151"/>
            <p:cNvCxnSpPr>
              <a:stCxn id="148" idx="4"/>
              <a:endCxn id="149" idx="0"/>
            </p:cNvCxnSpPr>
            <p:nvPr/>
          </p:nvCxnSpPr>
          <p:spPr>
            <a:xfrm flipH="1">
              <a:off x="503548" y="3686280"/>
              <a:ext cx="213667" cy="936104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화살표 연결선 152"/>
            <p:cNvCxnSpPr>
              <a:stCxn id="149" idx="6"/>
              <a:endCxn id="151" idx="2"/>
            </p:cNvCxnSpPr>
            <p:nvPr/>
          </p:nvCxnSpPr>
          <p:spPr>
            <a:xfrm>
              <a:off x="611560" y="4730396"/>
              <a:ext cx="1129003" cy="12377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화살표 연결선 153"/>
            <p:cNvCxnSpPr>
              <a:stCxn id="150" idx="2"/>
              <a:endCxn id="148" idx="6"/>
            </p:cNvCxnSpPr>
            <p:nvPr/>
          </p:nvCxnSpPr>
          <p:spPr>
            <a:xfrm flipH="1">
              <a:off x="825227" y="3578268"/>
              <a:ext cx="1080120" cy="0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화살표 연결선 154"/>
            <p:cNvCxnSpPr>
              <a:stCxn id="151" idx="0"/>
              <a:endCxn id="150" idx="4"/>
            </p:cNvCxnSpPr>
            <p:nvPr/>
          </p:nvCxnSpPr>
          <p:spPr>
            <a:xfrm flipV="1">
              <a:off x="1848575" y="3686280"/>
              <a:ext cx="164784" cy="948481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타원 155"/>
            <p:cNvSpPr/>
            <p:nvPr/>
          </p:nvSpPr>
          <p:spPr>
            <a:xfrm>
              <a:off x="726043" y="4424735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4</a:t>
              </a:r>
              <a:endParaRPr lang="ko-KR" altLang="en-US" sz="1000" dirty="0"/>
            </a:p>
          </p:txBody>
        </p:sp>
        <p:sp>
          <p:nvSpPr>
            <p:cNvPr id="157" name="타원 156"/>
            <p:cNvSpPr/>
            <p:nvPr/>
          </p:nvSpPr>
          <p:spPr>
            <a:xfrm>
              <a:off x="512376" y="5576863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6</a:t>
              </a:r>
              <a:endParaRPr lang="ko-KR" altLang="en-US" sz="1000" dirty="0"/>
            </a:p>
          </p:txBody>
        </p:sp>
        <p:sp>
          <p:nvSpPr>
            <p:cNvPr id="158" name="타원 157"/>
            <p:cNvSpPr/>
            <p:nvPr/>
          </p:nvSpPr>
          <p:spPr>
            <a:xfrm>
              <a:off x="2022187" y="4424735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5</a:t>
              </a:r>
              <a:endParaRPr lang="ko-KR" altLang="en-US" sz="1000" dirty="0"/>
            </a:p>
          </p:txBody>
        </p:sp>
        <p:sp>
          <p:nvSpPr>
            <p:cNvPr id="159" name="타원 158"/>
            <p:cNvSpPr/>
            <p:nvPr/>
          </p:nvSpPr>
          <p:spPr>
            <a:xfrm>
              <a:off x="1857403" y="5589240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7</a:t>
              </a:r>
              <a:endParaRPr lang="ko-KR" altLang="en-US" sz="1000" dirty="0"/>
            </a:p>
          </p:txBody>
        </p:sp>
        <p:cxnSp>
          <p:nvCxnSpPr>
            <p:cNvPr id="160" name="직선 화살표 연결선 159"/>
            <p:cNvCxnSpPr>
              <a:stCxn id="156" idx="4"/>
              <a:endCxn id="157" idx="0"/>
            </p:cNvCxnSpPr>
            <p:nvPr/>
          </p:nvCxnSpPr>
          <p:spPr>
            <a:xfrm flipH="1">
              <a:off x="620388" y="4640759"/>
              <a:ext cx="213667" cy="936104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화살표 연결선 160"/>
            <p:cNvCxnSpPr>
              <a:stCxn id="157" idx="6"/>
              <a:endCxn id="159" idx="2"/>
            </p:cNvCxnSpPr>
            <p:nvPr/>
          </p:nvCxnSpPr>
          <p:spPr>
            <a:xfrm>
              <a:off x="728400" y="5684875"/>
              <a:ext cx="1129003" cy="12377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화살표 연결선 161"/>
            <p:cNvCxnSpPr>
              <a:stCxn id="158" idx="2"/>
              <a:endCxn id="156" idx="6"/>
            </p:cNvCxnSpPr>
            <p:nvPr/>
          </p:nvCxnSpPr>
          <p:spPr>
            <a:xfrm flipH="1">
              <a:off x="942067" y="4532747"/>
              <a:ext cx="1080120" cy="0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화살표 연결선 162"/>
            <p:cNvCxnSpPr>
              <a:stCxn id="159" idx="0"/>
              <a:endCxn id="158" idx="4"/>
            </p:cNvCxnSpPr>
            <p:nvPr/>
          </p:nvCxnSpPr>
          <p:spPr>
            <a:xfrm flipV="1">
              <a:off x="1965415" y="4640759"/>
              <a:ext cx="164784" cy="948481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화살표 연결선 163"/>
            <p:cNvCxnSpPr>
              <a:stCxn id="149" idx="4"/>
              <a:endCxn id="157" idx="0"/>
            </p:cNvCxnSpPr>
            <p:nvPr/>
          </p:nvCxnSpPr>
          <p:spPr>
            <a:xfrm>
              <a:off x="503548" y="4838408"/>
              <a:ext cx="116840" cy="738455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화살표 연결선 164"/>
            <p:cNvCxnSpPr>
              <a:stCxn id="148" idx="4"/>
              <a:endCxn id="156" idx="0"/>
            </p:cNvCxnSpPr>
            <p:nvPr/>
          </p:nvCxnSpPr>
          <p:spPr>
            <a:xfrm>
              <a:off x="717215" y="3686280"/>
              <a:ext cx="116840" cy="738455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화살표 연결선 165"/>
            <p:cNvCxnSpPr>
              <a:stCxn id="150" idx="4"/>
              <a:endCxn id="158" idx="0"/>
            </p:cNvCxnSpPr>
            <p:nvPr/>
          </p:nvCxnSpPr>
          <p:spPr>
            <a:xfrm>
              <a:off x="2013359" y="3686280"/>
              <a:ext cx="116840" cy="738455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직선 화살표 연결선 166"/>
            <p:cNvCxnSpPr>
              <a:stCxn id="151" idx="4"/>
              <a:endCxn id="159" idx="0"/>
            </p:cNvCxnSpPr>
            <p:nvPr/>
          </p:nvCxnSpPr>
          <p:spPr>
            <a:xfrm>
              <a:off x="1848575" y="4850785"/>
              <a:ext cx="116840" cy="738455"/>
            </a:xfrm>
            <a:prstGeom prst="straightConnector1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3" name="TextBox 172"/>
          <p:cNvSpPr txBox="1"/>
          <p:nvPr/>
        </p:nvSpPr>
        <p:spPr>
          <a:xfrm>
            <a:off x="78880" y="3159380"/>
            <a:ext cx="2354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#Geometry(</a:t>
            </a:r>
            <a:r>
              <a:rPr lang="ko-KR" altLang="en-US" sz="800" dirty="0"/>
              <a:t>기하학</a:t>
            </a:r>
            <a:r>
              <a:rPr lang="en-US" altLang="ko-KR" sz="800" dirty="0"/>
              <a:t>: </a:t>
            </a:r>
            <a:r>
              <a:rPr lang="ko-KR" altLang="en-US" sz="800" dirty="0" err="1"/>
              <a:t>도형및</a:t>
            </a:r>
            <a:r>
              <a:rPr lang="ko-KR" altLang="en-US" sz="800" dirty="0"/>
              <a:t> 공간의 성질 연구</a:t>
            </a:r>
            <a:r>
              <a:rPr lang="en-US" altLang="ko-KR" sz="800" dirty="0"/>
              <a:t>): </a:t>
            </a:r>
            <a:br>
              <a:rPr lang="en-US" altLang="ko-KR" sz="800" dirty="0"/>
            </a:br>
            <a:r>
              <a:rPr lang="en-US" altLang="ko-KR" sz="800" dirty="0"/>
              <a:t>3</a:t>
            </a:r>
            <a:r>
              <a:rPr lang="ko-KR" altLang="en-US" sz="800" dirty="0" err="1"/>
              <a:t>차원공간의</a:t>
            </a:r>
            <a:r>
              <a:rPr lang="ko-KR" altLang="en-US" sz="800" dirty="0"/>
              <a:t> 물체를 이루는 점들의 집합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865940" y="4629785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월드스페이스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55576" y="4595803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로컬스페이스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116190" y="4624666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뷰 스페이스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041968" y="4629069"/>
            <a:ext cx="1706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 err="1"/>
              <a:t>프로젝션</a:t>
            </a:r>
            <a:r>
              <a:rPr lang="ko-KR" altLang="en-US" sz="1000" dirty="0"/>
              <a:t> 스페이스</a:t>
            </a:r>
          </a:p>
        </p:txBody>
      </p:sp>
      <p:grpSp>
        <p:nvGrpSpPr>
          <p:cNvPr id="226" name="그룹 225"/>
          <p:cNvGrpSpPr/>
          <p:nvPr/>
        </p:nvGrpSpPr>
        <p:grpSpPr>
          <a:xfrm>
            <a:off x="5391273" y="3643234"/>
            <a:ext cx="714318" cy="659500"/>
            <a:chOff x="4269795" y="2464246"/>
            <a:chExt cx="883818" cy="815991"/>
          </a:xfrm>
        </p:grpSpPr>
        <p:sp>
          <p:nvSpPr>
            <p:cNvPr id="203" name="타원 202"/>
            <p:cNvSpPr/>
            <p:nvPr/>
          </p:nvSpPr>
          <p:spPr>
            <a:xfrm rot="21442645">
              <a:off x="5000050" y="2464246"/>
              <a:ext cx="143567" cy="1435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205" name="타원 204"/>
            <p:cNvSpPr/>
            <p:nvPr/>
          </p:nvSpPr>
          <p:spPr>
            <a:xfrm rot="21442645">
              <a:off x="5010045" y="3132940"/>
              <a:ext cx="143568" cy="1435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 dirty="0"/>
            </a:p>
          </p:txBody>
        </p:sp>
        <p:sp>
          <p:nvSpPr>
            <p:cNvPr id="207" name="타원 206"/>
            <p:cNvSpPr/>
            <p:nvPr/>
          </p:nvSpPr>
          <p:spPr>
            <a:xfrm rot="21442645">
              <a:off x="4269795" y="2473507"/>
              <a:ext cx="143567" cy="1435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6</a:t>
              </a:r>
              <a:endParaRPr lang="ko-KR" altLang="en-US" sz="1000" dirty="0"/>
            </a:p>
          </p:txBody>
        </p:sp>
        <p:sp>
          <p:nvSpPr>
            <p:cNvPr id="209" name="타원 208"/>
            <p:cNvSpPr/>
            <p:nvPr/>
          </p:nvSpPr>
          <p:spPr>
            <a:xfrm rot="21442645">
              <a:off x="4278143" y="3136670"/>
              <a:ext cx="143566" cy="1435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7</a:t>
              </a:r>
              <a:endParaRPr lang="ko-KR" altLang="en-US" sz="1000" dirty="0"/>
            </a:p>
          </p:txBody>
        </p:sp>
        <p:cxnSp>
          <p:nvCxnSpPr>
            <p:cNvPr id="211" name="직선 화살표 연결선 210"/>
            <p:cNvCxnSpPr>
              <a:stCxn id="203" idx="2"/>
              <a:endCxn id="207" idx="6"/>
            </p:cNvCxnSpPr>
            <p:nvPr/>
          </p:nvCxnSpPr>
          <p:spPr>
            <a:xfrm flipH="1">
              <a:off x="4413287" y="2539315"/>
              <a:ext cx="586838" cy="2691"/>
            </a:xfrm>
            <a:prstGeom prst="straightConnector1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 211"/>
            <p:cNvCxnSpPr>
              <a:stCxn id="207" idx="4"/>
              <a:endCxn id="209" idx="0"/>
            </p:cNvCxnSpPr>
            <p:nvPr/>
          </p:nvCxnSpPr>
          <p:spPr>
            <a:xfrm>
              <a:off x="4344864" y="2616999"/>
              <a:ext cx="1778" cy="519746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/>
            <p:cNvCxnSpPr>
              <a:stCxn id="209" idx="6"/>
              <a:endCxn id="205" idx="2"/>
            </p:cNvCxnSpPr>
            <p:nvPr/>
          </p:nvCxnSpPr>
          <p:spPr>
            <a:xfrm>
              <a:off x="4421634" y="3205168"/>
              <a:ext cx="588487" cy="2841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연결선 213"/>
            <p:cNvCxnSpPr>
              <a:stCxn id="203" idx="4"/>
              <a:endCxn id="205" idx="0"/>
            </p:cNvCxnSpPr>
            <p:nvPr/>
          </p:nvCxnSpPr>
          <p:spPr>
            <a:xfrm>
              <a:off x="5075119" y="2607738"/>
              <a:ext cx="3425" cy="525278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그룹 235"/>
          <p:cNvGrpSpPr/>
          <p:nvPr/>
        </p:nvGrpSpPr>
        <p:grpSpPr>
          <a:xfrm rot="5400000">
            <a:off x="3566765" y="4200781"/>
            <a:ext cx="971534" cy="287671"/>
            <a:chOff x="2958377" y="3103940"/>
            <a:chExt cx="971534" cy="355873"/>
          </a:xfrm>
        </p:grpSpPr>
        <p:sp>
          <p:nvSpPr>
            <p:cNvPr id="171" name="이등변 삼각형 170"/>
            <p:cNvSpPr/>
            <p:nvPr/>
          </p:nvSpPr>
          <p:spPr>
            <a:xfrm>
              <a:off x="2958377" y="3119701"/>
              <a:ext cx="311560" cy="340112"/>
            </a:xfrm>
            <a:prstGeom prst="triangl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3171080" y="3103940"/>
              <a:ext cx="7588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카메라</a:t>
              </a:r>
            </a:p>
          </p:txBody>
        </p:sp>
      </p:grpSp>
      <p:sp>
        <p:nvSpPr>
          <p:cNvPr id="233" name="오른쪽 화살표 232"/>
          <p:cNvSpPr/>
          <p:nvPr/>
        </p:nvSpPr>
        <p:spPr>
          <a:xfrm>
            <a:off x="1968981" y="3668286"/>
            <a:ext cx="750587" cy="698257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월드</a:t>
            </a:r>
            <a:br>
              <a:rPr lang="en-US" altLang="ko-KR" sz="1000" dirty="0"/>
            </a:br>
            <a:r>
              <a:rPr lang="ko-KR" altLang="en-US" sz="1000" dirty="0"/>
              <a:t>변환</a:t>
            </a:r>
          </a:p>
        </p:txBody>
      </p:sp>
      <p:sp>
        <p:nvSpPr>
          <p:cNvPr id="234" name="오른쪽 화살표 233"/>
          <p:cNvSpPr/>
          <p:nvPr/>
        </p:nvSpPr>
        <p:spPr>
          <a:xfrm>
            <a:off x="4338410" y="3660037"/>
            <a:ext cx="750587" cy="698257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뷰</a:t>
            </a:r>
            <a:br>
              <a:rPr lang="en-US" altLang="ko-KR" sz="1000" dirty="0"/>
            </a:br>
            <a:r>
              <a:rPr lang="ko-KR" altLang="en-US" sz="1000" dirty="0"/>
              <a:t>변환</a:t>
            </a:r>
          </a:p>
        </p:txBody>
      </p:sp>
      <p:sp>
        <p:nvSpPr>
          <p:cNvPr id="235" name="오른쪽 화살표 234"/>
          <p:cNvSpPr/>
          <p:nvPr/>
        </p:nvSpPr>
        <p:spPr>
          <a:xfrm>
            <a:off x="6347773" y="3632473"/>
            <a:ext cx="750587" cy="698257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프로젝션</a:t>
            </a:r>
            <a:br>
              <a:rPr lang="en-US" altLang="ko-KR" sz="1000" dirty="0"/>
            </a:br>
            <a:r>
              <a:rPr lang="ko-KR" altLang="en-US" sz="1000" dirty="0"/>
              <a:t>변환</a:t>
            </a:r>
          </a:p>
        </p:txBody>
      </p:sp>
      <p:grpSp>
        <p:nvGrpSpPr>
          <p:cNvPr id="94" name="그룹 93"/>
          <p:cNvGrpSpPr/>
          <p:nvPr/>
        </p:nvGrpSpPr>
        <p:grpSpPr>
          <a:xfrm>
            <a:off x="5393710" y="3649844"/>
            <a:ext cx="714318" cy="659500"/>
            <a:chOff x="4269795" y="2464246"/>
            <a:chExt cx="883818" cy="815991"/>
          </a:xfrm>
        </p:grpSpPr>
        <p:sp>
          <p:nvSpPr>
            <p:cNvPr id="95" name="타원 94"/>
            <p:cNvSpPr/>
            <p:nvPr/>
          </p:nvSpPr>
          <p:spPr>
            <a:xfrm rot="21442645">
              <a:off x="5000050" y="2464246"/>
              <a:ext cx="143567" cy="1435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0</a:t>
              </a:r>
              <a:endParaRPr lang="ko-KR" altLang="en-US" sz="1000" dirty="0"/>
            </a:p>
          </p:txBody>
        </p:sp>
        <p:sp>
          <p:nvSpPr>
            <p:cNvPr id="96" name="타원 95"/>
            <p:cNvSpPr/>
            <p:nvPr/>
          </p:nvSpPr>
          <p:spPr>
            <a:xfrm rot="21442645">
              <a:off x="5010045" y="3132940"/>
              <a:ext cx="143568" cy="1435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97" name="타원 96"/>
            <p:cNvSpPr/>
            <p:nvPr/>
          </p:nvSpPr>
          <p:spPr>
            <a:xfrm rot="21442645">
              <a:off x="4269795" y="2473507"/>
              <a:ext cx="143567" cy="1435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4</a:t>
              </a:r>
              <a:endParaRPr lang="ko-KR" altLang="en-US" sz="1000" dirty="0"/>
            </a:p>
          </p:txBody>
        </p:sp>
        <p:sp>
          <p:nvSpPr>
            <p:cNvPr id="102" name="타원 101"/>
            <p:cNvSpPr/>
            <p:nvPr/>
          </p:nvSpPr>
          <p:spPr>
            <a:xfrm rot="21442645">
              <a:off x="4278143" y="3136670"/>
              <a:ext cx="143566" cy="1435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5</a:t>
              </a:r>
              <a:endParaRPr lang="ko-KR" altLang="en-US" sz="1000" dirty="0"/>
            </a:p>
          </p:txBody>
        </p:sp>
        <p:cxnSp>
          <p:nvCxnSpPr>
            <p:cNvPr id="103" name="직선 화살표 연결선 102"/>
            <p:cNvCxnSpPr>
              <a:stCxn id="95" idx="2"/>
              <a:endCxn id="97" idx="6"/>
            </p:cNvCxnSpPr>
            <p:nvPr/>
          </p:nvCxnSpPr>
          <p:spPr>
            <a:xfrm flipH="1">
              <a:off x="4413287" y="2539315"/>
              <a:ext cx="586838" cy="2691"/>
            </a:xfrm>
            <a:prstGeom prst="straightConnector1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>
              <a:stCxn id="97" idx="4"/>
              <a:endCxn id="102" idx="0"/>
            </p:cNvCxnSpPr>
            <p:nvPr/>
          </p:nvCxnSpPr>
          <p:spPr>
            <a:xfrm>
              <a:off x="4344864" y="2616999"/>
              <a:ext cx="1778" cy="519746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/>
            <p:cNvCxnSpPr>
              <a:stCxn id="102" idx="6"/>
              <a:endCxn id="96" idx="2"/>
            </p:cNvCxnSpPr>
            <p:nvPr/>
          </p:nvCxnSpPr>
          <p:spPr>
            <a:xfrm>
              <a:off x="4421634" y="3205168"/>
              <a:ext cx="588487" cy="2841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/>
            <p:cNvCxnSpPr>
              <a:stCxn id="95" idx="4"/>
              <a:endCxn id="96" idx="0"/>
            </p:cNvCxnSpPr>
            <p:nvPr/>
          </p:nvCxnSpPr>
          <p:spPr>
            <a:xfrm>
              <a:off x="5075119" y="2607738"/>
              <a:ext cx="3425" cy="525278"/>
            </a:xfrm>
            <a:prstGeom prst="line">
              <a:avLst/>
            </a:prstGeom>
            <a:ln w="12700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5103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 err="1"/>
              <a:t>지오메트리와</a:t>
            </a:r>
            <a:r>
              <a:rPr lang="ko-KR" altLang="en-US" dirty="0"/>
              <a:t> </a:t>
            </a:r>
            <a:r>
              <a:rPr lang="ko-KR" altLang="en-US" dirty="0" err="1"/>
              <a:t>행렬변환</a:t>
            </a:r>
            <a:r>
              <a:rPr lang="en-US" altLang="ko-KR" dirty="0"/>
              <a:t> </a:t>
            </a:r>
            <a:r>
              <a:rPr lang="en-US" altLang="ko-KR" sz="2200" dirty="0"/>
              <a:t># </a:t>
            </a:r>
            <a:r>
              <a:rPr lang="en-US" altLang="ko-KR" sz="2000" dirty="0"/>
              <a:t>Matrices</a:t>
            </a:r>
            <a:endParaRPr lang="ko-KR" altLang="en-US" sz="2200" dirty="0"/>
          </a:p>
        </p:txBody>
      </p:sp>
      <p:sp>
        <p:nvSpPr>
          <p:cNvPr id="25" name="TextBox 24"/>
          <p:cNvSpPr txBox="1"/>
          <p:nvPr/>
        </p:nvSpPr>
        <p:spPr>
          <a:xfrm>
            <a:off x="475604" y="1085167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지오메트리에</a:t>
            </a:r>
            <a:r>
              <a:rPr lang="ko-KR" altLang="en-US" dirty="0"/>
              <a:t> 행렬을 </a:t>
            </a:r>
            <a:r>
              <a:rPr lang="ko-KR" altLang="en-US" dirty="0" err="1"/>
              <a:t>버텍스에</a:t>
            </a:r>
            <a:r>
              <a:rPr lang="ko-KR" altLang="en-US" dirty="0"/>
              <a:t> 곱하게 되면 </a:t>
            </a:r>
            <a:r>
              <a:rPr lang="ko-KR" altLang="en-US" dirty="0" err="1"/>
              <a:t>위치변환이</a:t>
            </a:r>
            <a:r>
              <a:rPr lang="ko-KR" altLang="en-US" dirty="0"/>
              <a:t> 일어난다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결과적으로 행렬의 곱을 이용하여 </a:t>
            </a:r>
            <a:r>
              <a:rPr lang="ko-KR" altLang="en-US" dirty="0" err="1"/>
              <a:t>버텍스들의</a:t>
            </a:r>
            <a:r>
              <a:rPr lang="ko-KR" altLang="en-US" dirty="0"/>
              <a:t> 위치가 계산되어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랜더링</a:t>
            </a:r>
            <a:r>
              <a:rPr lang="ko-KR" altLang="en-US" dirty="0"/>
              <a:t> 결과에 반영 되게 된다</a:t>
            </a:r>
            <a:r>
              <a:rPr lang="en-US" altLang="ko-KR" dirty="0"/>
              <a:t>.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588498" y="2101150"/>
            <a:ext cx="704312" cy="704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월드</a:t>
            </a:r>
            <a:endParaRPr lang="en-US" altLang="ko-KR" sz="1000" dirty="0"/>
          </a:p>
          <a:p>
            <a:pPr algn="ctr"/>
            <a:r>
              <a:rPr lang="ko-KR" altLang="en-US" sz="1000" dirty="0"/>
              <a:t>행렬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971600" y="2115407"/>
            <a:ext cx="796217" cy="690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버택스</a:t>
            </a:r>
            <a:endParaRPr lang="en-US" altLang="ko-KR" sz="1000" dirty="0"/>
          </a:p>
          <a:p>
            <a:pPr algn="ctr"/>
            <a:r>
              <a:rPr lang="ko-KR" altLang="en-US" sz="1000" dirty="0"/>
              <a:t>정보</a:t>
            </a:r>
          </a:p>
        </p:txBody>
      </p:sp>
      <p:sp>
        <p:nvSpPr>
          <p:cNvPr id="33" name="곱셈 기호 32"/>
          <p:cNvSpPr/>
          <p:nvPr/>
        </p:nvSpPr>
        <p:spPr>
          <a:xfrm>
            <a:off x="1907704" y="2219280"/>
            <a:ext cx="468052" cy="46805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156906" y="2101150"/>
            <a:ext cx="704312" cy="704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뷰</a:t>
            </a:r>
            <a:endParaRPr lang="en-US" altLang="ko-KR" sz="1000" dirty="0"/>
          </a:p>
          <a:p>
            <a:pPr algn="ctr"/>
            <a:r>
              <a:rPr lang="ko-KR" altLang="en-US" sz="1000" dirty="0"/>
              <a:t>행렬</a:t>
            </a:r>
          </a:p>
        </p:txBody>
      </p:sp>
      <p:sp>
        <p:nvSpPr>
          <p:cNvPr id="35" name="곱셈 기호 34"/>
          <p:cNvSpPr/>
          <p:nvPr/>
        </p:nvSpPr>
        <p:spPr>
          <a:xfrm>
            <a:off x="3509697" y="2250921"/>
            <a:ext cx="468052" cy="46805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5684842" y="2085382"/>
            <a:ext cx="704312" cy="704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프로젝션</a:t>
            </a:r>
            <a:endParaRPr lang="en-US" altLang="ko-KR" sz="1000" dirty="0"/>
          </a:p>
          <a:p>
            <a:pPr algn="ctr"/>
            <a:r>
              <a:rPr lang="ko-KR" altLang="en-US" sz="1000" dirty="0"/>
              <a:t>행렬</a:t>
            </a:r>
          </a:p>
        </p:txBody>
      </p:sp>
      <p:sp>
        <p:nvSpPr>
          <p:cNvPr id="37" name="곱셈 기호 36"/>
          <p:cNvSpPr/>
          <p:nvPr/>
        </p:nvSpPr>
        <p:spPr>
          <a:xfrm>
            <a:off x="5051971" y="2232137"/>
            <a:ext cx="468052" cy="46805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TextBox 172"/>
          <p:cNvSpPr txBox="1"/>
          <p:nvPr/>
        </p:nvSpPr>
        <p:spPr>
          <a:xfrm>
            <a:off x="78880" y="3159380"/>
            <a:ext cx="2354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#Geometry(</a:t>
            </a:r>
            <a:r>
              <a:rPr lang="ko-KR" altLang="en-US" sz="800" dirty="0"/>
              <a:t>기하학</a:t>
            </a:r>
            <a:r>
              <a:rPr lang="en-US" altLang="ko-KR" sz="800" dirty="0"/>
              <a:t>: </a:t>
            </a:r>
            <a:r>
              <a:rPr lang="ko-KR" altLang="en-US" sz="800" dirty="0" err="1"/>
              <a:t>도형및</a:t>
            </a:r>
            <a:r>
              <a:rPr lang="ko-KR" altLang="en-US" sz="800" dirty="0"/>
              <a:t> 공간의 성질 연구</a:t>
            </a:r>
            <a:r>
              <a:rPr lang="en-US" altLang="ko-KR" sz="800" dirty="0"/>
              <a:t>): </a:t>
            </a:r>
            <a:br>
              <a:rPr lang="en-US" altLang="ko-KR" sz="800" dirty="0"/>
            </a:br>
            <a:r>
              <a:rPr lang="en-US" altLang="ko-KR" sz="800" dirty="0"/>
              <a:t>3</a:t>
            </a:r>
            <a:r>
              <a:rPr lang="ko-KR" altLang="en-US" sz="800" dirty="0" err="1"/>
              <a:t>차원공간의</a:t>
            </a:r>
            <a:r>
              <a:rPr lang="ko-KR" altLang="en-US" sz="800" dirty="0"/>
              <a:t> 물체를 이루는 점들의 집합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865940" y="4629785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월드스페이스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55576" y="4595803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로컬스페이스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116190" y="4624666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뷰 스페이스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041968" y="4629069"/>
            <a:ext cx="1706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 err="1"/>
              <a:t>프로젝션</a:t>
            </a:r>
            <a:r>
              <a:rPr lang="ko-KR" altLang="en-US" sz="1000" dirty="0"/>
              <a:t> 스페이스</a:t>
            </a:r>
          </a:p>
        </p:txBody>
      </p:sp>
      <p:grpSp>
        <p:nvGrpSpPr>
          <p:cNvPr id="236" name="그룹 235"/>
          <p:cNvGrpSpPr/>
          <p:nvPr/>
        </p:nvGrpSpPr>
        <p:grpSpPr>
          <a:xfrm rot="10800000">
            <a:off x="2570822" y="4428603"/>
            <a:ext cx="971534" cy="287671"/>
            <a:chOff x="2958377" y="3103940"/>
            <a:chExt cx="971534" cy="355873"/>
          </a:xfrm>
        </p:grpSpPr>
        <p:sp>
          <p:nvSpPr>
            <p:cNvPr id="171" name="이등변 삼각형 170"/>
            <p:cNvSpPr/>
            <p:nvPr/>
          </p:nvSpPr>
          <p:spPr>
            <a:xfrm>
              <a:off x="2958377" y="3119701"/>
              <a:ext cx="311560" cy="340112"/>
            </a:xfrm>
            <a:prstGeom prst="triangl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TextBox 224"/>
            <p:cNvSpPr txBox="1"/>
            <p:nvPr/>
          </p:nvSpPr>
          <p:spPr>
            <a:xfrm rot="10800000">
              <a:off x="3171080" y="3103940"/>
              <a:ext cx="758831" cy="246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카메라</a:t>
              </a:r>
            </a:p>
          </p:txBody>
        </p:sp>
      </p:grpSp>
      <p:sp>
        <p:nvSpPr>
          <p:cNvPr id="233" name="오른쪽 화살표 232"/>
          <p:cNvSpPr/>
          <p:nvPr/>
        </p:nvSpPr>
        <p:spPr>
          <a:xfrm>
            <a:off x="1968981" y="3668286"/>
            <a:ext cx="750587" cy="698257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월드</a:t>
            </a:r>
            <a:br>
              <a:rPr lang="en-US" altLang="ko-KR" sz="1000" dirty="0"/>
            </a:br>
            <a:r>
              <a:rPr lang="ko-KR" altLang="en-US" sz="1000" dirty="0"/>
              <a:t>변환</a:t>
            </a:r>
          </a:p>
        </p:txBody>
      </p:sp>
      <p:sp>
        <p:nvSpPr>
          <p:cNvPr id="234" name="오른쪽 화살표 233"/>
          <p:cNvSpPr/>
          <p:nvPr/>
        </p:nvSpPr>
        <p:spPr>
          <a:xfrm>
            <a:off x="4338410" y="3660037"/>
            <a:ext cx="750587" cy="698257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뷰</a:t>
            </a:r>
            <a:br>
              <a:rPr lang="en-US" altLang="ko-KR" sz="1000" dirty="0"/>
            </a:br>
            <a:r>
              <a:rPr lang="ko-KR" altLang="en-US" sz="1000" dirty="0"/>
              <a:t>변환</a:t>
            </a:r>
          </a:p>
        </p:txBody>
      </p:sp>
      <p:sp>
        <p:nvSpPr>
          <p:cNvPr id="235" name="오른쪽 화살표 234"/>
          <p:cNvSpPr/>
          <p:nvPr/>
        </p:nvSpPr>
        <p:spPr>
          <a:xfrm>
            <a:off x="6347773" y="3632473"/>
            <a:ext cx="750587" cy="698257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프로젝션</a:t>
            </a:r>
            <a:br>
              <a:rPr lang="en-US" altLang="ko-KR" sz="1000" dirty="0"/>
            </a:br>
            <a:r>
              <a:rPr lang="ko-KR" altLang="en-US" sz="1000" dirty="0"/>
              <a:t>변환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229C35D-CD8B-7B4C-FDAB-C04AA5684E11}"/>
              </a:ext>
            </a:extLst>
          </p:cNvPr>
          <p:cNvGrpSpPr/>
          <p:nvPr/>
        </p:nvGrpSpPr>
        <p:grpSpPr>
          <a:xfrm>
            <a:off x="956145" y="3712926"/>
            <a:ext cx="588925" cy="584422"/>
            <a:chOff x="956145" y="3712926"/>
            <a:chExt cx="588925" cy="584422"/>
          </a:xfrm>
        </p:grpSpPr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CBC0960E-D559-722C-1885-6CC689FD37D7}"/>
                </a:ext>
              </a:extLst>
            </p:cNvPr>
            <p:cNvSpPr/>
            <p:nvPr/>
          </p:nvSpPr>
          <p:spPr>
            <a:xfrm rot="21442645">
              <a:off x="1190218" y="3712926"/>
              <a:ext cx="116033" cy="1160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39ADB406-B907-2825-BE28-F0E94EC6401A}"/>
                </a:ext>
              </a:extLst>
            </p:cNvPr>
            <p:cNvSpPr/>
            <p:nvPr/>
          </p:nvSpPr>
          <p:spPr>
            <a:xfrm rot="21442645">
              <a:off x="956145" y="4176997"/>
              <a:ext cx="116033" cy="1160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0</a:t>
              </a:r>
              <a:endParaRPr lang="ko-KR" altLang="en-US" sz="1000" dirty="0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7501B623-304F-AF15-67EF-7576063BE5B9}"/>
                </a:ext>
              </a:extLst>
            </p:cNvPr>
            <p:cNvSpPr/>
            <p:nvPr/>
          </p:nvSpPr>
          <p:spPr>
            <a:xfrm rot="21442645">
              <a:off x="1429037" y="4181314"/>
              <a:ext cx="116033" cy="1160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2A1D7AC-B8FE-D803-8E6E-7B803597281A}"/>
                </a:ext>
              </a:extLst>
            </p:cNvPr>
            <p:cNvCxnSpPr>
              <a:stCxn id="109" idx="3"/>
              <a:endCxn id="110" idx="0"/>
            </p:cNvCxnSpPr>
            <p:nvPr/>
          </p:nvCxnSpPr>
          <p:spPr>
            <a:xfrm flipH="1">
              <a:off x="1011507" y="3813801"/>
              <a:ext cx="197624" cy="363257"/>
            </a:xfrm>
            <a:prstGeom prst="line">
              <a:avLst/>
            </a:prstGeom>
            <a:ln w="9525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9DE0DC94-B88F-3C68-17E3-51C3580DAFE5}"/>
                </a:ext>
              </a:extLst>
            </p:cNvPr>
            <p:cNvCxnSpPr>
              <a:cxnSpLocks/>
              <a:stCxn id="109" idx="5"/>
              <a:endCxn id="111" idx="0"/>
            </p:cNvCxnSpPr>
            <p:nvPr/>
          </p:nvCxnSpPr>
          <p:spPr>
            <a:xfrm>
              <a:off x="1291092" y="3810047"/>
              <a:ext cx="193307" cy="371328"/>
            </a:xfrm>
            <a:prstGeom prst="line">
              <a:avLst/>
            </a:prstGeom>
            <a:ln w="9525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45285121-D115-59EF-CC9C-C90F0F6BAA5F}"/>
                </a:ext>
              </a:extLst>
            </p:cNvPr>
            <p:cNvCxnSpPr>
              <a:cxnSpLocks/>
              <a:stCxn id="110" idx="6"/>
              <a:endCxn id="111" idx="2"/>
            </p:cNvCxnSpPr>
            <p:nvPr/>
          </p:nvCxnSpPr>
          <p:spPr>
            <a:xfrm>
              <a:off x="1072117" y="4232359"/>
              <a:ext cx="356981" cy="9627"/>
            </a:xfrm>
            <a:prstGeom prst="line">
              <a:avLst/>
            </a:prstGeom>
            <a:ln w="9525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734B55EF-6867-D40A-E7A5-2AA6A0025D91}"/>
              </a:ext>
            </a:extLst>
          </p:cNvPr>
          <p:cNvGrpSpPr/>
          <p:nvPr/>
        </p:nvGrpSpPr>
        <p:grpSpPr>
          <a:xfrm>
            <a:off x="3062426" y="3768472"/>
            <a:ext cx="548081" cy="580105"/>
            <a:chOff x="1036166" y="3712926"/>
            <a:chExt cx="548081" cy="580105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8E9807E4-FBC5-C961-4305-E49673997AF7}"/>
                </a:ext>
              </a:extLst>
            </p:cNvPr>
            <p:cNvSpPr/>
            <p:nvPr/>
          </p:nvSpPr>
          <p:spPr>
            <a:xfrm rot="21442645">
              <a:off x="1190218" y="3712926"/>
              <a:ext cx="116033" cy="1160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CD6B065B-EB08-E025-9DB2-25061E1BC6EF}"/>
                </a:ext>
              </a:extLst>
            </p:cNvPr>
            <p:cNvSpPr/>
            <p:nvPr/>
          </p:nvSpPr>
          <p:spPr>
            <a:xfrm rot="21442645">
              <a:off x="1036166" y="4176997"/>
              <a:ext cx="116033" cy="1160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0</a:t>
              </a:r>
              <a:endParaRPr lang="ko-KR" altLang="en-US" sz="1000" dirty="0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C189BF88-CCF7-C7D5-4181-4697F9920605}"/>
                </a:ext>
              </a:extLst>
            </p:cNvPr>
            <p:cNvSpPr/>
            <p:nvPr/>
          </p:nvSpPr>
          <p:spPr>
            <a:xfrm rot="21442645">
              <a:off x="1468214" y="4016183"/>
              <a:ext cx="116033" cy="1160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BC968521-DDB0-4E5B-2F8A-1A21E84A2F2F}"/>
                </a:ext>
              </a:extLst>
            </p:cNvPr>
            <p:cNvCxnSpPr>
              <a:stCxn id="124" idx="3"/>
              <a:endCxn id="126" idx="0"/>
            </p:cNvCxnSpPr>
            <p:nvPr/>
          </p:nvCxnSpPr>
          <p:spPr>
            <a:xfrm flipH="1">
              <a:off x="1091528" y="3813801"/>
              <a:ext cx="117603" cy="363257"/>
            </a:xfrm>
            <a:prstGeom prst="line">
              <a:avLst/>
            </a:prstGeom>
            <a:ln w="9525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54338C7C-E3AC-694C-DA79-36C1B4DCFD90}"/>
                </a:ext>
              </a:extLst>
            </p:cNvPr>
            <p:cNvCxnSpPr>
              <a:cxnSpLocks/>
              <a:stCxn id="124" idx="5"/>
              <a:endCxn id="127" idx="0"/>
            </p:cNvCxnSpPr>
            <p:nvPr/>
          </p:nvCxnSpPr>
          <p:spPr>
            <a:xfrm>
              <a:off x="1291092" y="3810047"/>
              <a:ext cx="232484" cy="206197"/>
            </a:xfrm>
            <a:prstGeom prst="line">
              <a:avLst/>
            </a:prstGeom>
            <a:ln w="9525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33ED12DD-03F8-C454-D4D1-C6115DCDD36F}"/>
                </a:ext>
              </a:extLst>
            </p:cNvPr>
            <p:cNvCxnSpPr>
              <a:cxnSpLocks/>
              <a:stCxn id="126" idx="6"/>
              <a:endCxn id="127" idx="2"/>
            </p:cNvCxnSpPr>
            <p:nvPr/>
          </p:nvCxnSpPr>
          <p:spPr>
            <a:xfrm flipV="1">
              <a:off x="1152138" y="4076855"/>
              <a:ext cx="316137" cy="155504"/>
            </a:xfrm>
            <a:prstGeom prst="line">
              <a:avLst/>
            </a:prstGeom>
            <a:ln w="9525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" name="타원 167">
            <a:extLst>
              <a:ext uri="{FF2B5EF4-FFF2-40B4-BE49-F238E27FC236}">
                <a16:creationId xmlns:a16="http://schemas.microsoft.com/office/drawing/2014/main" id="{1A811E49-B968-EF3E-185C-E15AD99BA144}"/>
              </a:ext>
            </a:extLst>
          </p:cNvPr>
          <p:cNvSpPr/>
          <p:nvPr/>
        </p:nvSpPr>
        <p:spPr>
          <a:xfrm rot="21442645">
            <a:off x="7627524" y="3716883"/>
            <a:ext cx="116033" cy="1160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97463D5C-51BB-0FF7-60FA-CB8AFD62D6B8}"/>
              </a:ext>
            </a:extLst>
          </p:cNvPr>
          <p:cNvSpPr/>
          <p:nvPr/>
        </p:nvSpPr>
        <p:spPr>
          <a:xfrm rot="21442645">
            <a:off x="7220633" y="4055775"/>
            <a:ext cx="116033" cy="1160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2535B422-9F30-EBDF-C620-A511DC841CE7}"/>
              </a:ext>
            </a:extLst>
          </p:cNvPr>
          <p:cNvSpPr/>
          <p:nvPr/>
        </p:nvSpPr>
        <p:spPr>
          <a:xfrm rot="21442645">
            <a:off x="8152180" y="4247915"/>
            <a:ext cx="116033" cy="1160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2D4C319E-9DE8-9865-DCF9-24B9CFF06320}"/>
              </a:ext>
            </a:extLst>
          </p:cNvPr>
          <p:cNvCxnSpPr>
            <a:stCxn id="168" idx="3"/>
            <a:endCxn id="169" idx="0"/>
          </p:cNvCxnSpPr>
          <p:nvPr/>
        </p:nvCxnSpPr>
        <p:spPr>
          <a:xfrm flipH="1">
            <a:off x="7275995" y="3817758"/>
            <a:ext cx="370442" cy="238078"/>
          </a:xfrm>
          <a:prstGeom prst="line">
            <a:avLst/>
          </a:prstGeom>
          <a:ln w="9525"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10C389F1-04CF-BA82-FE5B-CA8E208EBF64}"/>
              </a:ext>
            </a:extLst>
          </p:cNvPr>
          <p:cNvCxnSpPr>
            <a:cxnSpLocks/>
            <a:stCxn id="168" idx="5"/>
            <a:endCxn id="170" idx="0"/>
          </p:cNvCxnSpPr>
          <p:nvPr/>
        </p:nvCxnSpPr>
        <p:spPr>
          <a:xfrm>
            <a:off x="7728398" y="3814004"/>
            <a:ext cx="479144" cy="433972"/>
          </a:xfrm>
          <a:prstGeom prst="line">
            <a:avLst/>
          </a:prstGeom>
          <a:ln w="9525"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D157DD3B-3EA3-E0FA-2D56-7A2CD428AF16}"/>
              </a:ext>
            </a:extLst>
          </p:cNvPr>
          <p:cNvCxnSpPr>
            <a:cxnSpLocks/>
            <a:stCxn id="169" idx="6"/>
            <a:endCxn id="170" idx="2"/>
          </p:cNvCxnSpPr>
          <p:nvPr/>
        </p:nvCxnSpPr>
        <p:spPr>
          <a:xfrm>
            <a:off x="7336605" y="4111137"/>
            <a:ext cx="815636" cy="197450"/>
          </a:xfrm>
          <a:prstGeom prst="line">
            <a:avLst/>
          </a:prstGeom>
          <a:ln w="9525"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E6F0A51-4CC4-BA94-846D-50EE8C190C26}"/>
              </a:ext>
            </a:extLst>
          </p:cNvPr>
          <p:cNvGrpSpPr/>
          <p:nvPr/>
        </p:nvGrpSpPr>
        <p:grpSpPr>
          <a:xfrm rot="10800000">
            <a:off x="4719483" y="4420219"/>
            <a:ext cx="971534" cy="287671"/>
            <a:chOff x="2958377" y="3103940"/>
            <a:chExt cx="971534" cy="355873"/>
          </a:xfrm>
        </p:grpSpPr>
        <p:sp>
          <p:nvSpPr>
            <p:cNvPr id="65" name="이등변 삼각형 64">
              <a:extLst>
                <a:ext uri="{FF2B5EF4-FFF2-40B4-BE49-F238E27FC236}">
                  <a16:creationId xmlns:a16="http://schemas.microsoft.com/office/drawing/2014/main" id="{C21A937E-52B4-AB70-579B-6C44EA05B944}"/>
                </a:ext>
              </a:extLst>
            </p:cNvPr>
            <p:cNvSpPr/>
            <p:nvPr/>
          </p:nvSpPr>
          <p:spPr>
            <a:xfrm>
              <a:off x="2958377" y="3119701"/>
              <a:ext cx="311560" cy="340112"/>
            </a:xfrm>
            <a:prstGeom prst="triangl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C18BB8E-8614-0248-15C5-0B44AD529E2F}"/>
                </a:ext>
              </a:extLst>
            </p:cNvPr>
            <p:cNvSpPr txBox="1"/>
            <p:nvPr/>
          </p:nvSpPr>
          <p:spPr>
            <a:xfrm rot="10800000">
              <a:off x="3171080" y="3103940"/>
              <a:ext cx="758831" cy="246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카메라</a:t>
              </a:r>
            </a:p>
          </p:txBody>
        </p:sp>
      </p:grp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CED6263-CFE2-B0BC-3CFA-19D4E08A0E19}"/>
              </a:ext>
            </a:extLst>
          </p:cNvPr>
          <p:cNvCxnSpPr>
            <a:stCxn id="65" idx="4"/>
          </p:cNvCxnSpPr>
          <p:nvPr/>
        </p:nvCxnSpPr>
        <p:spPr>
          <a:xfrm flipH="1" flipV="1">
            <a:off x="4750049" y="3068725"/>
            <a:ext cx="629408" cy="1351494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475F45D4-4F6E-E9F7-EE8D-0538E3B4CFE9}"/>
              </a:ext>
            </a:extLst>
          </p:cNvPr>
          <p:cNvCxnSpPr>
            <a:cxnSpLocks/>
            <a:stCxn id="65" idx="2"/>
          </p:cNvCxnSpPr>
          <p:nvPr/>
        </p:nvCxnSpPr>
        <p:spPr>
          <a:xfrm flipV="1">
            <a:off x="5691017" y="3064572"/>
            <a:ext cx="555337" cy="1355647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313774DB-6100-6B6B-E83E-9BFFAFF2D042}"/>
              </a:ext>
            </a:extLst>
          </p:cNvPr>
          <p:cNvGrpSpPr/>
          <p:nvPr/>
        </p:nvGrpSpPr>
        <p:grpSpPr>
          <a:xfrm>
            <a:off x="5412104" y="3848686"/>
            <a:ext cx="605846" cy="601062"/>
            <a:chOff x="956145" y="3712926"/>
            <a:chExt cx="605846" cy="601062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A2B12E10-28F9-6D9E-52DB-02DAAB3CC949}"/>
                </a:ext>
              </a:extLst>
            </p:cNvPr>
            <p:cNvSpPr/>
            <p:nvPr/>
          </p:nvSpPr>
          <p:spPr>
            <a:xfrm rot="21442645">
              <a:off x="1190218" y="3712926"/>
              <a:ext cx="116033" cy="1160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0AC39F2D-50A7-D499-7C23-71CF7C11FE05}"/>
                </a:ext>
              </a:extLst>
            </p:cNvPr>
            <p:cNvSpPr/>
            <p:nvPr/>
          </p:nvSpPr>
          <p:spPr>
            <a:xfrm rot="21442645">
              <a:off x="956145" y="4125946"/>
              <a:ext cx="116033" cy="1160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0</a:t>
              </a:r>
              <a:endParaRPr lang="ko-KR" altLang="en-US" sz="1000" dirty="0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2C543BCA-DDB9-262D-314A-59898082667E}"/>
                </a:ext>
              </a:extLst>
            </p:cNvPr>
            <p:cNvSpPr/>
            <p:nvPr/>
          </p:nvSpPr>
          <p:spPr>
            <a:xfrm rot="21442645">
              <a:off x="1445958" y="4197954"/>
              <a:ext cx="116033" cy="1160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D4B1ECCA-F1F9-8A72-FCE9-629349CD0ABD}"/>
                </a:ext>
              </a:extLst>
            </p:cNvPr>
            <p:cNvCxnSpPr>
              <a:stCxn id="74" idx="3"/>
              <a:endCxn id="75" idx="0"/>
            </p:cNvCxnSpPr>
            <p:nvPr/>
          </p:nvCxnSpPr>
          <p:spPr>
            <a:xfrm flipH="1">
              <a:off x="1011507" y="3813801"/>
              <a:ext cx="197624" cy="312206"/>
            </a:xfrm>
            <a:prstGeom prst="line">
              <a:avLst/>
            </a:prstGeom>
            <a:ln w="9525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360EC5CF-95E7-7C69-1F43-A75A890944E7}"/>
                </a:ext>
              </a:extLst>
            </p:cNvPr>
            <p:cNvCxnSpPr>
              <a:cxnSpLocks/>
              <a:stCxn id="74" idx="5"/>
              <a:endCxn id="76" idx="0"/>
            </p:cNvCxnSpPr>
            <p:nvPr/>
          </p:nvCxnSpPr>
          <p:spPr>
            <a:xfrm>
              <a:off x="1291092" y="3810047"/>
              <a:ext cx="210228" cy="387968"/>
            </a:xfrm>
            <a:prstGeom prst="line">
              <a:avLst/>
            </a:prstGeom>
            <a:ln w="9525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9589DA0D-2E4B-0B04-4C00-645AA6067609}"/>
                </a:ext>
              </a:extLst>
            </p:cNvPr>
            <p:cNvCxnSpPr>
              <a:cxnSpLocks/>
              <a:stCxn id="75" idx="6"/>
              <a:endCxn id="76" idx="2"/>
            </p:cNvCxnSpPr>
            <p:nvPr/>
          </p:nvCxnSpPr>
          <p:spPr>
            <a:xfrm>
              <a:off x="1072117" y="4181308"/>
              <a:ext cx="373902" cy="77318"/>
            </a:xfrm>
            <a:prstGeom prst="line">
              <a:avLst/>
            </a:prstGeom>
            <a:ln w="9525"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72A088A2-F8C6-8A3C-53B5-54CC639573B2}"/>
              </a:ext>
            </a:extLst>
          </p:cNvPr>
          <p:cNvCxnSpPr>
            <a:cxnSpLocks/>
          </p:cNvCxnSpPr>
          <p:nvPr/>
        </p:nvCxnSpPr>
        <p:spPr>
          <a:xfrm flipH="1" flipV="1">
            <a:off x="6939702" y="3136376"/>
            <a:ext cx="40538" cy="1380865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EC6929A1-415F-E448-C930-0A43B5586F81}"/>
              </a:ext>
            </a:extLst>
          </p:cNvPr>
          <p:cNvCxnSpPr>
            <a:cxnSpLocks/>
          </p:cNvCxnSpPr>
          <p:nvPr/>
        </p:nvCxnSpPr>
        <p:spPr>
          <a:xfrm flipH="1" flipV="1">
            <a:off x="8436007" y="3132223"/>
            <a:ext cx="104636" cy="1320119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548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Lights </a:t>
            </a:r>
            <a:r>
              <a:rPr lang="en-US" altLang="ko-KR" sz="1800" b="1" dirty="0"/>
              <a:t>#</a:t>
            </a:r>
            <a:r>
              <a:rPr lang="ko-KR" altLang="en-US" sz="1800" b="1" dirty="0"/>
              <a:t>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3427" y="2864193"/>
            <a:ext cx="4629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실습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디퓨즈와</a:t>
            </a:r>
            <a:r>
              <a:rPr lang="ko-KR" altLang="en-US" dirty="0"/>
              <a:t> </a:t>
            </a:r>
            <a:r>
              <a:rPr lang="ko-KR" altLang="en-US" dirty="0" err="1"/>
              <a:t>엠비언트</a:t>
            </a:r>
            <a:r>
              <a:rPr lang="ko-KR" altLang="en-US" dirty="0"/>
              <a:t> 색상 </a:t>
            </a:r>
            <a:r>
              <a:rPr lang="ko-KR" altLang="en-US" dirty="0" err="1"/>
              <a:t>변경해보기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라이트 방향 바꿔보기</a:t>
            </a:r>
            <a:endParaRPr lang="en-US" altLang="ko-KR" dirty="0"/>
          </a:p>
        </p:txBody>
      </p:sp>
      <p:sp>
        <p:nvSpPr>
          <p:cNvPr id="23" name="TextBox 22"/>
          <p:cNvSpPr txBox="1"/>
          <p:nvPr/>
        </p:nvSpPr>
        <p:spPr>
          <a:xfrm>
            <a:off x="422474" y="3982174"/>
            <a:ext cx="5893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문제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Geometry</a:t>
            </a:r>
            <a:r>
              <a:rPr lang="ko-KR" altLang="en-US" dirty="0"/>
              <a:t>란 무엇인가</a:t>
            </a:r>
            <a:r>
              <a:rPr lang="en-US" altLang="ko-KR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깊이버퍼에</a:t>
            </a:r>
            <a:r>
              <a:rPr lang="ko-KR" altLang="en-US" dirty="0"/>
              <a:t> 대해서 설명해보자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디퓨즈와</a:t>
            </a:r>
            <a:r>
              <a:rPr lang="ko-KR" altLang="en-US" dirty="0"/>
              <a:t> </a:t>
            </a:r>
            <a:r>
              <a:rPr lang="ko-KR" altLang="en-US" dirty="0" err="1"/>
              <a:t>엠비언트는</a:t>
            </a:r>
            <a:r>
              <a:rPr lang="ko-KR" altLang="en-US" dirty="0"/>
              <a:t> 의미가 무엇인가</a:t>
            </a:r>
            <a:r>
              <a:rPr lang="en-US" altLang="ko-KR" dirty="0"/>
              <a:t>?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24" y="1050875"/>
            <a:ext cx="1667258" cy="1708065"/>
          </a:xfrm>
          <a:prstGeom prst="rect">
            <a:avLst/>
          </a:prstGeom>
        </p:spPr>
      </p:pic>
      <p:grpSp>
        <p:nvGrpSpPr>
          <p:cNvPr id="16" name="그룹 15"/>
          <p:cNvGrpSpPr/>
          <p:nvPr/>
        </p:nvGrpSpPr>
        <p:grpSpPr>
          <a:xfrm flipH="1">
            <a:off x="4942237" y="634604"/>
            <a:ext cx="3744416" cy="4106557"/>
            <a:chOff x="5292080" y="339502"/>
            <a:chExt cx="3722722" cy="4106557"/>
          </a:xfrm>
        </p:grpSpPr>
        <p:grpSp>
          <p:nvGrpSpPr>
            <p:cNvPr id="14" name="그룹 13"/>
            <p:cNvGrpSpPr/>
            <p:nvPr/>
          </p:nvGrpSpPr>
          <p:grpSpPr>
            <a:xfrm>
              <a:off x="5292080" y="339502"/>
              <a:ext cx="3722722" cy="4106557"/>
              <a:chOff x="3823276" y="-102346"/>
              <a:chExt cx="3722722" cy="4106557"/>
            </a:xfrm>
          </p:grpSpPr>
          <p:grpSp>
            <p:nvGrpSpPr>
              <p:cNvPr id="25" name="그룹 24"/>
              <p:cNvGrpSpPr/>
              <p:nvPr/>
            </p:nvGrpSpPr>
            <p:grpSpPr>
              <a:xfrm>
                <a:off x="3823276" y="-102346"/>
                <a:ext cx="3722722" cy="4106557"/>
                <a:chOff x="5314172" y="597853"/>
                <a:chExt cx="3722722" cy="4106557"/>
              </a:xfrm>
            </p:grpSpPr>
            <p:grpSp>
              <p:nvGrpSpPr>
                <p:cNvPr id="27" name="그룹 26"/>
                <p:cNvGrpSpPr/>
                <p:nvPr/>
              </p:nvGrpSpPr>
              <p:grpSpPr>
                <a:xfrm>
                  <a:off x="5314172" y="597853"/>
                  <a:ext cx="1562084" cy="4106557"/>
                  <a:chOff x="4711583" y="316875"/>
                  <a:chExt cx="1562084" cy="4106557"/>
                </a:xfrm>
              </p:grpSpPr>
              <p:cxnSp>
                <p:nvCxnSpPr>
                  <p:cNvPr id="34" name="직선 화살표 연결선 33"/>
                  <p:cNvCxnSpPr>
                    <a:stCxn id="44" idx="2"/>
                    <a:endCxn id="45" idx="0"/>
                  </p:cNvCxnSpPr>
                  <p:nvPr/>
                </p:nvCxnSpPr>
                <p:spPr>
                  <a:xfrm>
                    <a:off x="5492625" y="3074908"/>
                    <a:ext cx="2" cy="150184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직선 화살표 연결선 34"/>
                  <p:cNvCxnSpPr>
                    <a:stCxn id="45" idx="2"/>
                    <a:endCxn id="54" idx="0"/>
                  </p:cNvCxnSpPr>
                  <p:nvPr/>
                </p:nvCxnSpPr>
                <p:spPr>
                  <a:xfrm flipH="1">
                    <a:off x="5492625" y="3892639"/>
                    <a:ext cx="2" cy="150184"/>
                  </a:xfrm>
                  <a:prstGeom prst="straightConnector1">
                    <a:avLst/>
                  </a:prstGeom>
                  <a:ln>
                    <a:solidFill>
                      <a:srgbClr val="92D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9" name="직사각형 38"/>
                  <p:cNvSpPr/>
                  <p:nvPr/>
                </p:nvSpPr>
                <p:spPr>
                  <a:xfrm>
                    <a:off x="4804171" y="316875"/>
                    <a:ext cx="1383804" cy="332113"/>
                  </a:xfrm>
                  <a:prstGeom prst="rect">
                    <a:avLst/>
                  </a:prstGeom>
                  <a:solidFill>
                    <a:schemeClr val="accent1"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 err="1"/>
                      <a:t>CreateWindow</a:t>
                    </a:r>
                    <a:endParaRPr lang="ko-KR" altLang="en-US" sz="1000" dirty="0"/>
                  </a:p>
                </p:txBody>
              </p:sp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04171" y="815044"/>
                    <a:ext cx="1383804" cy="332113"/>
                  </a:xfrm>
                  <a:prstGeom prst="rect">
                    <a:avLst/>
                  </a:prstGeom>
                  <a:solidFill>
                    <a:schemeClr val="accent1"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InitD3D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04171" y="1313213"/>
                    <a:ext cx="1383804" cy="332113"/>
                  </a:xfrm>
                  <a:prstGeom prst="rect">
                    <a:avLst/>
                  </a:prstGeom>
                  <a:solidFill>
                    <a:srgbClr val="92D050">
                      <a:alpha val="50000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 err="1"/>
                      <a:t>InitGeometry</a:t>
                    </a:r>
                    <a:endParaRPr lang="ko-KR" altLang="en-US" sz="1000" dirty="0"/>
                  </a:p>
                </p:txBody>
              </p:sp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04171" y="1809815"/>
                    <a:ext cx="1383804" cy="332113"/>
                  </a:xfrm>
                  <a:prstGeom prst="rect">
                    <a:avLst/>
                  </a:prstGeom>
                  <a:solidFill>
                    <a:schemeClr val="accent1"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 err="1"/>
                      <a:t>UpdateWindow</a:t>
                    </a:r>
                    <a:endParaRPr lang="ko-KR" altLang="en-US" sz="1000" dirty="0"/>
                  </a:p>
                </p:txBody>
              </p:sp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00723" y="2742795"/>
                    <a:ext cx="1383804" cy="332113"/>
                  </a:xfrm>
                  <a:prstGeom prst="rect">
                    <a:avLst/>
                  </a:prstGeom>
                  <a:solidFill>
                    <a:schemeClr val="accent1"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 err="1"/>
                      <a:t>Msg</a:t>
                    </a:r>
                    <a:r>
                      <a:rPr lang="en-US" altLang="ko-KR" sz="1000" dirty="0"/>
                      <a:t> Queue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순서도: 판단 44"/>
                  <p:cNvSpPr/>
                  <p:nvPr/>
                </p:nvSpPr>
                <p:spPr>
                  <a:xfrm>
                    <a:off x="4994457" y="3225092"/>
                    <a:ext cx="996339" cy="667547"/>
                  </a:xfrm>
                  <a:prstGeom prst="flowChartDecision">
                    <a:avLst/>
                  </a:prstGeom>
                  <a:solidFill>
                    <a:schemeClr val="accent1"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ko-KR" sz="1000" dirty="0"/>
                      <a:t>Empty?</a:t>
                    </a:r>
                    <a:endParaRPr lang="ko-KR" altLang="en-US" sz="1000" dirty="0"/>
                  </a:p>
                </p:txBody>
              </p:sp>
              <p:cxnSp>
                <p:nvCxnSpPr>
                  <p:cNvPr id="47" name="직선 화살표 연결선 46"/>
                  <p:cNvCxnSpPr>
                    <a:stCxn id="39" idx="2"/>
                    <a:endCxn id="40" idx="0"/>
                  </p:cNvCxnSpPr>
                  <p:nvPr/>
                </p:nvCxnSpPr>
                <p:spPr>
                  <a:xfrm>
                    <a:off x="5496073" y="648988"/>
                    <a:ext cx="0" cy="16605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직선 화살표 연결선 47"/>
                  <p:cNvCxnSpPr>
                    <a:stCxn id="40" idx="2"/>
                    <a:endCxn id="41" idx="0"/>
                  </p:cNvCxnSpPr>
                  <p:nvPr/>
                </p:nvCxnSpPr>
                <p:spPr>
                  <a:xfrm>
                    <a:off x="5496073" y="1147157"/>
                    <a:ext cx="0" cy="16605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직선 화살표 연결선 48"/>
                  <p:cNvCxnSpPr>
                    <a:stCxn id="41" idx="2"/>
                    <a:endCxn id="42" idx="0"/>
                  </p:cNvCxnSpPr>
                  <p:nvPr/>
                </p:nvCxnSpPr>
                <p:spPr>
                  <a:xfrm>
                    <a:off x="5496073" y="1645325"/>
                    <a:ext cx="0" cy="16449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직선 화살표 연결선 49"/>
                  <p:cNvCxnSpPr>
                    <a:stCxn id="42" idx="2"/>
                    <a:endCxn id="52" idx="0"/>
                  </p:cNvCxnSpPr>
                  <p:nvPr/>
                </p:nvCxnSpPr>
                <p:spPr>
                  <a:xfrm flipH="1">
                    <a:off x="5492625" y="2141928"/>
                    <a:ext cx="3448" cy="12966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2" name="직사각형 51"/>
                  <p:cNvSpPr/>
                  <p:nvPr/>
                </p:nvSpPr>
                <p:spPr>
                  <a:xfrm>
                    <a:off x="4800724" y="2271595"/>
                    <a:ext cx="1383804" cy="332113"/>
                  </a:xfrm>
                  <a:prstGeom prst="rect">
                    <a:avLst/>
                  </a:prstGeom>
                  <a:solidFill>
                    <a:schemeClr val="accent1"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 err="1"/>
                      <a:t>ShowWindow</a:t>
                    </a:r>
                    <a:endParaRPr lang="ko-KR" altLang="en-US" sz="1000" dirty="0"/>
                  </a:p>
                </p:txBody>
              </p:sp>
              <p:cxnSp>
                <p:nvCxnSpPr>
                  <p:cNvPr id="53" name="직선 화살표 연결선 52"/>
                  <p:cNvCxnSpPr>
                    <a:stCxn id="52" idx="2"/>
                    <a:endCxn id="44" idx="0"/>
                  </p:cNvCxnSpPr>
                  <p:nvPr/>
                </p:nvCxnSpPr>
                <p:spPr>
                  <a:xfrm flipH="1">
                    <a:off x="5492625" y="2603708"/>
                    <a:ext cx="1" cy="13908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" name="순서도: 종속 처리 53"/>
                  <p:cNvSpPr/>
                  <p:nvPr/>
                </p:nvSpPr>
                <p:spPr>
                  <a:xfrm>
                    <a:off x="4711583" y="4042823"/>
                    <a:ext cx="1562084" cy="380609"/>
                  </a:xfrm>
                  <a:prstGeom prst="flowChartPredefinedProcess">
                    <a:avLst/>
                  </a:prstGeom>
                  <a:solidFill>
                    <a:schemeClr val="accent1"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Render</a:t>
                    </a:r>
                    <a:endParaRPr lang="ko-KR" altLang="en-US" sz="1000" dirty="0"/>
                  </a:p>
                </p:txBody>
              </p:sp>
            </p:grpSp>
            <p:sp>
              <p:nvSpPr>
                <p:cNvPr id="29" name="사각형 설명선 28"/>
                <p:cNvSpPr/>
                <p:nvPr/>
              </p:nvSpPr>
              <p:spPr>
                <a:xfrm rot="5400000">
                  <a:off x="7602789" y="3270305"/>
                  <a:ext cx="1140018" cy="1728192"/>
                </a:xfrm>
                <a:prstGeom prst="wedgeRectCallout">
                  <a:avLst>
                    <a:gd name="adj1" fmla="val 33397"/>
                    <a:gd name="adj2" fmla="val 69617"/>
                  </a:avLst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직사각형 31"/>
                <p:cNvSpPr/>
                <p:nvPr/>
              </p:nvSpPr>
              <p:spPr>
                <a:xfrm>
                  <a:off x="7480896" y="4225645"/>
                  <a:ext cx="1383804" cy="332792"/>
                </a:xfrm>
                <a:prstGeom prst="rect">
                  <a:avLst/>
                </a:prstGeom>
                <a:solidFill>
                  <a:srgbClr val="92D050">
                    <a:alpha val="5000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SetupMatrices</a:t>
                  </a:r>
                  <a:endParaRPr lang="ko-KR" altLang="en-US" sz="1000" dirty="0"/>
                </a:p>
              </p:txBody>
            </p:sp>
          </p:grpSp>
          <p:grpSp>
            <p:nvGrpSpPr>
              <p:cNvPr id="11" name="그룹 10"/>
              <p:cNvGrpSpPr/>
              <p:nvPr/>
            </p:nvGrpSpPr>
            <p:grpSpPr>
              <a:xfrm>
                <a:off x="5924637" y="2967923"/>
                <a:ext cx="1449056" cy="390562"/>
                <a:chOff x="5924637" y="2967923"/>
                <a:chExt cx="1449056" cy="390562"/>
              </a:xfrm>
            </p:grpSpPr>
            <p:sp>
              <p:nvSpPr>
                <p:cNvPr id="78" name="직사각형 77"/>
                <p:cNvSpPr/>
                <p:nvPr/>
              </p:nvSpPr>
              <p:spPr>
                <a:xfrm>
                  <a:off x="5989889" y="3025693"/>
                  <a:ext cx="1383804" cy="33279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SetupLights</a:t>
                  </a:r>
                  <a:endParaRPr lang="ko-KR" altLang="en-US" sz="1000" dirty="0"/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>
                  <a:off x="5924637" y="2967923"/>
                  <a:ext cx="43204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dirty="0">
                      <a:solidFill>
                        <a:srgbClr val="FF0000"/>
                      </a:solidFill>
                    </a:rPr>
                    <a:t>new</a:t>
                  </a:r>
                  <a:endParaRPr lang="ko-KR" altLang="en-US" sz="1000" dirty="0">
                    <a:solidFill>
                      <a:srgbClr val="FF0000"/>
                    </a:solidFill>
                  </a:endParaRPr>
                </a:p>
              </p:txBody>
            </p:sp>
          </p:grpSp>
        </p:grpSp>
        <p:sp>
          <p:nvSpPr>
            <p:cNvPr id="81" name="TextBox 80"/>
            <p:cNvSpPr txBox="1"/>
            <p:nvPr/>
          </p:nvSpPr>
          <p:spPr>
            <a:xfrm>
              <a:off x="7390011" y="3915266"/>
              <a:ext cx="4320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B050"/>
                  </a:solidFill>
                </a:rPr>
                <a:t>edit</a:t>
              </a:r>
              <a:endParaRPr lang="ko-KR" altLang="en-US" sz="1000" b="1" dirty="0">
                <a:solidFill>
                  <a:srgbClr val="00B050"/>
                </a:solidFill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30890" y="1281076"/>
              <a:ext cx="4320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B050"/>
                  </a:solidFill>
                </a:rPr>
                <a:t>edit</a:t>
              </a:r>
              <a:endParaRPr lang="ko-KR" altLang="en-US" sz="1000" b="1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20" name="꺾인 연결선 19"/>
          <p:cNvCxnSpPr>
            <a:stCxn id="45" idx="3"/>
            <a:endCxn id="44" idx="3"/>
          </p:cNvCxnSpPr>
          <p:nvPr/>
        </p:nvCxnSpPr>
        <p:spPr>
          <a:xfrm rot="10800000">
            <a:off x="7205125" y="3226581"/>
            <a:ext cx="194860" cy="650014"/>
          </a:xfrm>
          <a:prstGeom prst="bentConnector3">
            <a:avLst>
              <a:gd name="adj1" fmla="val 21731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stCxn id="54" idx="1"/>
            <a:endCxn id="44" idx="1"/>
          </p:cNvCxnSpPr>
          <p:nvPr/>
        </p:nvCxnSpPr>
        <p:spPr>
          <a:xfrm flipH="1" flipV="1">
            <a:off x="8596993" y="3226581"/>
            <a:ext cx="89660" cy="1324276"/>
          </a:xfrm>
          <a:prstGeom prst="bentConnector3">
            <a:avLst>
              <a:gd name="adj1" fmla="val -2549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783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 err="1"/>
              <a:t>깊이버퍼</a:t>
            </a:r>
            <a:r>
              <a:rPr lang="en-US" altLang="ko-KR" dirty="0"/>
              <a:t> </a:t>
            </a:r>
            <a:r>
              <a:rPr lang="en-US" altLang="ko-KR" sz="2200" dirty="0"/>
              <a:t>#Lights</a:t>
            </a:r>
            <a:endParaRPr lang="ko-KR" altLang="en-US" sz="2200" dirty="0"/>
          </a:p>
        </p:txBody>
      </p:sp>
      <p:grpSp>
        <p:nvGrpSpPr>
          <p:cNvPr id="294" name="그룹 293"/>
          <p:cNvGrpSpPr/>
          <p:nvPr/>
        </p:nvGrpSpPr>
        <p:grpSpPr>
          <a:xfrm>
            <a:off x="2601731" y="2331780"/>
            <a:ext cx="1796143" cy="489859"/>
            <a:chOff x="3151414" y="5461906"/>
            <a:chExt cx="1796143" cy="489859"/>
          </a:xfrm>
        </p:grpSpPr>
        <p:sp>
          <p:nvSpPr>
            <p:cNvPr id="295" name="순서도: 추출 294"/>
            <p:cNvSpPr/>
            <p:nvPr/>
          </p:nvSpPr>
          <p:spPr>
            <a:xfrm rot="5400000">
              <a:off x="3869871" y="5486400"/>
              <a:ext cx="489858" cy="440871"/>
            </a:xfrm>
            <a:prstGeom prst="flowChartExtra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6" name="직사각형 295"/>
            <p:cNvSpPr/>
            <p:nvPr/>
          </p:nvSpPr>
          <p:spPr>
            <a:xfrm>
              <a:off x="4114800" y="5461906"/>
              <a:ext cx="832757" cy="4898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97" name="직선 화살표 연결선 296"/>
            <p:cNvCxnSpPr>
              <a:stCxn id="295" idx="2"/>
            </p:cNvCxnSpPr>
            <p:nvPr/>
          </p:nvCxnSpPr>
          <p:spPr>
            <a:xfrm flipH="1" flipV="1">
              <a:off x="3151414" y="5706835"/>
              <a:ext cx="742951" cy="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그룹 72"/>
          <p:cNvGrpSpPr/>
          <p:nvPr/>
        </p:nvGrpSpPr>
        <p:grpSpPr>
          <a:xfrm>
            <a:off x="2910484" y="1746902"/>
            <a:ext cx="1228725" cy="399320"/>
            <a:chOff x="3173435" y="1162563"/>
            <a:chExt cx="1228725" cy="399320"/>
          </a:xfrm>
        </p:grpSpPr>
        <p:grpSp>
          <p:nvGrpSpPr>
            <p:cNvPr id="72" name="그룹 71"/>
            <p:cNvGrpSpPr/>
            <p:nvPr/>
          </p:nvGrpSpPr>
          <p:grpSpPr>
            <a:xfrm>
              <a:off x="3173435" y="1162563"/>
              <a:ext cx="1228725" cy="399320"/>
              <a:chOff x="3173435" y="1162563"/>
              <a:chExt cx="1228725" cy="399320"/>
            </a:xfrm>
          </p:grpSpPr>
          <p:grpSp>
            <p:nvGrpSpPr>
              <p:cNvPr id="70" name="그룹 69"/>
              <p:cNvGrpSpPr/>
              <p:nvPr/>
            </p:nvGrpSpPr>
            <p:grpSpPr>
              <a:xfrm>
                <a:off x="3220277" y="1437150"/>
                <a:ext cx="868447" cy="124733"/>
                <a:chOff x="3220277" y="1437150"/>
                <a:chExt cx="868447" cy="124733"/>
              </a:xfrm>
            </p:grpSpPr>
            <p:grpSp>
              <p:nvGrpSpPr>
                <p:cNvPr id="306" name="그룹 305"/>
                <p:cNvGrpSpPr/>
                <p:nvPr/>
              </p:nvGrpSpPr>
              <p:grpSpPr>
                <a:xfrm>
                  <a:off x="3517553" y="1449293"/>
                  <a:ext cx="571171" cy="112590"/>
                  <a:chOff x="6092456" y="4926123"/>
                  <a:chExt cx="814158" cy="160488"/>
                </a:xfrm>
              </p:grpSpPr>
              <p:sp>
                <p:nvSpPr>
                  <p:cNvPr id="307" name="직사각형 306"/>
                  <p:cNvSpPr/>
                  <p:nvPr/>
                </p:nvSpPr>
                <p:spPr>
                  <a:xfrm>
                    <a:off x="6092456" y="4926123"/>
                    <a:ext cx="184150" cy="160277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8" name="직사각형 307"/>
                  <p:cNvSpPr/>
                  <p:nvPr/>
                </p:nvSpPr>
                <p:spPr>
                  <a:xfrm>
                    <a:off x="6302007" y="4926334"/>
                    <a:ext cx="184150" cy="158127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9" name="직사각형 308"/>
                  <p:cNvSpPr/>
                  <p:nvPr/>
                </p:nvSpPr>
                <p:spPr>
                  <a:xfrm>
                    <a:off x="6512914" y="4926123"/>
                    <a:ext cx="184150" cy="160277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10" name="직사각형 309"/>
                  <p:cNvSpPr/>
                  <p:nvPr/>
                </p:nvSpPr>
                <p:spPr>
                  <a:xfrm>
                    <a:off x="6722464" y="4926334"/>
                    <a:ext cx="184150" cy="160277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311" name="TextBox 310"/>
                <p:cNvSpPr txBox="1"/>
                <p:nvPr/>
              </p:nvSpPr>
              <p:spPr>
                <a:xfrm>
                  <a:off x="3220277" y="1437150"/>
                  <a:ext cx="293200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/>
                    <a:t>Z</a:t>
                  </a:r>
                  <a:r>
                    <a:rPr lang="ko-KR" altLang="en-US" sz="800"/>
                    <a:t>버퍼</a:t>
                  </a:r>
                </a:p>
              </p:txBody>
            </p:sp>
          </p:grpSp>
          <p:grpSp>
            <p:nvGrpSpPr>
              <p:cNvPr id="71" name="그룹 70"/>
              <p:cNvGrpSpPr/>
              <p:nvPr/>
            </p:nvGrpSpPr>
            <p:grpSpPr>
              <a:xfrm>
                <a:off x="3173435" y="1162563"/>
                <a:ext cx="1228725" cy="246221"/>
                <a:chOff x="3173435" y="1162563"/>
                <a:chExt cx="1228725" cy="246221"/>
              </a:xfrm>
            </p:grpSpPr>
            <p:cxnSp>
              <p:nvCxnSpPr>
                <p:cNvPr id="312" name="직선 화살표 연결선 311"/>
                <p:cNvCxnSpPr/>
                <p:nvPr/>
              </p:nvCxnSpPr>
              <p:spPr>
                <a:xfrm flipH="1">
                  <a:off x="3173435" y="1394355"/>
                  <a:ext cx="1228725" cy="0"/>
                </a:xfrm>
                <a:prstGeom prst="straightConnector1">
                  <a:avLst/>
                </a:prstGeom>
                <a:ln w="25400">
                  <a:solidFill>
                    <a:srgbClr val="92D050"/>
                  </a:solidFill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3" name="TextBox 312"/>
                <p:cNvSpPr txBox="1"/>
                <p:nvPr/>
              </p:nvSpPr>
              <p:spPr>
                <a:xfrm>
                  <a:off x="3265912" y="1162563"/>
                  <a:ext cx="100094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000" b="1" dirty="0" err="1">
                      <a:solidFill>
                        <a:srgbClr val="92D050"/>
                      </a:solidFill>
                    </a:rPr>
                    <a:t>랜더링</a:t>
                  </a:r>
                  <a:r>
                    <a:rPr lang="ko-KR" altLang="en-US" sz="1000" b="1" dirty="0">
                      <a:solidFill>
                        <a:srgbClr val="92D050"/>
                      </a:solidFill>
                    </a:rPr>
                    <a:t> 순서</a:t>
                  </a:r>
                </a:p>
              </p:txBody>
            </p:sp>
          </p:grpSp>
        </p:grpSp>
        <p:sp>
          <p:nvSpPr>
            <p:cNvPr id="314" name="직사각형 313"/>
            <p:cNvSpPr/>
            <p:nvPr/>
          </p:nvSpPr>
          <p:spPr>
            <a:xfrm>
              <a:off x="3519827" y="1449178"/>
              <a:ext cx="129190" cy="11244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5" name="직사각형 314"/>
            <p:cNvSpPr/>
            <p:nvPr/>
          </p:nvSpPr>
          <p:spPr>
            <a:xfrm>
              <a:off x="3664327" y="1449178"/>
              <a:ext cx="129190" cy="112442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5627855" y="445781"/>
            <a:ext cx="2217813" cy="2249038"/>
            <a:chOff x="193947" y="2842992"/>
            <a:chExt cx="2217813" cy="2249038"/>
          </a:xfrm>
        </p:grpSpPr>
        <p:pic>
          <p:nvPicPr>
            <p:cNvPr id="65" name="그림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580" y="3304657"/>
              <a:ext cx="1744671" cy="1787373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193947" y="2842992"/>
              <a:ext cx="221781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#</a:t>
              </a:r>
              <a:r>
                <a:rPr lang="ko-KR" altLang="en-US" sz="1000" b="1" dirty="0" err="1"/>
                <a:t>깊이버퍼</a:t>
              </a:r>
              <a:r>
                <a:rPr lang="ko-KR" altLang="en-US" sz="1000" b="1" dirty="0"/>
                <a:t> </a:t>
              </a:r>
              <a:r>
                <a:rPr lang="ko-KR" altLang="en-US" sz="1000" b="1" dirty="0" err="1"/>
                <a:t>미적용</a:t>
              </a:r>
              <a:r>
                <a:rPr lang="ko-KR" altLang="en-US" sz="1000" b="1" dirty="0"/>
                <a:t> </a:t>
              </a:r>
              <a:br>
                <a:rPr lang="en-US" altLang="ko-KR" sz="1000" b="1" dirty="0"/>
              </a:br>
              <a:r>
                <a:rPr lang="ko-KR" altLang="en-US" sz="800" dirty="0"/>
                <a:t>생성 순서 따라 </a:t>
              </a:r>
              <a:r>
                <a:rPr lang="ko-KR" altLang="en-US" sz="800" dirty="0" err="1"/>
                <a:t>랜더링</a:t>
              </a:r>
              <a:r>
                <a:rPr lang="ko-KR" altLang="en-US" sz="800" dirty="0"/>
                <a:t> 순서가 결정된다</a:t>
              </a:r>
              <a:r>
                <a:rPr lang="en-US" altLang="ko-KR" sz="800" dirty="0"/>
                <a:t>.</a:t>
              </a:r>
            </a:p>
            <a:p>
              <a:r>
                <a:rPr lang="ko-KR" altLang="en-US" sz="800" dirty="0"/>
                <a:t>그러므로</a:t>
              </a:r>
              <a:r>
                <a:rPr lang="en-US" altLang="ko-KR" sz="800" dirty="0"/>
                <a:t>,</a:t>
              </a:r>
              <a:r>
                <a:rPr lang="ko-KR" altLang="en-US" sz="800" dirty="0"/>
                <a:t> 다음과 같은 결과가 </a:t>
              </a:r>
              <a:r>
                <a:rPr lang="ko-KR" altLang="en-US" sz="800" dirty="0" err="1"/>
                <a:t>나타게된다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5627855" y="2821639"/>
            <a:ext cx="2262878" cy="2255694"/>
            <a:chOff x="2532341" y="2836336"/>
            <a:chExt cx="2262878" cy="2255694"/>
          </a:xfrm>
        </p:grpSpPr>
        <p:pic>
          <p:nvPicPr>
            <p:cNvPr id="68" name="그림 6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8688" y="3304657"/>
              <a:ext cx="1744671" cy="1787373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2532341" y="2836336"/>
              <a:ext cx="226287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#</a:t>
              </a:r>
              <a:r>
                <a:rPr lang="ko-KR" altLang="en-US" sz="1000" b="1" dirty="0" err="1"/>
                <a:t>깊이버퍼</a:t>
              </a:r>
              <a:r>
                <a:rPr lang="ko-KR" altLang="en-US" sz="1000" b="1" dirty="0"/>
                <a:t> 적용</a:t>
              </a:r>
              <a:br>
                <a:rPr lang="en-US" altLang="ko-KR" sz="1000" b="1" dirty="0"/>
              </a:br>
              <a:r>
                <a:rPr lang="ko-KR" altLang="en-US" sz="800" dirty="0"/>
                <a:t>카메라를 기준으로 멀리 있는 물체를 먼저 </a:t>
              </a:r>
              <a:br>
                <a:rPr lang="en-US" altLang="ko-KR" sz="800" dirty="0"/>
              </a:br>
              <a:r>
                <a:rPr lang="ko-KR" altLang="en-US" sz="800" dirty="0"/>
                <a:t>그리므로</a:t>
              </a:r>
              <a:r>
                <a:rPr lang="en-US" altLang="ko-KR" sz="800" dirty="0"/>
                <a:t>,</a:t>
              </a:r>
              <a:r>
                <a:rPr lang="ko-KR" altLang="en-US" sz="800" dirty="0"/>
                <a:t> 정상적인 화면을 확인할 수 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476889" y="1635646"/>
            <a:ext cx="1611636" cy="1455640"/>
            <a:chOff x="3009998" y="1214146"/>
            <a:chExt cx="1611636" cy="1455640"/>
          </a:xfrm>
        </p:grpSpPr>
        <p:sp>
          <p:nvSpPr>
            <p:cNvPr id="291" name="타원 290"/>
            <p:cNvSpPr/>
            <p:nvPr/>
          </p:nvSpPr>
          <p:spPr>
            <a:xfrm>
              <a:off x="3521088" y="1569240"/>
              <a:ext cx="1100546" cy="1100546"/>
            </a:xfrm>
            <a:prstGeom prst="ellips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292" name="직사각형 291"/>
            <p:cNvSpPr/>
            <p:nvPr/>
          </p:nvSpPr>
          <p:spPr>
            <a:xfrm>
              <a:off x="3009998" y="1661223"/>
              <a:ext cx="881743" cy="8817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cxnSp>
          <p:nvCxnSpPr>
            <p:cNvPr id="5" name="직선 화살표 연결선 4"/>
            <p:cNvCxnSpPr/>
            <p:nvPr/>
          </p:nvCxnSpPr>
          <p:spPr>
            <a:xfrm flipH="1">
              <a:off x="3009998" y="1460367"/>
              <a:ext cx="1562002" cy="0"/>
            </a:xfrm>
            <a:prstGeom prst="straightConnector1">
              <a:avLst/>
            </a:prstGeom>
            <a:ln w="25400"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290528" y="1214146"/>
              <a:ext cx="100094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생성 순서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538302" y="983614"/>
            <a:ext cx="3940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먼 물체부터 가까운 물체 순으로 </a:t>
            </a:r>
            <a:r>
              <a:rPr lang="ko-KR" altLang="en-US" sz="1000" dirty="0" err="1"/>
              <a:t>정렬되어있는</a:t>
            </a:r>
            <a:r>
              <a:rPr lang="ko-KR" altLang="en-US" sz="1000" dirty="0"/>
              <a:t> 버퍼 </a:t>
            </a:r>
            <a:r>
              <a:rPr lang="en-US" altLang="ko-KR" sz="1000" dirty="0"/>
              <a:t>( == z</a:t>
            </a:r>
            <a:r>
              <a:rPr lang="ko-KR" altLang="en-US" sz="1000" dirty="0"/>
              <a:t>버퍼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42" y="3583577"/>
            <a:ext cx="5318967" cy="45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9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Ambient/Diffuse</a:t>
            </a:r>
            <a:r>
              <a:rPr lang="ko-KR" altLang="en-US" dirty="0"/>
              <a:t> </a:t>
            </a:r>
            <a:r>
              <a:rPr lang="en-US" altLang="ko-KR" sz="1800" dirty="0"/>
              <a:t>#Lights</a:t>
            </a:r>
            <a:endParaRPr lang="ko-KR" altLang="en-US" sz="18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859782"/>
            <a:ext cx="1584176" cy="162294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063229"/>
            <a:ext cx="4029175" cy="16229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77463" y="1063229"/>
            <a:ext cx="46085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주변광</a:t>
            </a:r>
            <a:r>
              <a:rPr lang="en-US" altLang="ko-KR" b="1" dirty="0"/>
              <a:t>(Ambient Light):</a:t>
            </a:r>
            <a:br>
              <a:rPr lang="en-US" altLang="ko-KR" dirty="0"/>
            </a:br>
            <a:r>
              <a:rPr lang="ko-KR" altLang="en-US" dirty="0"/>
              <a:t>빛이 </a:t>
            </a:r>
            <a:r>
              <a:rPr lang="ko-KR" altLang="en-US" dirty="0" err="1"/>
              <a:t>비칠때</a:t>
            </a:r>
            <a:r>
              <a:rPr lang="ko-KR" altLang="en-US" dirty="0"/>
              <a:t> 주변 물체에 영향을 받은 빛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b="1" dirty="0" err="1"/>
              <a:t>확산광</a:t>
            </a:r>
            <a:r>
              <a:rPr lang="en-US" altLang="ko-KR" b="1" dirty="0"/>
              <a:t>(Diffuse Light):</a:t>
            </a:r>
          </a:p>
          <a:p>
            <a:r>
              <a:rPr lang="ko-KR" altLang="en-US" dirty="0"/>
              <a:t>물체를 투과</a:t>
            </a:r>
            <a:r>
              <a:rPr lang="en-US" altLang="ko-KR" dirty="0"/>
              <a:t>/</a:t>
            </a:r>
            <a:r>
              <a:rPr lang="ko-KR" altLang="en-US" dirty="0"/>
              <a:t>반사된 빛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주광원에</a:t>
            </a:r>
            <a:r>
              <a:rPr lang="ko-KR" altLang="en-US" dirty="0"/>
              <a:t> 없는 색상은 나타낼 수 없다</a:t>
            </a:r>
            <a:r>
              <a:rPr lang="en-US" altLang="ko-KR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516" y="4482731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</a:t>
            </a:r>
            <a:r>
              <a:rPr lang="ko-KR" altLang="en-US" sz="1000" b="1" dirty="0" err="1"/>
              <a:t>주변광</a:t>
            </a:r>
            <a:r>
              <a:rPr lang="ko-KR" altLang="en-US" sz="1000" b="1" dirty="0"/>
              <a:t> 테스트</a:t>
            </a:r>
            <a:endParaRPr lang="en-US" altLang="ko-KR" sz="1000" b="1" dirty="0"/>
          </a:p>
          <a:p>
            <a:r>
              <a:rPr lang="en-US" altLang="ko-KR" sz="800" dirty="0"/>
              <a:t>Diffuse Color: RGBA(1,1,0,1)</a:t>
            </a:r>
          </a:p>
          <a:p>
            <a:r>
              <a:rPr lang="en-US" altLang="ko-KR" sz="800" dirty="0"/>
              <a:t>Ambient Color: RGBA(1,0,0,1)</a:t>
            </a:r>
            <a:r>
              <a:rPr lang="en-US" altLang="ko-KR" sz="1000" dirty="0"/>
              <a:t> </a:t>
            </a:r>
            <a:endParaRPr lang="ko-KR" alt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2303748" y="4482731"/>
            <a:ext cx="2340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</a:t>
            </a:r>
            <a:r>
              <a:rPr lang="ko-KR" altLang="en-US" sz="1000" b="1" dirty="0" err="1"/>
              <a:t>확산광</a:t>
            </a:r>
            <a:r>
              <a:rPr lang="ko-KR" altLang="en-US" sz="1000" b="1" dirty="0"/>
              <a:t> 테스트</a:t>
            </a:r>
            <a:endParaRPr lang="en-US" altLang="ko-KR" sz="1000" b="1" dirty="0"/>
          </a:p>
          <a:p>
            <a:r>
              <a:rPr lang="en-US" altLang="ko-KR" sz="800" dirty="0"/>
              <a:t>Material Diffuse Color: RGBA(1,1,1,1)</a:t>
            </a:r>
          </a:p>
          <a:p>
            <a:r>
              <a:rPr lang="en-US" altLang="ko-KR" sz="800" dirty="0" err="1"/>
              <a:t>Directionnal</a:t>
            </a:r>
            <a:r>
              <a:rPr lang="en-US" altLang="ko-KR" sz="800" dirty="0"/>
              <a:t> Diffuse Color: RGBA(1,0,0,1)</a:t>
            </a:r>
            <a:r>
              <a:rPr lang="en-US" altLang="ko-KR" sz="1000" dirty="0"/>
              <a:t> </a:t>
            </a:r>
            <a:endParaRPr lang="ko-KR" altLang="en-US" sz="10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8507" y="2856450"/>
            <a:ext cx="1587429" cy="162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123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Meshes </a:t>
            </a:r>
            <a:r>
              <a:rPr lang="en-US" altLang="ko-KR" sz="1800" b="1" dirty="0"/>
              <a:t>#</a:t>
            </a:r>
            <a:r>
              <a:rPr lang="ko-KR" altLang="en-US" sz="1800" b="1" dirty="0"/>
              <a:t>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3426" y="2864193"/>
            <a:ext cx="4940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실습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InitGeometry</a:t>
            </a:r>
            <a:r>
              <a:rPr lang="ko-KR" altLang="en-US" dirty="0"/>
              <a:t>의 </a:t>
            </a:r>
            <a:r>
              <a:rPr lang="ko-KR" altLang="en-US" dirty="0" err="1"/>
              <a:t>작동방법</a:t>
            </a:r>
            <a:r>
              <a:rPr lang="ko-KR" altLang="en-US" dirty="0"/>
              <a:t> 이해하기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tigger.x,tigger.bmp</a:t>
            </a:r>
            <a:r>
              <a:rPr lang="ko-KR" altLang="en-US" dirty="0"/>
              <a:t>파일의 역할 이해하기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Mesh</a:t>
            </a:r>
            <a:r>
              <a:rPr lang="ko-KR" altLang="en-US" dirty="0"/>
              <a:t>와 </a:t>
            </a:r>
            <a:r>
              <a:rPr lang="en-US" altLang="ko-KR" dirty="0"/>
              <a:t>UV</a:t>
            </a:r>
            <a:r>
              <a:rPr lang="ko-KR" altLang="en-US" dirty="0"/>
              <a:t>좌표는 어떻게 구성되는가</a:t>
            </a:r>
            <a:r>
              <a:rPr lang="en-US" altLang="ko-KR" dirty="0"/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427" y="4066527"/>
            <a:ext cx="5893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문제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3D</a:t>
            </a:r>
            <a:r>
              <a:rPr lang="ko-KR" altLang="en-US" dirty="0"/>
              <a:t>모델데이터는 어떻게 제작되는가</a:t>
            </a:r>
            <a:r>
              <a:rPr lang="en-US" altLang="ko-KR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47" y="1059582"/>
            <a:ext cx="1663435" cy="1704148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 flipH="1">
            <a:off x="4704689" y="710451"/>
            <a:ext cx="3998198" cy="4106557"/>
            <a:chOff x="5329838" y="634604"/>
            <a:chExt cx="3722722" cy="4106557"/>
          </a:xfrm>
        </p:grpSpPr>
        <p:grpSp>
          <p:nvGrpSpPr>
            <p:cNvPr id="27" name="그룹 26"/>
            <p:cNvGrpSpPr/>
            <p:nvPr/>
          </p:nvGrpSpPr>
          <p:grpSpPr>
            <a:xfrm>
              <a:off x="5329838" y="634604"/>
              <a:ext cx="3722722" cy="4106557"/>
              <a:chOff x="5314172" y="597853"/>
              <a:chExt cx="3722722" cy="4106557"/>
            </a:xfrm>
          </p:grpSpPr>
          <p:grpSp>
            <p:nvGrpSpPr>
              <p:cNvPr id="33" name="그룹 32"/>
              <p:cNvGrpSpPr/>
              <p:nvPr/>
            </p:nvGrpSpPr>
            <p:grpSpPr>
              <a:xfrm>
                <a:off x="5314172" y="597853"/>
                <a:ext cx="1562084" cy="4106557"/>
                <a:chOff x="4711583" y="316875"/>
                <a:chExt cx="1562084" cy="4106557"/>
              </a:xfrm>
            </p:grpSpPr>
            <p:cxnSp>
              <p:nvCxnSpPr>
                <p:cNvPr id="39" name="직선 화살표 연결선 38"/>
                <p:cNvCxnSpPr>
                  <a:stCxn id="46" idx="2"/>
                  <a:endCxn id="47" idx="0"/>
                </p:cNvCxnSpPr>
                <p:nvPr/>
              </p:nvCxnSpPr>
              <p:spPr>
                <a:xfrm>
                  <a:off x="5492625" y="3074908"/>
                  <a:ext cx="2" cy="15018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화살표 연결선 39"/>
                <p:cNvCxnSpPr>
                  <a:stCxn id="47" idx="2"/>
                  <a:endCxn id="56" idx="0"/>
                </p:cNvCxnSpPr>
                <p:nvPr/>
              </p:nvCxnSpPr>
              <p:spPr>
                <a:xfrm flipH="1">
                  <a:off x="5492625" y="3892639"/>
                  <a:ext cx="2" cy="150184"/>
                </a:xfrm>
                <a:prstGeom prst="straightConnector1">
                  <a:avLst/>
                </a:prstGeom>
                <a:ln>
                  <a:solidFill>
                    <a:srgbClr val="92D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직사각형 40"/>
                <p:cNvSpPr/>
                <p:nvPr/>
              </p:nvSpPr>
              <p:spPr>
                <a:xfrm>
                  <a:off x="4804171" y="316875"/>
                  <a:ext cx="1383804" cy="332113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CreateWindow</a:t>
                  </a:r>
                  <a:endParaRPr lang="ko-KR" altLang="en-US" sz="1000" dirty="0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4804171" y="815044"/>
                  <a:ext cx="1383804" cy="332113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InitD3D</a:t>
                  </a:r>
                  <a:endParaRPr lang="ko-KR" altLang="en-US" sz="1000" dirty="0"/>
                </a:p>
              </p:txBody>
            </p:sp>
            <p:sp>
              <p:nvSpPr>
                <p:cNvPr id="44" name="직사각형 43"/>
                <p:cNvSpPr/>
                <p:nvPr/>
              </p:nvSpPr>
              <p:spPr>
                <a:xfrm>
                  <a:off x="4804171" y="1313213"/>
                  <a:ext cx="1383804" cy="332113"/>
                </a:xfrm>
                <a:prstGeom prst="rect">
                  <a:avLst/>
                </a:prstGeom>
                <a:solidFill>
                  <a:srgbClr val="92D050">
                    <a:alpha val="5000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InitGeometry</a:t>
                  </a:r>
                  <a:endParaRPr lang="ko-KR" altLang="en-US" sz="1000" dirty="0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4804171" y="1809815"/>
                  <a:ext cx="1383804" cy="332113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UpdateWindow</a:t>
                  </a:r>
                  <a:endParaRPr lang="ko-KR" altLang="en-US" sz="1000" dirty="0"/>
                </a:p>
              </p:txBody>
            </p:sp>
            <p:sp>
              <p:nvSpPr>
                <p:cNvPr id="46" name="직사각형 45"/>
                <p:cNvSpPr/>
                <p:nvPr/>
              </p:nvSpPr>
              <p:spPr>
                <a:xfrm>
                  <a:off x="4800723" y="2742795"/>
                  <a:ext cx="1383804" cy="332113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Msg</a:t>
                  </a:r>
                  <a:r>
                    <a:rPr lang="en-US" altLang="ko-KR" sz="1000" dirty="0"/>
                    <a:t> Queue</a:t>
                  </a:r>
                  <a:endParaRPr lang="ko-KR" altLang="en-US" sz="1000" dirty="0"/>
                </a:p>
              </p:txBody>
            </p:sp>
            <p:sp>
              <p:nvSpPr>
                <p:cNvPr id="47" name="순서도: 판단 46"/>
                <p:cNvSpPr/>
                <p:nvPr/>
              </p:nvSpPr>
              <p:spPr>
                <a:xfrm>
                  <a:off x="4994457" y="3225092"/>
                  <a:ext cx="996339" cy="667547"/>
                </a:xfrm>
                <a:prstGeom prst="flowChartDecision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 dirty="0"/>
                    <a:t>Empty?</a:t>
                  </a:r>
                  <a:endParaRPr lang="ko-KR" altLang="en-US" sz="1000" dirty="0"/>
                </a:p>
              </p:txBody>
            </p:sp>
            <p:cxnSp>
              <p:nvCxnSpPr>
                <p:cNvPr id="49" name="직선 화살표 연결선 48"/>
                <p:cNvCxnSpPr>
                  <a:stCxn id="41" idx="2"/>
                  <a:endCxn id="42" idx="0"/>
                </p:cNvCxnSpPr>
                <p:nvPr/>
              </p:nvCxnSpPr>
              <p:spPr>
                <a:xfrm>
                  <a:off x="5496073" y="648988"/>
                  <a:ext cx="0" cy="1660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화살표 연결선 49"/>
                <p:cNvCxnSpPr>
                  <a:stCxn id="42" idx="2"/>
                  <a:endCxn id="44" idx="0"/>
                </p:cNvCxnSpPr>
                <p:nvPr/>
              </p:nvCxnSpPr>
              <p:spPr>
                <a:xfrm>
                  <a:off x="5496073" y="1147157"/>
                  <a:ext cx="0" cy="1660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화살표 연결선 50"/>
                <p:cNvCxnSpPr>
                  <a:stCxn id="44" idx="2"/>
                  <a:endCxn id="45" idx="0"/>
                </p:cNvCxnSpPr>
                <p:nvPr/>
              </p:nvCxnSpPr>
              <p:spPr>
                <a:xfrm>
                  <a:off x="5496073" y="1645325"/>
                  <a:ext cx="0" cy="1644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화살표 연결선 51"/>
                <p:cNvCxnSpPr>
                  <a:stCxn id="45" idx="2"/>
                  <a:endCxn id="54" idx="0"/>
                </p:cNvCxnSpPr>
                <p:nvPr/>
              </p:nvCxnSpPr>
              <p:spPr>
                <a:xfrm flipH="1">
                  <a:off x="5492625" y="2141928"/>
                  <a:ext cx="3448" cy="12966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직사각형 53"/>
                <p:cNvSpPr/>
                <p:nvPr/>
              </p:nvSpPr>
              <p:spPr>
                <a:xfrm>
                  <a:off x="4800724" y="2271595"/>
                  <a:ext cx="1383804" cy="332113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err="1"/>
                    <a:t>ShowWindow</a:t>
                  </a:r>
                  <a:endParaRPr lang="ko-KR" altLang="en-US" sz="1000" dirty="0"/>
                </a:p>
              </p:txBody>
            </p:sp>
            <p:cxnSp>
              <p:nvCxnSpPr>
                <p:cNvPr id="55" name="직선 화살표 연결선 54"/>
                <p:cNvCxnSpPr>
                  <a:stCxn id="54" idx="2"/>
                  <a:endCxn id="46" idx="0"/>
                </p:cNvCxnSpPr>
                <p:nvPr/>
              </p:nvCxnSpPr>
              <p:spPr>
                <a:xfrm flipH="1">
                  <a:off x="5492625" y="2603708"/>
                  <a:ext cx="1" cy="13908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순서도: 종속 처리 55"/>
                <p:cNvSpPr/>
                <p:nvPr/>
              </p:nvSpPr>
              <p:spPr>
                <a:xfrm>
                  <a:off x="4711583" y="4042823"/>
                  <a:ext cx="1562084" cy="380609"/>
                </a:xfrm>
                <a:prstGeom prst="flowChartPredefinedProcess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Render</a:t>
                  </a:r>
                  <a:endParaRPr lang="ko-KR" altLang="en-US" sz="1000" dirty="0"/>
                </a:p>
              </p:txBody>
            </p:sp>
          </p:grpSp>
          <p:sp>
            <p:nvSpPr>
              <p:cNvPr id="34" name="사각형 설명선 33"/>
              <p:cNvSpPr/>
              <p:nvPr/>
            </p:nvSpPr>
            <p:spPr>
              <a:xfrm rot="5400000">
                <a:off x="7811061" y="3478577"/>
                <a:ext cx="723474" cy="1728192"/>
              </a:xfrm>
              <a:prstGeom prst="wedgeRectCallout">
                <a:avLst>
                  <a:gd name="adj1" fmla="val 21907"/>
                  <a:gd name="adj2" fmla="val 68414"/>
                </a:avLst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7480896" y="4225645"/>
                <a:ext cx="1383804" cy="332792"/>
              </a:xfrm>
              <a:prstGeom prst="rect">
                <a:avLst/>
              </a:prstGeom>
              <a:solidFill>
                <a:srgbClr val="92D050">
                  <a:alpha val="5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err="1"/>
                  <a:t>SetupMatrices</a:t>
                </a:r>
                <a:endParaRPr lang="ko-KR" altLang="en-US" sz="1000" dirty="0"/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5346551" y="1595314"/>
              <a:ext cx="4320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B050"/>
                  </a:solidFill>
                </a:rPr>
                <a:t>edit</a:t>
              </a:r>
              <a:endParaRPr lang="ko-KR" altLang="en-US" sz="1000" b="1" dirty="0">
                <a:solidFill>
                  <a:srgbClr val="00B050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452320" y="4208585"/>
              <a:ext cx="4320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B050"/>
                  </a:solidFill>
                </a:rPr>
                <a:t>edit</a:t>
              </a:r>
              <a:endParaRPr lang="ko-KR" altLang="en-US" sz="1000" b="1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14" name="꺾인 연결선 13"/>
          <p:cNvCxnSpPr>
            <a:stCxn id="46" idx="3"/>
            <a:endCxn id="47" idx="3"/>
          </p:cNvCxnSpPr>
          <p:nvPr/>
        </p:nvCxnSpPr>
        <p:spPr>
          <a:xfrm rot="10800000" flipH="1" flipV="1">
            <a:off x="7120946" y="3302428"/>
            <a:ext cx="208067" cy="650014"/>
          </a:xfrm>
          <a:prstGeom prst="bentConnector3">
            <a:avLst>
              <a:gd name="adj1" fmla="val -10986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56" idx="1"/>
            <a:endCxn id="46" idx="1"/>
          </p:cNvCxnSpPr>
          <p:nvPr/>
        </p:nvCxnSpPr>
        <p:spPr>
          <a:xfrm flipH="1" flipV="1">
            <a:off x="8607151" y="3302428"/>
            <a:ext cx="95736" cy="1324276"/>
          </a:xfrm>
          <a:prstGeom prst="bentConnector3">
            <a:avLst>
              <a:gd name="adj1" fmla="val -238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061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 err="1"/>
              <a:t>메쉬와</a:t>
            </a:r>
            <a:r>
              <a:rPr lang="ko-KR" altLang="en-US" dirty="0"/>
              <a:t> </a:t>
            </a:r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en-US" altLang="ko-KR" sz="1800" dirty="0"/>
              <a:t>#Meshes</a:t>
            </a:r>
            <a:endParaRPr lang="ko-KR" altLang="en-US" sz="1800" dirty="0"/>
          </a:p>
        </p:txBody>
      </p:sp>
      <p:grpSp>
        <p:nvGrpSpPr>
          <p:cNvPr id="18" name="그룹 17"/>
          <p:cNvGrpSpPr/>
          <p:nvPr/>
        </p:nvGrpSpPr>
        <p:grpSpPr>
          <a:xfrm>
            <a:off x="1573267" y="1654099"/>
            <a:ext cx="1751010" cy="2062263"/>
            <a:chOff x="2270449" y="2128214"/>
            <a:chExt cx="2418633" cy="2848561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56834" y="2128214"/>
              <a:ext cx="2232248" cy="2307014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270449" y="4435228"/>
              <a:ext cx="2259979" cy="541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#</a:t>
              </a:r>
              <a:r>
                <a:rPr lang="ko-KR" altLang="en-US" sz="1000" dirty="0" err="1"/>
                <a:t>메쉬</a:t>
              </a:r>
              <a:endParaRPr lang="ko-KR" altLang="en-US" sz="1000" dirty="0"/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107504" y="1131590"/>
            <a:ext cx="1819746" cy="2529139"/>
            <a:chOff x="431540" y="1923678"/>
            <a:chExt cx="2124236" cy="2952328"/>
          </a:xfrm>
        </p:grpSpPr>
        <p:grpSp>
          <p:nvGrpSpPr>
            <p:cNvPr id="19" name="그룹 18"/>
            <p:cNvGrpSpPr/>
            <p:nvPr/>
          </p:nvGrpSpPr>
          <p:grpSpPr>
            <a:xfrm>
              <a:off x="611560" y="2139702"/>
              <a:ext cx="1562100" cy="2553233"/>
              <a:chOff x="323528" y="2139702"/>
              <a:chExt cx="1562100" cy="2553233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3528" y="2139702"/>
                <a:ext cx="1562100" cy="2295525"/>
              </a:xfrm>
              <a:prstGeom prst="rect">
                <a:avLst/>
              </a:prstGeom>
            </p:spPr>
          </p:pic>
          <p:sp>
            <p:nvSpPr>
              <p:cNvPr id="7" name="TextBox 6"/>
              <p:cNvSpPr txBox="1"/>
              <p:nvPr/>
            </p:nvSpPr>
            <p:spPr>
              <a:xfrm>
                <a:off x="323528" y="4446715"/>
                <a:ext cx="1562100" cy="246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#</a:t>
                </a:r>
                <a:r>
                  <a:rPr lang="ko-KR" altLang="en-US" sz="1000" dirty="0" err="1"/>
                  <a:t>텍스쳐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UV</a:t>
                </a:r>
                <a:r>
                  <a:rPr lang="ko-KR" altLang="en-US" sz="1000" dirty="0"/>
                  <a:t>맵</a:t>
                </a:r>
              </a:p>
            </p:txBody>
          </p:sp>
        </p:grpSp>
        <p:cxnSp>
          <p:nvCxnSpPr>
            <p:cNvPr id="10" name="직선 화살표 연결선 9"/>
            <p:cNvCxnSpPr/>
            <p:nvPr/>
          </p:nvCxnSpPr>
          <p:spPr>
            <a:xfrm>
              <a:off x="611560" y="1923678"/>
              <a:ext cx="0" cy="2952328"/>
            </a:xfrm>
            <a:prstGeom prst="straightConnector1">
              <a:avLst/>
            </a:prstGeom>
            <a:ln w="50800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/>
            <p:nvPr/>
          </p:nvCxnSpPr>
          <p:spPr>
            <a:xfrm>
              <a:off x="431540" y="2139702"/>
              <a:ext cx="2124236" cy="0"/>
            </a:xfrm>
            <a:prstGeom prst="straightConnector1">
              <a:avLst/>
            </a:prstGeom>
            <a:ln w="50800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611559" y="2139701"/>
              <a:ext cx="6800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0,0</a:t>
              </a:r>
              <a:endParaRPr lang="ko-KR" altLang="en-US" sz="10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76448" y="4157431"/>
              <a:ext cx="456916" cy="2874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1,1</a:t>
              </a:r>
              <a:endParaRPr lang="ko-KR" altLang="en-US" sz="1000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419872" y="1103497"/>
            <a:ext cx="58463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머테리얼</a:t>
            </a:r>
            <a:r>
              <a:rPr lang="en-US" altLang="ko-KR" b="1" dirty="0"/>
              <a:t>:</a:t>
            </a:r>
          </a:p>
          <a:p>
            <a:r>
              <a:rPr lang="ko-KR" altLang="en-US" dirty="0"/>
              <a:t>물체의 </a:t>
            </a:r>
            <a:r>
              <a:rPr lang="ko-KR" altLang="en-US" dirty="0" err="1"/>
              <a:t>제질을</a:t>
            </a:r>
            <a:r>
              <a:rPr lang="ko-KR" altLang="en-US" dirty="0"/>
              <a:t> 나타내는데</a:t>
            </a:r>
            <a:r>
              <a:rPr lang="en-US" altLang="ko-KR" dirty="0"/>
              <a:t>,</a:t>
            </a:r>
            <a:r>
              <a:rPr lang="ko-KR" altLang="en-US" dirty="0"/>
              <a:t> 필요한 요소를 가진 객체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쉐이더를</a:t>
            </a:r>
            <a:r>
              <a:rPr lang="ko-KR" altLang="en-US" dirty="0"/>
              <a:t> 통해 정의된다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 err="1"/>
              <a:t>텍스쳐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물체의 질감과 색상을 나타내기위해 사용되는 그림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 err="1"/>
              <a:t>메쉬</a:t>
            </a:r>
            <a:r>
              <a:rPr lang="en-US" altLang="ko-KR" b="1" dirty="0"/>
              <a:t>:</a:t>
            </a:r>
          </a:p>
          <a:p>
            <a:r>
              <a:rPr lang="ko-KR" altLang="en-US" dirty="0" err="1"/>
              <a:t>폴리곤이</a:t>
            </a:r>
            <a:r>
              <a:rPr lang="ko-KR" altLang="en-US" dirty="0"/>
              <a:t> 모여 인덱스버퍼로 이어지는 하나의 물체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UV</a:t>
            </a:r>
            <a:r>
              <a:rPr lang="ko-KR" altLang="en-US" b="1" dirty="0"/>
              <a:t>맵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3D</a:t>
            </a:r>
            <a:r>
              <a:rPr lang="ko-KR" altLang="en-US" dirty="0"/>
              <a:t>에서 물체에 </a:t>
            </a:r>
            <a:r>
              <a:rPr lang="ko-KR" altLang="en-US" dirty="0" err="1"/>
              <a:t>텍스쳐는</a:t>
            </a:r>
            <a:r>
              <a:rPr lang="ko-KR" altLang="en-US" dirty="0"/>
              <a:t> </a:t>
            </a:r>
            <a:r>
              <a:rPr lang="en-US" altLang="ko-KR" dirty="0"/>
              <a:t>UV</a:t>
            </a:r>
            <a:r>
              <a:rPr lang="ko-KR" altLang="en-US" dirty="0"/>
              <a:t>좌표에 맞추어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각 면에 </a:t>
            </a:r>
            <a:r>
              <a:rPr lang="ko-KR" altLang="en-US" dirty="0" err="1"/>
              <a:t>랜더링</a:t>
            </a:r>
            <a:r>
              <a:rPr lang="ko-KR" altLang="en-US" dirty="0"/>
              <a:t> 될 이미지의 부분을 결정 할 수 있다</a:t>
            </a:r>
            <a:r>
              <a:rPr lang="en-US" altLang="ko-KR" dirty="0"/>
              <a:t>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1719" y="1011602"/>
            <a:ext cx="28858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</a:t>
            </a:r>
            <a:r>
              <a:rPr lang="ko-KR" altLang="en-US" sz="1000" b="1" dirty="0" err="1"/>
              <a:t>블렌더</a:t>
            </a:r>
            <a:r>
              <a:rPr lang="en-US" altLang="ko-KR" sz="1000" b="1" dirty="0"/>
              <a:t>(</a:t>
            </a:r>
            <a:r>
              <a:rPr lang="ko-KR" altLang="en-US" sz="1000" b="1" dirty="0" err="1"/>
              <a:t>모델링툴</a:t>
            </a:r>
            <a:r>
              <a:rPr lang="en-US" altLang="ko-KR" sz="1000" b="1" dirty="0"/>
              <a:t>)</a:t>
            </a:r>
            <a:r>
              <a:rPr lang="ko-KR" altLang="en-US" sz="1000" b="1" dirty="0"/>
              <a:t>에 </a:t>
            </a:r>
            <a:r>
              <a:rPr lang="ko-KR" altLang="en-US" sz="1000" b="1" dirty="0" err="1"/>
              <a:t>텍스쳐</a:t>
            </a:r>
            <a:r>
              <a:rPr lang="ko-KR" altLang="en-US" sz="1000" b="1" dirty="0"/>
              <a:t> </a:t>
            </a:r>
            <a:r>
              <a:rPr lang="en-US" altLang="ko-KR" sz="1000" b="1" dirty="0" err="1"/>
              <a:t>uv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좌표설정화면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2040" y="4745242"/>
            <a:ext cx="4199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FF0000"/>
                </a:solidFill>
              </a:rPr>
              <a:t>※</a:t>
            </a:r>
            <a:r>
              <a:rPr lang="ko-KR" altLang="en-US" sz="1000" b="1" dirty="0">
                <a:solidFill>
                  <a:srgbClr val="FF0000"/>
                </a:solidFill>
              </a:rPr>
              <a:t>모델링 툴</a:t>
            </a:r>
            <a:r>
              <a:rPr lang="en-US" altLang="ko-KR" sz="1000" b="1" dirty="0">
                <a:solidFill>
                  <a:srgbClr val="FF0000"/>
                </a:solidFill>
              </a:rPr>
              <a:t>: 3d</a:t>
            </a:r>
            <a:r>
              <a:rPr lang="ko-KR" altLang="en-US" sz="1000" b="1" dirty="0">
                <a:solidFill>
                  <a:srgbClr val="FF0000"/>
                </a:solidFill>
              </a:rPr>
              <a:t>모델이나 애니메이션제작을 위해 만들어진 프로그램</a:t>
            </a:r>
            <a:r>
              <a:rPr lang="en-US" altLang="ko-KR" sz="1000" b="1" dirty="0">
                <a:solidFill>
                  <a:srgbClr val="FF0000"/>
                </a:solidFill>
              </a:rPr>
              <a:t>.</a:t>
            </a:r>
            <a:br>
              <a:rPr lang="en-US" altLang="ko-KR" sz="1000" b="1" dirty="0">
                <a:solidFill>
                  <a:srgbClr val="FF0000"/>
                </a:solidFill>
              </a:rPr>
            </a:br>
            <a:r>
              <a:rPr lang="en-US" altLang="ko-KR" sz="1000" b="1" dirty="0">
                <a:solidFill>
                  <a:srgbClr val="FF0000"/>
                </a:solidFill>
              </a:rPr>
              <a:t>Ex) 3DMax, Maya, Blender…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012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Billboard </a:t>
            </a:r>
            <a:r>
              <a:rPr lang="en-US" altLang="ko-KR" sz="1800" b="1" dirty="0"/>
              <a:t>#</a:t>
            </a:r>
            <a:r>
              <a:rPr lang="ko-KR" altLang="en-US" sz="1800" b="1" dirty="0"/>
              <a:t>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3426" y="2864193"/>
            <a:ext cx="49406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실습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빌보드를 카메라 방향으로 보게 만들기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빌보드를 응용해 이펙트 만들기</a:t>
            </a:r>
            <a:endParaRPr lang="en-US" altLang="ko-KR" dirty="0"/>
          </a:p>
        </p:txBody>
      </p:sp>
      <p:sp>
        <p:nvSpPr>
          <p:cNvPr id="23" name="TextBox 22"/>
          <p:cNvSpPr txBox="1"/>
          <p:nvPr/>
        </p:nvSpPr>
        <p:spPr>
          <a:xfrm>
            <a:off x="423427" y="4066527"/>
            <a:ext cx="74609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문제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빌보드는 무엇이며 어떤 용도로 사용되는가</a:t>
            </a:r>
            <a:r>
              <a:rPr lang="en-US" altLang="ko-KR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파티클이펙트와</a:t>
            </a:r>
            <a:r>
              <a:rPr lang="ko-KR" altLang="en-US" dirty="0"/>
              <a:t> 빌보드를 이용한 </a:t>
            </a:r>
            <a:r>
              <a:rPr lang="ko-KR" altLang="en-US" dirty="0" err="1"/>
              <a:t>이팩트의</a:t>
            </a:r>
            <a:r>
              <a:rPr lang="ko-KR" altLang="en-US" dirty="0"/>
              <a:t> 차이점은 무엇인가</a:t>
            </a:r>
            <a:r>
              <a:rPr lang="en-US" altLang="ko-KR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87" y="1024851"/>
            <a:ext cx="1675704" cy="169984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1024851"/>
            <a:ext cx="1673496" cy="1697600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2051720" y="1563638"/>
            <a:ext cx="648072" cy="504056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146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 err="1">
                <a:ea typeface="맑은 고딕"/>
              </a:rPr>
              <a:t>알파랜더링의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어려움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sz="1800" b="1" dirty="0">
                <a:ea typeface="맑은 고딕"/>
              </a:rPr>
              <a:t>#Opaque의 </a:t>
            </a:r>
            <a:r>
              <a:rPr lang="en-US" altLang="ko-KR" sz="1800" b="1" dirty="0" err="1">
                <a:ea typeface="맑은 고딕"/>
              </a:rPr>
              <a:t>필요성</a:t>
            </a:r>
            <a:endParaRPr lang="ko-KR" altLang="en-US" sz="1800" b="1" dirty="0" err="1">
              <a:ea typeface="맑은 고딕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11560" y="3819204"/>
            <a:ext cx="8237289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>
                <a:ea typeface="맑은 고딕"/>
              </a:rPr>
              <a:t>렌더링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순서가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실제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카메라와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보이는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순서가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달라서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발생한다</a:t>
            </a:r>
            <a:r>
              <a:rPr lang="en-US" altLang="ko-KR" dirty="0">
                <a:ea typeface="맑은 고딕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dirty="0" err="1">
                <a:ea typeface="맑은 고딕"/>
              </a:rPr>
              <a:t>투명도의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경우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Z버퍼와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다르게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투명도를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렌더링하므로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문제가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발생</a:t>
            </a:r>
            <a:r>
              <a:rPr lang="en-US" altLang="ko-KR" dirty="0">
                <a:ea typeface="맑은 고딕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dirty="0" err="1">
                <a:ea typeface="맑은 고딕"/>
              </a:rPr>
              <a:t>이로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인하여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OpaQue와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같이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투명도를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렌더링하는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별도의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큐가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필요하다</a:t>
            </a:r>
            <a:r>
              <a:rPr lang="en-US" altLang="ko-KR" dirty="0">
                <a:ea typeface="맑은 고딕"/>
              </a:rPr>
              <a:t>.</a:t>
            </a:r>
          </a:p>
        </p:txBody>
      </p:sp>
      <p:pic>
        <p:nvPicPr>
          <p:cNvPr id="3" name="그림 2" descr="나무, 집, 스크린샷, 야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875378B4-8E35-D6EA-E2C3-15A13FF6C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63" y="1124553"/>
            <a:ext cx="2772138" cy="249651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9198377-4ED1-C6B1-EA34-92875320CC14}"/>
              </a:ext>
            </a:extLst>
          </p:cNvPr>
          <p:cNvSpPr/>
          <p:nvPr/>
        </p:nvSpPr>
        <p:spPr>
          <a:xfrm>
            <a:off x="2892224" y="1817949"/>
            <a:ext cx="769717" cy="149313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925C94-9F79-5572-4CEB-CA5BF53720D1}"/>
              </a:ext>
            </a:extLst>
          </p:cNvPr>
          <p:cNvSpPr/>
          <p:nvPr/>
        </p:nvSpPr>
        <p:spPr>
          <a:xfrm>
            <a:off x="888357" y="1550284"/>
            <a:ext cx="1073552" cy="149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D691731-A0AB-976D-F243-6A7E427589BB}"/>
              </a:ext>
            </a:extLst>
          </p:cNvPr>
          <p:cNvGrpSpPr/>
          <p:nvPr/>
        </p:nvGrpSpPr>
        <p:grpSpPr>
          <a:xfrm>
            <a:off x="4067952" y="2325636"/>
            <a:ext cx="1228725" cy="246221"/>
            <a:chOff x="3173435" y="1162563"/>
            <a:chExt cx="1228725" cy="246221"/>
          </a:xfrm>
        </p:grpSpPr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5C0E4CDF-FE06-D8A6-1224-7278177037AD}"/>
                </a:ext>
              </a:extLst>
            </p:cNvPr>
            <p:cNvCxnSpPr/>
            <p:nvPr/>
          </p:nvCxnSpPr>
          <p:spPr>
            <a:xfrm flipH="1">
              <a:off x="3173435" y="1394355"/>
              <a:ext cx="1228725" cy="0"/>
            </a:xfrm>
            <a:prstGeom prst="straightConnector1">
              <a:avLst/>
            </a:prstGeom>
            <a:ln w="25400">
              <a:solidFill>
                <a:srgbClr val="92D05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D769CA0-C7D0-65CA-AA8A-E8E2DDDC6082}"/>
                </a:ext>
              </a:extLst>
            </p:cNvPr>
            <p:cNvSpPr txBox="1"/>
            <p:nvPr/>
          </p:nvSpPr>
          <p:spPr>
            <a:xfrm>
              <a:off x="3265912" y="1162563"/>
              <a:ext cx="100094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 err="1">
                  <a:solidFill>
                    <a:srgbClr val="92D050"/>
                  </a:solidFill>
                </a:rPr>
                <a:t>랜더링</a:t>
              </a:r>
              <a:r>
                <a:rPr lang="ko-KR" altLang="en-US" sz="1000" b="1" dirty="0">
                  <a:solidFill>
                    <a:srgbClr val="92D050"/>
                  </a:solidFill>
                </a:rPr>
                <a:t> 순서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6C8E9DD-7967-7686-BCBB-DD6F2A947B92}"/>
              </a:ext>
            </a:extLst>
          </p:cNvPr>
          <p:cNvGrpSpPr/>
          <p:nvPr/>
        </p:nvGrpSpPr>
        <p:grpSpPr>
          <a:xfrm rot="-5400000">
            <a:off x="4317356" y="1094530"/>
            <a:ext cx="559927" cy="1283345"/>
            <a:chOff x="4317356" y="1094530"/>
            <a:chExt cx="559927" cy="1283345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49CE5D6-4AC2-BC46-1526-26CAB064B5BF}"/>
                </a:ext>
              </a:extLst>
            </p:cNvPr>
            <p:cNvSpPr/>
            <p:nvPr/>
          </p:nvSpPr>
          <p:spPr>
            <a:xfrm>
              <a:off x="4317357" y="1449006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277B086F-A538-5569-04E1-63D050404609}"/>
                </a:ext>
              </a:extLst>
            </p:cNvPr>
            <p:cNvSpPr/>
            <p:nvPr/>
          </p:nvSpPr>
          <p:spPr>
            <a:xfrm>
              <a:off x="4317356" y="1810714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E708E41A-9122-69A6-350B-A94D923F57A9}"/>
                </a:ext>
              </a:extLst>
            </p:cNvPr>
            <p:cNvSpPr/>
            <p:nvPr/>
          </p:nvSpPr>
          <p:spPr>
            <a:xfrm>
              <a:off x="4317357" y="2194126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EA995CE-018D-946C-1745-94D6F036EF27}"/>
                </a:ext>
              </a:extLst>
            </p:cNvPr>
            <p:cNvSpPr/>
            <p:nvPr/>
          </p:nvSpPr>
          <p:spPr>
            <a:xfrm>
              <a:off x="4715236" y="1456240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79BCDE2-B569-DAD9-09AB-4564BFA00CF9}"/>
                </a:ext>
              </a:extLst>
            </p:cNvPr>
            <p:cNvSpPr/>
            <p:nvPr/>
          </p:nvSpPr>
          <p:spPr>
            <a:xfrm>
              <a:off x="4715235" y="1817948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1C2DF9A-6984-163B-0417-1CA83716867B}"/>
                </a:ext>
              </a:extLst>
            </p:cNvPr>
            <p:cNvSpPr/>
            <p:nvPr/>
          </p:nvSpPr>
          <p:spPr>
            <a:xfrm>
              <a:off x="4715235" y="2194126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BF90F281-E786-55CB-77A4-6F91285C97D1}"/>
                </a:ext>
              </a:extLst>
            </p:cNvPr>
            <p:cNvSpPr/>
            <p:nvPr/>
          </p:nvSpPr>
          <p:spPr>
            <a:xfrm>
              <a:off x="4715236" y="1094531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F5C7882-E980-405B-A40B-92FE48DAEA85}"/>
                </a:ext>
              </a:extLst>
            </p:cNvPr>
            <p:cNvSpPr/>
            <p:nvPr/>
          </p:nvSpPr>
          <p:spPr>
            <a:xfrm>
              <a:off x="4317356" y="1094530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4" name="타원 63">
            <a:extLst>
              <a:ext uri="{FF2B5EF4-FFF2-40B4-BE49-F238E27FC236}">
                <a16:creationId xmlns:a16="http://schemas.microsoft.com/office/drawing/2014/main" id="{1FB18D4B-6A29-47BA-460F-5E230AE696E9}"/>
              </a:ext>
            </a:extLst>
          </p:cNvPr>
          <p:cNvSpPr/>
          <p:nvPr/>
        </p:nvSpPr>
        <p:spPr>
          <a:xfrm rot="16200000">
            <a:off x="4443956" y="2754775"/>
            <a:ext cx="162047" cy="183749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5F66B93D-B2AE-4971-F873-13031818CBE7}"/>
              </a:ext>
            </a:extLst>
          </p:cNvPr>
          <p:cNvSpPr/>
          <p:nvPr/>
        </p:nvSpPr>
        <p:spPr>
          <a:xfrm rot="16200000">
            <a:off x="4805664" y="2754776"/>
            <a:ext cx="162047" cy="183749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AD3D3274-6A4C-432D-82A1-A81D044A3748}"/>
              </a:ext>
            </a:extLst>
          </p:cNvPr>
          <p:cNvSpPr/>
          <p:nvPr/>
        </p:nvSpPr>
        <p:spPr>
          <a:xfrm rot="16200000">
            <a:off x="5181842" y="2754776"/>
            <a:ext cx="162047" cy="183749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42F78748-90BA-FE66-CDB3-564BF337F695}"/>
              </a:ext>
            </a:extLst>
          </p:cNvPr>
          <p:cNvSpPr/>
          <p:nvPr/>
        </p:nvSpPr>
        <p:spPr>
          <a:xfrm rot="16200000">
            <a:off x="4082247" y="2754775"/>
            <a:ext cx="162047" cy="18374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ECE38199-E3A6-F06A-5D39-7E44CC4F1B80}"/>
              </a:ext>
            </a:extLst>
          </p:cNvPr>
          <p:cNvGrpSpPr/>
          <p:nvPr/>
        </p:nvGrpSpPr>
        <p:grpSpPr>
          <a:xfrm rot="10800000">
            <a:off x="4071395" y="3163505"/>
            <a:ext cx="1283345" cy="162048"/>
            <a:chOff x="4071395" y="3163505"/>
            <a:chExt cx="1283345" cy="162048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D786EC8-3204-FC69-81B7-CDBEB45E9D17}"/>
                </a:ext>
              </a:extLst>
            </p:cNvPr>
            <p:cNvSpPr/>
            <p:nvPr/>
          </p:nvSpPr>
          <p:spPr>
            <a:xfrm rot="16200000">
              <a:off x="4436722" y="3152654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6808C719-C356-DABB-183B-E1B7FE2DFB31}"/>
                </a:ext>
              </a:extLst>
            </p:cNvPr>
            <p:cNvSpPr/>
            <p:nvPr/>
          </p:nvSpPr>
          <p:spPr>
            <a:xfrm rot="16200000">
              <a:off x="4798430" y="3152655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D3031D4C-31A3-D648-E048-60EBD86AA648}"/>
                </a:ext>
              </a:extLst>
            </p:cNvPr>
            <p:cNvSpPr/>
            <p:nvPr/>
          </p:nvSpPr>
          <p:spPr>
            <a:xfrm rot="16200000">
              <a:off x="5181842" y="3152654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93034EB3-903A-9C70-8303-920B98752A29}"/>
                </a:ext>
              </a:extLst>
            </p:cNvPr>
            <p:cNvSpPr/>
            <p:nvPr/>
          </p:nvSpPr>
          <p:spPr>
            <a:xfrm rot="16200000">
              <a:off x="4082246" y="3152655"/>
              <a:ext cx="162047" cy="183749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99EE319-4A6E-E7F2-FBD5-DFD11471B1AF}"/>
              </a:ext>
            </a:extLst>
          </p:cNvPr>
          <p:cNvGrpSpPr/>
          <p:nvPr/>
        </p:nvGrpSpPr>
        <p:grpSpPr>
          <a:xfrm>
            <a:off x="5603037" y="1593628"/>
            <a:ext cx="1074188" cy="288032"/>
            <a:chOff x="2557128" y="3577835"/>
            <a:chExt cx="1074188" cy="288032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96591491-7DC4-3D41-4634-83373C7D9B60}"/>
                </a:ext>
              </a:extLst>
            </p:cNvPr>
            <p:cNvGrpSpPr/>
            <p:nvPr/>
          </p:nvGrpSpPr>
          <p:grpSpPr>
            <a:xfrm>
              <a:off x="3012048" y="3577835"/>
              <a:ext cx="619268" cy="288032"/>
              <a:chOff x="2722662" y="2787774"/>
              <a:chExt cx="1053193" cy="489859"/>
            </a:xfrm>
          </p:grpSpPr>
          <p:sp>
            <p:nvSpPr>
              <p:cNvPr id="74" name="순서도: 추출 73">
                <a:extLst>
                  <a:ext uri="{FF2B5EF4-FFF2-40B4-BE49-F238E27FC236}">
                    <a16:creationId xmlns:a16="http://schemas.microsoft.com/office/drawing/2014/main" id="{D3C9E889-A08A-4ABC-1F33-51824FD88FF5}"/>
                  </a:ext>
                </a:extLst>
              </p:cNvPr>
              <p:cNvSpPr/>
              <p:nvPr/>
            </p:nvSpPr>
            <p:spPr>
              <a:xfrm rot="5400000">
                <a:off x="2698169" y="2812268"/>
                <a:ext cx="489858" cy="440871"/>
              </a:xfrm>
              <a:prstGeom prst="flowChartExtra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3E11A713-A4C3-C555-26B5-184E6DE1D9F9}"/>
                  </a:ext>
                </a:extLst>
              </p:cNvPr>
              <p:cNvSpPr/>
              <p:nvPr/>
            </p:nvSpPr>
            <p:spPr>
              <a:xfrm>
                <a:off x="2943098" y="2787774"/>
                <a:ext cx="832757" cy="48985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5B476B54-03D0-1D54-CFC5-E7361C932199}"/>
                </a:ext>
              </a:extLst>
            </p:cNvPr>
            <p:cNvCxnSpPr>
              <a:stCxn id="36" idx="2"/>
            </p:cNvCxnSpPr>
            <p:nvPr/>
          </p:nvCxnSpPr>
          <p:spPr>
            <a:xfrm flipH="1" flipV="1">
              <a:off x="2557128" y="3721850"/>
              <a:ext cx="454918" cy="2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B5F487E-D129-7062-CE51-5A0195F3B87C}"/>
              </a:ext>
            </a:extLst>
          </p:cNvPr>
          <p:cNvSpPr/>
          <p:nvPr/>
        </p:nvSpPr>
        <p:spPr>
          <a:xfrm>
            <a:off x="4187141" y="1354961"/>
            <a:ext cx="769717" cy="37907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FF2E0EE-D570-FE7A-7BAB-146828DA0FF0}"/>
              </a:ext>
            </a:extLst>
          </p:cNvPr>
          <p:cNvSpPr/>
          <p:nvPr/>
        </p:nvSpPr>
        <p:spPr>
          <a:xfrm>
            <a:off x="4592255" y="1803480"/>
            <a:ext cx="704609" cy="285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73219CA-625A-B731-09B8-5DEB590CC9DB}"/>
              </a:ext>
            </a:extLst>
          </p:cNvPr>
          <p:cNvSpPr/>
          <p:nvPr/>
        </p:nvSpPr>
        <p:spPr>
          <a:xfrm>
            <a:off x="4013521" y="3098398"/>
            <a:ext cx="704609" cy="285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FEF21E1-3E4B-BB14-8529-64A02840243B}"/>
              </a:ext>
            </a:extLst>
          </p:cNvPr>
          <p:cNvSpPr/>
          <p:nvPr/>
        </p:nvSpPr>
        <p:spPr>
          <a:xfrm>
            <a:off x="4331824" y="2657112"/>
            <a:ext cx="769717" cy="37907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1B68BC-E272-784B-E022-55E14B45A2B4}"/>
              </a:ext>
            </a:extLst>
          </p:cNvPr>
          <p:cNvSpPr txBox="1"/>
          <p:nvPr/>
        </p:nvSpPr>
        <p:spPr>
          <a:xfrm>
            <a:off x="4117506" y="1038435"/>
            <a:ext cx="1000941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1000" b="1" dirty="0">
                <a:solidFill>
                  <a:srgbClr val="92D050"/>
                </a:solidFill>
                <a:ea typeface="맑은 고딕"/>
              </a:rPr>
              <a:t>오브젝트 배치</a:t>
            </a:r>
          </a:p>
        </p:txBody>
      </p:sp>
    </p:spTree>
    <p:extLst>
      <p:ext uri="{BB962C8B-B14F-4D97-AF65-F5344CB8AC3E}">
        <p14:creationId xmlns:p14="http://schemas.microsoft.com/office/powerpoint/2010/main" val="3622817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B3EA-B222-4024-3ABB-79493EEC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ED311-9DD0-C3C2-3B23-4B4C83E6C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/>
              <a:t>이펙트 만들기</a:t>
            </a:r>
            <a:r>
              <a:rPr lang="en-US" altLang="ko-KR" dirty="0"/>
              <a:t> </a:t>
            </a:r>
            <a:r>
              <a:rPr lang="en-US" altLang="ko-KR" sz="1800" b="1" dirty="0"/>
              <a:t>#Billboard </a:t>
            </a:r>
            <a:r>
              <a:rPr lang="ko-KR" altLang="en-US" sz="1800" b="1" dirty="0"/>
              <a:t>실습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A625D29-C49F-7F74-06B2-DFFD9A0D871D}"/>
              </a:ext>
            </a:extLst>
          </p:cNvPr>
          <p:cNvGrpSpPr/>
          <p:nvPr/>
        </p:nvGrpSpPr>
        <p:grpSpPr>
          <a:xfrm>
            <a:off x="1043608" y="1635646"/>
            <a:ext cx="1152128" cy="1728192"/>
            <a:chOff x="1043608" y="1635646"/>
            <a:chExt cx="1152128" cy="172819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7BA38F6-BCB1-B5E1-1E80-D481C05A8D9D}"/>
                </a:ext>
              </a:extLst>
            </p:cNvPr>
            <p:cNvSpPr/>
            <p:nvPr/>
          </p:nvSpPr>
          <p:spPr>
            <a:xfrm>
              <a:off x="1043608" y="1635646"/>
              <a:ext cx="1152128" cy="165618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309DA762-0CAF-4B15-95D7-DB216B618336}"/>
                </a:ext>
              </a:extLst>
            </p:cNvPr>
            <p:cNvSpPr/>
            <p:nvPr/>
          </p:nvSpPr>
          <p:spPr>
            <a:xfrm>
              <a:off x="1547664" y="3219822"/>
              <a:ext cx="144016" cy="144016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05E1377-6123-DFDE-8CEC-B28A36A61AC8}"/>
              </a:ext>
            </a:extLst>
          </p:cNvPr>
          <p:cNvGrpSpPr/>
          <p:nvPr/>
        </p:nvGrpSpPr>
        <p:grpSpPr>
          <a:xfrm>
            <a:off x="2530528" y="2112117"/>
            <a:ext cx="1146082" cy="1147881"/>
            <a:chOff x="2663788" y="2006848"/>
            <a:chExt cx="1296144" cy="1298178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8ABEFA6-BC3F-7124-D098-AB2AFAEEF910}"/>
                </a:ext>
              </a:extLst>
            </p:cNvPr>
            <p:cNvSpPr/>
            <p:nvPr/>
          </p:nvSpPr>
          <p:spPr>
            <a:xfrm>
              <a:off x="2663788" y="2006848"/>
              <a:ext cx="1296144" cy="129817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EF1FEE51-7F35-688D-4101-C8F5820D0C01}"/>
                </a:ext>
              </a:extLst>
            </p:cNvPr>
            <p:cNvSpPr/>
            <p:nvPr/>
          </p:nvSpPr>
          <p:spPr>
            <a:xfrm>
              <a:off x="3239852" y="2583929"/>
              <a:ext cx="144016" cy="144016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FE834D7-C8E1-A1F5-1E67-9C6BFA47E4E9}"/>
              </a:ext>
            </a:extLst>
          </p:cNvPr>
          <p:cNvSpPr txBox="1"/>
          <p:nvPr/>
        </p:nvSpPr>
        <p:spPr>
          <a:xfrm>
            <a:off x="971600" y="3435846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나무 빌보드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D0A72-A895-E090-4CF0-2DEE80407DD2}"/>
              </a:ext>
            </a:extLst>
          </p:cNvPr>
          <p:cNvSpPr txBox="1"/>
          <p:nvPr/>
        </p:nvSpPr>
        <p:spPr>
          <a:xfrm>
            <a:off x="2427830" y="3398868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이펙트 빌보드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64F4726-39DD-0B7D-6C78-8ACB55E23FFE}"/>
              </a:ext>
            </a:extLst>
          </p:cNvPr>
          <p:cNvGrpSpPr/>
          <p:nvPr/>
        </p:nvGrpSpPr>
        <p:grpSpPr>
          <a:xfrm>
            <a:off x="4355976" y="1391391"/>
            <a:ext cx="1987006" cy="1997854"/>
            <a:chOff x="4716016" y="834802"/>
            <a:chExt cx="4139035" cy="4161632"/>
          </a:xfrm>
        </p:grpSpPr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6BAE4A66-8090-AA02-30E0-C68C26DC0213}"/>
                </a:ext>
              </a:extLst>
            </p:cNvPr>
            <p:cNvCxnSpPr/>
            <p:nvPr/>
          </p:nvCxnSpPr>
          <p:spPr>
            <a:xfrm>
              <a:off x="4716016" y="4011910"/>
              <a:ext cx="413903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8732BFDB-7BED-475C-D895-1829A4A462D3}"/>
                </a:ext>
              </a:extLst>
            </p:cNvPr>
            <p:cNvGrpSpPr/>
            <p:nvPr/>
          </p:nvGrpSpPr>
          <p:grpSpPr>
            <a:xfrm>
              <a:off x="4716016" y="834802"/>
              <a:ext cx="4139035" cy="4161632"/>
              <a:chOff x="4716016" y="834802"/>
              <a:chExt cx="4139035" cy="4161632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A08E1954-5E9D-318D-4175-811345D33771}"/>
                  </a:ext>
                </a:extLst>
              </p:cNvPr>
              <p:cNvGrpSpPr/>
              <p:nvPr/>
            </p:nvGrpSpPr>
            <p:grpSpPr>
              <a:xfrm>
                <a:off x="4716016" y="843558"/>
                <a:ext cx="4139035" cy="4152876"/>
                <a:chOff x="4716016" y="1635646"/>
                <a:chExt cx="4139035" cy="4152876"/>
              </a:xfrm>
            </p:grpSpPr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3F13F142-E381-BE4C-5A98-025319096B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16016" y="1649487"/>
                  <a:ext cx="4139035" cy="4139035"/>
                </a:xfrm>
                <a:prstGeom prst="rect">
                  <a:avLst/>
                </a:prstGeom>
              </p:spPr>
            </p:pic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4833D7AE-A958-ED6F-4F77-4F6A3FE3D29A}"/>
                    </a:ext>
                  </a:extLst>
                </p:cNvPr>
                <p:cNvCxnSpPr/>
                <p:nvPr/>
              </p:nvCxnSpPr>
              <p:spPr>
                <a:xfrm>
                  <a:off x="4716016" y="1635646"/>
                  <a:ext cx="413903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DBCDF3FE-89F7-8894-C0E7-798156221C8E}"/>
                    </a:ext>
                  </a:extLst>
                </p:cNvPr>
                <p:cNvCxnSpPr/>
                <p:nvPr/>
              </p:nvCxnSpPr>
              <p:spPr>
                <a:xfrm>
                  <a:off x="4716016" y="1635646"/>
                  <a:ext cx="0" cy="41528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2B2F20E3-B0C2-B67A-BA6A-8C241FD538BC}"/>
                    </a:ext>
                  </a:extLst>
                </p:cNvPr>
                <p:cNvCxnSpPr/>
                <p:nvPr/>
              </p:nvCxnSpPr>
              <p:spPr>
                <a:xfrm>
                  <a:off x="4716016" y="5788522"/>
                  <a:ext cx="413903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직선 연결선 30">
                  <a:extLst>
                    <a:ext uri="{FF2B5EF4-FFF2-40B4-BE49-F238E27FC236}">
                      <a16:creationId xmlns:a16="http://schemas.microsoft.com/office/drawing/2014/main" id="{3BF06943-7716-45D0-5473-678049117DC3}"/>
                    </a:ext>
                  </a:extLst>
                </p:cNvPr>
                <p:cNvCxnSpPr/>
                <p:nvPr/>
              </p:nvCxnSpPr>
              <p:spPr>
                <a:xfrm>
                  <a:off x="8855051" y="1649487"/>
                  <a:ext cx="0" cy="413903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3D2CA0FC-66F3-9F3E-8C3B-81D28DDE3DC0}"/>
                    </a:ext>
                  </a:extLst>
                </p:cNvPr>
                <p:cNvCxnSpPr/>
                <p:nvPr/>
              </p:nvCxnSpPr>
              <p:spPr>
                <a:xfrm>
                  <a:off x="4716016" y="2720082"/>
                  <a:ext cx="413903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5380F1A4-4CD7-5EB6-CD6C-81513BD8BDE7}"/>
                    </a:ext>
                  </a:extLst>
                </p:cNvPr>
                <p:cNvCxnSpPr>
                  <a:stCxn id="8" idx="1"/>
                  <a:endCxn id="8" idx="3"/>
                </p:cNvCxnSpPr>
                <p:nvPr/>
              </p:nvCxnSpPr>
              <p:spPr>
                <a:xfrm>
                  <a:off x="4716016" y="3719005"/>
                  <a:ext cx="413903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A9225613-3DB6-9AA5-D0D8-60E13A3EAF64}"/>
                  </a:ext>
                </a:extLst>
              </p:cNvPr>
              <p:cNvCxnSpPr/>
              <p:nvPr/>
            </p:nvCxnSpPr>
            <p:spPr>
              <a:xfrm>
                <a:off x="5796136" y="843558"/>
                <a:ext cx="0" cy="41528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43D44939-E109-4553-7C59-AB0D42C6F6D3}"/>
                  </a:ext>
                </a:extLst>
              </p:cNvPr>
              <p:cNvCxnSpPr/>
              <p:nvPr/>
            </p:nvCxnSpPr>
            <p:spPr>
              <a:xfrm>
                <a:off x="6785533" y="843558"/>
                <a:ext cx="0" cy="41528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E5348E5-5D07-EBA6-652B-216D8E62E529}"/>
                  </a:ext>
                </a:extLst>
              </p:cNvPr>
              <p:cNvCxnSpPr/>
              <p:nvPr/>
            </p:nvCxnSpPr>
            <p:spPr>
              <a:xfrm>
                <a:off x="7812360" y="834802"/>
                <a:ext cx="0" cy="41528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F4819969-95ED-34A6-FCA2-89E2EC9BB49B}"/>
              </a:ext>
            </a:extLst>
          </p:cNvPr>
          <p:cNvSpPr txBox="1"/>
          <p:nvPr/>
        </p:nvSpPr>
        <p:spPr>
          <a:xfrm>
            <a:off x="4343648" y="3421565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이펙트 </a:t>
            </a:r>
            <a:r>
              <a:rPr lang="ko-KR" altLang="en-US" sz="1000" dirty="0" err="1"/>
              <a:t>텍스쳐</a:t>
            </a:r>
            <a:endParaRPr lang="ko-KR" altLang="en-US" sz="1000" dirty="0"/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907CA7E3-0F86-9C10-08FF-19C8802B9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767" y="1713455"/>
            <a:ext cx="2453477" cy="1684415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F6E63440-25FD-E3D0-5277-65822D5BF6C4}"/>
              </a:ext>
            </a:extLst>
          </p:cNvPr>
          <p:cNvSpPr txBox="1"/>
          <p:nvPr/>
        </p:nvSpPr>
        <p:spPr>
          <a:xfrm>
            <a:off x="6444208" y="3435846"/>
            <a:ext cx="1728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이펙트 </a:t>
            </a:r>
            <a:r>
              <a:rPr lang="ko-KR" altLang="en-US" sz="1000" dirty="0" err="1"/>
              <a:t>텍스쳐</a:t>
            </a:r>
            <a:r>
              <a:rPr lang="ko-KR" altLang="en-US" sz="1000" dirty="0"/>
              <a:t> </a:t>
            </a:r>
            <a:r>
              <a:rPr lang="en-US" altLang="ko-KR" sz="1000" dirty="0"/>
              <a:t>UV</a:t>
            </a:r>
            <a:r>
              <a:rPr lang="ko-KR" altLang="en-US" sz="1000" dirty="0"/>
              <a:t>정보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E8FED28-9D1A-E0AC-0707-7AC0D97CB17C}"/>
              </a:ext>
            </a:extLst>
          </p:cNvPr>
          <p:cNvSpPr txBox="1"/>
          <p:nvPr/>
        </p:nvSpPr>
        <p:spPr>
          <a:xfrm>
            <a:off x="611560" y="3819204"/>
            <a:ext cx="6768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나무모양</a:t>
            </a:r>
            <a:r>
              <a:rPr lang="ko-KR" altLang="en-US" dirty="0"/>
              <a:t> 빌보드를 이펙트모양으로 변경한다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이펙트 모양빌보드가 항상 카메라를 바라보도록 만든다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이펙트에 </a:t>
            </a:r>
            <a:r>
              <a:rPr lang="en-US" altLang="ko-KR" dirty="0"/>
              <a:t>UV</a:t>
            </a:r>
            <a:r>
              <a:rPr lang="ko-KR" altLang="en-US" dirty="0"/>
              <a:t>좌표를 바꿔서 폭발 이펙트가 나오도록 만든다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7" name="오른쪽 화살표 66">
            <a:extLst>
              <a:ext uri="{FF2B5EF4-FFF2-40B4-BE49-F238E27FC236}">
                <a16:creationId xmlns:a16="http://schemas.microsoft.com/office/drawing/2014/main" id="{6230D597-3F0F-146D-8246-E2025C258F3E}"/>
              </a:ext>
            </a:extLst>
          </p:cNvPr>
          <p:cNvSpPr/>
          <p:nvPr/>
        </p:nvSpPr>
        <p:spPr>
          <a:xfrm>
            <a:off x="2101910" y="2235177"/>
            <a:ext cx="576064" cy="520867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07E79-1658-C020-1BE1-1F5A38F895DD}"/>
              </a:ext>
            </a:extLst>
          </p:cNvPr>
          <p:cNvSpPr txBox="1"/>
          <p:nvPr/>
        </p:nvSpPr>
        <p:spPr>
          <a:xfrm>
            <a:off x="4048161" y="1161172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(0,0)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558A57-87A7-2224-F1CF-D27374669C54}"/>
              </a:ext>
            </a:extLst>
          </p:cNvPr>
          <p:cNvSpPr txBox="1"/>
          <p:nvPr/>
        </p:nvSpPr>
        <p:spPr>
          <a:xfrm>
            <a:off x="6157114" y="3342440"/>
            <a:ext cx="486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(1,1)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02871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/>
              <a:t>이펙트의 종류</a:t>
            </a:r>
            <a:r>
              <a:rPr lang="en-US" altLang="ko-KR" sz="1800" b="1" dirty="0"/>
              <a:t>#</a:t>
            </a:r>
            <a:r>
              <a:rPr lang="ko-KR" altLang="en-US" sz="1800" b="1" dirty="0"/>
              <a:t>빌보드이펙트와 </a:t>
            </a:r>
            <a:r>
              <a:rPr lang="ko-KR" altLang="en-US" sz="1800" b="1" dirty="0" err="1"/>
              <a:t>파티클이펙트</a:t>
            </a:r>
            <a:endParaRPr lang="ko-KR" altLang="en-US" sz="1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11560" y="1131590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#</a:t>
            </a:r>
            <a:r>
              <a:rPr lang="ko-KR" altLang="en-US" b="1" dirty="0"/>
              <a:t>빌보드 이펙트</a:t>
            </a:r>
            <a:r>
              <a:rPr lang="en-US" altLang="ko-KR" b="1" dirty="0"/>
              <a:t> </a:t>
            </a:r>
            <a:br>
              <a:rPr lang="en-US" altLang="ko-KR" b="1" dirty="0"/>
            </a:br>
            <a:r>
              <a:rPr lang="ko-KR" altLang="en-US" dirty="0"/>
              <a:t>평면을 카메라를 바라보게 </a:t>
            </a:r>
            <a:r>
              <a:rPr lang="ko-KR" altLang="en-US" dirty="0" err="1"/>
              <a:t>만듦으로해서</a:t>
            </a:r>
            <a:r>
              <a:rPr lang="ko-KR" altLang="en-US" dirty="0"/>
              <a:t> </a:t>
            </a:r>
            <a:r>
              <a:rPr lang="ko-KR" altLang="en-US" dirty="0" err="1"/>
              <a:t>어느각도에서든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이펙트를 </a:t>
            </a:r>
            <a:r>
              <a:rPr lang="ko-KR" altLang="en-US" dirty="0" err="1"/>
              <a:t>볼수있도록</a:t>
            </a:r>
            <a:r>
              <a:rPr lang="ko-KR" altLang="en-US" dirty="0"/>
              <a:t> </a:t>
            </a:r>
            <a:r>
              <a:rPr lang="ko-KR" altLang="en-US" dirty="0" err="1"/>
              <a:t>만든것</a:t>
            </a:r>
            <a:r>
              <a:rPr lang="ko-KR" altLang="en-US" dirty="0"/>
              <a:t> 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1064812" y="2928014"/>
            <a:ext cx="1843403" cy="864096"/>
            <a:chOff x="1787910" y="3284531"/>
            <a:chExt cx="1843403" cy="864096"/>
          </a:xfrm>
        </p:grpSpPr>
        <p:sp>
          <p:nvSpPr>
            <p:cNvPr id="15" name="순서도: 데이터 14"/>
            <p:cNvSpPr/>
            <p:nvPr/>
          </p:nvSpPr>
          <p:spPr>
            <a:xfrm rot="5400000">
              <a:off x="1607890" y="3464551"/>
              <a:ext cx="864096" cy="504056"/>
            </a:xfrm>
            <a:prstGeom prst="flowChartInputOutpu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" name="그룹 15"/>
            <p:cNvGrpSpPr/>
            <p:nvPr/>
          </p:nvGrpSpPr>
          <p:grpSpPr>
            <a:xfrm>
              <a:off x="3012046" y="3577835"/>
              <a:ext cx="619267" cy="288032"/>
              <a:chOff x="2722662" y="2787774"/>
              <a:chExt cx="1053193" cy="489859"/>
            </a:xfrm>
          </p:grpSpPr>
          <p:sp>
            <p:nvSpPr>
              <p:cNvPr id="36" name="순서도: 추출 35"/>
              <p:cNvSpPr/>
              <p:nvPr/>
            </p:nvSpPr>
            <p:spPr>
              <a:xfrm rot="5400000">
                <a:off x="2698169" y="2812268"/>
                <a:ext cx="489858" cy="440871"/>
              </a:xfrm>
              <a:prstGeom prst="flowChartExtra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943098" y="2787774"/>
                <a:ext cx="832757" cy="48985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8" name="직선 화살표 연결선 37"/>
            <p:cNvCxnSpPr>
              <a:stCxn id="36" idx="2"/>
            </p:cNvCxnSpPr>
            <p:nvPr/>
          </p:nvCxnSpPr>
          <p:spPr>
            <a:xfrm flipH="1" flipV="1">
              <a:off x="2557128" y="3721850"/>
              <a:ext cx="454918" cy="2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 rot="18900000">
            <a:off x="912328" y="2472065"/>
            <a:ext cx="1843403" cy="864096"/>
            <a:chOff x="3923928" y="2649030"/>
            <a:chExt cx="1843403" cy="864096"/>
          </a:xfrm>
        </p:grpSpPr>
        <p:sp>
          <p:nvSpPr>
            <p:cNvPr id="41" name="순서도: 데이터 40"/>
            <p:cNvSpPr/>
            <p:nvPr/>
          </p:nvSpPr>
          <p:spPr>
            <a:xfrm rot="5400000">
              <a:off x="3743908" y="2829050"/>
              <a:ext cx="864096" cy="504056"/>
            </a:xfrm>
            <a:prstGeom prst="flowChartInputOutput">
              <a:avLst/>
            </a:prstGeom>
            <a:solidFill>
              <a:srgbClr val="FF0000">
                <a:alpha val="10000"/>
              </a:srgbClr>
            </a:solidFill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2" name="그룹 41"/>
            <p:cNvGrpSpPr/>
            <p:nvPr/>
          </p:nvGrpSpPr>
          <p:grpSpPr>
            <a:xfrm>
              <a:off x="5148064" y="2942334"/>
              <a:ext cx="619267" cy="288032"/>
              <a:chOff x="2722662" y="2787774"/>
              <a:chExt cx="1053193" cy="489859"/>
            </a:xfrm>
          </p:grpSpPr>
          <p:sp>
            <p:nvSpPr>
              <p:cNvPr id="43" name="순서도: 추출 42"/>
              <p:cNvSpPr/>
              <p:nvPr/>
            </p:nvSpPr>
            <p:spPr>
              <a:xfrm rot="5400000">
                <a:off x="2698169" y="2812268"/>
                <a:ext cx="489858" cy="440871"/>
              </a:xfrm>
              <a:prstGeom prst="flowChartExtract">
                <a:avLst/>
              </a:prstGeom>
              <a:solidFill>
                <a:schemeClr val="accent6">
                  <a:lumMod val="60000"/>
                  <a:lumOff val="40000"/>
                  <a:alpha val="50000"/>
                </a:schemeClr>
              </a:solidFill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2943098" y="2787774"/>
                <a:ext cx="832757" cy="48985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50000"/>
                </a:schemeClr>
              </a:solidFill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5" name="직선 화살표 연결선 44"/>
            <p:cNvCxnSpPr>
              <a:stCxn id="43" idx="2"/>
            </p:cNvCxnSpPr>
            <p:nvPr/>
          </p:nvCxnSpPr>
          <p:spPr>
            <a:xfrm flipH="1" flipV="1">
              <a:off x="4693146" y="3086349"/>
              <a:ext cx="454918" cy="2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오른쪽으로 구부러진 화살표 18"/>
          <p:cNvSpPr/>
          <p:nvPr/>
        </p:nvSpPr>
        <p:spPr>
          <a:xfrm rot="2700000">
            <a:off x="734649" y="2326491"/>
            <a:ext cx="432048" cy="934935"/>
          </a:xfrm>
          <a:prstGeom prst="curvedRightArrow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4572000" y="2643758"/>
            <a:ext cx="864096" cy="864096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타원 69"/>
          <p:cNvSpPr/>
          <p:nvPr/>
        </p:nvSpPr>
        <p:spPr>
          <a:xfrm>
            <a:off x="4498321" y="2619584"/>
            <a:ext cx="147357" cy="147357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타원 71"/>
          <p:cNvSpPr/>
          <p:nvPr/>
        </p:nvSpPr>
        <p:spPr>
          <a:xfrm>
            <a:off x="4650721" y="2771984"/>
            <a:ext cx="147357" cy="147357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타원 72"/>
          <p:cNvSpPr/>
          <p:nvPr/>
        </p:nvSpPr>
        <p:spPr>
          <a:xfrm>
            <a:off x="4779399" y="2486836"/>
            <a:ext cx="160994" cy="160994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타원 73"/>
          <p:cNvSpPr/>
          <p:nvPr/>
        </p:nvSpPr>
        <p:spPr>
          <a:xfrm>
            <a:off x="5014070" y="2369518"/>
            <a:ext cx="147357" cy="147357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5" name="타원 74"/>
          <p:cNvSpPr/>
          <p:nvPr/>
        </p:nvSpPr>
        <p:spPr>
          <a:xfrm>
            <a:off x="4597645" y="2307885"/>
            <a:ext cx="147357" cy="147357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6" name="타원 75"/>
          <p:cNvSpPr/>
          <p:nvPr/>
        </p:nvSpPr>
        <p:spPr>
          <a:xfrm>
            <a:off x="5237597" y="2609745"/>
            <a:ext cx="147357" cy="147357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7" name="타원 76"/>
          <p:cNvSpPr/>
          <p:nvPr/>
        </p:nvSpPr>
        <p:spPr>
          <a:xfrm>
            <a:off x="4461482" y="2928014"/>
            <a:ext cx="147357" cy="147357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8" name="타원 77"/>
          <p:cNvSpPr/>
          <p:nvPr/>
        </p:nvSpPr>
        <p:spPr>
          <a:xfrm>
            <a:off x="4930369" y="2684116"/>
            <a:ext cx="231057" cy="231057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3760927" y="3664776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#</a:t>
            </a:r>
            <a:r>
              <a:rPr lang="ko-KR" altLang="en-US" b="1" dirty="0" err="1"/>
              <a:t>파티클이펙트</a:t>
            </a:r>
            <a:r>
              <a:rPr lang="en-US" altLang="ko-KR" b="1" dirty="0"/>
              <a:t> </a:t>
            </a:r>
            <a:br>
              <a:rPr lang="en-US" altLang="ko-KR" dirty="0"/>
            </a:br>
            <a:r>
              <a:rPr lang="ko-KR" altLang="en-US" dirty="0"/>
              <a:t>빌보드를 생성하고 실시간으로 움직이거나</a:t>
            </a:r>
            <a:r>
              <a:rPr lang="en-US" altLang="ko-KR" dirty="0"/>
              <a:t>,</a:t>
            </a:r>
          </a:p>
          <a:p>
            <a:r>
              <a:rPr lang="ko-KR" altLang="en-US" dirty="0" err="1"/>
              <a:t>생성삭제를</a:t>
            </a:r>
            <a:r>
              <a:rPr lang="ko-KR" altLang="en-US" dirty="0"/>
              <a:t> 하며 동적인 이펙트를 만드는데 사용함</a:t>
            </a:r>
          </a:p>
        </p:txBody>
      </p:sp>
      <p:pic>
        <p:nvPicPr>
          <p:cNvPr id="1026" name="Picture 2" descr="Boris FX relaunches Particle Illusion at NAB 2018 by Jose Antunes -  ProVideo Coaliti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70" y="4026422"/>
            <a:ext cx="1194835" cy="795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11045" y="3967137"/>
            <a:ext cx="219685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※ </a:t>
            </a:r>
            <a:r>
              <a:rPr lang="ko-KR" altLang="en-US" sz="1200" b="1" dirty="0" err="1">
                <a:solidFill>
                  <a:srgbClr val="FF0000"/>
                </a:solidFill>
              </a:rPr>
              <a:t>이펙트편집</a:t>
            </a:r>
            <a:r>
              <a:rPr lang="ko-KR" altLang="en-US" sz="1200" b="1" dirty="0">
                <a:solidFill>
                  <a:srgbClr val="FF0000"/>
                </a:solidFill>
              </a:rPr>
              <a:t> 도구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이펙트효과를 만들어주는 툴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br>
              <a:rPr lang="en-US" altLang="ko-KR" sz="1000" dirty="0">
                <a:solidFill>
                  <a:srgbClr val="FF0000"/>
                </a:solidFill>
              </a:rPr>
            </a:br>
            <a:r>
              <a:rPr lang="ko-KR" altLang="en-US" sz="1000" dirty="0">
                <a:solidFill>
                  <a:srgbClr val="FF0000"/>
                </a:solidFill>
              </a:rPr>
              <a:t>주로 여기서 </a:t>
            </a:r>
            <a:r>
              <a:rPr lang="ko-KR" altLang="en-US" sz="1000" dirty="0" err="1">
                <a:solidFill>
                  <a:srgbClr val="FF0000"/>
                </a:solidFill>
              </a:rPr>
              <a:t>파티클을</a:t>
            </a:r>
            <a:r>
              <a:rPr lang="ko-KR" altLang="en-US" sz="1000" dirty="0">
                <a:solidFill>
                  <a:srgbClr val="FF0000"/>
                </a:solidFill>
              </a:rPr>
              <a:t> 설정하여</a:t>
            </a:r>
            <a:r>
              <a:rPr lang="en-US" altLang="ko-KR" sz="1000" dirty="0">
                <a:solidFill>
                  <a:srgbClr val="FF0000"/>
                </a:solidFill>
              </a:rPr>
              <a:t> 2D</a:t>
            </a:r>
            <a:r>
              <a:rPr lang="ko-KR" altLang="en-US" sz="1000" dirty="0">
                <a:solidFill>
                  <a:srgbClr val="FF0000"/>
                </a:solidFill>
              </a:rPr>
              <a:t>애니메이션으로 뽑아</a:t>
            </a:r>
            <a:r>
              <a:rPr lang="en-US" altLang="ko-KR" sz="1000" dirty="0">
                <a:solidFill>
                  <a:srgbClr val="FF0000"/>
                </a:solidFill>
              </a:rPr>
              <a:t>,</a:t>
            </a:r>
            <a:br>
              <a:rPr lang="en-US" altLang="ko-KR" sz="1000" dirty="0">
                <a:solidFill>
                  <a:srgbClr val="FF0000"/>
                </a:solidFill>
              </a:rPr>
            </a:br>
            <a:r>
              <a:rPr lang="ko-KR" altLang="en-US" sz="1000" dirty="0">
                <a:solidFill>
                  <a:srgbClr val="FF0000"/>
                </a:solidFill>
              </a:rPr>
              <a:t>빌보드 이펙트에서 활용할 수 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br>
              <a:rPr lang="en-US" altLang="ko-KR" sz="1000" dirty="0">
                <a:solidFill>
                  <a:srgbClr val="FF0000"/>
                </a:solidFill>
              </a:rPr>
            </a:br>
            <a:r>
              <a:rPr lang="en-US" altLang="ko-KR" sz="1000" dirty="0">
                <a:solidFill>
                  <a:srgbClr val="FF0000"/>
                </a:solidFill>
              </a:rPr>
              <a:t>(ex.</a:t>
            </a:r>
            <a:r>
              <a:rPr lang="ko-KR" altLang="en-US" sz="1000" dirty="0" err="1">
                <a:solidFill>
                  <a:srgbClr val="FF0000"/>
                </a:solidFill>
              </a:rPr>
              <a:t>파티클일루젼</a:t>
            </a:r>
            <a:r>
              <a:rPr lang="en-US" altLang="ko-KR" sz="1000" dirty="0">
                <a:solidFill>
                  <a:srgbClr val="FF0000"/>
                </a:solidFill>
              </a:rPr>
              <a:t>,</a:t>
            </a:r>
            <a:r>
              <a:rPr lang="ko-KR" altLang="en-US" sz="1000" dirty="0" err="1">
                <a:solidFill>
                  <a:srgbClr val="FF0000"/>
                </a:solidFill>
              </a:rPr>
              <a:t>에프터이펙트등</a:t>
            </a:r>
            <a:r>
              <a:rPr lang="en-US" altLang="ko-KR" sz="1000" dirty="0">
                <a:solidFill>
                  <a:srgbClr val="FF0000"/>
                </a:solidFill>
              </a:rPr>
              <a:t>..)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7600" y="4816527"/>
            <a:ext cx="1176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 err="1"/>
              <a:t>파티클일루젼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638655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Terrain </a:t>
            </a:r>
            <a:r>
              <a:rPr lang="en-US" altLang="ko-KR" sz="1800" b="1" dirty="0"/>
              <a:t>#</a:t>
            </a:r>
            <a:r>
              <a:rPr lang="ko-KR" altLang="en-US" sz="1800" b="1" dirty="0"/>
              <a:t>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9752" y="1148190"/>
            <a:ext cx="5156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실습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지형이 만들어지는 과정 이해하기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프러스텀</a:t>
            </a:r>
            <a:r>
              <a:rPr lang="ko-KR" altLang="en-US" dirty="0"/>
              <a:t> </a:t>
            </a:r>
            <a:r>
              <a:rPr lang="ko-KR" altLang="en-US" dirty="0" err="1"/>
              <a:t>컬링을</a:t>
            </a:r>
            <a:r>
              <a:rPr lang="ko-KR" altLang="en-US" dirty="0"/>
              <a:t> 테스트하고 원리 이해하기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LOD(Level of Detail) </a:t>
            </a:r>
            <a:r>
              <a:rPr lang="ko-KR" altLang="en-US" dirty="0"/>
              <a:t>원리 이해하기</a:t>
            </a:r>
            <a:endParaRPr lang="en-US" altLang="ko-KR" dirty="0"/>
          </a:p>
        </p:txBody>
      </p:sp>
      <p:sp>
        <p:nvSpPr>
          <p:cNvPr id="23" name="TextBox 22"/>
          <p:cNvSpPr txBox="1"/>
          <p:nvPr/>
        </p:nvSpPr>
        <p:spPr>
          <a:xfrm>
            <a:off x="2339752" y="2787774"/>
            <a:ext cx="76049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문제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유니티에</a:t>
            </a:r>
            <a:r>
              <a:rPr lang="ko-KR" altLang="en-US" dirty="0"/>
              <a:t> </a:t>
            </a:r>
            <a:r>
              <a:rPr lang="en-US" altLang="ko-KR" dirty="0"/>
              <a:t>Terrain</a:t>
            </a:r>
            <a:r>
              <a:rPr lang="ko-KR" altLang="en-US" dirty="0"/>
              <a:t>의 높낮이를 바꾸는 것은 어떻게 가능한가</a:t>
            </a:r>
            <a:r>
              <a:rPr lang="en-US" altLang="ko-KR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프러스텀</a:t>
            </a:r>
            <a:r>
              <a:rPr lang="ko-KR" altLang="en-US" dirty="0"/>
              <a:t> </a:t>
            </a:r>
            <a:r>
              <a:rPr lang="ko-KR" altLang="en-US" dirty="0" err="1"/>
              <a:t>컬링을</a:t>
            </a:r>
            <a:r>
              <a:rPr lang="ko-KR" altLang="en-US" dirty="0"/>
              <a:t> 수행하는 이유는 무엇인가</a:t>
            </a:r>
            <a:r>
              <a:rPr lang="en-US" altLang="ko-KR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쿼트트리를</a:t>
            </a:r>
            <a:r>
              <a:rPr lang="ko-KR" altLang="en-US" dirty="0"/>
              <a:t> 이용하는 이유는 무엇인가</a:t>
            </a:r>
            <a:r>
              <a:rPr lang="en-US" altLang="ko-KR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LOD</a:t>
            </a:r>
            <a:r>
              <a:rPr lang="ko-KR" altLang="en-US" dirty="0"/>
              <a:t>는 무엇인가 왜 수행해야하는가</a:t>
            </a:r>
            <a:r>
              <a:rPr lang="en-US" altLang="ko-KR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48190"/>
            <a:ext cx="1632353" cy="1554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3384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Terrain </a:t>
            </a:r>
            <a:r>
              <a:rPr lang="en-US" altLang="ko-KR" sz="1800" b="1" dirty="0"/>
              <a:t>#Terrain </a:t>
            </a:r>
            <a:r>
              <a:rPr lang="ko-KR" altLang="en-US" sz="1800" b="1" dirty="0"/>
              <a:t>실습 </a:t>
            </a:r>
            <a:r>
              <a:rPr lang="en-US" altLang="ko-KR" sz="1800" b="1" dirty="0"/>
              <a:t>– </a:t>
            </a:r>
            <a:r>
              <a:rPr lang="ko-KR" altLang="en-US" sz="1800" b="1" dirty="0"/>
              <a:t>지형이 만들어지는 과정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15" y="1491631"/>
            <a:ext cx="1800200" cy="18002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71316" y="3291831"/>
            <a:ext cx="18069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 err="1"/>
              <a:t>높이맵</a:t>
            </a:r>
            <a:endParaRPr lang="ko-KR" altLang="en-US" sz="1000" dirty="0"/>
          </a:p>
        </p:txBody>
      </p:sp>
      <p:grpSp>
        <p:nvGrpSpPr>
          <p:cNvPr id="12" name="그룹 11"/>
          <p:cNvGrpSpPr/>
          <p:nvPr/>
        </p:nvGrpSpPr>
        <p:grpSpPr>
          <a:xfrm>
            <a:off x="482998" y="1123600"/>
            <a:ext cx="2211507" cy="2180404"/>
            <a:chOff x="4661438" y="914586"/>
            <a:chExt cx="3037057" cy="2994344"/>
          </a:xfrm>
        </p:grpSpPr>
        <p:sp>
          <p:nvSpPr>
            <p:cNvPr id="5" name="직사각형 4"/>
            <p:cNvSpPr/>
            <p:nvPr/>
          </p:nvSpPr>
          <p:spPr>
            <a:xfrm>
              <a:off x="4661438" y="1434963"/>
              <a:ext cx="2473967" cy="247396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</a:t>
              </a:r>
              <a:r>
                <a:rPr lang="ko-KR" altLang="en-US" dirty="0" err="1"/>
                <a:t>메쉬</a:t>
              </a:r>
              <a:br>
                <a:rPr lang="en-US" altLang="ko-KR" dirty="0"/>
              </a:br>
              <a:r>
                <a:rPr lang="en-US" altLang="ko-KR" dirty="0"/>
                <a:t>(</a:t>
              </a:r>
              <a:r>
                <a:rPr lang="ko-KR" altLang="en-US" dirty="0"/>
                <a:t>넓이</a:t>
              </a:r>
              <a:r>
                <a:rPr lang="en-US" altLang="ko-KR" dirty="0"/>
                <a:t>x</a:t>
              </a:r>
              <a:r>
                <a:rPr lang="ko-KR" altLang="en-US" dirty="0"/>
                <a:t>높이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br>
                <a:rPr lang="en-US" altLang="ko-KR" dirty="0"/>
              </a:br>
              <a:r>
                <a:rPr lang="ko-KR" altLang="en-US" sz="1000" dirty="0"/>
                <a:t>색상</a:t>
              </a:r>
              <a:r>
                <a:rPr lang="en-US" altLang="ko-KR" sz="1000" dirty="0"/>
                <a:t>(y</a:t>
              </a:r>
              <a:r>
                <a:rPr lang="ko-KR" altLang="en-US" sz="1000" dirty="0"/>
                <a:t>축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grpSp>
          <p:nvGrpSpPr>
            <p:cNvPr id="8" name="그룹 7"/>
            <p:cNvGrpSpPr/>
            <p:nvPr/>
          </p:nvGrpSpPr>
          <p:grpSpPr>
            <a:xfrm>
              <a:off x="7207240" y="1491630"/>
              <a:ext cx="491255" cy="2376264"/>
              <a:chOff x="7207240" y="1491630"/>
              <a:chExt cx="491255" cy="2376264"/>
            </a:xfrm>
          </p:grpSpPr>
          <p:sp>
            <p:nvSpPr>
              <p:cNvPr id="6" name="오른쪽 중괄호 5"/>
              <p:cNvSpPr/>
              <p:nvPr/>
            </p:nvSpPr>
            <p:spPr>
              <a:xfrm>
                <a:off x="7207240" y="1491630"/>
                <a:ext cx="288031" cy="2376264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5400000">
                <a:off x="6718600" y="2629335"/>
                <a:ext cx="1621655" cy="338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 err="1"/>
                  <a:t>높이맵</a:t>
                </a:r>
                <a:r>
                  <a:rPr lang="ko-KR" altLang="en-US" sz="1000" dirty="0"/>
                  <a:t> 높이</a:t>
                </a:r>
                <a:r>
                  <a:rPr lang="en-US" altLang="ko-KR" sz="1000" dirty="0"/>
                  <a:t>(z</a:t>
                </a:r>
                <a:r>
                  <a:rPr lang="ko-KR" altLang="en-US" sz="1000" dirty="0"/>
                  <a:t>축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</p:grpSp>
        <p:grpSp>
          <p:nvGrpSpPr>
            <p:cNvPr id="11" name="그룹 10"/>
            <p:cNvGrpSpPr/>
            <p:nvPr/>
          </p:nvGrpSpPr>
          <p:grpSpPr>
            <a:xfrm>
              <a:off x="4708738" y="914586"/>
              <a:ext cx="2376264" cy="481430"/>
              <a:chOff x="4708738" y="914586"/>
              <a:chExt cx="2376264" cy="481430"/>
            </a:xfrm>
          </p:grpSpPr>
          <p:sp>
            <p:nvSpPr>
              <p:cNvPr id="9" name="오른쪽 중괄호 8"/>
              <p:cNvSpPr/>
              <p:nvPr/>
            </p:nvSpPr>
            <p:spPr>
              <a:xfrm rot="16200000">
                <a:off x="5752855" y="63869"/>
                <a:ext cx="288030" cy="2376264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228000" y="914586"/>
                <a:ext cx="1495872" cy="338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 err="1"/>
                  <a:t>높이맵</a:t>
                </a:r>
                <a:r>
                  <a:rPr lang="ko-KR" altLang="en-US" sz="1000" dirty="0"/>
                  <a:t> 넓이</a:t>
                </a:r>
                <a:r>
                  <a:rPr lang="en-US" altLang="ko-KR" sz="1000" dirty="0"/>
                  <a:t>(x</a:t>
                </a:r>
                <a:r>
                  <a:rPr lang="ko-KR" altLang="en-US" sz="1000" dirty="0"/>
                  <a:t>축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</p:grpSp>
      </p:grpSp>
      <p:grpSp>
        <p:nvGrpSpPr>
          <p:cNvPr id="117" name="그룹 116"/>
          <p:cNvGrpSpPr/>
          <p:nvPr/>
        </p:nvGrpSpPr>
        <p:grpSpPr>
          <a:xfrm>
            <a:off x="2546523" y="1014468"/>
            <a:ext cx="3825697" cy="2520243"/>
            <a:chOff x="4861103" y="1019556"/>
            <a:chExt cx="3825697" cy="2520243"/>
          </a:xfrm>
        </p:grpSpPr>
        <p:grpSp>
          <p:nvGrpSpPr>
            <p:cNvPr id="116" name="그룹 115"/>
            <p:cNvGrpSpPr/>
            <p:nvPr/>
          </p:nvGrpSpPr>
          <p:grpSpPr>
            <a:xfrm>
              <a:off x="4861103" y="1019556"/>
              <a:ext cx="2811235" cy="2520243"/>
              <a:chOff x="4861103" y="1019556"/>
              <a:chExt cx="2811235" cy="2520243"/>
            </a:xfrm>
          </p:grpSpPr>
          <p:grpSp>
            <p:nvGrpSpPr>
              <p:cNvPr id="50" name="그룹 49"/>
              <p:cNvGrpSpPr/>
              <p:nvPr/>
            </p:nvGrpSpPr>
            <p:grpSpPr>
              <a:xfrm>
                <a:off x="5292080" y="1847848"/>
                <a:ext cx="670691" cy="1453921"/>
                <a:chOff x="6797494" y="1525538"/>
                <a:chExt cx="1096166" cy="2376264"/>
              </a:xfrm>
            </p:grpSpPr>
            <p:sp>
              <p:nvSpPr>
                <p:cNvPr id="13" name="직사각형 12"/>
                <p:cNvSpPr/>
                <p:nvPr/>
              </p:nvSpPr>
              <p:spPr>
                <a:xfrm>
                  <a:off x="7020272" y="2787774"/>
                  <a:ext cx="216024" cy="1114028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7245588" y="3003798"/>
                  <a:ext cx="216024" cy="898004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7461612" y="1995686"/>
                  <a:ext cx="216024" cy="1906116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7677636" y="1525538"/>
                  <a:ext cx="216024" cy="2376264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6797494" y="3507854"/>
                  <a:ext cx="216024" cy="393948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0" name="직선 연결선 29"/>
                <p:cNvCxnSpPr>
                  <a:stCxn id="25" idx="0"/>
                  <a:endCxn id="13" idx="0"/>
                </p:cNvCxnSpPr>
                <p:nvPr/>
              </p:nvCxnSpPr>
              <p:spPr>
                <a:xfrm flipV="1">
                  <a:off x="6905506" y="2787774"/>
                  <a:ext cx="222778" cy="72008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연결선 35"/>
                <p:cNvCxnSpPr>
                  <a:stCxn id="13" idx="0"/>
                  <a:endCxn id="16" idx="0"/>
                </p:cNvCxnSpPr>
                <p:nvPr/>
              </p:nvCxnSpPr>
              <p:spPr>
                <a:xfrm>
                  <a:off x="7128284" y="2787774"/>
                  <a:ext cx="225316" cy="216024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/>
                <p:cNvCxnSpPr>
                  <a:stCxn id="16" idx="0"/>
                  <a:endCxn id="17" idx="0"/>
                </p:cNvCxnSpPr>
                <p:nvPr/>
              </p:nvCxnSpPr>
              <p:spPr>
                <a:xfrm flipV="1">
                  <a:off x="7353600" y="1995686"/>
                  <a:ext cx="216024" cy="1008112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>
                  <a:stCxn id="17" idx="0"/>
                  <a:endCxn id="18" idx="0"/>
                </p:cNvCxnSpPr>
                <p:nvPr/>
              </p:nvCxnSpPr>
              <p:spPr>
                <a:xfrm flipV="1">
                  <a:off x="7569624" y="1525538"/>
                  <a:ext cx="216024" cy="47014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" name="TextBox 46"/>
              <p:cNvSpPr txBox="1"/>
              <p:nvPr/>
            </p:nvSpPr>
            <p:spPr>
              <a:xfrm>
                <a:off x="5212485" y="3293578"/>
                <a:ext cx="245985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#</a:t>
                </a:r>
                <a:r>
                  <a:rPr lang="ko-KR" altLang="en-US" sz="1000" dirty="0"/>
                  <a:t>높이 버퍼를 이용한 높이 생성</a:t>
                </a:r>
              </a:p>
            </p:txBody>
          </p:sp>
          <p:cxnSp>
            <p:nvCxnSpPr>
              <p:cNvPr id="14" name="직선 화살표 연결선 13"/>
              <p:cNvCxnSpPr/>
              <p:nvPr/>
            </p:nvCxnSpPr>
            <p:spPr>
              <a:xfrm flipV="1">
                <a:off x="5292080" y="1238180"/>
                <a:ext cx="0" cy="2076478"/>
              </a:xfrm>
              <a:prstGeom prst="straightConnector1">
                <a:avLst/>
              </a:prstGeom>
              <a:ln w="254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4861103" y="1019556"/>
                <a:ext cx="196495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/>
                  <a:t>색상</a:t>
                </a:r>
                <a:r>
                  <a:rPr lang="en-US" altLang="ko-KR" sz="1000" dirty="0"/>
                  <a:t>(</a:t>
                </a:r>
                <a:r>
                  <a:rPr lang="ko-KR" altLang="en-US" sz="1000" dirty="0" err="1"/>
                  <a:t>버텍스의</a:t>
                </a:r>
                <a:r>
                  <a:rPr lang="ko-KR" altLang="en-US" sz="1000" dirty="0"/>
                  <a:t> 높이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5959301" y="1663925"/>
                <a:ext cx="132175" cy="164335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6102652" y="1516446"/>
                <a:ext cx="132175" cy="179082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/>
              <p:cNvSpPr/>
              <p:nvPr/>
            </p:nvSpPr>
            <p:spPr>
              <a:xfrm>
                <a:off x="6242153" y="1587519"/>
                <a:ext cx="132175" cy="172339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6378971" y="1690128"/>
                <a:ext cx="132175" cy="162078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/>
              <p:cNvSpPr/>
              <p:nvPr/>
            </p:nvSpPr>
            <p:spPr>
              <a:xfrm>
                <a:off x="6512951" y="1820988"/>
                <a:ext cx="132175" cy="14899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직사각형 67"/>
              <p:cNvSpPr/>
              <p:nvPr/>
            </p:nvSpPr>
            <p:spPr>
              <a:xfrm>
                <a:off x="6652230" y="2152964"/>
                <a:ext cx="132175" cy="115794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6784243" y="2277939"/>
                <a:ext cx="132175" cy="103297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직사각형 73"/>
              <p:cNvSpPr/>
              <p:nvPr/>
            </p:nvSpPr>
            <p:spPr>
              <a:xfrm>
                <a:off x="6916256" y="2443916"/>
                <a:ext cx="132175" cy="866993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76" name="직선 연결선 75"/>
              <p:cNvCxnSpPr>
                <a:stCxn id="18" idx="0"/>
                <a:endCxn id="53" idx="0"/>
              </p:cNvCxnSpPr>
              <p:nvPr/>
            </p:nvCxnSpPr>
            <p:spPr>
              <a:xfrm flipV="1">
                <a:off x="5896684" y="1663925"/>
                <a:ext cx="128705" cy="18392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직선 연결선 77"/>
              <p:cNvCxnSpPr>
                <a:stCxn id="53" idx="0"/>
                <a:endCxn id="56" idx="0"/>
              </p:cNvCxnSpPr>
              <p:nvPr/>
            </p:nvCxnSpPr>
            <p:spPr>
              <a:xfrm flipV="1">
                <a:off x="6025389" y="1516446"/>
                <a:ext cx="143351" cy="14747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>
                <a:stCxn id="56" idx="0"/>
                <a:endCxn id="59" idx="0"/>
              </p:cNvCxnSpPr>
              <p:nvPr/>
            </p:nvCxnSpPr>
            <p:spPr>
              <a:xfrm>
                <a:off x="6168740" y="1516446"/>
                <a:ext cx="139501" cy="7107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>
                <a:stCxn id="59" idx="0"/>
                <a:endCxn id="62" idx="0"/>
              </p:cNvCxnSpPr>
              <p:nvPr/>
            </p:nvCxnSpPr>
            <p:spPr>
              <a:xfrm>
                <a:off x="6308241" y="1587519"/>
                <a:ext cx="136818" cy="10260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>
                <a:stCxn id="62" idx="0"/>
                <a:endCxn id="65" idx="0"/>
              </p:cNvCxnSpPr>
              <p:nvPr/>
            </p:nvCxnSpPr>
            <p:spPr>
              <a:xfrm>
                <a:off x="6445059" y="1690128"/>
                <a:ext cx="133980" cy="13086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>
                <a:stCxn id="65" idx="0"/>
                <a:endCxn id="68" idx="0"/>
              </p:cNvCxnSpPr>
              <p:nvPr/>
            </p:nvCxnSpPr>
            <p:spPr>
              <a:xfrm>
                <a:off x="6579039" y="1820988"/>
                <a:ext cx="139279" cy="33197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>
                <a:stCxn id="68" idx="0"/>
                <a:endCxn id="72" idx="0"/>
              </p:cNvCxnSpPr>
              <p:nvPr/>
            </p:nvCxnSpPr>
            <p:spPr>
              <a:xfrm>
                <a:off x="6718318" y="2152964"/>
                <a:ext cx="132013" cy="12497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>
                <a:stCxn id="72" idx="0"/>
                <a:endCxn id="74" idx="0"/>
              </p:cNvCxnSpPr>
              <p:nvPr/>
            </p:nvCxnSpPr>
            <p:spPr>
              <a:xfrm>
                <a:off x="6850331" y="2277939"/>
                <a:ext cx="132013" cy="165977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타원 92"/>
              <p:cNvSpPr/>
              <p:nvPr/>
            </p:nvSpPr>
            <p:spPr>
              <a:xfrm>
                <a:off x="5462785" y="2589086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타원 93"/>
              <p:cNvSpPr/>
              <p:nvPr/>
            </p:nvSpPr>
            <p:spPr>
              <a:xfrm>
                <a:off x="5329419" y="3032479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타원 94"/>
              <p:cNvSpPr/>
              <p:nvPr/>
            </p:nvSpPr>
            <p:spPr>
              <a:xfrm>
                <a:off x="5602695" y="2719460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6" name="타원 95"/>
              <p:cNvSpPr/>
              <p:nvPr/>
            </p:nvSpPr>
            <p:spPr>
              <a:xfrm>
                <a:off x="5729950" y="2107257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타원 96"/>
              <p:cNvSpPr/>
              <p:nvPr/>
            </p:nvSpPr>
            <p:spPr>
              <a:xfrm>
                <a:off x="5868251" y="1815905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8" name="타원 97"/>
              <p:cNvSpPr/>
              <p:nvPr/>
            </p:nvSpPr>
            <p:spPr>
              <a:xfrm>
                <a:off x="5995444" y="1631750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타원 98"/>
              <p:cNvSpPr/>
              <p:nvPr/>
            </p:nvSpPr>
            <p:spPr>
              <a:xfrm>
                <a:off x="6139550" y="1488205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타원 99"/>
              <p:cNvSpPr/>
              <p:nvPr/>
            </p:nvSpPr>
            <p:spPr>
              <a:xfrm>
                <a:off x="6278572" y="1556456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타원 100"/>
              <p:cNvSpPr/>
              <p:nvPr/>
            </p:nvSpPr>
            <p:spPr>
              <a:xfrm>
                <a:off x="6413223" y="1666446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2" name="타원 101"/>
              <p:cNvSpPr/>
              <p:nvPr/>
            </p:nvSpPr>
            <p:spPr>
              <a:xfrm>
                <a:off x="6549842" y="1795908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타원 102"/>
              <p:cNvSpPr/>
              <p:nvPr/>
            </p:nvSpPr>
            <p:spPr>
              <a:xfrm>
                <a:off x="6689137" y="2124712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타원 103"/>
              <p:cNvSpPr/>
              <p:nvPr/>
            </p:nvSpPr>
            <p:spPr>
              <a:xfrm>
                <a:off x="6821134" y="2247813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타원 106"/>
              <p:cNvSpPr/>
              <p:nvPr/>
            </p:nvSpPr>
            <p:spPr>
              <a:xfrm>
                <a:off x="6953235" y="2409220"/>
                <a:ext cx="58378" cy="5837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화살표 연결선 42"/>
              <p:cNvCxnSpPr/>
              <p:nvPr/>
            </p:nvCxnSpPr>
            <p:spPr>
              <a:xfrm>
                <a:off x="5276655" y="3312783"/>
                <a:ext cx="1887633" cy="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TextBox 107"/>
              <p:cNvSpPr txBox="1"/>
              <p:nvPr/>
            </p:nvSpPr>
            <p:spPr>
              <a:xfrm>
                <a:off x="5074766" y="3265593"/>
                <a:ext cx="2149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0</a:t>
                </a:r>
                <a:endParaRPr lang="ko-KR" altLang="en-US" sz="1000" dirty="0"/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 rot="5400000">
                <a:off x="4950971" y="1297363"/>
                <a:ext cx="4096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255</a:t>
                </a:r>
                <a:endParaRPr lang="ko-KR" altLang="en-US" sz="1000" dirty="0"/>
              </a:p>
            </p:txBody>
          </p:sp>
        </p:grpSp>
        <p:sp>
          <p:nvSpPr>
            <p:cNvPr id="110" name="TextBox 109"/>
            <p:cNvSpPr txBox="1"/>
            <p:nvPr/>
          </p:nvSpPr>
          <p:spPr>
            <a:xfrm>
              <a:off x="7096776" y="3168720"/>
              <a:ext cx="15900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/>
                <a:t>버텍스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픽셀</a:t>
              </a:r>
              <a:r>
                <a:rPr lang="en-US" altLang="ko-KR" sz="1000" dirty="0"/>
                <a:t> </a:t>
              </a:r>
              <a:r>
                <a:rPr lang="ko-KR" altLang="en-US" sz="1000" dirty="0"/>
                <a:t>넓이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457200" y="3723878"/>
            <a:ext cx="7859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 err="1"/>
              <a:t>높이맵을</a:t>
            </a:r>
            <a:r>
              <a:rPr lang="ko-KR" altLang="en-US" dirty="0"/>
              <a:t> 읽고</a:t>
            </a:r>
            <a:r>
              <a:rPr lang="en-US" altLang="ko-KR" dirty="0"/>
              <a:t>, </a:t>
            </a:r>
            <a:r>
              <a:rPr lang="ko-KR" altLang="en-US" dirty="0" err="1"/>
              <a:t>버텍스를</a:t>
            </a:r>
            <a:r>
              <a:rPr lang="ko-KR" altLang="en-US" dirty="0"/>
              <a:t> 픽셀의 수만큼 준비한다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 err="1"/>
              <a:t>텍스쳐를</a:t>
            </a:r>
            <a:r>
              <a:rPr lang="ko-KR" altLang="en-US" dirty="0"/>
              <a:t> 입힌다</a:t>
            </a:r>
            <a:r>
              <a:rPr lang="en-US" altLang="ko-KR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만들어진 </a:t>
            </a:r>
            <a:r>
              <a:rPr lang="ko-KR" altLang="en-US" dirty="0" err="1"/>
              <a:t>메쉬에</a:t>
            </a:r>
            <a:r>
              <a:rPr lang="ko-KR" altLang="en-US" dirty="0"/>
              <a:t> 픽셀의 </a:t>
            </a:r>
            <a:r>
              <a:rPr lang="ko-KR" altLang="en-US" dirty="0" err="1"/>
              <a:t>생상값을</a:t>
            </a:r>
            <a:r>
              <a:rPr lang="ko-KR" altLang="en-US" dirty="0"/>
              <a:t> 이용하여 </a:t>
            </a:r>
            <a:r>
              <a:rPr lang="ko-KR" altLang="en-US" dirty="0" err="1"/>
              <a:t>버텍스의</a:t>
            </a:r>
            <a:r>
              <a:rPr lang="ko-KR" altLang="en-US" dirty="0"/>
              <a:t> 높이를 조절한다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 err="1"/>
              <a:t>라이트맵과</a:t>
            </a:r>
            <a:r>
              <a:rPr lang="ko-KR" altLang="en-US" dirty="0"/>
              <a:t> </a:t>
            </a:r>
            <a:r>
              <a:rPr lang="ko-KR" altLang="en-US" dirty="0" err="1"/>
              <a:t>텍스쳐를</a:t>
            </a:r>
            <a:r>
              <a:rPr lang="ko-KR" altLang="en-US" dirty="0"/>
              <a:t> 합성하여 명암을 만든다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21" name="그룹 20"/>
          <p:cNvGrpSpPr/>
          <p:nvPr/>
        </p:nvGrpSpPr>
        <p:grpSpPr>
          <a:xfrm>
            <a:off x="5868144" y="1592651"/>
            <a:ext cx="3054787" cy="1957574"/>
            <a:chOff x="5976771" y="1592651"/>
            <a:chExt cx="3054787" cy="1957574"/>
          </a:xfrm>
        </p:grpSpPr>
        <p:grpSp>
          <p:nvGrpSpPr>
            <p:cNvPr id="3" name="그룹 2"/>
            <p:cNvGrpSpPr/>
            <p:nvPr/>
          </p:nvGrpSpPr>
          <p:grpSpPr>
            <a:xfrm>
              <a:off x="6057621" y="1592651"/>
              <a:ext cx="2973937" cy="1632609"/>
              <a:chOff x="1028124" y="-603752"/>
              <a:chExt cx="7083120" cy="3888436"/>
            </a:xfrm>
          </p:grpSpPr>
          <p:pic>
            <p:nvPicPr>
              <p:cNvPr id="64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0391" y="565637"/>
                <a:ext cx="2719044" cy="27190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7" name="Picture 4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26695" y="-65919"/>
                <a:ext cx="2784549" cy="26410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3" name="Picture 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8124" y="-603752"/>
                <a:ext cx="2380579" cy="23805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70" name="TextBox 69"/>
            <p:cNvSpPr txBox="1"/>
            <p:nvPr/>
          </p:nvSpPr>
          <p:spPr>
            <a:xfrm>
              <a:off x="5976771" y="3304004"/>
              <a:ext cx="24598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#</a:t>
              </a:r>
              <a:r>
                <a:rPr lang="ko-KR" altLang="en-US" sz="1000" dirty="0" err="1"/>
                <a:t>라이트맵을</a:t>
              </a:r>
              <a:r>
                <a:rPr lang="ko-KR" altLang="en-US" sz="1000" dirty="0"/>
                <a:t> 이용한 </a:t>
              </a:r>
              <a:r>
                <a:rPr lang="ko-KR" altLang="en-US" sz="1000" dirty="0" err="1"/>
                <a:t>명암처리</a:t>
              </a:r>
              <a:endParaRPr lang="ko-KR" altLang="en-US" sz="1000" dirty="0"/>
            </a:p>
          </p:txBody>
        </p:sp>
      </p:grpSp>
      <p:sp>
        <p:nvSpPr>
          <p:cNvPr id="20" name="오른쪽 화살표 19"/>
          <p:cNvSpPr/>
          <p:nvPr/>
        </p:nvSpPr>
        <p:spPr>
          <a:xfrm>
            <a:off x="7468418" y="2087579"/>
            <a:ext cx="378784" cy="483992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323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Terrain </a:t>
            </a:r>
            <a:r>
              <a:rPr lang="en-US" altLang="ko-KR" sz="1800" b="1" dirty="0"/>
              <a:t>#Terrain </a:t>
            </a:r>
            <a:r>
              <a:rPr lang="ko-KR" altLang="en-US" sz="1800" b="1" dirty="0"/>
              <a:t>실습 </a:t>
            </a:r>
            <a:r>
              <a:rPr lang="en-US" altLang="ko-KR" sz="1800" b="1" dirty="0"/>
              <a:t>– </a:t>
            </a:r>
            <a:r>
              <a:rPr lang="ko-KR" altLang="en-US" sz="1800" b="1" dirty="0" err="1"/>
              <a:t>절두체</a:t>
            </a:r>
            <a:r>
              <a:rPr lang="en-US" altLang="ko-KR" sz="1800" b="1" dirty="0"/>
              <a:t> </a:t>
            </a:r>
            <a:r>
              <a:rPr lang="ko-KR" altLang="en-US" sz="1800" b="1" dirty="0" err="1"/>
              <a:t>컬링</a:t>
            </a:r>
            <a:endParaRPr lang="ko-KR" altLang="en-US" sz="1800" b="1" dirty="0"/>
          </a:p>
        </p:txBody>
      </p:sp>
      <p:grpSp>
        <p:nvGrpSpPr>
          <p:cNvPr id="1308" name="그룹 1307"/>
          <p:cNvGrpSpPr/>
          <p:nvPr/>
        </p:nvGrpSpPr>
        <p:grpSpPr>
          <a:xfrm>
            <a:off x="319181" y="1184342"/>
            <a:ext cx="2001050" cy="1664450"/>
            <a:chOff x="674757" y="1196789"/>
            <a:chExt cx="2001050" cy="1664450"/>
          </a:xfrm>
        </p:grpSpPr>
        <p:grpSp>
          <p:nvGrpSpPr>
            <p:cNvPr id="20" name="그룹 19"/>
            <p:cNvGrpSpPr/>
            <p:nvPr/>
          </p:nvGrpSpPr>
          <p:grpSpPr>
            <a:xfrm>
              <a:off x="755576" y="1419622"/>
              <a:ext cx="1368157" cy="1441617"/>
              <a:chOff x="1187619" y="1707654"/>
              <a:chExt cx="1211803" cy="1441617"/>
            </a:xfrm>
          </p:grpSpPr>
          <p:grpSp>
            <p:nvGrpSpPr>
              <p:cNvPr id="19" name="그룹 18"/>
              <p:cNvGrpSpPr/>
              <p:nvPr/>
            </p:nvGrpSpPr>
            <p:grpSpPr>
              <a:xfrm>
                <a:off x="1187624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36" name="이등변 삼각형 23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7" name="이등변 삼각형 23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38" name="그룹 237"/>
              <p:cNvGrpSpPr/>
              <p:nvPr/>
            </p:nvGrpSpPr>
            <p:grpSpPr>
              <a:xfrm>
                <a:off x="1310554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39" name="이등변 삼각형 23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0" name="이등변 삼각형 23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41" name="그룹 240"/>
              <p:cNvGrpSpPr/>
              <p:nvPr/>
            </p:nvGrpSpPr>
            <p:grpSpPr>
              <a:xfrm>
                <a:off x="1433484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42" name="이등변 삼각형 24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3" name="이등변 삼각형 24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44" name="그룹 243"/>
              <p:cNvGrpSpPr/>
              <p:nvPr/>
            </p:nvGrpSpPr>
            <p:grpSpPr>
              <a:xfrm>
                <a:off x="1547664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45" name="이등변 삼각형 24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6" name="이등변 삼각형 24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47" name="그룹 246"/>
              <p:cNvGrpSpPr/>
              <p:nvPr/>
            </p:nvGrpSpPr>
            <p:grpSpPr>
              <a:xfrm>
                <a:off x="1670593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48" name="이등변 삼각형 24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9" name="이등변 삼각형 24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50" name="그룹 249"/>
              <p:cNvGrpSpPr/>
              <p:nvPr/>
            </p:nvGrpSpPr>
            <p:grpSpPr>
              <a:xfrm>
                <a:off x="1793523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51" name="이등변 삼각형 25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2" name="이등변 삼각형 25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53" name="그룹 252"/>
              <p:cNvGrpSpPr/>
              <p:nvPr/>
            </p:nvGrpSpPr>
            <p:grpSpPr>
              <a:xfrm>
                <a:off x="1916453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54" name="이등변 삼각형 25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5" name="이등변 삼각형 25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56" name="그룹 255"/>
              <p:cNvGrpSpPr/>
              <p:nvPr/>
            </p:nvGrpSpPr>
            <p:grpSpPr>
              <a:xfrm>
                <a:off x="2039383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57" name="이등변 삼각형 25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8" name="이등변 삼각형 25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59" name="그룹 258"/>
              <p:cNvGrpSpPr/>
              <p:nvPr/>
            </p:nvGrpSpPr>
            <p:grpSpPr>
              <a:xfrm>
                <a:off x="2153563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60" name="이등변 삼각형 25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1" name="이등변 삼각형 26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62" name="그룹 261"/>
              <p:cNvGrpSpPr/>
              <p:nvPr/>
            </p:nvGrpSpPr>
            <p:grpSpPr>
              <a:xfrm>
                <a:off x="2276492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63" name="이등변 삼각형 26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4" name="이등변 삼각형 26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0" name="그룹 279"/>
              <p:cNvGrpSpPr/>
              <p:nvPr/>
            </p:nvGrpSpPr>
            <p:grpSpPr>
              <a:xfrm>
                <a:off x="1187623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81" name="이등변 삼각형 28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2" name="이등변 삼각형 28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3" name="그룹 282"/>
              <p:cNvGrpSpPr/>
              <p:nvPr/>
            </p:nvGrpSpPr>
            <p:grpSpPr>
              <a:xfrm>
                <a:off x="1310553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84" name="이등변 삼각형 28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5" name="이등변 삼각형 28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6" name="그룹 285"/>
              <p:cNvGrpSpPr/>
              <p:nvPr/>
            </p:nvGrpSpPr>
            <p:grpSpPr>
              <a:xfrm>
                <a:off x="1433483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87" name="이등변 삼각형 28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8" name="이등변 삼각형 28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9" name="그룹 288"/>
              <p:cNvGrpSpPr/>
              <p:nvPr/>
            </p:nvGrpSpPr>
            <p:grpSpPr>
              <a:xfrm>
                <a:off x="1547663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90" name="이등변 삼각형 28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1" name="이등변 삼각형 29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2" name="그룹 291"/>
              <p:cNvGrpSpPr/>
              <p:nvPr/>
            </p:nvGrpSpPr>
            <p:grpSpPr>
              <a:xfrm>
                <a:off x="1670592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93" name="이등변 삼각형 29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4" name="이등변 삼각형 29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5" name="그룹 294"/>
              <p:cNvGrpSpPr/>
              <p:nvPr/>
            </p:nvGrpSpPr>
            <p:grpSpPr>
              <a:xfrm>
                <a:off x="1793522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96" name="이등변 삼각형 29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7" name="이등변 삼각형 29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8" name="그룹 297"/>
              <p:cNvGrpSpPr/>
              <p:nvPr/>
            </p:nvGrpSpPr>
            <p:grpSpPr>
              <a:xfrm>
                <a:off x="1916452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99" name="이등변 삼각형 29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0" name="이등변 삼각형 29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01" name="그룹 300"/>
              <p:cNvGrpSpPr/>
              <p:nvPr/>
            </p:nvGrpSpPr>
            <p:grpSpPr>
              <a:xfrm>
                <a:off x="2039382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302" name="이등변 삼각형 30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3" name="이등변 삼각형 30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04" name="그룹 303"/>
              <p:cNvGrpSpPr/>
              <p:nvPr/>
            </p:nvGrpSpPr>
            <p:grpSpPr>
              <a:xfrm>
                <a:off x="2153562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305" name="이등변 삼각형 30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6" name="이등변 삼각형 30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07" name="그룹 306"/>
              <p:cNvGrpSpPr/>
              <p:nvPr/>
            </p:nvGrpSpPr>
            <p:grpSpPr>
              <a:xfrm>
                <a:off x="2276491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308" name="이등변 삼각형 30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9" name="이등변 삼각형 30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10" name="그룹 309"/>
              <p:cNvGrpSpPr/>
              <p:nvPr/>
            </p:nvGrpSpPr>
            <p:grpSpPr>
              <a:xfrm>
                <a:off x="1187623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11" name="이등변 삼각형 31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2" name="이등변 삼각형 31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13" name="그룹 312"/>
              <p:cNvGrpSpPr/>
              <p:nvPr/>
            </p:nvGrpSpPr>
            <p:grpSpPr>
              <a:xfrm>
                <a:off x="1310553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14" name="이등변 삼각형 31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5" name="이등변 삼각형 31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16" name="그룹 315"/>
              <p:cNvGrpSpPr/>
              <p:nvPr/>
            </p:nvGrpSpPr>
            <p:grpSpPr>
              <a:xfrm>
                <a:off x="1433483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17" name="이등변 삼각형 31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8" name="이등변 삼각형 31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19" name="그룹 318"/>
              <p:cNvGrpSpPr/>
              <p:nvPr/>
            </p:nvGrpSpPr>
            <p:grpSpPr>
              <a:xfrm>
                <a:off x="1547663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20" name="이등변 삼각형 31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1" name="이등변 삼각형 32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22" name="그룹 321"/>
              <p:cNvGrpSpPr/>
              <p:nvPr/>
            </p:nvGrpSpPr>
            <p:grpSpPr>
              <a:xfrm>
                <a:off x="1670592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23" name="이등변 삼각형 32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4" name="이등변 삼각형 32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25" name="그룹 324"/>
              <p:cNvGrpSpPr/>
              <p:nvPr/>
            </p:nvGrpSpPr>
            <p:grpSpPr>
              <a:xfrm>
                <a:off x="1793522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26" name="이등변 삼각형 32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7" name="이등변 삼각형 32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28" name="그룹 327"/>
              <p:cNvGrpSpPr/>
              <p:nvPr/>
            </p:nvGrpSpPr>
            <p:grpSpPr>
              <a:xfrm>
                <a:off x="1916452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29" name="이등변 삼각형 32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0" name="이등변 삼각형 32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31" name="그룹 330"/>
              <p:cNvGrpSpPr/>
              <p:nvPr/>
            </p:nvGrpSpPr>
            <p:grpSpPr>
              <a:xfrm>
                <a:off x="2039382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32" name="이등변 삼각형 33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3" name="이등변 삼각형 33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34" name="그룹 333"/>
              <p:cNvGrpSpPr/>
              <p:nvPr/>
            </p:nvGrpSpPr>
            <p:grpSpPr>
              <a:xfrm>
                <a:off x="2153562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35" name="이등변 삼각형 33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6" name="이등변 삼각형 33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37" name="그룹 336"/>
              <p:cNvGrpSpPr/>
              <p:nvPr/>
            </p:nvGrpSpPr>
            <p:grpSpPr>
              <a:xfrm>
                <a:off x="2276491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38" name="이등변 삼각형 33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9" name="이등변 삼각형 33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0" name="그룹 339"/>
              <p:cNvGrpSpPr/>
              <p:nvPr/>
            </p:nvGrpSpPr>
            <p:grpSpPr>
              <a:xfrm>
                <a:off x="1187624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41" name="이등변 삼각형 34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2" name="이등변 삼각형 34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3" name="그룹 342"/>
              <p:cNvGrpSpPr/>
              <p:nvPr/>
            </p:nvGrpSpPr>
            <p:grpSpPr>
              <a:xfrm>
                <a:off x="1310554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44" name="이등변 삼각형 34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5" name="이등변 삼각형 34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6" name="그룹 345"/>
              <p:cNvGrpSpPr/>
              <p:nvPr/>
            </p:nvGrpSpPr>
            <p:grpSpPr>
              <a:xfrm>
                <a:off x="1433484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47" name="이등변 삼각형 34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8" name="이등변 삼각형 34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9" name="그룹 348"/>
              <p:cNvGrpSpPr/>
              <p:nvPr/>
            </p:nvGrpSpPr>
            <p:grpSpPr>
              <a:xfrm>
                <a:off x="1547664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50" name="이등변 삼각형 34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1" name="이등변 삼각형 35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52" name="그룹 351"/>
              <p:cNvGrpSpPr/>
              <p:nvPr/>
            </p:nvGrpSpPr>
            <p:grpSpPr>
              <a:xfrm>
                <a:off x="1670593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53" name="이등변 삼각형 35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4" name="이등변 삼각형 35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55" name="그룹 354"/>
              <p:cNvGrpSpPr/>
              <p:nvPr/>
            </p:nvGrpSpPr>
            <p:grpSpPr>
              <a:xfrm>
                <a:off x="1793523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56" name="이등변 삼각형 35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7" name="이등변 삼각형 35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58" name="그룹 357"/>
              <p:cNvGrpSpPr/>
              <p:nvPr/>
            </p:nvGrpSpPr>
            <p:grpSpPr>
              <a:xfrm>
                <a:off x="1916453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59" name="이등변 삼각형 35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0" name="이등변 삼각형 35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1" name="그룹 360"/>
              <p:cNvGrpSpPr/>
              <p:nvPr/>
            </p:nvGrpSpPr>
            <p:grpSpPr>
              <a:xfrm>
                <a:off x="2039383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62" name="이등변 삼각형 36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3" name="이등변 삼각형 36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4" name="그룹 363"/>
              <p:cNvGrpSpPr/>
              <p:nvPr/>
            </p:nvGrpSpPr>
            <p:grpSpPr>
              <a:xfrm>
                <a:off x="2153563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65" name="이등변 삼각형 36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6" name="이등변 삼각형 36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7" name="그룹 366"/>
              <p:cNvGrpSpPr/>
              <p:nvPr/>
            </p:nvGrpSpPr>
            <p:grpSpPr>
              <a:xfrm>
                <a:off x="2276492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68" name="이등변 삼각형 36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9" name="이등변 삼각형 36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00" name="그룹 399"/>
              <p:cNvGrpSpPr/>
              <p:nvPr/>
            </p:nvGrpSpPr>
            <p:grpSpPr>
              <a:xfrm>
                <a:off x="1187622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01" name="이등변 삼각형 40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2" name="이등변 삼각형 40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03" name="그룹 402"/>
              <p:cNvGrpSpPr/>
              <p:nvPr/>
            </p:nvGrpSpPr>
            <p:grpSpPr>
              <a:xfrm>
                <a:off x="1310552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04" name="이등변 삼각형 40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5" name="이등변 삼각형 40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06" name="그룹 405"/>
              <p:cNvGrpSpPr/>
              <p:nvPr/>
            </p:nvGrpSpPr>
            <p:grpSpPr>
              <a:xfrm>
                <a:off x="1433482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07" name="이등변 삼각형 40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8" name="이등변 삼각형 40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09" name="그룹 408"/>
              <p:cNvGrpSpPr/>
              <p:nvPr/>
            </p:nvGrpSpPr>
            <p:grpSpPr>
              <a:xfrm>
                <a:off x="1547662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10" name="이등변 삼각형 40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1" name="이등변 삼각형 41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12" name="그룹 411"/>
              <p:cNvGrpSpPr/>
              <p:nvPr/>
            </p:nvGrpSpPr>
            <p:grpSpPr>
              <a:xfrm>
                <a:off x="1670591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13" name="이등변 삼각형 41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4" name="이등변 삼각형 41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15" name="그룹 414"/>
              <p:cNvGrpSpPr/>
              <p:nvPr/>
            </p:nvGrpSpPr>
            <p:grpSpPr>
              <a:xfrm>
                <a:off x="1793521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16" name="이등변 삼각형 41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7" name="이등변 삼각형 41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18" name="그룹 417"/>
              <p:cNvGrpSpPr/>
              <p:nvPr/>
            </p:nvGrpSpPr>
            <p:grpSpPr>
              <a:xfrm>
                <a:off x="1916451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19" name="이등변 삼각형 41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0" name="이등변 삼각형 41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21" name="그룹 420"/>
              <p:cNvGrpSpPr/>
              <p:nvPr/>
            </p:nvGrpSpPr>
            <p:grpSpPr>
              <a:xfrm>
                <a:off x="2039381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22" name="이등변 삼각형 42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3" name="이등변 삼각형 42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24" name="그룹 423"/>
              <p:cNvGrpSpPr/>
              <p:nvPr/>
            </p:nvGrpSpPr>
            <p:grpSpPr>
              <a:xfrm>
                <a:off x="2153561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25" name="이등변 삼각형 42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6" name="이등변 삼각형 42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27" name="그룹 426"/>
              <p:cNvGrpSpPr/>
              <p:nvPr/>
            </p:nvGrpSpPr>
            <p:grpSpPr>
              <a:xfrm>
                <a:off x="2276490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28" name="이등변 삼각형 42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9" name="이등변 삼각형 42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30" name="그룹 429"/>
              <p:cNvGrpSpPr/>
              <p:nvPr/>
            </p:nvGrpSpPr>
            <p:grpSpPr>
              <a:xfrm>
                <a:off x="1187621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31" name="이등변 삼각형 43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2" name="이등변 삼각형 43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33" name="그룹 432"/>
              <p:cNvGrpSpPr/>
              <p:nvPr/>
            </p:nvGrpSpPr>
            <p:grpSpPr>
              <a:xfrm>
                <a:off x="1310551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34" name="이등변 삼각형 43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5" name="이등변 삼각형 43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36" name="그룹 435"/>
              <p:cNvGrpSpPr/>
              <p:nvPr/>
            </p:nvGrpSpPr>
            <p:grpSpPr>
              <a:xfrm>
                <a:off x="1433481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37" name="이등변 삼각형 43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8" name="이등변 삼각형 43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39" name="그룹 438"/>
              <p:cNvGrpSpPr/>
              <p:nvPr/>
            </p:nvGrpSpPr>
            <p:grpSpPr>
              <a:xfrm>
                <a:off x="1547661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40" name="이등변 삼각형 43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41" name="이등변 삼각형 44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42" name="그룹 441"/>
              <p:cNvGrpSpPr/>
              <p:nvPr/>
            </p:nvGrpSpPr>
            <p:grpSpPr>
              <a:xfrm>
                <a:off x="1670590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43" name="이등변 삼각형 44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44" name="이등변 삼각형 44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45" name="그룹 444"/>
              <p:cNvGrpSpPr/>
              <p:nvPr/>
            </p:nvGrpSpPr>
            <p:grpSpPr>
              <a:xfrm>
                <a:off x="1793520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46" name="이등변 삼각형 44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47" name="이등변 삼각형 44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48" name="그룹 447"/>
              <p:cNvGrpSpPr/>
              <p:nvPr/>
            </p:nvGrpSpPr>
            <p:grpSpPr>
              <a:xfrm>
                <a:off x="1916450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49" name="이등변 삼각형 44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0" name="이등변 삼각형 44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51" name="그룹 450"/>
              <p:cNvGrpSpPr/>
              <p:nvPr/>
            </p:nvGrpSpPr>
            <p:grpSpPr>
              <a:xfrm>
                <a:off x="2039380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52" name="이등변 삼각형 45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3" name="이등변 삼각형 45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54" name="그룹 453"/>
              <p:cNvGrpSpPr/>
              <p:nvPr/>
            </p:nvGrpSpPr>
            <p:grpSpPr>
              <a:xfrm>
                <a:off x="2153560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55" name="이등변 삼각형 45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6" name="이등변 삼각형 45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57" name="그룹 456"/>
              <p:cNvGrpSpPr/>
              <p:nvPr/>
            </p:nvGrpSpPr>
            <p:grpSpPr>
              <a:xfrm>
                <a:off x="2276489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58" name="이등변 삼각형 45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9" name="이등변 삼각형 45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60" name="그룹 459"/>
              <p:cNvGrpSpPr/>
              <p:nvPr/>
            </p:nvGrpSpPr>
            <p:grpSpPr>
              <a:xfrm>
                <a:off x="1187620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61" name="이등변 삼각형 46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2" name="이등변 삼각형 46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63" name="그룹 462"/>
              <p:cNvGrpSpPr/>
              <p:nvPr/>
            </p:nvGrpSpPr>
            <p:grpSpPr>
              <a:xfrm>
                <a:off x="1310550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64" name="이등변 삼각형 46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5" name="이등변 삼각형 46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66" name="그룹 465"/>
              <p:cNvGrpSpPr/>
              <p:nvPr/>
            </p:nvGrpSpPr>
            <p:grpSpPr>
              <a:xfrm>
                <a:off x="1433480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67" name="이등변 삼각형 46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8" name="이등변 삼각형 46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69" name="그룹 468"/>
              <p:cNvGrpSpPr/>
              <p:nvPr/>
            </p:nvGrpSpPr>
            <p:grpSpPr>
              <a:xfrm>
                <a:off x="1547660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70" name="이등변 삼각형 46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1" name="이등변 삼각형 47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72" name="그룹 471"/>
              <p:cNvGrpSpPr/>
              <p:nvPr/>
            </p:nvGrpSpPr>
            <p:grpSpPr>
              <a:xfrm>
                <a:off x="1670589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73" name="이등변 삼각형 47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4" name="이등변 삼각형 47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75" name="그룹 474"/>
              <p:cNvGrpSpPr/>
              <p:nvPr/>
            </p:nvGrpSpPr>
            <p:grpSpPr>
              <a:xfrm>
                <a:off x="1793519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76" name="이등변 삼각형 47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7" name="이등변 삼각형 47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78" name="그룹 477"/>
              <p:cNvGrpSpPr/>
              <p:nvPr/>
            </p:nvGrpSpPr>
            <p:grpSpPr>
              <a:xfrm>
                <a:off x="1916449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79" name="이등변 삼각형 47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0" name="이등변 삼각형 47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81" name="그룹 480"/>
              <p:cNvGrpSpPr/>
              <p:nvPr/>
            </p:nvGrpSpPr>
            <p:grpSpPr>
              <a:xfrm>
                <a:off x="2039379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82" name="이등변 삼각형 48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3" name="이등변 삼각형 48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84" name="그룹 483"/>
              <p:cNvGrpSpPr/>
              <p:nvPr/>
            </p:nvGrpSpPr>
            <p:grpSpPr>
              <a:xfrm>
                <a:off x="2153559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85" name="이등변 삼각형 48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6" name="이등변 삼각형 48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87" name="그룹 486"/>
              <p:cNvGrpSpPr/>
              <p:nvPr/>
            </p:nvGrpSpPr>
            <p:grpSpPr>
              <a:xfrm>
                <a:off x="2276488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88" name="이등변 삼각형 48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9" name="이등변 삼각형 48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90" name="그룹 489"/>
              <p:cNvGrpSpPr/>
              <p:nvPr/>
            </p:nvGrpSpPr>
            <p:grpSpPr>
              <a:xfrm>
                <a:off x="1187620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491" name="이등변 삼각형 49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92" name="이등변 삼각형 49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93" name="그룹 492"/>
              <p:cNvGrpSpPr/>
              <p:nvPr/>
            </p:nvGrpSpPr>
            <p:grpSpPr>
              <a:xfrm>
                <a:off x="1310550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494" name="이등변 삼각형 49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95" name="이등변 삼각형 49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96" name="그룹 495"/>
              <p:cNvGrpSpPr/>
              <p:nvPr/>
            </p:nvGrpSpPr>
            <p:grpSpPr>
              <a:xfrm>
                <a:off x="1433480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497" name="이등변 삼각형 49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98" name="이등변 삼각형 49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99" name="그룹 498"/>
              <p:cNvGrpSpPr/>
              <p:nvPr/>
            </p:nvGrpSpPr>
            <p:grpSpPr>
              <a:xfrm>
                <a:off x="1547660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00" name="이등변 삼각형 49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1" name="이등변 삼각형 50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02" name="그룹 501"/>
              <p:cNvGrpSpPr/>
              <p:nvPr/>
            </p:nvGrpSpPr>
            <p:grpSpPr>
              <a:xfrm>
                <a:off x="1670589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03" name="이등변 삼각형 50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4" name="이등변 삼각형 50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05" name="그룹 504"/>
              <p:cNvGrpSpPr/>
              <p:nvPr/>
            </p:nvGrpSpPr>
            <p:grpSpPr>
              <a:xfrm>
                <a:off x="1793519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06" name="이등변 삼각형 50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7" name="이등변 삼각형 50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08" name="그룹 507"/>
              <p:cNvGrpSpPr/>
              <p:nvPr/>
            </p:nvGrpSpPr>
            <p:grpSpPr>
              <a:xfrm>
                <a:off x="1916449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09" name="이등변 삼각형 50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0" name="이등변 삼각형 50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11" name="그룹 510"/>
              <p:cNvGrpSpPr/>
              <p:nvPr/>
            </p:nvGrpSpPr>
            <p:grpSpPr>
              <a:xfrm>
                <a:off x="2039379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12" name="이등변 삼각형 51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3" name="이등변 삼각형 51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14" name="그룹 513"/>
              <p:cNvGrpSpPr/>
              <p:nvPr/>
            </p:nvGrpSpPr>
            <p:grpSpPr>
              <a:xfrm>
                <a:off x="2153559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15" name="이등변 삼각형 51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6" name="이등변 삼각형 51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17" name="그룹 516"/>
              <p:cNvGrpSpPr/>
              <p:nvPr/>
            </p:nvGrpSpPr>
            <p:grpSpPr>
              <a:xfrm>
                <a:off x="2276488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18" name="이등변 삼각형 51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9" name="이등변 삼각형 51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20" name="그룹 519"/>
              <p:cNvGrpSpPr/>
              <p:nvPr/>
            </p:nvGrpSpPr>
            <p:grpSpPr>
              <a:xfrm>
                <a:off x="1187621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21" name="이등변 삼각형 52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2" name="이등변 삼각형 52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23" name="그룹 522"/>
              <p:cNvGrpSpPr/>
              <p:nvPr/>
            </p:nvGrpSpPr>
            <p:grpSpPr>
              <a:xfrm>
                <a:off x="1310551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24" name="이등변 삼각형 52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5" name="이등변 삼각형 52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26" name="그룹 525"/>
              <p:cNvGrpSpPr/>
              <p:nvPr/>
            </p:nvGrpSpPr>
            <p:grpSpPr>
              <a:xfrm>
                <a:off x="1433481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27" name="이등변 삼각형 52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8" name="이등변 삼각형 52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29" name="그룹 528"/>
              <p:cNvGrpSpPr/>
              <p:nvPr/>
            </p:nvGrpSpPr>
            <p:grpSpPr>
              <a:xfrm>
                <a:off x="1547661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30" name="이등변 삼각형 52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1" name="이등변 삼각형 53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32" name="그룹 531"/>
              <p:cNvGrpSpPr/>
              <p:nvPr/>
            </p:nvGrpSpPr>
            <p:grpSpPr>
              <a:xfrm>
                <a:off x="1670590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33" name="이등변 삼각형 53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4" name="이등변 삼각형 53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35" name="그룹 534"/>
              <p:cNvGrpSpPr/>
              <p:nvPr/>
            </p:nvGrpSpPr>
            <p:grpSpPr>
              <a:xfrm>
                <a:off x="1793520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36" name="이등변 삼각형 53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7" name="이등변 삼각형 53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38" name="그룹 537"/>
              <p:cNvGrpSpPr/>
              <p:nvPr/>
            </p:nvGrpSpPr>
            <p:grpSpPr>
              <a:xfrm>
                <a:off x="1916450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39" name="이등변 삼각형 53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0" name="이등변 삼각형 53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41" name="그룹 540"/>
              <p:cNvGrpSpPr/>
              <p:nvPr/>
            </p:nvGrpSpPr>
            <p:grpSpPr>
              <a:xfrm>
                <a:off x="2039380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42" name="이등변 삼각형 54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3" name="이등변 삼각형 54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44" name="그룹 543"/>
              <p:cNvGrpSpPr/>
              <p:nvPr/>
            </p:nvGrpSpPr>
            <p:grpSpPr>
              <a:xfrm>
                <a:off x="2153560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45" name="이등변 삼각형 54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6" name="이등변 삼각형 54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47" name="그룹 546"/>
              <p:cNvGrpSpPr/>
              <p:nvPr/>
            </p:nvGrpSpPr>
            <p:grpSpPr>
              <a:xfrm>
                <a:off x="2276489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48" name="이등변 삼각형 54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9" name="이등변 삼각형 54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50" name="그룹 549"/>
              <p:cNvGrpSpPr/>
              <p:nvPr/>
            </p:nvGrpSpPr>
            <p:grpSpPr>
              <a:xfrm>
                <a:off x="1187619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51" name="이등변 삼각형 55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2" name="이등변 삼각형 55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53" name="그룹 552"/>
              <p:cNvGrpSpPr/>
              <p:nvPr/>
            </p:nvGrpSpPr>
            <p:grpSpPr>
              <a:xfrm>
                <a:off x="1310549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54" name="이등변 삼각형 55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5" name="이등변 삼각형 55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56" name="그룹 555"/>
              <p:cNvGrpSpPr/>
              <p:nvPr/>
            </p:nvGrpSpPr>
            <p:grpSpPr>
              <a:xfrm>
                <a:off x="1433479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57" name="이등변 삼각형 55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8" name="이등변 삼각형 55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59" name="그룹 558"/>
              <p:cNvGrpSpPr/>
              <p:nvPr/>
            </p:nvGrpSpPr>
            <p:grpSpPr>
              <a:xfrm>
                <a:off x="1547659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60" name="이등변 삼각형 55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1" name="이등변 삼각형 56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62" name="그룹 561"/>
              <p:cNvGrpSpPr/>
              <p:nvPr/>
            </p:nvGrpSpPr>
            <p:grpSpPr>
              <a:xfrm>
                <a:off x="1670588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63" name="이등변 삼각형 56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4" name="이등변 삼각형 56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65" name="그룹 564"/>
              <p:cNvGrpSpPr/>
              <p:nvPr/>
            </p:nvGrpSpPr>
            <p:grpSpPr>
              <a:xfrm>
                <a:off x="1793518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66" name="이등변 삼각형 56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7" name="이등변 삼각형 56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68" name="그룹 567"/>
              <p:cNvGrpSpPr/>
              <p:nvPr/>
            </p:nvGrpSpPr>
            <p:grpSpPr>
              <a:xfrm>
                <a:off x="1916448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69" name="이등변 삼각형 56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0" name="이등변 삼각형 56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71" name="그룹 570"/>
              <p:cNvGrpSpPr/>
              <p:nvPr/>
            </p:nvGrpSpPr>
            <p:grpSpPr>
              <a:xfrm>
                <a:off x="2039378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72" name="이등변 삼각형 57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3" name="이등변 삼각형 57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74" name="그룹 573"/>
              <p:cNvGrpSpPr/>
              <p:nvPr/>
            </p:nvGrpSpPr>
            <p:grpSpPr>
              <a:xfrm>
                <a:off x="2153558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75" name="이등변 삼각형 57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6" name="이등변 삼각형 57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77" name="그룹 576"/>
              <p:cNvGrpSpPr/>
              <p:nvPr/>
            </p:nvGrpSpPr>
            <p:grpSpPr>
              <a:xfrm>
                <a:off x="2276487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78" name="이등변 삼각형 57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9" name="이등변 삼각형 57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80" name="TextBox 579"/>
            <p:cNvSpPr txBox="1"/>
            <p:nvPr/>
          </p:nvSpPr>
          <p:spPr>
            <a:xfrm>
              <a:off x="674757" y="1196789"/>
              <a:ext cx="122413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지형</a:t>
              </a:r>
            </a:p>
          </p:txBody>
        </p:sp>
        <p:grpSp>
          <p:nvGrpSpPr>
            <p:cNvPr id="24" name="그룹 23"/>
            <p:cNvGrpSpPr/>
            <p:nvPr/>
          </p:nvGrpSpPr>
          <p:grpSpPr>
            <a:xfrm>
              <a:off x="1015989" y="1475987"/>
              <a:ext cx="1659818" cy="1309682"/>
              <a:chOff x="2411760" y="1491873"/>
              <a:chExt cx="1659818" cy="1309682"/>
            </a:xfrm>
          </p:grpSpPr>
          <p:sp>
            <p:nvSpPr>
              <p:cNvPr id="22" name="이등변 삼각형 21"/>
              <p:cNvSpPr/>
              <p:nvPr/>
            </p:nvSpPr>
            <p:spPr>
              <a:xfrm rot="5400000">
                <a:off x="2586828" y="1316805"/>
                <a:ext cx="1309682" cy="1659817"/>
              </a:xfrm>
              <a:prstGeom prst="triangle">
                <a:avLst/>
              </a:prstGeom>
              <a:solidFill>
                <a:srgbClr val="FFC000">
                  <a:alpha val="5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/>
                  <a:t>절두체</a:t>
                </a:r>
                <a:endParaRPr lang="ko-KR" altLang="en-US" sz="1000" dirty="0"/>
              </a:p>
            </p:txBody>
          </p:sp>
          <p:sp>
            <p:nvSpPr>
              <p:cNvPr id="581" name="이등변 삼각형 580"/>
              <p:cNvSpPr/>
              <p:nvPr/>
            </p:nvSpPr>
            <p:spPr>
              <a:xfrm rot="5400000">
                <a:off x="3600858" y="1885010"/>
                <a:ext cx="433750" cy="507690"/>
              </a:xfrm>
              <a:prstGeom prst="triangl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890" name="TextBox 889"/>
          <p:cNvSpPr txBox="1"/>
          <p:nvPr/>
        </p:nvSpPr>
        <p:spPr>
          <a:xfrm>
            <a:off x="1803343" y="2292176"/>
            <a:ext cx="1224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카메라</a:t>
            </a:r>
          </a:p>
        </p:txBody>
      </p:sp>
      <p:sp>
        <p:nvSpPr>
          <p:cNvPr id="44" name="오른쪽 화살표 43"/>
          <p:cNvSpPr/>
          <p:nvPr/>
        </p:nvSpPr>
        <p:spPr>
          <a:xfrm>
            <a:off x="2399326" y="1828319"/>
            <a:ext cx="702838" cy="574607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컬링</a:t>
            </a:r>
            <a:endParaRPr lang="ko-KR" altLang="en-US" sz="1000" dirty="0"/>
          </a:p>
        </p:txBody>
      </p:sp>
      <p:grpSp>
        <p:nvGrpSpPr>
          <p:cNvPr id="1282" name="그룹 1281"/>
          <p:cNvGrpSpPr/>
          <p:nvPr/>
        </p:nvGrpSpPr>
        <p:grpSpPr>
          <a:xfrm>
            <a:off x="5835564" y="1635646"/>
            <a:ext cx="1328724" cy="1221002"/>
            <a:chOff x="3771900" y="3352800"/>
            <a:chExt cx="1955800" cy="1447800"/>
          </a:xfrm>
        </p:grpSpPr>
        <p:sp>
          <p:nvSpPr>
            <p:cNvPr id="1264" name="자유형 1263"/>
            <p:cNvSpPr/>
            <p:nvPr/>
          </p:nvSpPr>
          <p:spPr>
            <a:xfrm>
              <a:off x="3771900" y="3352800"/>
              <a:ext cx="1746250" cy="1174750"/>
            </a:xfrm>
            <a:custGeom>
              <a:avLst/>
              <a:gdLst>
                <a:gd name="connsiteX0" fmla="*/ 0 w 1746250"/>
                <a:gd name="connsiteY0" fmla="*/ 0 h 1174750"/>
                <a:gd name="connsiteX1" fmla="*/ 12700 w 1746250"/>
                <a:gd name="connsiteY1" fmla="*/ 1174750 h 1174750"/>
                <a:gd name="connsiteX2" fmla="*/ 1733550 w 1746250"/>
                <a:gd name="connsiteY2" fmla="*/ 749300 h 1174750"/>
                <a:gd name="connsiteX3" fmla="*/ 1746250 w 1746250"/>
                <a:gd name="connsiteY3" fmla="*/ 406400 h 1174750"/>
                <a:gd name="connsiteX4" fmla="*/ 0 w 1746250"/>
                <a:gd name="connsiteY4" fmla="*/ 0 h 1174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6250" h="1174750">
                  <a:moveTo>
                    <a:pt x="0" y="0"/>
                  </a:moveTo>
                  <a:lnTo>
                    <a:pt x="12700" y="1174750"/>
                  </a:lnTo>
                  <a:lnTo>
                    <a:pt x="1733550" y="749300"/>
                  </a:lnTo>
                  <a:lnTo>
                    <a:pt x="1746250" y="406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우</a:t>
              </a:r>
            </a:p>
          </p:txBody>
        </p:sp>
        <p:sp>
          <p:nvSpPr>
            <p:cNvPr id="60" name="순서도: 데이터 59"/>
            <p:cNvSpPr/>
            <p:nvPr/>
          </p:nvSpPr>
          <p:spPr>
            <a:xfrm rot="5400000">
              <a:off x="5380197" y="3888377"/>
              <a:ext cx="471722" cy="197527"/>
            </a:xfrm>
            <a:prstGeom prst="flowChartInputOutpu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근</a:t>
              </a:r>
            </a:p>
          </p:txBody>
        </p:sp>
        <p:sp>
          <p:nvSpPr>
            <p:cNvPr id="1227" name="순서도: 데이터 1226"/>
            <p:cNvSpPr/>
            <p:nvPr/>
          </p:nvSpPr>
          <p:spPr>
            <a:xfrm rot="5400000">
              <a:off x="3373984" y="3780619"/>
              <a:ext cx="1418565" cy="594005"/>
            </a:xfrm>
            <a:prstGeom prst="flowChartInputOutpu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원</a:t>
              </a:r>
            </a:p>
          </p:txBody>
        </p:sp>
        <p:sp>
          <p:nvSpPr>
            <p:cNvPr id="1260" name="자유형 1259"/>
            <p:cNvSpPr/>
            <p:nvPr/>
          </p:nvSpPr>
          <p:spPr>
            <a:xfrm>
              <a:off x="3778250" y="3359150"/>
              <a:ext cx="1949450" cy="482600"/>
            </a:xfrm>
            <a:custGeom>
              <a:avLst/>
              <a:gdLst>
                <a:gd name="connsiteX0" fmla="*/ 0 w 1949450"/>
                <a:gd name="connsiteY0" fmla="*/ 0 h 482600"/>
                <a:gd name="connsiteX1" fmla="*/ 628650 w 1949450"/>
                <a:gd name="connsiteY1" fmla="*/ 304800 h 482600"/>
                <a:gd name="connsiteX2" fmla="*/ 1949450 w 1949450"/>
                <a:gd name="connsiteY2" fmla="*/ 482600 h 482600"/>
                <a:gd name="connsiteX3" fmla="*/ 1733550 w 1949450"/>
                <a:gd name="connsiteY3" fmla="*/ 374650 h 482600"/>
                <a:gd name="connsiteX4" fmla="*/ 0 w 1949450"/>
                <a:gd name="connsiteY4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450" h="482600">
                  <a:moveTo>
                    <a:pt x="0" y="0"/>
                  </a:moveTo>
                  <a:lnTo>
                    <a:pt x="628650" y="304800"/>
                  </a:lnTo>
                  <a:lnTo>
                    <a:pt x="1949450" y="482600"/>
                  </a:lnTo>
                  <a:lnTo>
                    <a:pt x="1733550" y="374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상</a:t>
              </a:r>
            </a:p>
          </p:txBody>
        </p:sp>
        <p:sp>
          <p:nvSpPr>
            <p:cNvPr id="1262" name="자유형 1261"/>
            <p:cNvSpPr/>
            <p:nvPr/>
          </p:nvSpPr>
          <p:spPr>
            <a:xfrm>
              <a:off x="3778250" y="4108450"/>
              <a:ext cx="1949450" cy="692150"/>
            </a:xfrm>
            <a:custGeom>
              <a:avLst/>
              <a:gdLst>
                <a:gd name="connsiteX0" fmla="*/ 1727200 w 1949450"/>
                <a:gd name="connsiteY0" fmla="*/ 0 h 692150"/>
                <a:gd name="connsiteX1" fmla="*/ 1949450 w 1949450"/>
                <a:gd name="connsiteY1" fmla="*/ 107950 h 692150"/>
                <a:gd name="connsiteX2" fmla="*/ 571500 w 1949450"/>
                <a:gd name="connsiteY2" fmla="*/ 692150 h 692150"/>
                <a:gd name="connsiteX3" fmla="*/ 0 w 1949450"/>
                <a:gd name="connsiteY3" fmla="*/ 387350 h 692150"/>
                <a:gd name="connsiteX4" fmla="*/ 1727200 w 1949450"/>
                <a:gd name="connsiteY4" fmla="*/ 0 h 69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450" h="692150">
                  <a:moveTo>
                    <a:pt x="1727200" y="0"/>
                  </a:moveTo>
                  <a:lnTo>
                    <a:pt x="1949450" y="107950"/>
                  </a:lnTo>
                  <a:lnTo>
                    <a:pt x="571500" y="692150"/>
                  </a:lnTo>
                  <a:lnTo>
                    <a:pt x="0" y="387350"/>
                  </a:lnTo>
                  <a:lnTo>
                    <a:pt x="1727200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하</a:t>
              </a:r>
            </a:p>
          </p:txBody>
        </p:sp>
        <p:sp>
          <p:nvSpPr>
            <p:cNvPr id="1266" name="자유형 1265"/>
            <p:cNvSpPr/>
            <p:nvPr/>
          </p:nvSpPr>
          <p:spPr>
            <a:xfrm>
              <a:off x="4375150" y="3651250"/>
              <a:ext cx="1346200" cy="1149350"/>
            </a:xfrm>
            <a:custGeom>
              <a:avLst/>
              <a:gdLst>
                <a:gd name="connsiteX0" fmla="*/ 0 w 1346200"/>
                <a:gd name="connsiteY0" fmla="*/ 0 h 1149350"/>
                <a:gd name="connsiteX1" fmla="*/ 0 w 1346200"/>
                <a:gd name="connsiteY1" fmla="*/ 1149350 h 1149350"/>
                <a:gd name="connsiteX2" fmla="*/ 1339850 w 1346200"/>
                <a:gd name="connsiteY2" fmla="*/ 565150 h 1149350"/>
                <a:gd name="connsiteX3" fmla="*/ 1346200 w 1346200"/>
                <a:gd name="connsiteY3" fmla="*/ 171450 h 1149350"/>
                <a:gd name="connsiteX4" fmla="*/ 0 w 1346200"/>
                <a:gd name="connsiteY4" fmla="*/ 0 h 114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6200" h="1149350">
                  <a:moveTo>
                    <a:pt x="0" y="0"/>
                  </a:moveTo>
                  <a:lnTo>
                    <a:pt x="0" y="1149350"/>
                  </a:lnTo>
                  <a:lnTo>
                    <a:pt x="1339850" y="565150"/>
                  </a:lnTo>
                  <a:lnTo>
                    <a:pt x="1346200" y="171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좌</a:t>
              </a:r>
            </a:p>
          </p:txBody>
        </p:sp>
      </p:grpSp>
      <p:grpSp>
        <p:nvGrpSpPr>
          <p:cNvPr id="1307" name="그룹 1306"/>
          <p:cNvGrpSpPr/>
          <p:nvPr/>
        </p:nvGrpSpPr>
        <p:grpSpPr>
          <a:xfrm>
            <a:off x="3270165" y="1407175"/>
            <a:ext cx="1947806" cy="1465394"/>
            <a:chOff x="3711560" y="1404114"/>
            <a:chExt cx="1947806" cy="1465394"/>
          </a:xfrm>
        </p:grpSpPr>
        <p:grpSp>
          <p:nvGrpSpPr>
            <p:cNvPr id="588" name="그룹 587"/>
            <p:cNvGrpSpPr/>
            <p:nvPr/>
          </p:nvGrpSpPr>
          <p:grpSpPr>
            <a:xfrm>
              <a:off x="4009477" y="1417703"/>
              <a:ext cx="138791" cy="144502"/>
              <a:chOff x="1187624" y="1707654"/>
              <a:chExt cx="122930" cy="144502"/>
            </a:xfrm>
          </p:grpSpPr>
          <p:sp>
            <p:nvSpPr>
              <p:cNvPr id="880" name="이등변 삼각형 87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81" name="이등변 삼각형 88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78" name="이등변 삼각형 877"/>
            <p:cNvSpPr/>
            <p:nvPr/>
          </p:nvSpPr>
          <p:spPr>
            <a:xfrm>
              <a:off x="4138389" y="1417703"/>
              <a:ext cx="138791" cy="144502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98" name="그룹 597"/>
            <p:cNvGrpSpPr/>
            <p:nvPr/>
          </p:nvGrpSpPr>
          <p:grpSpPr>
            <a:xfrm>
              <a:off x="4009476" y="1562205"/>
              <a:ext cx="138791" cy="144502"/>
              <a:chOff x="1187624" y="1707654"/>
              <a:chExt cx="122930" cy="144502"/>
            </a:xfrm>
          </p:grpSpPr>
          <p:sp>
            <p:nvSpPr>
              <p:cNvPr id="860" name="이등변 삼각형 85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1" name="이등변 삼각형 86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99" name="그룹 598"/>
            <p:cNvGrpSpPr/>
            <p:nvPr/>
          </p:nvGrpSpPr>
          <p:grpSpPr>
            <a:xfrm>
              <a:off x="4138388" y="1562205"/>
              <a:ext cx="138791" cy="144502"/>
              <a:chOff x="1187624" y="1707654"/>
              <a:chExt cx="122930" cy="144502"/>
            </a:xfrm>
          </p:grpSpPr>
          <p:sp>
            <p:nvSpPr>
              <p:cNvPr id="858" name="이등변 삼각형 85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9" name="이등변 삼각형 85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00" name="그룹 599"/>
            <p:cNvGrpSpPr/>
            <p:nvPr/>
          </p:nvGrpSpPr>
          <p:grpSpPr>
            <a:xfrm>
              <a:off x="4277178" y="1562205"/>
              <a:ext cx="138791" cy="144502"/>
              <a:chOff x="1187624" y="1707654"/>
              <a:chExt cx="122930" cy="144502"/>
            </a:xfrm>
          </p:grpSpPr>
          <p:sp>
            <p:nvSpPr>
              <p:cNvPr id="856" name="이등변 삼각형 85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7" name="이등변 삼각형 85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54" name="이등변 삼각형 853"/>
            <p:cNvSpPr/>
            <p:nvPr/>
          </p:nvSpPr>
          <p:spPr>
            <a:xfrm>
              <a:off x="4415969" y="1562205"/>
              <a:ext cx="138791" cy="144502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08" name="그룹 607"/>
            <p:cNvGrpSpPr/>
            <p:nvPr/>
          </p:nvGrpSpPr>
          <p:grpSpPr>
            <a:xfrm>
              <a:off x="4009476" y="1706707"/>
              <a:ext cx="138791" cy="144502"/>
              <a:chOff x="1187624" y="1707654"/>
              <a:chExt cx="122930" cy="144502"/>
            </a:xfrm>
          </p:grpSpPr>
          <p:sp>
            <p:nvSpPr>
              <p:cNvPr id="840" name="이등변 삼각형 83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1" name="이등변 삼각형 84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09" name="그룹 608"/>
            <p:cNvGrpSpPr/>
            <p:nvPr/>
          </p:nvGrpSpPr>
          <p:grpSpPr>
            <a:xfrm>
              <a:off x="4138388" y="1706707"/>
              <a:ext cx="138791" cy="144502"/>
              <a:chOff x="1187624" y="1707654"/>
              <a:chExt cx="122930" cy="144502"/>
            </a:xfrm>
          </p:grpSpPr>
          <p:sp>
            <p:nvSpPr>
              <p:cNvPr id="838" name="이등변 삼각형 83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9" name="이등변 삼각형 83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10" name="그룹 609"/>
            <p:cNvGrpSpPr/>
            <p:nvPr/>
          </p:nvGrpSpPr>
          <p:grpSpPr>
            <a:xfrm>
              <a:off x="4277178" y="1706707"/>
              <a:ext cx="138791" cy="144502"/>
              <a:chOff x="1187624" y="1707654"/>
              <a:chExt cx="122930" cy="144502"/>
            </a:xfrm>
          </p:grpSpPr>
          <p:sp>
            <p:nvSpPr>
              <p:cNvPr id="836" name="이등변 삼각형 83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7" name="이등변 삼각형 83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11" name="그룹 610"/>
            <p:cNvGrpSpPr/>
            <p:nvPr/>
          </p:nvGrpSpPr>
          <p:grpSpPr>
            <a:xfrm>
              <a:off x="4415969" y="1706707"/>
              <a:ext cx="138791" cy="144502"/>
              <a:chOff x="1187624" y="1707654"/>
              <a:chExt cx="122930" cy="144502"/>
            </a:xfrm>
          </p:grpSpPr>
          <p:sp>
            <p:nvSpPr>
              <p:cNvPr id="834" name="이등변 삼각형 833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5" name="이등변 삼각형 834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12" name="그룹 611"/>
            <p:cNvGrpSpPr/>
            <p:nvPr/>
          </p:nvGrpSpPr>
          <p:grpSpPr>
            <a:xfrm>
              <a:off x="4554760" y="1706707"/>
              <a:ext cx="138791" cy="144502"/>
              <a:chOff x="1187624" y="1707654"/>
              <a:chExt cx="122930" cy="144502"/>
            </a:xfrm>
          </p:grpSpPr>
          <p:sp>
            <p:nvSpPr>
              <p:cNvPr id="832" name="이등변 삼각형 831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3" name="이등변 삼각형 832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13" name="그룹 612"/>
            <p:cNvGrpSpPr/>
            <p:nvPr/>
          </p:nvGrpSpPr>
          <p:grpSpPr>
            <a:xfrm>
              <a:off x="4693552" y="1706707"/>
              <a:ext cx="138791" cy="144502"/>
              <a:chOff x="1187624" y="1707654"/>
              <a:chExt cx="122930" cy="144502"/>
            </a:xfrm>
          </p:grpSpPr>
          <p:sp>
            <p:nvSpPr>
              <p:cNvPr id="830" name="이등변 삼각형 82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1" name="이등변 삼각형 83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8" name="이등변 삼각형 827"/>
            <p:cNvSpPr/>
            <p:nvPr/>
          </p:nvSpPr>
          <p:spPr>
            <a:xfrm>
              <a:off x="4822464" y="1706707"/>
              <a:ext cx="138791" cy="144502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18" name="그룹 617"/>
            <p:cNvGrpSpPr/>
            <p:nvPr/>
          </p:nvGrpSpPr>
          <p:grpSpPr>
            <a:xfrm>
              <a:off x="4009477" y="1851209"/>
              <a:ext cx="138791" cy="144502"/>
              <a:chOff x="1187624" y="1707654"/>
              <a:chExt cx="122930" cy="144502"/>
            </a:xfrm>
          </p:grpSpPr>
          <p:sp>
            <p:nvSpPr>
              <p:cNvPr id="820" name="이등변 삼각형 81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1" name="이등변 삼각형 82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19" name="그룹 618"/>
            <p:cNvGrpSpPr/>
            <p:nvPr/>
          </p:nvGrpSpPr>
          <p:grpSpPr>
            <a:xfrm>
              <a:off x="4138389" y="1851209"/>
              <a:ext cx="138791" cy="144502"/>
              <a:chOff x="1187624" y="1707654"/>
              <a:chExt cx="122930" cy="144502"/>
            </a:xfrm>
          </p:grpSpPr>
          <p:sp>
            <p:nvSpPr>
              <p:cNvPr id="818" name="이등변 삼각형 81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9" name="이등변 삼각형 81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20" name="그룹 619"/>
            <p:cNvGrpSpPr/>
            <p:nvPr/>
          </p:nvGrpSpPr>
          <p:grpSpPr>
            <a:xfrm>
              <a:off x="4277179" y="1851209"/>
              <a:ext cx="138791" cy="144502"/>
              <a:chOff x="1187624" y="1707654"/>
              <a:chExt cx="122930" cy="144502"/>
            </a:xfrm>
          </p:grpSpPr>
          <p:sp>
            <p:nvSpPr>
              <p:cNvPr id="816" name="이등변 삼각형 81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7" name="이등변 삼각형 81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21" name="그룹 620"/>
            <p:cNvGrpSpPr/>
            <p:nvPr/>
          </p:nvGrpSpPr>
          <p:grpSpPr>
            <a:xfrm>
              <a:off x="4415970" y="1851209"/>
              <a:ext cx="138791" cy="144502"/>
              <a:chOff x="1187624" y="1707654"/>
              <a:chExt cx="122930" cy="144502"/>
            </a:xfrm>
          </p:grpSpPr>
          <p:sp>
            <p:nvSpPr>
              <p:cNvPr id="814" name="이등변 삼각형 813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5" name="이등변 삼각형 814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22" name="그룹 621"/>
            <p:cNvGrpSpPr/>
            <p:nvPr/>
          </p:nvGrpSpPr>
          <p:grpSpPr>
            <a:xfrm>
              <a:off x="4554761" y="1851209"/>
              <a:ext cx="138791" cy="144502"/>
              <a:chOff x="1187624" y="1707654"/>
              <a:chExt cx="122930" cy="144502"/>
            </a:xfrm>
          </p:grpSpPr>
          <p:sp>
            <p:nvSpPr>
              <p:cNvPr id="812" name="이등변 삼각형 811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3" name="이등변 삼각형 812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23" name="그룹 622"/>
            <p:cNvGrpSpPr/>
            <p:nvPr/>
          </p:nvGrpSpPr>
          <p:grpSpPr>
            <a:xfrm>
              <a:off x="4693553" y="1851209"/>
              <a:ext cx="138791" cy="144502"/>
              <a:chOff x="1187624" y="1707654"/>
              <a:chExt cx="122930" cy="144502"/>
            </a:xfrm>
          </p:grpSpPr>
          <p:sp>
            <p:nvSpPr>
              <p:cNvPr id="810" name="이등변 삼각형 80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1" name="이등변 삼각형 81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24" name="그룹 623"/>
            <p:cNvGrpSpPr/>
            <p:nvPr/>
          </p:nvGrpSpPr>
          <p:grpSpPr>
            <a:xfrm>
              <a:off x="4822465" y="1851209"/>
              <a:ext cx="138791" cy="144502"/>
              <a:chOff x="1187624" y="1707654"/>
              <a:chExt cx="122930" cy="144502"/>
            </a:xfrm>
          </p:grpSpPr>
          <p:sp>
            <p:nvSpPr>
              <p:cNvPr id="808" name="이등변 삼각형 80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9" name="이등변 삼각형 80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25" name="그룹 624"/>
            <p:cNvGrpSpPr/>
            <p:nvPr/>
          </p:nvGrpSpPr>
          <p:grpSpPr>
            <a:xfrm>
              <a:off x="4961255" y="1851209"/>
              <a:ext cx="138791" cy="144502"/>
              <a:chOff x="1187624" y="1707654"/>
              <a:chExt cx="122930" cy="144502"/>
            </a:xfrm>
          </p:grpSpPr>
          <p:sp>
            <p:nvSpPr>
              <p:cNvPr id="806" name="이등변 삼각형 80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7" name="이등변 삼각형 80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28" name="그룹 627"/>
            <p:cNvGrpSpPr/>
            <p:nvPr/>
          </p:nvGrpSpPr>
          <p:grpSpPr>
            <a:xfrm>
              <a:off x="4009475" y="1995710"/>
              <a:ext cx="138791" cy="144502"/>
              <a:chOff x="1187624" y="1707654"/>
              <a:chExt cx="122930" cy="144502"/>
            </a:xfrm>
          </p:grpSpPr>
          <p:sp>
            <p:nvSpPr>
              <p:cNvPr id="800" name="이등변 삼각형 79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1" name="이등변 삼각형 80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29" name="그룹 628"/>
            <p:cNvGrpSpPr/>
            <p:nvPr/>
          </p:nvGrpSpPr>
          <p:grpSpPr>
            <a:xfrm>
              <a:off x="4138387" y="1995710"/>
              <a:ext cx="138791" cy="144502"/>
              <a:chOff x="1187624" y="1707654"/>
              <a:chExt cx="122930" cy="144502"/>
            </a:xfrm>
          </p:grpSpPr>
          <p:sp>
            <p:nvSpPr>
              <p:cNvPr id="798" name="이등변 삼각형 79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9" name="이등변 삼각형 79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30" name="그룹 629"/>
            <p:cNvGrpSpPr/>
            <p:nvPr/>
          </p:nvGrpSpPr>
          <p:grpSpPr>
            <a:xfrm>
              <a:off x="4277177" y="1995710"/>
              <a:ext cx="138791" cy="144502"/>
              <a:chOff x="1187624" y="1707654"/>
              <a:chExt cx="122930" cy="144502"/>
            </a:xfrm>
          </p:grpSpPr>
          <p:sp>
            <p:nvSpPr>
              <p:cNvPr id="796" name="이등변 삼각형 79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7" name="이등변 삼각형 79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31" name="그룹 630"/>
            <p:cNvGrpSpPr/>
            <p:nvPr/>
          </p:nvGrpSpPr>
          <p:grpSpPr>
            <a:xfrm>
              <a:off x="4415968" y="1995710"/>
              <a:ext cx="138791" cy="144502"/>
              <a:chOff x="1187624" y="1707654"/>
              <a:chExt cx="122930" cy="144502"/>
            </a:xfrm>
          </p:grpSpPr>
          <p:sp>
            <p:nvSpPr>
              <p:cNvPr id="794" name="이등변 삼각형 793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5" name="이등변 삼각형 794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32" name="그룹 631"/>
            <p:cNvGrpSpPr/>
            <p:nvPr/>
          </p:nvGrpSpPr>
          <p:grpSpPr>
            <a:xfrm>
              <a:off x="4554759" y="1995710"/>
              <a:ext cx="138791" cy="144502"/>
              <a:chOff x="1187624" y="1707654"/>
              <a:chExt cx="122930" cy="144502"/>
            </a:xfrm>
          </p:grpSpPr>
          <p:sp>
            <p:nvSpPr>
              <p:cNvPr id="793" name="이등변 삼각형 792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2" name="이등변 삼각형 791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33" name="그룹 632"/>
            <p:cNvGrpSpPr/>
            <p:nvPr/>
          </p:nvGrpSpPr>
          <p:grpSpPr>
            <a:xfrm>
              <a:off x="4693550" y="1995710"/>
              <a:ext cx="138791" cy="144502"/>
              <a:chOff x="1187624" y="1707654"/>
              <a:chExt cx="122930" cy="144502"/>
            </a:xfrm>
          </p:grpSpPr>
          <p:sp>
            <p:nvSpPr>
              <p:cNvPr id="790" name="이등변 삼각형 78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1" name="이등변 삼각형 79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34" name="그룹 633"/>
            <p:cNvGrpSpPr/>
            <p:nvPr/>
          </p:nvGrpSpPr>
          <p:grpSpPr>
            <a:xfrm>
              <a:off x="4822463" y="1995710"/>
              <a:ext cx="138791" cy="144502"/>
              <a:chOff x="1187624" y="1707654"/>
              <a:chExt cx="122930" cy="144502"/>
            </a:xfrm>
          </p:grpSpPr>
          <p:sp>
            <p:nvSpPr>
              <p:cNvPr id="788" name="이등변 삼각형 78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9" name="이등변 삼각형 78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35" name="그룹 634"/>
            <p:cNvGrpSpPr/>
            <p:nvPr/>
          </p:nvGrpSpPr>
          <p:grpSpPr>
            <a:xfrm>
              <a:off x="4961253" y="1995710"/>
              <a:ext cx="138791" cy="144502"/>
              <a:chOff x="1187624" y="1707654"/>
              <a:chExt cx="122930" cy="144502"/>
            </a:xfrm>
          </p:grpSpPr>
          <p:sp>
            <p:nvSpPr>
              <p:cNvPr id="786" name="이등변 삼각형 78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7" name="이등변 삼각형 78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38" name="그룹 637"/>
            <p:cNvGrpSpPr/>
            <p:nvPr/>
          </p:nvGrpSpPr>
          <p:grpSpPr>
            <a:xfrm>
              <a:off x="4009474" y="2136811"/>
              <a:ext cx="138791" cy="144502"/>
              <a:chOff x="1187624" y="1707654"/>
              <a:chExt cx="122930" cy="144502"/>
            </a:xfrm>
          </p:grpSpPr>
          <p:sp>
            <p:nvSpPr>
              <p:cNvPr id="780" name="이등변 삼각형 77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1" name="이등변 삼각형 78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39" name="그룹 638"/>
            <p:cNvGrpSpPr/>
            <p:nvPr/>
          </p:nvGrpSpPr>
          <p:grpSpPr>
            <a:xfrm>
              <a:off x="4138386" y="2136811"/>
              <a:ext cx="138791" cy="144502"/>
              <a:chOff x="1187624" y="1707654"/>
              <a:chExt cx="122930" cy="144502"/>
            </a:xfrm>
          </p:grpSpPr>
          <p:sp>
            <p:nvSpPr>
              <p:cNvPr id="778" name="이등변 삼각형 77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9" name="이등변 삼각형 77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40" name="그룹 639"/>
            <p:cNvGrpSpPr/>
            <p:nvPr/>
          </p:nvGrpSpPr>
          <p:grpSpPr>
            <a:xfrm>
              <a:off x="4277176" y="2136811"/>
              <a:ext cx="138791" cy="144502"/>
              <a:chOff x="1187624" y="1707654"/>
              <a:chExt cx="122930" cy="144502"/>
            </a:xfrm>
          </p:grpSpPr>
          <p:sp>
            <p:nvSpPr>
              <p:cNvPr id="776" name="이등변 삼각형 77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7" name="이등변 삼각형 77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41" name="그룹 640"/>
            <p:cNvGrpSpPr/>
            <p:nvPr/>
          </p:nvGrpSpPr>
          <p:grpSpPr>
            <a:xfrm>
              <a:off x="4415967" y="2136811"/>
              <a:ext cx="138791" cy="144502"/>
              <a:chOff x="1187624" y="1707654"/>
              <a:chExt cx="122930" cy="144502"/>
            </a:xfrm>
          </p:grpSpPr>
          <p:sp>
            <p:nvSpPr>
              <p:cNvPr id="774" name="이등변 삼각형 773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5" name="이등변 삼각형 774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42" name="그룹 641"/>
            <p:cNvGrpSpPr/>
            <p:nvPr/>
          </p:nvGrpSpPr>
          <p:grpSpPr>
            <a:xfrm>
              <a:off x="4554758" y="2136811"/>
              <a:ext cx="138791" cy="144502"/>
              <a:chOff x="1187624" y="1707654"/>
              <a:chExt cx="122930" cy="144502"/>
            </a:xfrm>
          </p:grpSpPr>
          <p:sp>
            <p:nvSpPr>
              <p:cNvPr id="772" name="이등변 삼각형 771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3" name="이등변 삼각형 772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43" name="그룹 642"/>
            <p:cNvGrpSpPr/>
            <p:nvPr/>
          </p:nvGrpSpPr>
          <p:grpSpPr>
            <a:xfrm>
              <a:off x="4693549" y="2136811"/>
              <a:ext cx="138791" cy="144502"/>
              <a:chOff x="1187624" y="1707654"/>
              <a:chExt cx="122930" cy="144502"/>
            </a:xfrm>
          </p:grpSpPr>
          <p:sp>
            <p:nvSpPr>
              <p:cNvPr id="770" name="이등변 삼각형 76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1" name="이등변 삼각형 77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44" name="그룹 643"/>
            <p:cNvGrpSpPr/>
            <p:nvPr/>
          </p:nvGrpSpPr>
          <p:grpSpPr>
            <a:xfrm>
              <a:off x="4822461" y="2136811"/>
              <a:ext cx="138791" cy="144502"/>
              <a:chOff x="1187624" y="1707654"/>
              <a:chExt cx="122930" cy="144502"/>
            </a:xfrm>
          </p:grpSpPr>
          <p:sp>
            <p:nvSpPr>
              <p:cNvPr id="768" name="이등변 삼각형 76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9" name="이등변 삼각형 76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45" name="그룹 644"/>
            <p:cNvGrpSpPr/>
            <p:nvPr/>
          </p:nvGrpSpPr>
          <p:grpSpPr>
            <a:xfrm>
              <a:off x="4961251" y="2136811"/>
              <a:ext cx="138791" cy="144502"/>
              <a:chOff x="1187624" y="1707654"/>
              <a:chExt cx="122930" cy="144502"/>
            </a:xfrm>
          </p:grpSpPr>
          <p:sp>
            <p:nvSpPr>
              <p:cNvPr id="766" name="이등변 삼각형 76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7" name="이등변 삼각형 76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48" name="그룹 647"/>
            <p:cNvGrpSpPr/>
            <p:nvPr/>
          </p:nvGrpSpPr>
          <p:grpSpPr>
            <a:xfrm>
              <a:off x="4009472" y="2281313"/>
              <a:ext cx="138791" cy="144502"/>
              <a:chOff x="1187624" y="1707654"/>
              <a:chExt cx="122930" cy="144502"/>
            </a:xfrm>
          </p:grpSpPr>
          <p:sp>
            <p:nvSpPr>
              <p:cNvPr id="760" name="이등변 삼각형 75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1" name="이등변 삼각형 76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49" name="그룹 648"/>
            <p:cNvGrpSpPr/>
            <p:nvPr/>
          </p:nvGrpSpPr>
          <p:grpSpPr>
            <a:xfrm>
              <a:off x="4138385" y="2281313"/>
              <a:ext cx="138791" cy="144502"/>
              <a:chOff x="1187624" y="1707654"/>
              <a:chExt cx="122930" cy="144502"/>
            </a:xfrm>
          </p:grpSpPr>
          <p:sp>
            <p:nvSpPr>
              <p:cNvPr id="758" name="이등변 삼각형 75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9" name="이등변 삼각형 75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50" name="그룹 649"/>
            <p:cNvGrpSpPr/>
            <p:nvPr/>
          </p:nvGrpSpPr>
          <p:grpSpPr>
            <a:xfrm>
              <a:off x="4277175" y="2281313"/>
              <a:ext cx="138791" cy="144502"/>
              <a:chOff x="1187624" y="1707654"/>
              <a:chExt cx="122930" cy="144502"/>
            </a:xfrm>
          </p:grpSpPr>
          <p:sp>
            <p:nvSpPr>
              <p:cNvPr id="756" name="이등변 삼각형 75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7" name="이등변 삼각형 75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51" name="그룹 650"/>
            <p:cNvGrpSpPr/>
            <p:nvPr/>
          </p:nvGrpSpPr>
          <p:grpSpPr>
            <a:xfrm>
              <a:off x="4415966" y="2281313"/>
              <a:ext cx="138791" cy="144502"/>
              <a:chOff x="1187624" y="1707654"/>
              <a:chExt cx="122930" cy="144502"/>
            </a:xfrm>
          </p:grpSpPr>
          <p:sp>
            <p:nvSpPr>
              <p:cNvPr id="754" name="이등변 삼각형 753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5" name="이등변 삼각형 754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52" name="그룹 651"/>
            <p:cNvGrpSpPr/>
            <p:nvPr/>
          </p:nvGrpSpPr>
          <p:grpSpPr>
            <a:xfrm>
              <a:off x="4554757" y="2281313"/>
              <a:ext cx="138791" cy="144502"/>
              <a:chOff x="1187624" y="1707654"/>
              <a:chExt cx="122930" cy="144502"/>
            </a:xfrm>
          </p:grpSpPr>
          <p:sp>
            <p:nvSpPr>
              <p:cNvPr id="752" name="이등변 삼각형 751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3" name="이등변 삼각형 752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53" name="그룹 652"/>
            <p:cNvGrpSpPr/>
            <p:nvPr/>
          </p:nvGrpSpPr>
          <p:grpSpPr>
            <a:xfrm>
              <a:off x="4693548" y="2281313"/>
              <a:ext cx="138791" cy="144502"/>
              <a:chOff x="1187624" y="1707654"/>
              <a:chExt cx="122930" cy="144502"/>
            </a:xfrm>
          </p:grpSpPr>
          <p:sp>
            <p:nvSpPr>
              <p:cNvPr id="750" name="이등변 삼각형 74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1" name="이등변 삼각형 75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54" name="그룹 653"/>
            <p:cNvGrpSpPr/>
            <p:nvPr/>
          </p:nvGrpSpPr>
          <p:grpSpPr>
            <a:xfrm>
              <a:off x="4822460" y="2281313"/>
              <a:ext cx="138791" cy="144502"/>
              <a:chOff x="1187624" y="1707654"/>
              <a:chExt cx="122930" cy="144502"/>
            </a:xfrm>
          </p:grpSpPr>
          <p:sp>
            <p:nvSpPr>
              <p:cNvPr id="748" name="이등변 삼각형 74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9" name="이등변 삼각형 74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55" name="그룹 654"/>
            <p:cNvGrpSpPr/>
            <p:nvPr/>
          </p:nvGrpSpPr>
          <p:grpSpPr>
            <a:xfrm>
              <a:off x="4961250" y="2281313"/>
              <a:ext cx="138791" cy="144502"/>
              <a:chOff x="1187624" y="1707654"/>
              <a:chExt cx="122930" cy="144502"/>
            </a:xfrm>
          </p:grpSpPr>
          <p:sp>
            <p:nvSpPr>
              <p:cNvPr id="746" name="이등변 삼각형 74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7" name="이등변 삼각형 74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58" name="그룹 657"/>
            <p:cNvGrpSpPr/>
            <p:nvPr/>
          </p:nvGrpSpPr>
          <p:grpSpPr>
            <a:xfrm>
              <a:off x="4009472" y="2425815"/>
              <a:ext cx="138791" cy="144502"/>
              <a:chOff x="1187624" y="1707654"/>
              <a:chExt cx="122930" cy="144502"/>
            </a:xfrm>
          </p:grpSpPr>
          <p:sp>
            <p:nvSpPr>
              <p:cNvPr id="740" name="이등변 삼각형 73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1" name="이등변 삼각형 74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59" name="그룹 658"/>
            <p:cNvGrpSpPr/>
            <p:nvPr/>
          </p:nvGrpSpPr>
          <p:grpSpPr>
            <a:xfrm>
              <a:off x="4138385" y="2425815"/>
              <a:ext cx="138791" cy="144502"/>
              <a:chOff x="1187624" y="1707654"/>
              <a:chExt cx="122930" cy="144502"/>
            </a:xfrm>
          </p:grpSpPr>
          <p:sp>
            <p:nvSpPr>
              <p:cNvPr id="738" name="이등변 삼각형 73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9" name="이등변 삼각형 73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60" name="그룹 659"/>
            <p:cNvGrpSpPr/>
            <p:nvPr/>
          </p:nvGrpSpPr>
          <p:grpSpPr>
            <a:xfrm>
              <a:off x="4277175" y="2425815"/>
              <a:ext cx="138791" cy="144502"/>
              <a:chOff x="1187624" y="1707654"/>
              <a:chExt cx="122930" cy="144502"/>
            </a:xfrm>
          </p:grpSpPr>
          <p:sp>
            <p:nvSpPr>
              <p:cNvPr id="736" name="이등변 삼각형 73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7" name="이등변 삼각형 73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61" name="그룹 660"/>
            <p:cNvGrpSpPr/>
            <p:nvPr/>
          </p:nvGrpSpPr>
          <p:grpSpPr>
            <a:xfrm>
              <a:off x="4415966" y="2425815"/>
              <a:ext cx="138791" cy="144502"/>
              <a:chOff x="1187624" y="1707654"/>
              <a:chExt cx="122930" cy="144502"/>
            </a:xfrm>
          </p:grpSpPr>
          <p:sp>
            <p:nvSpPr>
              <p:cNvPr id="734" name="이등변 삼각형 733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5" name="이등변 삼각형 734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62" name="그룹 661"/>
            <p:cNvGrpSpPr/>
            <p:nvPr/>
          </p:nvGrpSpPr>
          <p:grpSpPr>
            <a:xfrm>
              <a:off x="4554757" y="2425815"/>
              <a:ext cx="138791" cy="144502"/>
              <a:chOff x="1187624" y="1707654"/>
              <a:chExt cx="122930" cy="144502"/>
            </a:xfrm>
          </p:grpSpPr>
          <p:sp>
            <p:nvSpPr>
              <p:cNvPr id="732" name="이등변 삼각형 731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3" name="이등변 삼각형 732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63" name="그룹 662"/>
            <p:cNvGrpSpPr/>
            <p:nvPr/>
          </p:nvGrpSpPr>
          <p:grpSpPr>
            <a:xfrm>
              <a:off x="4693548" y="2425815"/>
              <a:ext cx="138791" cy="144502"/>
              <a:chOff x="1187624" y="1707654"/>
              <a:chExt cx="122930" cy="144502"/>
            </a:xfrm>
          </p:grpSpPr>
          <p:sp>
            <p:nvSpPr>
              <p:cNvPr id="730" name="이등변 삼각형 72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1" name="이등변 삼각형 73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64" name="그룹 663"/>
            <p:cNvGrpSpPr/>
            <p:nvPr/>
          </p:nvGrpSpPr>
          <p:grpSpPr>
            <a:xfrm>
              <a:off x="4822460" y="2425815"/>
              <a:ext cx="138791" cy="144502"/>
              <a:chOff x="1187624" y="1707654"/>
              <a:chExt cx="122930" cy="144502"/>
            </a:xfrm>
          </p:grpSpPr>
          <p:sp>
            <p:nvSpPr>
              <p:cNvPr id="728" name="이등변 삼각형 72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9" name="이등변 삼각형 72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68" name="그룹 667"/>
            <p:cNvGrpSpPr/>
            <p:nvPr/>
          </p:nvGrpSpPr>
          <p:grpSpPr>
            <a:xfrm>
              <a:off x="4009474" y="2570317"/>
              <a:ext cx="138791" cy="144502"/>
              <a:chOff x="1187624" y="1707654"/>
              <a:chExt cx="122930" cy="144502"/>
            </a:xfrm>
          </p:grpSpPr>
          <p:sp>
            <p:nvSpPr>
              <p:cNvPr id="720" name="이등변 삼각형 71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1" name="이등변 삼각형 72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69" name="그룹 668"/>
            <p:cNvGrpSpPr/>
            <p:nvPr/>
          </p:nvGrpSpPr>
          <p:grpSpPr>
            <a:xfrm>
              <a:off x="4138386" y="2570317"/>
              <a:ext cx="138791" cy="144502"/>
              <a:chOff x="1187624" y="1707654"/>
              <a:chExt cx="122930" cy="144502"/>
            </a:xfrm>
          </p:grpSpPr>
          <p:sp>
            <p:nvSpPr>
              <p:cNvPr id="718" name="이등변 삼각형 717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9" name="이등변 삼각형 718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70" name="그룹 669"/>
            <p:cNvGrpSpPr/>
            <p:nvPr/>
          </p:nvGrpSpPr>
          <p:grpSpPr>
            <a:xfrm>
              <a:off x="4277176" y="2570317"/>
              <a:ext cx="138791" cy="144502"/>
              <a:chOff x="1187624" y="1707654"/>
              <a:chExt cx="122930" cy="144502"/>
            </a:xfrm>
          </p:grpSpPr>
          <p:sp>
            <p:nvSpPr>
              <p:cNvPr id="716" name="이등변 삼각형 715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7" name="이등변 삼각형 716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71" name="그룹 670"/>
            <p:cNvGrpSpPr/>
            <p:nvPr/>
          </p:nvGrpSpPr>
          <p:grpSpPr>
            <a:xfrm>
              <a:off x="4415967" y="2570317"/>
              <a:ext cx="138791" cy="144502"/>
              <a:chOff x="1187624" y="1707654"/>
              <a:chExt cx="122930" cy="144502"/>
            </a:xfrm>
          </p:grpSpPr>
          <p:sp>
            <p:nvSpPr>
              <p:cNvPr id="714" name="이등변 삼각형 713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5" name="이등변 삼각형 714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78" name="그룹 677"/>
            <p:cNvGrpSpPr/>
            <p:nvPr/>
          </p:nvGrpSpPr>
          <p:grpSpPr>
            <a:xfrm>
              <a:off x="4009471" y="2714818"/>
              <a:ext cx="138791" cy="144502"/>
              <a:chOff x="1187624" y="1707654"/>
              <a:chExt cx="122930" cy="144502"/>
            </a:xfrm>
          </p:grpSpPr>
          <p:sp>
            <p:nvSpPr>
              <p:cNvPr id="700" name="이등변 삼각형 699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1" name="이등변 삼각형 700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2" name="직사각형 51"/>
            <p:cNvSpPr/>
            <p:nvPr/>
          </p:nvSpPr>
          <p:spPr>
            <a:xfrm>
              <a:off x="3711560" y="1404114"/>
              <a:ext cx="1388481" cy="1465394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89" name="그룹 1288"/>
            <p:cNvGrpSpPr/>
            <p:nvPr/>
          </p:nvGrpSpPr>
          <p:grpSpPr>
            <a:xfrm>
              <a:off x="3999549" y="1491873"/>
              <a:ext cx="1659817" cy="1309682"/>
              <a:chOff x="4009469" y="3027600"/>
              <a:chExt cx="1659817" cy="1309682"/>
            </a:xfrm>
          </p:grpSpPr>
          <p:grpSp>
            <p:nvGrpSpPr>
              <p:cNvPr id="887" name="그룹 886"/>
              <p:cNvGrpSpPr/>
              <p:nvPr/>
            </p:nvGrpSpPr>
            <p:grpSpPr>
              <a:xfrm>
                <a:off x="4009469" y="3027600"/>
                <a:ext cx="1659817" cy="1309682"/>
                <a:chOff x="2428927" y="3045405"/>
                <a:chExt cx="1659817" cy="1309682"/>
              </a:xfrm>
            </p:grpSpPr>
            <p:sp>
              <p:nvSpPr>
                <p:cNvPr id="888" name="이등변 삼각형 887"/>
                <p:cNvSpPr/>
                <p:nvPr/>
              </p:nvSpPr>
              <p:spPr>
                <a:xfrm rot="5400000">
                  <a:off x="2603995" y="2870337"/>
                  <a:ext cx="1309682" cy="1659817"/>
                </a:xfrm>
                <a:prstGeom prst="triangle">
                  <a:avLst/>
                </a:prstGeom>
                <a:solidFill>
                  <a:srgbClr val="FFC000">
                    <a:alpha val="5000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 err="1"/>
                    <a:t>절두체</a:t>
                  </a:r>
                  <a:endParaRPr lang="ko-KR" altLang="en-US" sz="1000" dirty="0"/>
                </a:p>
              </p:txBody>
            </p:sp>
            <p:sp>
              <p:nvSpPr>
                <p:cNvPr id="889" name="이등변 삼각형 888"/>
                <p:cNvSpPr/>
                <p:nvPr/>
              </p:nvSpPr>
              <p:spPr>
                <a:xfrm rot="5400000">
                  <a:off x="3615746" y="3446401"/>
                  <a:ext cx="433750" cy="507690"/>
                </a:xfrm>
                <a:prstGeom prst="triangle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1268" name="직선 화살표 연결선 1267"/>
              <p:cNvCxnSpPr/>
              <p:nvPr/>
            </p:nvCxnSpPr>
            <p:spPr>
              <a:xfrm flipH="1">
                <a:off x="4535324" y="3290860"/>
                <a:ext cx="105673" cy="289002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0" name="직선 화살표 연결선 1269"/>
              <p:cNvCxnSpPr/>
              <p:nvPr/>
            </p:nvCxnSpPr>
            <p:spPr>
              <a:xfrm flipH="1" flipV="1">
                <a:off x="4538335" y="3793388"/>
                <a:ext cx="105673" cy="29053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2" name="직선 화살표 연결선 1271"/>
              <p:cNvCxnSpPr>
                <a:stCxn id="888" idx="3"/>
              </p:cNvCxnSpPr>
              <p:nvPr/>
            </p:nvCxnSpPr>
            <p:spPr>
              <a:xfrm flipV="1">
                <a:off x="4009470" y="3675346"/>
                <a:ext cx="329258" cy="7095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4" name="직선 화살표 연결선 1273"/>
              <p:cNvCxnSpPr>
                <a:stCxn id="889" idx="3"/>
              </p:cNvCxnSpPr>
              <p:nvPr/>
            </p:nvCxnSpPr>
            <p:spPr>
              <a:xfrm flipH="1" flipV="1">
                <a:off x="4792960" y="3667460"/>
                <a:ext cx="366358" cy="14981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0" name="이등변 삼각형 1289"/>
            <p:cNvSpPr/>
            <p:nvPr/>
          </p:nvSpPr>
          <p:spPr>
            <a:xfrm rot="10800000">
              <a:off x="4556392" y="2145290"/>
              <a:ext cx="138791" cy="144502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92" name="직선 연결선 1291"/>
            <p:cNvCxnSpPr>
              <a:endCxn id="1290" idx="0"/>
            </p:cNvCxnSpPr>
            <p:nvPr/>
          </p:nvCxnSpPr>
          <p:spPr>
            <a:xfrm flipV="1">
              <a:off x="4631077" y="2289792"/>
              <a:ext cx="64106" cy="258399"/>
            </a:xfrm>
            <a:prstGeom prst="line">
              <a:avLst/>
            </a:prstGeom>
            <a:ln w="12700">
              <a:solidFill>
                <a:srgbClr val="92D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직선 연결선 1292"/>
            <p:cNvCxnSpPr>
              <a:stCxn id="1290" idx="0"/>
              <a:endCxn id="889" idx="3"/>
            </p:cNvCxnSpPr>
            <p:nvPr/>
          </p:nvCxnSpPr>
          <p:spPr>
            <a:xfrm flipV="1">
              <a:off x="4695183" y="2146714"/>
              <a:ext cx="454215" cy="143078"/>
            </a:xfrm>
            <a:prstGeom prst="line">
              <a:avLst/>
            </a:prstGeom>
            <a:ln w="12700">
              <a:solidFill>
                <a:srgbClr val="92D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1" name="직선 연결선 1300"/>
            <p:cNvCxnSpPr>
              <a:stCxn id="888" idx="3"/>
              <a:endCxn id="1290" idx="0"/>
            </p:cNvCxnSpPr>
            <p:nvPr/>
          </p:nvCxnSpPr>
          <p:spPr>
            <a:xfrm>
              <a:off x="3999550" y="2146714"/>
              <a:ext cx="695633" cy="143078"/>
            </a:xfrm>
            <a:prstGeom prst="line">
              <a:avLst/>
            </a:prstGeom>
            <a:ln w="12700">
              <a:solidFill>
                <a:srgbClr val="92D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4" name="직선 연결선 1303"/>
            <p:cNvCxnSpPr/>
            <p:nvPr/>
          </p:nvCxnSpPr>
          <p:spPr>
            <a:xfrm>
              <a:off x="4631077" y="1755133"/>
              <a:ext cx="62471" cy="556271"/>
            </a:xfrm>
            <a:prstGeom prst="line">
              <a:avLst/>
            </a:prstGeom>
            <a:ln w="12700">
              <a:solidFill>
                <a:srgbClr val="92D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2" name="TextBox 1311"/>
          <p:cNvSpPr txBox="1"/>
          <p:nvPr/>
        </p:nvSpPr>
        <p:spPr>
          <a:xfrm>
            <a:off x="326200" y="3037594"/>
            <a:ext cx="4605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 err="1"/>
              <a:t>높이맵을</a:t>
            </a:r>
            <a:r>
              <a:rPr lang="ko-KR" altLang="en-US" sz="1000" dirty="0"/>
              <a:t> 카메라가 </a:t>
            </a:r>
            <a:r>
              <a:rPr lang="ko-KR" altLang="en-US" sz="1000"/>
              <a:t>보여주는 영역만 </a:t>
            </a:r>
            <a:r>
              <a:rPr lang="ko-KR" altLang="en-US" sz="1000" dirty="0"/>
              <a:t>남기기</a:t>
            </a:r>
          </a:p>
        </p:txBody>
      </p:sp>
      <p:sp>
        <p:nvSpPr>
          <p:cNvPr id="1313" name="TextBox 1312"/>
          <p:cNvSpPr txBox="1"/>
          <p:nvPr/>
        </p:nvSpPr>
        <p:spPr>
          <a:xfrm>
            <a:off x="218749" y="3613819"/>
            <a:ext cx="8245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지형에서 </a:t>
            </a:r>
            <a:r>
              <a:rPr lang="ko-KR" altLang="en-US" dirty="0" err="1"/>
              <a:t>절두체에서</a:t>
            </a:r>
            <a:r>
              <a:rPr lang="ko-KR" altLang="en-US" dirty="0"/>
              <a:t> 들어오는 지형만 남긴다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 err="1"/>
              <a:t>절두체</a:t>
            </a:r>
            <a:r>
              <a:rPr lang="ko-KR" altLang="en-US" dirty="0"/>
              <a:t> 상</a:t>
            </a:r>
            <a:r>
              <a:rPr lang="en-US" altLang="ko-KR" dirty="0"/>
              <a:t>,</a:t>
            </a:r>
            <a:r>
              <a:rPr lang="ko-KR" altLang="en-US" dirty="0"/>
              <a:t>하</a:t>
            </a:r>
            <a:r>
              <a:rPr lang="en-US" altLang="ko-KR" dirty="0"/>
              <a:t>,</a:t>
            </a:r>
            <a:r>
              <a:rPr lang="ko-KR" altLang="en-US" dirty="0"/>
              <a:t>좌</a:t>
            </a:r>
            <a:r>
              <a:rPr lang="en-US" altLang="ko-KR" dirty="0"/>
              <a:t>,</a:t>
            </a:r>
            <a:r>
              <a:rPr lang="ko-KR" altLang="en-US" dirty="0"/>
              <a:t>우</a:t>
            </a:r>
            <a:r>
              <a:rPr lang="en-US" altLang="ko-KR" dirty="0"/>
              <a:t>,</a:t>
            </a:r>
            <a:r>
              <a:rPr lang="ko-KR" altLang="en-US" dirty="0"/>
              <a:t>원</a:t>
            </a:r>
            <a:r>
              <a:rPr lang="en-US" altLang="ko-KR" dirty="0"/>
              <a:t>,</a:t>
            </a:r>
            <a:r>
              <a:rPr lang="ko-KR" altLang="en-US" dirty="0"/>
              <a:t>근 </a:t>
            </a:r>
            <a:r>
              <a:rPr lang="en-US" altLang="ko-KR" dirty="0"/>
              <a:t>6</a:t>
            </a:r>
            <a:r>
              <a:rPr lang="ko-KR" altLang="en-US" dirty="0"/>
              <a:t>개의 평면에</a:t>
            </a:r>
            <a:r>
              <a:rPr lang="en-US" altLang="ko-KR" dirty="0"/>
              <a:t> </a:t>
            </a:r>
            <a:r>
              <a:rPr lang="ko-KR" altLang="en-US" dirty="0"/>
              <a:t>평면의 </a:t>
            </a:r>
            <a:r>
              <a:rPr lang="en-US" altLang="ko-KR" dirty="0"/>
              <a:t>3</a:t>
            </a:r>
            <a:r>
              <a:rPr lang="ko-KR" altLang="en-US" dirty="0"/>
              <a:t>점의 위치를 파악한다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2</a:t>
            </a:r>
            <a:r>
              <a:rPr lang="ko-KR" altLang="en-US" dirty="0"/>
              <a:t>에서 파악한 </a:t>
            </a:r>
            <a:r>
              <a:rPr lang="en-US" altLang="ko-KR" dirty="0"/>
              <a:t>3</a:t>
            </a:r>
            <a:r>
              <a:rPr lang="ko-KR" altLang="en-US" dirty="0"/>
              <a:t>점의 위치가 모두 평면 밖에 있다면 해당 평면을 제거한다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1314" name="TextBox 1313"/>
          <p:cNvSpPr txBox="1"/>
          <p:nvPr/>
        </p:nvSpPr>
        <p:spPr>
          <a:xfrm>
            <a:off x="5580112" y="3015140"/>
            <a:ext cx="2553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 err="1"/>
              <a:t>절두체의</a:t>
            </a:r>
            <a:r>
              <a:rPr lang="ko-KR" altLang="en-US" sz="1000" dirty="0"/>
              <a:t> </a:t>
            </a:r>
            <a:r>
              <a:rPr lang="en-US" altLang="ko-KR" sz="1000" dirty="0"/>
              <a:t>6</a:t>
            </a:r>
            <a:r>
              <a:rPr lang="ko-KR" altLang="en-US" sz="1000" dirty="0"/>
              <a:t>평면</a:t>
            </a:r>
          </a:p>
        </p:txBody>
      </p:sp>
    </p:spTree>
    <p:extLst>
      <p:ext uri="{BB962C8B-B14F-4D97-AF65-F5344CB8AC3E}">
        <p14:creationId xmlns:p14="http://schemas.microsoft.com/office/powerpoint/2010/main" val="584111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Terrain </a:t>
            </a:r>
            <a:r>
              <a:rPr lang="en-US" altLang="ko-KR" sz="1800" b="1" dirty="0"/>
              <a:t>#Terrain </a:t>
            </a:r>
            <a:r>
              <a:rPr lang="ko-KR" altLang="en-US" sz="1800" b="1" dirty="0"/>
              <a:t>실습 </a:t>
            </a:r>
            <a:r>
              <a:rPr lang="en-US" altLang="ko-KR" sz="1800" b="1" dirty="0"/>
              <a:t>– </a:t>
            </a:r>
            <a:r>
              <a:rPr lang="ko-KR" altLang="en-US" sz="1800" b="1" dirty="0" err="1"/>
              <a:t>쿼드트리</a:t>
            </a:r>
            <a:r>
              <a:rPr lang="ko-KR" altLang="en-US" sz="1800" b="1" dirty="0"/>
              <a:t>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111" y="3476038"/>
            <a:ext cx="6746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128 x 128 = 16,384</a:t>
            </a:r>
            <a:br>
              <a:rPr lang="en-US" altLang="ko-KR" dirty="0"/>
            </a:br>
            <a:r>
              <a:rPr lang="en-US" altLang="ko-KR" dirty="0"/>
              <a:t>16,384 / 4 = 4,096 </a:t>
            </a:r>
          </a:p>
          <a:p>
            <a:pPr marL="342900" indent="-342900">
              <a:buFont typeface="+mj-lt"/>
              <a:buAutoNum type="alphaUcPeriod"/>
            </a:pPr>
            <a:r>
              <a:rPr lang="en-US" altLang="ko-KR" dirty="0"/>
              <a:t>16,384</a:t>
            </a:r>
            <a:r>
              <a:rPr lang="ko-KR" altLang="en-US" dirty="0"/>
              <a:t>개에서 모든 충돌평면찾기</a:t>
            </a:r>
            <a:r>
              <a:rPr lang="en-US" altLang="ko-KR" dirty="0"/>
              <a:t>(</a:t>
            </a:r>
            <a:r>
              <a:rPr lang="ko-KR" altLang="en-US" dirty="0"/>
              <a:t>순차 탐색</a:t>
            </a:r>
            <a:r>
              <a:rPr lang="en-US" altLang="ko-KR" dirty="0"/>
              <a:t>)</a:t>
            </a:r>
          </a:p>
          <a:p>
            <a:pPr marL="342900" indent="-342900">
              <a:buFont typeface="+mj-lt"/>
              <a:buAutoNum type="alphaUcPeriod"/>
            </a:pPr>
            <a:r>
              <a:rPr lang="en-US" altLang="ko-KR" dirty="0"/>
              <a:t>4,096</a:t>
            </a:r>
            <a:r>
              <a:rPr lang="ko-KR" altLang="en-US" dirty="0"/>
              <a:t>개에서 충돌 평면 찾기</a:t>
            </a:r>
            <a:r>
              <a:rPr lang="en-US" altLang="ko-KR" dirty="0"/>
              <a:t>(</a:t>
            </a:r>
            <a:r>
              <a:rPr lang="ko-KR" altLang="en-US" dirty="0"/>
              <a:t>트리 탐색</a:t>
            </a:r>
            <a:r>
              <a:rPr lang="en-US" altLang="ko-KR" dirty="0"/>
              <a:t>)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635896" y="1195676"/>
            <a:ext cx="3398967" cy="2022611"/>
            <a:chOff x="319181" y="1184342"/>
            <a:chExt cx="3398967" cy="2022611"/>
          </a:xfrm>
        </p:grpSpPr>
        <p:grpSp>
          <p:nvGrpSpPr>
            <p:cNvPr id="20" name="그룹 19"/>
            <p:cNvGrpSpPr/>
            <p:nvPr/>
          </p:nvGrpSpPr>
          <p:grpSpPr>
            <a:xfrm>
              <a:off x="400000" y="1407175"/>
              <a:ext cx="1368157" cy="1441617"/>
              <a:chOff x="1187619" y="1707654"/>
              <a:chExt cx="1211803" cy="1441617"/>
            </a:xfrm>
          </p:grpSpPr>
          <p:grpSp>
            <p:nvGrpSpPr>
              <p:cNvPr id="19" name="그룹 18"/>
              <p:cNvGrpSpPr/>
              <p:nvPr/>
            </p:nvGrpSpPr>
            <p:grpSpPr>
              <a:xfrm>
                <a:off x="1187624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36" name="이등변 삼각형 23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7" name="이등변 삼각형 23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38" name="그룹 237"/>
              <p:cNvGrpSpPr/>
              <p:nvPr/>
            </p:nvGrpSpPr>
            <p:grpSpPr>
              <a:xfrm>
                <a:off x="1310554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39" name="이등변 삼각형 23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0" name="이등변 삼각형 23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41" name="그룹 240"/>
              <p:cNvGrpSpPr/>
              <p:nvPr/>
            </p:nvGrpSpPr>
            <p:grpSpPr>
              <a:xfrm>
                <a:off x="1433484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42" name="이등변 삼각형 24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3" name="이등변 삼각형 24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44" name="그룹 243"/>
              <p:cNvGrpSpPr/>
              <p:nvPr/>
            </p:nvGrpSpPr>
            <p:grpSpPr>
              <a:xfrm>
                <a:off x="1547664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45" name="이등변 삼각형 24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6" name="이등변 삼각형 24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47" name="그룹 246"/>
              <p:cNvGrpSpPr/>
              <p:nvPr/>
            </p:nvGrpSpPr>
            <p:grpSpPr>
              <a:xfrm>
                <a:off x="1670593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48" name="이등변 삼각형 24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9" name="이등변 삼각형 24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50" name="그룹 249"/>
              <p:cNvGrpSpPr/>
              <p:nvPr/>
            </p:nvGrpSpPr>
            <p:grpSpPr>
              <a:xfrm>
                <a:off x="1793523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51" name="이등변 삼각형 25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2" name="이등변 삼각형 25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53" name="그룹 252"/>
              <p:cNvGrpSpPr/>
              <p:nvPr/>
            </p:nvGrpSpPr>
            <p:grpSpPr>
              <a:xfrm>
                <a:off x="1916453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54" name="이등변 삼각형 25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5" name="이등변 삼각형 25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56" name="그룹 255"/>
              <p:cNvGrpSpPr/>
              <p:nvPr/>
            </p:nvGrpSpPr>
            <p:grpSpPr>
              <a:xfrm>
                <a:off x="2039383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57" name="이등변 삼각형 25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8" name="이등변 삼각형 25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59" name="그룹 258"/>
              <p:cNvGrpSpPr/>
              <p:nvPr/>
            </p:nvGrpSpPr>
            <p:grpSpPr>
              <a:xfrm>
                <a:off x="2153563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60" name="이등변 삼각형 25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1" name="이등변 삼각형 26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62" name="그룹 261"/>
              <p:cNvGrpSpPr/>
              <p:nvPr/>
            </p:nvGrpSpPr>
            <p:grpSpPr>
              <a:xfrm>
                <a:off x="2276492" y="1707654"/>
                <a:ext cx="122930" cy="144502"/>
                <a:chOff x="1187624" y="1707654"/>
                <a:chExt cx="122930" cy="144502"/>
              </a:xfrm>
            </p:grpSpPr>
            <p:sp>
              <p:nvSpPr>
                <p:cNvPr id="263" name="이등변 삼각형 26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4" name="이등변 삼각형 26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0" name="그룹 279"/>
              <p:cNvGrpSpPr/>
              <p:nvPr/>
            </p:nvGrpSpPr>
            <p:grpSpPr>
              <a:xfrm>
                <a:off x="1187623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81" name="이등변 삼각형 28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2" name="이등변 삼각형 28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3" name="그룹 282"/>
              <p:cNvGrpSpPr/>
              <p:nvPr/>
            </p:nvGrpSpPr>
            <p:grpSpPr>
              <a:xfrm>
                <a:off x="1310553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84" name="이등변 삼각형 28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5" name="이등변 삼각형 28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6" name="그룹 285"/>
              <p:cNvGrpSpPr/>
              <p:nvPr/>
            </p:nvGrpSpPr>
            <p:grpSpPr>
              <a:xfrm>
                <a:off x="1433483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87" name="이등변 삼각형 28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8" name="이등변 삼각형 28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9" name="그룹 288"/>
              <p:cNvGrpSpPr/>
              <p:nvPr/>
            </p:nvGrpSpPr>
            <p:grpSpPr>
              <a:xfrm>
                <a:off x="1547663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90" name="이등변 삼각형 28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1" name="이등변 삼각형 29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2" name="그룹 291"/>
              <p:cNvGrpSpPr/>
              <p:nvPr/>
            </p:nvGrpSpPr>
            <p:grpSpPr>
              <a:xfrm>
                <a:off x="1670592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93" name="이등변 삼각형 29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4" name="이등변 삼각형 29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5" name="그룹 294"/>
              <p:cNvGrpSpPr/>
              <p:nvPr/>
            </p:nvGrpSpPr>
            <p:grpSpPr>
              <a:xfrm>
                <a:off x="1793522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96" name="이등변 삼각형 29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7" name="이등변 삼각형 29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8" name="그룹 297"/>
              <p:cNvGrpSpPr/>
              <p:nvPr/>
            </p:nvGrpSpPr>
            <p:grpSpPr>
              <a:xfrm>
                <a:off x="1916452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299" name="이등변 삼각형 29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0" name="이등변 삼각형 29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01" name="그룹 300"/>
              <p:cNvGrpSpPr/>
              <p:nvPr/>
            </p:nvGrpSpPr>
            <p:grpSpPr>
              <a:xfrm>
                <a:off x="2039382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302" name="이등변 삼각형 30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3" name="이등변 삼각형 30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04" name="그룹 303"/>
              <p:cNvGrpSpPr/>
              <p:nvPr/>
            </p:nvGrpSpPr>
            <p:grpSpPr>
              <a:xfrm>
                <a:off x="2153562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305" name="이등변 삼각형 30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6" name="이등변 삼각형 30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07" name="그룹 306"/>
              <p:cNvGrpSpPr/>
              <p:nvPr/>
            </p:nvGrpSpPr>
            <p:grpSpPr>
              <a:xfrm>
                <a:off x="2276491" y="1852156"/>
                <a:ext cx="122930" cy="144502"/>
                <a:chOff x="1187624" y="1707654"/>
                <a:chExt cx="122930" cy="144502"/>
              </a:xfrm>
            </p:grpSpPr>
            <p:sp>
              <p:nvSpPr>
                <p:cNvPr id="308" name="이등변 삼각형 30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9" name="이등변 삼각형 30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10" name="그룹 309"/>
              <p:cNvGrpSpPr/>
              <p:nvPr/>
            </p:nvGrpSpPr>
            <p:grpSpPr>
              <a:xfrm>
                <a:off x="1187623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11" name="이등변 삼각형 31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2" name="이등변 삼각형 31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13" name="그룹 312"/>
              <p:cNvGrpSpPr/>
              <p:nvPr/>
            </p:nvGrpSpPr>
            <p:grpSpPr>
              <a:xfrm>
                <a:off x="1310553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14" name="이등변 삼각형 31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5" name="이등변 삼각형 31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16" name="그룹 315"/>
              <p:cNvGrpSpPr/>
              <p:nvPr/>
            </p:nvGrpSpPr>
            <p:grpSpPr>
              <a:xfrm>
                <a:off x="1433483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17" name="이등변 삼각형 31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8" name="이등변 삼각형 31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19" name="그룹 318"/>
              <p:cNvGrpSpPr/>
              <p:nvPr/>
            </p:nvGrpSpPr>
            <p:grpSpPr>
              <a:xfrm>
                <a:off x="1547663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20" name="이등변 삼각형 31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1" name="이등변 삼각형 32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22" name="그룹 321"/>
              <p:cNvGrpSpPr/>
              <p:nvPr/>
            </p:nvGrpSpPr>
            <p:grpSpPr>
              <a:xfrm>
                <a:off x="1670592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23" name="이등변 삼각형 32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4" name="이등변 삼각형 32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25" name="그룹 324"/>
              <p:cNvGrpSpPr/>
              <p:nvPr/>
            </p:nvGrpSpPr>
            <p:grpSpPr>
              <a:xfrm>
                <a:off x="1793522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26" name="이등변 삼각형 32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7" name="이등변 삼각형 32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28" name="그룹 327"/>
              <p:cNvGrpSpPr/>
              <p:nvPr/>
            </p:nvGrpSpPr>
            <p:grpSpPr>
              <a:xfrm>
                <a:off x="1916452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29" name="이등변 삼각형 32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0" name="이등변 삼각형 32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31" name="그룹 330"/>
              <p:cNvGrpSpPr/>
              <p:nvPr/>
            </p:nvGrpSpPr>
            <p:grpSpPr>
              <a:xfrm>
                <a:off x="2039382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32" name="이등변 삼각형 33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3" name="이등변 삼각형 33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34" name="그룹 333"/>
              <p:cNvGrpSpPr/>
              <p:nvPr/>
            </p:nvGrpSpPr>
            <p:grpSpPr>
              <a:xfrm>
                <a:off x="2153562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35" name="이등변 삼각형 33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6" name="이등변 삼각형 33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37" name="그룹 336"/>
              <p:cNvGrpSpPr/>
              <p:nvPr/>
            </p:nvGrpSpPr>
            <p:grpSpPr>
              <a:xfrm>
                <a:off x="2276491" y="1996658"/>
                <a:ext cx="122930" cy="144502"/>
                <a:chOff x="1187624" y="1707654"/>
                <a:chExt cx="122930" cy="144502"/>
              </a:xfrm>
            </p:grpSpPr>
            <p:sp>
              <p:nvSpPr>
                <p:cNvPr id="338" name="이등변 삼각형 33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9" name="이등변 삼각형 33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0" name="그룹 339"/>
              <p:cNvGrpSpPr/>
              <p:nvPr/>
            </p:nvGrpSpPr>
            <p:grpSpPr>
              <a:xfrm>
                <a:off x="1187624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41" name="이등변 삼각형 34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2" name="이등변 삼각형 34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3" name="그룹 342"/>
              <p:cNvGrpSpPr/>
              <p:nvPr/>
            </p:nvGrpSpPr>
            <p:grpSpPr>
              <a:xfrm>
                <a:off x="1310554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44" name="이등변 삼각형 34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5" name="이등변 삼각형 34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6" name="그룹 345"/>
              <p:cNvGrpSpPr/>
              <p:nvPr/>
            </p:nvGrpSpPr>
            <p:grpSpPr>
              <a:xfrm>
                <a:off x="1433484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47" name="이등변 삼각형 34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8" name="이등변 삼각형 34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9" name="그룹 348"/>
              <p:cNvGrpSpPr/>
              <p:nvPr/>
            </p:nvGrpSpPr>
            <p:grpSpPr>
              <a:xfrm>
                <a:off x="1547664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50" name="이등변 삼각형 34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1" name="이등변 삼각형 35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52" name="그룹 351"/>
              <p:cNvGrpSpPr/>
              <p:nvPr/>
            </p:nvGrpSpPr>
            <p:grpSpPr>
              <a:xfrm>
                <a:off x="1670593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53" name="이등변 삼각형 35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4" name="이등변 삼각형 35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55" name="그룹 354"/>
              <p:cNvGrpSpPr/>
              <p:nvPr/>
            </p:nvGrpSpPr>
            <p:grpSpPr>
              <a:xfrm>
                <a:off x="1793523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56" name="이등변 삼각형 35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7" name="이등변 삼각형 35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58" name="그룹 357"/>
              <p:cNvGrpSpPr/>
              <p:nvPr/>
            </p:nvGrpSpPr>
            <p:grpSpPr>
              <a:xfrm>
                <a:off x="1916453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59" name="이등변 삼각형 35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0" name="이등변 삼각형 35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1" name="그룹 360"/>
              <p:cNvGrpSpPr/>
              <p:nvPr/>
            </p:nvGrpSpPr>
            <p:grpSpPr>
              <a:xfrm>
                <a:off x="2039383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62" name="이등변 삼각형 36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3" name="이등변 삼각형 36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4" name="그룹 363"/>
              <p:cNvGrpSpPr/>
              <p:nvPr/>
            </p:nvGrpSpPr>
            <p:grpSpPr>
              <a:xfrm>
                <a:off x="2153563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65" name="이등변 삼각형 36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6" name="이등변 삼각형 36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7" name="그룹 366"/>
              <p:cNvGrpSpPr/>
              <p:nvPr/>
            </p:nvGrpSpPr>
            <p:grpSpPr>
              <a:xfrm>
                <a:off x="2276492" y="2141160"/>
                <a:ext cx="122930" cy="144502"/>
                <a:chOff x="1187624" y="1707654"/>
                <a:chExt cx="122930" cy="144502"/>
              </a:xfrm>
            </p:grpSpPr>
            <p:sp>
              <p:nvSpPr>
                <p:cNvPr id="368" name="이등변 삼각형 36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9" name="이등변 삼각형 36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00" name="그룹 399"/>
              <p:cNvGrpSpPr/>
              <p:nvPr/>
            </p:nvGrpSpPr>
            <p:grpSpPr>
              <a:xfrm>
                <a:off x="1187622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01" name="이등변 삼각형 40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2" name="이등변 삼각형 40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03" name="그룹 402"/>
              <p:cNvGrpSpPr/>
              <p:nvPr/>
            </p:nvGrpSpPr>
            <p:grpSpPr>
              <a:xfrm>
                <a:off x="1310552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04" name="이등변 삼각형 40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5" name="이등변 삼각형 40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06" name="그룹 405"/>
              <p:cNvGrpSpPr/>
              <p:nvPr/>
            </p:nvGrpSpPr>
            <p:grpSpPr>
              <a:xfrm>
                <a:off x="1433482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07" name="이등변 삼각형 40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8" name="이등변 삼각형 40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09" name="그룹 408"/>
              <p:cNvGrpSpPr/>
              <p:nvPr/>
            </p:nvGrpSpPr>
            <p:grpSpPr>
              <a:xfrm>
                <a:off x="1547662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10" name="이등변 삼각형 40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1" name="이등변 삼각형 41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12" name="그룹 411"/>
              <p:cNvGrpSpPr/>
              <p:nvPr/>
            </p:nvGrpSpPr>
            <p:grpSpPr>
              <a:xfrm>
                <a:off x="1670591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13" name="이등변 삼각형 41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4" name="이등변 삼각형 41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15" name="그룹 414"/>
              <p:cNvGrpSpPr/>
              <p:nvPr/>
            </p:nvGrpSpPr>
            <p:grpSpPr>
              <a:xfrm>
                <a:off x="1793521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16" name="이등변 삼각형 41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7" name="이등변 삼각형 41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18" name="그룹 417"/>
              <p:cNvGrpSpPr/>
              <p:nvPr/>
            </p:nvGrpSpPr>
            <p:grpSpPr>
              <a:xfrm>
                <a:off x="1916451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19" name="이등변 삼각형 41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0" name="이등변 삼각형 41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21" name="그룹 420"/>
              <p:cNvGrpSpPr/>
              <p:nvPr/>
            </p:nvGrpSpPr>
            <p:grpSpPr>
              <a:xfrm>
                <a:off x="2039381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22" name="이등변 삼각형 42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3" name="이등변 삼각형 42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24" name="그룹 423"/>
              <p:cNvGrpSpPr/>
              <p:nvPr/>
            </p:nvGrpSpPr>
            <p:grpSpPr>
              <a:xfrm>
                <a:off x="2153561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25" name="이등변 삼각형 42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6" name="이등변 삼각형 42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27" name="그룹 426"/>
              <p:cNvGrpSpPr/>
              <p:nvPr/>
            </p:nvGrpSpPr>
            <p:grpSpPr>
              <a:xfrm>
                <a:off x="2276490" y="2285661"/>
                <a:ext cx="122930" cy="144502"/>
                <a:chOff x="1187624" y="1707654"/>
                <a:chExt cx="122930" cy="144502"/>
              </a:xfrm>
            </p:grpSpPr>
            <p:sp>
              <p:nvSpPr>
                <p:cNvPr id="428" name="이등변 삼각형 42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9" name="이등변 삼각형 42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30" name="그룹 429"/>
              <p:cNvGrpSpPr/>
              <p:nvPr/>
            </p:nvGrpSpPr>
            <p:grpSpPr>
              <a:xfrm>
                <a:off x="1187621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31" name="이등변 삼각형 43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2" name="이등변 삼각형 43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33" name="그룹 432"/>
              <p:cNvGrpSpPr/>
              <p:nvPr/>
            </p:nvGrpSpPr>
            <p:grpSpPr>
              <a:xfrm>
                <a:off x="1310551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34" name="이등변 삼각형 43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5" name="이등변 삼각형 43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36" name="그룹 435"/>
              <p:cNvGrpSpPr/>
              <p:nvPr/>
            </p:nvGrpSpPr>
            <p:grpSpPr>
              <a:xfrm>
                <a:off x="1433481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37" name="이등변 삼각형 43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8" name="이등변 삼각형 43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39" name="그룹 438"/>
              <p:cNvGrpSpPr/>
              <p:nvPr/>
            </p:nvGrpSpPr>
            <p:grpSpPr>
              <a:xfrm>
                <a:off x="1547661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40" name="이등변 삼각형 43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41" name="이등변 삼각형 44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42" name="그룹 441"/>
              <p:cNvGrpSpPr/>
              <p:nvPr/>
            </p:nvGrpSpPr>
            <p:grpSpPr>
              <a:xfrm>
                <a:off x="1670590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43" name="이등변 삼각형 44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44" name="이등변 삼각형 44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45" name="그룹 444"/>
              <p:cNvGrpSpPr/>
              <p:nvPr/>
            </p:nvGrpSpPr>
            <p:grpSpPr>
              <a:xfrm>
                <a:off x="1793520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46" name="이등변 삼각형 44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47" name="이등변 삼각형 44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48" name="그룹 447"/>
              <p:cNvGrpSpPr/>
              <p:nvPr/>
            </p:nvGrpSpPr>
            <p:grpSpPr>
              <a:xfrm>
                <a:off x="1916450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49" name="이등변 삼각형 44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0" name="이등변 삼각형 44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51" name="그룹 450"/>
              <p:cNvGrpSpPr/>
              <p:nvPr/>
            </p:nvGrpSpPr>
            <p:grpSpPr>
              <a:xfrm>
                <a:off x="2039380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52" name="이등변 삼각형 45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3" name="이등변 삼각형 45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54" name="그룹 453"/>
              <p:cNvGrpSpPr/>
              <p:nvPr/>
            </p:nvGrpSpPr>
            <p:grpSpPr>
              <a:xfrm>
                <a:off x="2153560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55" name="이등변 삼각형 45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6" name="이등변 삼각형 45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57" name="그룹 456"/>
              <p:cNvGrpSpPr/>
              <p:nvPr/>
            </p:nvGrpSpPr>
            <p:grpSpPr>
              <a:xfrm>
                <a:off x="2276489" y="2426762"/>
                <a:ext cx="122930" cy="144502"/>
                <a:chOff x="1187624" y="1707654"/>
                <a:chExt cx="122930" cy="144502"/>
              </a:xfrm>
            </p:grpSpPr>
            <p:sp>
              <p:nvSpPr>
                <p:cNvPr id="458" name="이등변 삼각형 45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9" name="이등변 삼각형 45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60" name="그룹 459"/>
              <p:cNvGrpSpPr/>
              <p:nvPr/>
            </p:nvGrpSpPr>
            <p:grpSpPr>
              <a:xfrm>
                <a:off x="1187620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61" name="이등변 삼각형 46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2" name="이등변 삼각형 46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63" name="그룹 462"/>
              <p:cNvGrpSpPr/>
              <p:nvPr/>
            </p:nvGrpSpPr>
            <p:grpSpPr>
              <a:xfrm>
                <a:off x="1310550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64" name="이등변 삼각형 46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5" name="이등변 삼각형 46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66" name="그룹 465"/>
              <p:cNvGrpSpPr/>
              <p:nvPr/>
            </p:nvGrpSpPr>
            <p:grpSpPr>
              <a:xfrm>
                <a:off x="1433480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67" name="이등변 삼각형 46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8" name="이등변 삼각형 46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69" name="그룹 468"/>
              <p:cNvGrpSpPr/>
              <p:nvPr/>
            </p:nvGrpSpPr>
            <p:grpSpPr>
              <a:xfrm>
                <a:off x="1547660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70" name="이등변 삼각형 46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1" name="이등변 삼각형 47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72" name="그룹 471"/>
              <p:cNvGrpSpPr/>
              <p:nvPr/>
            </p:nvGrpSpPr>
            <p:grpSpPr>
              <a:xfrm>
                <a:off x="1670589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73" name="이등변 삼각형 47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4" name="이등변 삼각형 47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75" name="그룹 474"/>
              <p:cNvGrpSpPr/>
              <p:nvPr/>
            </p:nvGrpSpPr>
            <p:grpSpPr>
              <a:xfrm>
                <a:off x="1793519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76" name="이등변 삼각형 47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7" name="이등변 삼각형 47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78" name="그룹 477"/>
              <p:cNvGrpSpPr/>
              <p:nvPr/>
            </p:nvGrpSpPr>
            <p:grpSpPr>
              <a:xfrm>
                <a:off x="1916449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79" name="이등변 삼각형 47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0" name="이등변 삼각형 47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81" name="그룹 480"/>
              <p:cNvGrpSpPr/>
              <p:nvPr/>
            </p:nvGrpSpPr>
            <p:grpSpPr>
              <a:xfrm>
                <a:off x="2039379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82" name="이등변 삼각형 48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3" name="이등변 삼각형 48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84" name="그룹 483"/>
              <p:cNvGrpSpPr/>
              <p:nvPr/>
            </p:nvGrpSpPr>
            <p:grpSpPr>
              <a:xfrm>
                <a:off x="2153559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85" name="이등변 삼각형 48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6" name="이등변 삼각형 48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87" name="그룹 486"/>
              <p:cNvGrpSpPr/>
              <p:nvPr/>
            </p:nvGrpSpPr>
            <p:grpSpPr>
              <a:xfrm>
                <a:off x="2276488" y="2571264"/>
                <a:ext cx="122930" cy="144502"/>
                <a:chOff x="1187624" y="1707654"/>
                <a:chExt cx="122930" cy="144502"/>
              </a:xfrm>
            </p:grpSpPr>
            <p:sp>
              <p:nvSpPr>
                <p:cNvPr id="488" name="이등변 삼각형 48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9" name="이등변 삼각형 48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90" name="그룹 489"/>
              <p:cNvGrpSpPr/>
              <p:nvPr/>
            </p:nvGrpSpPr>
            <p:grpSpPr>
              <a:xfrm>
                <a:off x="1187620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491" name="이등변 삼각형 49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92" name="이등변 삼각형 49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93" name="그룹 492"/>
              <p:cNvGrpSpPr/>
              <p:nvPr/>
            </p:nvGrpSpPr>
            <p:grpSpPr>
              <a:xfrm>
                <a:off x="1310550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494" name="이등변 삼각형 49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95" name="이등변 삼각형 49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96" name="그룹 495"/>
              <p:cNvGrpSpPr/>
              <p:nvPr/>
            </p:nvGrpSpPr>
            <p:grpSpPr>
              <a:xfrm>
                <a:off x="1433480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497" name="이등변 삼각형 49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98" name="이등변 삼각형 49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99" name="그룹 498"/>
              <p:cNvGrpSpPr/>
              <p:nvPr/>
            </p:nvGrpSpPr>
            <p:grpSpPr>
              <a:xfrm>
                <a:off x="1547660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00" name="이등변 삼각형 49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1" name="이등변 삼각형 50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02" name="그룹 501"/>
              <p:cNvGrpSpPr/>
              <p:nvPr/>
            </p:nvGrpSpPr>
            <p:grpSpPr>
              <a:xfrm>
                <a:off x="1670589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03" name="이등변 삼각형 50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4" name="이등변 삼각형 50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05" name="그룹 504"/>
              <p:cNvGrpSpPr/>
              <p:nvPr/>
            </p:nvGrpSpPr>
            <p:grpSpPr>
              <a:xfrm>
                <a:off x="1793519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06" name="이등변 삼각형 50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7" name="이등변 삼각형 50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08" name="그룹 507"/>
              <p:cNvGrpSpPr/>
              <p:nvPr/>
            </p:nvGrpSpPr>
            <p:grpSpPr>
              <a:xfrm>
                <a:off x="1916449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09" name="이등변 삼각형 50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0" name="이등변 삼각형 50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11" name="그룹 510"/>
              <p:cNvGrpSpPr/>
              <p:nvPr/>
            </p:nvGrpSpPr>
            <p:grpSpPr>
              <a:xfrm>
                <a:off x="2039379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12" name="이등변 삼각형 51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3" name="이등변 삼각형 51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14" name="그룹 513"/>
              <p:cNvGrpSpPr/>
              <p:nvPr/>
            </p:nvGrpSpPr>
            <p:grpSpPr>
              <a:xfrm>
                <a:off x="2153559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15" name="이등변 삼각형 51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6" name="이등변 삼각형 51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17" name="그룹 516"/>
              <p:cNvGrpSpPr/>
              <p:nvPr/>
            </p:nvGrpSpPr>
            <p:grpSpPr>
              <a:xfrm>
                <a:off x="2276488" y="2715766"/>
                <a:ext cx="122930" cy="144502"/>
                <a:chOff x="1187624" y="1707654"/>
                <a:chExt cx="122930" cy="144502"/>
              </a:xfrm>
            </p:grpSpPr>
            <p:sp>
              <p:nvSpPr>
                <p:cNvPr id="518" name="이등변 삼각형 51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9" name="이등변 삼각형 51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20" name="그룹 519"/>
              <p:cNvGrpSpPr/>
              <p:nvPr/>
            </p:nvGrpSpPr>
            <p:grpSpPr>
              <a:xfrm>
                <a:off x="1187621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21" name="이등변 삼각형 52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2" name="이등변 삼각형 52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23" name="그룹 522"/>
              <p:cNvGrpSpPr/>
              <p:nvPr/>
            </p:nvGrpSpPr>
            <p:grpSpPr>
              <a:xfrm>
                <a:off x="1310551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24" name="이등변 삼각형 52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5" name="이등변 삼각형 52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26" name="그룹 525"/>
              <p:cNvGrpSpPr/>
              <p:nvPr/>
            </p:nvGrpSpPr>
            <p:grpSpPr>
              <a:xfrm>
                <a:off x="1433481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27" name="이등변 삼각형 52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8" name="이등변 삼각형 52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29" name="그룹 528"/>
              <p:cNvGrpSpPr/>
              <p:nvPr/>
            </p:nvGrpSpPr>
            <p:grpSpPr>
              <a:xfrm>
                <a:off x="1547661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30" name="이등변 삼각형 52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1" name="이등변 삼각형 53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32" name="그룹 531"/>
              <p:cNvGrpSpPr/>
              <p:nvPr/>
            </p:nvGrpSpPr>
            <p:grpSpPr>
              <a:xfrm>
                <a:off x="1670590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33" name="이등변 삼각형 53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4" name="이등변 삼각형 53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35" name="그룹 534"/>
              <p:cNvGrpSpPr/>
              <p:nvPr/>
            </p:nvGrpSpPr>
            <p:grpSpPr>
              <a:xfrm>
                <a:off x="1793520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36" name="이등변 삼각형 53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7" name="이등변 삼각형 53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38" name="그룹 537"/>
              <p:cNvGrpSpPr/>
              <p:nvPr/>
            </p:nvGrpSpPr>
            <p:grpSpPr>
              <a:xfrm>
                <a:off x="1916450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39" name="이등변 삼각형 53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0" name="이등변 삼각형 53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41" name="그룹 540"/>
              <p:cNvGrpSpPr/>
              <p:nvPr/>
            </p:nvGrpSpPr>
            <p:grpSpPr>
              <a:xfrm>
                <a:off x="2039380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42" name="이등변 삼각형 54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3" name="이등변 삼각형 54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44" name="그룹 543"/>
              <p:cNvGrpSpPr/>
              <p:nvPr/>
            </p:nvGrpSpPr>
            <p:grpSpPr>
              <a:xfrm>
                <a:off x="2153560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45" name="이등변 삼각형 54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6" name="이등변 삼각형 54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47" name="그룹 546"/>
              <p:cNvGrpSpPr/>
              <p:nvPr/>
            </p:nvGrpSpPr>
            <p:grpSpPr>
              <a:xfrm>
                <a:off x="2276489" y="2860268"/>
                <a:ext cx="122930" cy="144502"/>
                <a:chOff x="1187624" y="1707654"/>
                <a:chExt cx="122930" cy="144502"/>
              </a:xfrm>
            </p:grpSpPr>
            <p:sp>
              <p:nvSpPr>
                <p:cNvPr id="548" name="이등변 삼각형 54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9" name="이등변 삼각형 54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50" name="그룹 549"/>
              <p:cNvGrpSpPr/>
              <p:nvPr/>
            </p:nvGrpSpPr>
            <p:grpSpPr>
              <a:xfrm>
                <a:off x="1187619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51" name="이등변 삼각형 55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2" name="이등변 삼각형 55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53" name="그룹 552"/>
              <p:cNvGrpSpPr/>
              <p:nvPr/>
            </p:nvGrpSpPr>
            <p:grpSpPr>
              <a:xfrm>
                <a:off x="1310549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54" name="이등변 삼각형 55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5" name="이등변 삼각형 55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56" name="그룹 555"/>
              <p:cNvGrpSpPr/>
              <p:nvPr/>
            </p:nvGrpSpPr>
            <p:grpSpPr>
              <a:xfrm>
                <a:off x="1433479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57" name="이등변 삼각형 55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8" name="이등변 삼각형 55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59" name="그룹 558"/>
              <p:cNvGrpSpPr/>
              <p:nvPr/>
            </p:nvGrpSpPr>
            <p:grpSpPr>
              <a:xfrm>
                <a:off x="1547659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60" name="이등변 삼각형 55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1" name="이등변 삼각형 56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62" name="그룹 561"/>
              <p:cNvGrpSpPr/>
              <p:nvPr/>
            </p:nvGrpSpPr>
            <p:grpSpPr>
              <a:xfrm>
                <a:off x="1670588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63" name="이등변 삼각형 56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4" name="이등변 삼각형 56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65" name="그룹 564"/>
              <p:cNvGrpSpPr/>
              <p:nvPr/>
            </p:nvGrpSpPr>
            <p:grpSpPr>
              <a:xfrm>
                <a:off x="1793518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66" name="이등변 삼각형 56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7" name="이등변 삼각형 56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68" name="그룹 567"/>
              <p:cNvGrpSpPr/>
              <p:nvPr/>
            </p:nvGrpSpPr>
            <p:grpSpPr>
              <a:xfrm>
                <a:off x="1916448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69" name="이등변 삼각형 56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0" name="이등변 삼각형 56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71" name="그룹 570"/>
              <p:cNvGrpSpPr/>
              <p:nvPr/>
            </p:nvGrpSpPr>
            <p:grpSpPr>
              <a:xfrm>
                <a:off x="2039378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72" name="이등변 삼각형 57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3" name="이등변 삼각형 57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74" name="그룹 573"/>
              <p:cNvGrpSpPr/>
              <p:nvPr/>
            </p:nvGrpSpPr>
            <p:grpSpPr>
              <a:xfrm>
                <a:off x="2153558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75" name="이등변 삼각형 57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6" name="이등변 삼각형 57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77" name="그룹 576"/>
              <p:cNvGrpSpPr/>
              <p:nvPr/>
            </p:nvGrpSpPr>
            <p:grpSpPr>
              <a:xfrm>
                <a:off x="2276487" y="3004769"/>
                <a:ext cx="122930" cy="144502"/>
                <a:chOff x="1187624" y="1707654"/>
                <a:chExt cx="122930" cy="144502"/>
              </a:xfrm>
            </p:grpSpPr>
            <p:sp>
              <p:nvSpPr>
                <p:cNvPr id="578" name="이등변 삼각형 57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9" name="이등변 삼각형 57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80" name="TextBox 579"/>
            <p:cNvSpPr txBox="1"/>
            <p:nvPr/>
          </p:nvSpPr>
          <p:spPr>
            <a:xfrm>
              <a:off x="319181" y="1184342"/>
              <a:ext cx="122413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지형</a:t>
              </a:r>
            </a:p>
          </p:txBody>
        </p:sp>
        <p:sp>
          <p:nvSpPr>
            <p:cNvPr id="44" name="오른쪽 화살표 43"/>
            <p:cNvSpPr/>
            <p:nvPr/>
          </p:nvSpPr>
          <p:spPr>
            <a:xfrm>
              <a:off x="1907704" y="1835741"/>
              <a:ext cx="702838" cy="574607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/>
                <a:t>컬링</a:t>
              </a:r>
              <a:endParaRPr lang="ko-KR" altLang="en-US" sz="1000" dirty="0"/>
            </a:p>
          </p:txBody>
        </p:sp>
        <p:sp>
          <p:nvSpPr>
            <p:cNvPr id="1312" name="TextBox 1311"/>
            <p:cNvSpPr txBox="1"/>
            <p:nvPr/>
          </p:nvSpPr>
          <p:spPr>
            <a:xfrm>
              <a:off x="344850" y="2960732"/>
              <a:ext cx="24989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#</a:t>
              </a:r>
              <a:r>
                <a:rPr lang="ko-KR" altLang="en-US" sz="1000" dirty="0" err="1"/>
                <a:t>쿼드트리를</a:t>
              </a:r>
              <a:r>
                <a:rPr lang="ko-KR" altLang="en-US" sz="1000" dirty="0"/>
                <a:t> 이용한 탐색 시간 단축</a:t>
              </a:r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388944" y="1401617"/>
              <a:ext cx="1374670" cy="1470699"/>
              <a:chOff x="3283650" y="1414316"/>
              <a:chExt cx="1374670" cy="1470699"/>
            </a:xfrm>
          </p:grpSpPr>
          <p:sp>
            <p:nvSpPr>
              <p:cNvPr id="3" name="직사각형 2"/>
              <p:cNvSpPr/>
              <p:nvPr/>
            </p:nvSpPr>
            <p:spPr>
              <a:xfrm>
                <a:off x="3283650" y="1425328"/>
                <a:ext cx="684076" cy="733573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2" name="직사각형 1051"/>
              <p:cNvSpPr/>
              <p:nvPr/>
            </p:nvSpPr>
            <p:spPr>
              <a:xfrm>
                <a:off x="3310879" y="2151442"/>
                <a:ext cx="684076" cy="733573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3" name="직사각형 1052"/>
              <p:cNvSpPr/>
              <p:nvPr/>
            </p:nvSpPr>
            <p:spPr>
              <a:xfrm>
                <a:off x="3974244" y="2103296"/>
                <a:ext cx="684076" cy="733573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4" name="직사각형 1053"/>
              <p:cNvSpPr/>
              <p:nvPr/>
            </p:nvSpPr>
            <p:spPr>
              <a:xfrm>
                <a:off x="3967720" y="1414316"/>
                <a:ext cx="684076" cy="733573"/>
              </a:xfrm>
              <a:prstGeom prst="rect">
                <a:avLst/>
              </a:prstGeom>
              <a:solidFill>
                <a:srgbClr val="92D050">
                  <a:alpha val="5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6" name="그룹 35"/>
            <p:cNvGrpSpPr/>
            <p:nvPr/>
          </p:nvGrpSpPr>
          <p:grpSpPr>
            <a:xfrm>
              <a:off x="2771800" y="1276707"/>
              <a:ext cx="946348" cy="862995"/>
              <a:chOff x="2771800" y="1276707"/>
              <a:chExt cx="946348" cy="862995"/>
            </a:xfrm>
          </p:grpSpPr>
          <p:sp>
            <p:nvSpPr>
              <p:cNvPr id="1692" name="직사각형 1691"/>
              <p:cNvSpPr/>
              <p:nvPr/>
            </p:nvSpPr>
            <p:spPr>
              <a:xfrm>
                <a:off x="2771801" y="1406129"/>
                <a:ext cx="684076" cy="733573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" name="그룹 5"/>
              <p:cNvGrpSpPr/>
              <p:nvPr/>
            </p:nvGrpSpPr>
            <p:grpSpPr>
              <a:xfrm>
                <a:off x="2771800" y="1407880"/>
                <a:ext cx="684077" cy="722509"/>
                <a:chOff x="6155211" y="1416067"/>
                <a:chExt cx="684077" cy="722509"/>
              </a:xfrm>
            </p:grpSpPr>
            <p:grpSp>
              <p:nvGrpSpPr>
                <p:cNvPr id="1395" name="그룹 1394"/>
                <p:cNvGrpSpPr/>
                <p:nvPr/>
              </p:nvGrpSpPr>
              <p:grpSpPr>
                <a:xfrm>
                  <a:off x="6432795" y="1416067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72" name="이등변 삼각형 1671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73" name="이등변 삼각형 1672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396" name="그룹 1395"/>
                <p:cNvGrpSpPr/>
                <p:nvPr/>
              </p:nvGrpSpPr>
              <p:grpSpPr>
                <a:xfrm>
                  <a:off x="6561707" y="1416067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70" name="이등변 삼각형 1669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71" name="이등변 삼각형 1670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397" name="그룹 1396"/>
                <p:cNvGrpSpPr/>
                <p:nvPr/>
              </p:nvGrpSpPr>
              <p:grpSpPr>
                <a:xfrm>
                  <a:off x="6700497" y="1416067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68" name="이등변 삼각형 1667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9" name="이등변 삼각형 1668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403" name="그룹 1402"/>
                <p:cNvGrpSpPr/>
                <p:nvPr/>
              </p:nvGrpSpPr>
              <p:grpSpPr>
                <a:xfrm>
                  <a:off x="6155211" y="1560569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56" name="이등변 삼각형 1655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57" name="이등변 삼각형 1656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404" name="그룹 1403"/>
                <p:cNvGrpSpPr/>
                <p:nvPr/>
              </p:nvGrpSpPr>
              <p:grpSpPr>
                <a:xfrm>
                  <a:off x="6294002" y="1560569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54" name="이등변 삼각형 1653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55" name="이등변 삼각형 1654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405" name="그룹 1404"/>
                <p:cNvGrpSpPr/>
                <p:nvPr/>
              </p:nvGrpSpPr>
              <p:grpSpPr>
                <a:xfrm>
                  <a:off x="6432794" y="1560569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52" name="이등변 삼각형 1651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53" name="이등변 삼각형 1652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406" name="그룹 1405"/>
                <p:cNvGrpSpPr/>
                <p:nvPr/>
              </p:nvGrpSpPr>
              <p:grpSpPr>
                <a:xfrm>
                  <a:off x="6561706" y="1560569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50" name="이등변 삼각형 1649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51" name="이등변 삼각형 1650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407" name="그룹 1406"/>
                <p:cNvGrpSpPr/>
                <p:nvPr/>
              </p:nvGrpSpPr>
              <p:grpSpPr>
                <a:xfrm>
                  <a:off x="6700496" y="1560569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48" name="이등변 삼각형 1647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49" name="이등변 삼각형 1648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637" name="이등변 삼각형 1636"/>
                <p:cNvSpPr/>
                <p:nvPr/>
              </p:nvSpPr>
              <p:spPr>
                <a:xfrm rot="10800000">
                  <a:off x="6155211" y="1705071"/>
                  <a:ext cx="138791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414" name="그룹 1413"/>
                <p:cNvGrpSpPr/>
                <p:nvPr/>
              </p:nvGrpSpPr>
              <p:grpSpPr>
                <a:xfrm>
                  <a:off x="6294002" y="1705071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34" name="이등변 삼각형 1633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35" name="이등변 삼각형 1634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415" name="그룹 1414"/>
                <p:cNvGrpSpPr/>
                <p:nvPr/>
              </p:nvGrpSpPr>
              <p:grpSpPr>
                <a:xfrm>
                  <a:off x="6432794" y="1705071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32" name="이등변 삼각형 1631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33" name="이등변 삼각형 1632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416" name="그룹 1415"/>
                <p:cNvGrpSpPr/>
                <p:nvPr/>
              </p:nvGrpSpPr>
              <p:grpSpPr>
                <a:xfrm>
                  <a:off x="6561706" y="1705071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30" name="이등변 삼각형 1629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31" name="이등변 삼각형 1630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417" name="그룹 1416"/>
                <p:cNvGrpSpPr/>
                <p:nvPr/>
              </p:nvGrpSpPr>
              <p:grpSpPr>
                <a:xfrm>
                  <a:off x="6700496" y="1705071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28" name="이등변 삼각형 1627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9" name="이등변 삼각형 1628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615" name="이등변 삼각형 1614"/>
                <p:cNvSpPr/>
                <p:nvPr/>
              </p:nvSpPr>
              <p:spPr>
                <a:xfrm rot="10800000">
                  <a:off x="6294003" y="1849573"/>
                  <a:ext cx="138791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425" name="그룹 1424"/>
                <p:cNvGrpSpPr/>
                <p:nvPr/>
              </p:nvGrpSpPr>
              <p:grpSpPr>
                <a:xfrm>
                  <a:off x="6432795" y="1849573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12" name="이등변 삼각형 1611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13" name="이등변 삼각형 1612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426" name="그룹 1425"/>
                <p:cNvGrpSpPr/>
                <p:nvPr/>
              </p:nvGrpSpPr>
              <p:grpSpPr>
                <a:xfrm>
                  <a:off x="6561707" y="1849573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10" name="이등변 삼각형 1609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11" name="이등변 삼각형 1610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427" name="그룹 1426"/>
                <p:cNvGrpSpPr/>
                <p:nvPr/>
              </p:nvGrpSpPr>
              <p:grpSpPr>
                <a:xfrm>
                  <a:off x="6700497" y="1849573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608" name="이등변 삼각형 1607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9" name="이등변 삼각형 1608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593" name="이등변 삼각형 1592"/>
                <p:cNvSpPr/>
                <p:nvPr/>
              </p:nvSpPr>
              <p:spPr>
                <a:xfrm rot="10800000">
                  <a:off x="6432792" y="1994074"/>
                  <a:ext cx="138791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436" name="그룹 1435"/>
                <p:cNvGrpSpPr/>
                <p:nvPr/>
              </p:nvGrpSpPr>
              <p:grpSpPr>
                <a:xfrm>
                  <a:off x="6561705" y="1994074"/>
                  <a:ext cx="138791" cy="144502"/>
                  <a:chOff x="1187624" y="1707654"/>
                  <a:chExt cx="122930" cy="144502"/>
                </a:xfrm>
              </p:grpSpPr>
              <p:sp>
                <p:nvSpPr>
                  <p:cNvPr id="1590" name="이등변 삼각형 1589"/>
                  <p:cNvSpPr/>
                  <p:nvPr/>
                </p:nvSpPr>
                <p:spPr>
                  <a:xfrm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91" name="이등변 삼각형 1590"/>
                  <p:cNvSpPr/>
                  <p:nvPr/>
                </p:nvSpPr>
                <p:spPr>
                  <a:xfrm rot="10800000">
                    <a:off x="1187624" y="1707654"/>
                    <a:ext cx="122930" cy="144502"/>
                  </a:xfrm>
                  <a:prstGeom prst="triangle">
                    <a:avLst>
                      <a:gd name="adj" fmla="val 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689" name="그룹 1688"/>
              <p:cNvGrpSpPr/>
              <p:nvPr/>
            </p:nvGrpSpPr>
            <p:grpSpPr>
              <a:xfrm rot="19078856">
                <a:off x="2884764" y="1276707"/>
                <a:ext cx="833384" cy="657583"/>
                <a:chOff x="2411760" y="1491873"/>
                <a:chExt cx="1659818" cy="1309682"/>
              </a:xfrm>
            </p:grpSpPr>
            <p:sp>
              <p:nvSpPr>
                <p:cNvPr id="1690" name="이등변 삼각형 1689"/>
                <p:cNvSpPr/>
                <p:nvPr/>
              </p:nvSpPr>
              <p:spPr>
                <a:xfrm rot="5400000">
                  <a:off x="2586828" y="1316805"/>
                  <a:ext cx="1309682" cy="1659817"/>
                </a:xfrm>
                <a:prstGeom prst="triangle">
                  <a:avLst/>
                </a:prstGeom>
                <a:solidFill>
                  <a:srgbClr val="FFC000">
                    <a:alpha val="5000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91" name="이등변 삼각형 1690"/>
                <p:cNvSpPr/>
                <p:nvPr/>
              </p:nvSpPr>
              <p:spPr>
                <a:xfrm rot="5400000">
                  <a:off x="3600858" y="1885010"/>
                  <a:ext cx="433750" cy="507690"/>
                </a:xfrm>
                <a:prstGeom prst="triangle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24" name="그룹 23"/>
            <p:cNvGrpSpPr/>
            <p:nvPr/>
          </p:nvGrpSpPr>
          <p:grpSpPr>
            <a:xfrm rot="19078856">
              <a:off x="1228138" y="1257628"/>
              <a:ext cx="833384" cy="657583"/>
              <a:chOff x="2411760" y="1491873"/>
              <a:chExt cx="1659818" cy="1309682"/>
            </a:xfrm>
          </p:grpSpPr>
          <p:sp>
            <p:nvSpPr>
              <p:cNvPr id="22" name="이등변 삼각형 21"/>
              <p:cNvSpPr/>
              <p:nvPr/>
            </p:nvSpPr>
            <p:spPr>
              <a:xfrm rot="5400000">
                <a:off x="2586828" y="1316805"/>
                <a:ext cx="1309682" cy="1659817"/>
              </a:xfrm>
              <a:prstGeom prst="triangle">
                <a:avLst/>
              </a:prstGeom>
              <a:solidFill>
                <a:srgbClr val="FFC000">
                  <a:alpha val="5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81" name="이등변 삼각형 580"/>
              <p:cNvSpPr/>
              <p:nvPr/>
            </p:nvSpPr>
            <p:spPr>
              <a:xfrm rot="5400000">
                <a:off x="3600858" y="1885010"/>
                <a:ext cx="433750" cy="507690"/>
              </a:xfrm>
              <a:prstGeom prst="triangl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9" name="그룹 38"/>
          <p:cNvGrpSpPr/>
          <p:nvPr/>
        </p:nvGrpSpPr>
        <p:grpSpPr>
          <a:xfrm>
            <a:off x="346111" y="1219891"/>
            <a:ext cx="2415764" cy="2033269"/>
            <a:chOff x="4316476" y="1146802"/>
            <a:chExt cx="2415764" cy="2033269"/>
          </a:xfrm>
        </p:grpSpPr>
        <p:grpSp>
          <p:nvGrpSpPr>
            <p:cNvPr id="38" name="그룹 37"/>
            <p:cNvGrpSpPr/>
            <p:nvPr/>
          </p:nvGrpSpPr>
          <p:grpSpPr>
            <a:xfrm>
              <a:off x="4668564" y="1146802"/>
              <a:ext cx="1950832" cy="1921329"/>
              <a:chOff x="4668564" y="1146802"/>
              <a:chExt cx="1950832" cy="1921329"/>
            </a:xfrm>
          </p:grpSpPr>
          <p:sp>
            <p:nvSpPr>
              <p:cNvPr id="7" name="직사각형 6"/>
              <p:cNvSpPr/>
              <p:nvPr/>
            </p:nvSpPr>
            <p:spPr>
              <a:xfrm>
                <a:off x="5564027" y="1146802"/>
                <a:ext cx="432048" cy="4320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6" name="직사각형 375"/>
              <p:cNvSpPr/>
              <p:nvPr/>
            </p:nvSpPr>
            <p:spPr>
              <a:xfrm>
                <a:off x="4983442" y="1909867"/>
                <a:ext cx="231021" cy="2310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7" name="직사각형 376"/>
              <p:cNvSpPr/>
              <p:nvPr/>
            </p:nvSpPr>
            <p:spPr>
              <a:xfrm>
                <a:off x="5454939" y="1902873"/>
                <a:ext cx="231021" cy="2310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8" name="직사각형 377"/>
              <p:cNvSpPr/>
              <p:nvPr/>
            </p:nvSpPr>
            <p:spPr>
              <a:xfrm>
                <a:off x="5921657" y="1909866"/>
                <a:ext cx="231021" cy="2310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9" name="직사각형 378"/>
              <p:cNvSpPr/>
              <p:nvPr/>
            </p:nvSpPr>
            <p:spPr>
              <a:xfrm>
                <a:off x="6388375" y="1902872"/>
                <a:ext cx="231021" cy="23102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" name="꺾인 연결선 8"/>
              <p:cNvCxnSpPr>
                <a:stCxn id="7" idx="2"/>
                <a:endCxn id="376" idx="0"/>
              </p:cNvCxnSpPr>
              <p:nvPr/>
            </p:nvCxnSpPr>
            <p:spPr>
              <a:xfrm rot="5400000">
                <a:off x="5273994" y="1403809"/>
                <a:ext cx="331017" cy="681098"/>
              </a:xfrm>
              <a:prstGeom prst="bentConnector3">
                <a:avLst/>
              </a:prstGeom>
              <a:ln w="12700"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꺾인 연결선 12"/>
              <p:cNvCxnSpPr>
                <a:stCxn id="7" idx="2"/>
                <a:endCxn id="379" idx="0"/>
              </p:cNvCxnSpPr>
              <p:nvPr/>
            </p:nvCxnSpPr>
            <p:spPr>
              <a:xfrm rot="16200000" flipH="1">
                <a:off x="5979957" y="1378943"/>
                <a:ext cx="324022" cy="723835"/>
              </a:xfrm>
              <a:prstGeom prst="bentConnector3">
                <a:avLst/>
              </a:prstGeom>
              <a:ln w="12700"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꺾인 연결선 14"/>
              <p:cNvCxnSpPr>
                <a:stCxn id="7" idx="2"/>
                <a:endCxn id="378" idx="0"/>
              </p:cNvCxnSpPr>
              <p:nvPr/>
            </p:nvCxnSpPr>
            <p:spPr>
              <a:xfrm rot="16200000" flipH="1">
                <a:off x="5743101" y="1615799"/>
                <a:ext cx="331016" cy="257117"/>
              </a:xfrm>
              <a:prstGeom prst="bentConnector3">
                <a:avLst/>
              </a:prstGeom>
              <a:ln w="12700"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꺾인 연결선 16"/>
              <p:cNvCxnSpPr>
                <a:stCxn id="7" idx="2"/>
                <a:endCxn id="377" idx="0"/>
              </p:cNvCxnSpPr>
              <p:nvPr/>
            </p:nvCxnSpPr>
            <p:spPr>
              <a:xfrm rot="5400000">
                <a:off x="5513240" y="1636061"/>
                <a:ext cx="324023" cy="209601"/>
              </a:xfrm>
              <a:prstGeom prst="bentConnector3">
                <a:avLst/>
              </a:prstGeom>
              <a:ln w="12700"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직사각형 390"/>
              <p:cNvSpPr/>
              <p:nvPr/>
            </p:nvSpPr>
            <p:spPr>
              <a:xfrm>
                <a:off x="4668564" y="2455555"/>
                <a:ext cx="115512" cy="12754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2" name="직사각형 391"/>
              <p:cNvSpPr/>
              <p:nvPr/>
            </p:nvSpPr>
            <p:spPr>
              <a:xfrm>
                <a:off x="4925686" y="2455555"/>
                <a:ext cx="115512" cy="12754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3" name="직사각형 392"/>
              <p:cNvSpPr/>
              <p:nvPr/>
            </p:nvSpPr>
            <p:spPr>
              <a:xfrm>
                <a:off x="5182808" y="2455555"/>
                <a:ext cx="115512" cy="12754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4" name="직사각형 393"/>
              <p:cNvSpPr/>
              <p:nvPr/>
            </p:nvSpPr>
            <p:spPr>
              <a:xfrm>
                <a:off x="5439502" y="2462550"/>
                <a:ext cx="115512" cy="12754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5" name="꺾인 연결선 24"/>
              <p:cNvCxnSpPr>
                <a:stCxn id="376" idx="2"/>
                <a:endCxn id="392" idx="0"/>
              </p:cNvCxnSpPr>
              <p:nvPr/>
            </p:nvCxnSpPr>
            <p:spPr>
              <a:xfrm rot="5400000">
                <a:off x="4883865" y="2240466"/>
                <a:ext cx="314667" cy="115511"/>
              </a:xfrm>
              <a:prstGeom prst="bentConnector3">
                <a:avLst/>
              </a:prstGeom>
              <a:ln w="12700"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꺾인 연결선 28"/>
              <p:cNvCxnSpPr>
                <a:stCxn id="376" idx="2"/>
                <a:endCxn id="391" idx="0"/>
              </p:cNvCxnSpPr>
              <p:nvPr/>
            </p:nvCxnSpPr>
            <p:spPr>
              <a:xfrm rot="5400000">
                <a:off x="4755304" y="2111905"/>
                <a:ext cx="314667" cy="372633"/>
              </a:xfrm>
              <a:prstGeom prst="bentConnector3">
                <a:avLst/>
              </a:prstGeom>
              <a:ln w="12700"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꺾인 연결선 30"/>
              <p:cNvCxnSpPr>
                <a:stCxn id="376" idx="2"/>
                <a:endCxn id="393" idx="0"/>
              </p:cNvCxnSpPr>
              <p:nvPr/>
            </p:nvCxnSpPr>
            <p:spPr>
              <a:xfrm rot="16200000" flipH="1">
                <a:off x="5012425" y="2227415"/>
                <a:ext cx="314667" cy="141611"/>
              </a:xfrm>
              <a:prstGeom prst="bentConnector3">
                <a:avLst/>
              </a:prstGeom>
              <a:ln w="12700"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꺾인 연결선 32"/>
              <p:cNvCxnSpPr>
                <a:stCxn id="376" idx="2"/>
                <a:endCxn id="394" idx="0"/>
              </p:cNvCxnSpPr>
              <p:nvPr/>
            </p:nvCxnSpPr>
            <p:spPr>
              <a:xfrm rot="16200000" flipH="1">
                <a:off x="5137274" y="2102566"/>
                <a:ext cx="321662" cy="398305"/>
              </a:xfrm>
              <a:prstGeom prst="bentConnector3">
                <a:avLst/>
              </a:prstGeom>
              <a:ln w="12700"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 rot="5400000">
                <a:off x="4966239" y="2661910"/>
                <a:ext cx="443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…..</a:t>
                </a:r>
                <a:endParaRPr lang="ko-KR" altLang="en-US" dirty="0"/>
              </a:p>
            </p:txBody>
          </p:sp>
          <p:sp>
            <p:nvSpPr>
              <p:cNvPr id="584" name="TextBox 583"/>
              <p:cNvSpPr txBox="1"/>
              <p:nvPr/>
            </p:nvSpPr>
            <p:spPr>
              <a:xfrm rot="5400000">
                <a:off x="6086466" y="2218800"/>
                <a:ext cx="443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…..</a:t>
                </a:r>
                <a:endParaRPr lang="ko-KR" altLang="en-US" dirty="0"/>
              </a:p>
            </p:txBody>
          </p:sp>
        </p:grpSp>
        <p:sp>
          <p:nvSpPr>
            <p:cNvPr id="585" name="TextBox 584"/>
            <p:cNvSpPr txBox="1"/>
            <p:nvPr/>
          </p:nvSpPr>
          <p:spPr>
            <a:xfrm>
              <a:off x="4316476" y="2933850"/>
              <a:ext cx="24157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#</a:t>
              </a:r>
              <a:r>
                <a:rPr lang="ko-KR" altLang="en-US" sz="1000" dirty="0" err="1"/>
                <a:t>쿼드트리를</a:t>
              </a:r>
              <a:r>
                <a:rPr lang="ko-KR" altLang="en-US" sz="1000" dirty="0"/>
                <a:t> 이용한 지형 데이터 분할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F155073-BFF5-45B8-8776-EBCAB0B6622D}"/>
              </a:ext>
            </a:extLst>
          </p:cNvPr>
          <p:cNvGrpSpPr/>
          <p:nvPr/>
        </p:nvGrpSpPr>
        <p:grpSpPr>
          <a:xfrm>
            <a:off x="6933463" y="3617752"/>
            <a:ext cx="615352" cy="682158"/>
            <a:chOff x="7391631" y="3264994"/>
            <a:chExt cx="615352" cy="682158"/>
          </a:xfrm>
        </p:grpSpPr>
        <p:sp>
          <p:nvSpPr>
            <p:cNvPr id="11" name="정육면체 10">
              <a:extLst>
                <a:ext uri="{FF2B5EF4-FFF2-40B4-BE49-F238E27FC236}">
                  <a16:creationId xmlns:a16="http://schemas.microsoft.com/office/drawing/2014/main" id="{9263B60C-9D23-46FF-BA95-3316D491949B}"/>
                </a:ext>
              </a:extLst>
            </p:cNvPr>
            <p:cNvSpPr/>
            <p:nvPr/>
          </p:nvSpPr>
          <p:spPr>
            <a:xfrm>
              <a:off x="7452320" y="3526686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" name="정육면체 581">
              <a:extLst>
                <a:ext uri="{FF2B5EF4-FFF2-40B4-BE49-F238E27FC236}">
                  <a16:creationId xmlns:a16="http://schemas.microsoft.com/office/drawing/2014/main" id="{9B487029-3C92-407F-83B1-AD65B754F021}"/>
                </a:ext>
              </a:extLst>
            </p:cNvPr>
            <p:cNvSpPr/>
            <p:nvPr/>
          </p:nvSpPr>
          <p:spPr>
            <a:xfrm>
              <a:off x="7709964" y="35350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" name="정육면체 582">
              <a:extLst>
                <a:ext uri="{FF2B5EF4-FFF2-40B4-BE49-F238E27FC236}">
                  <a16:creationId xmlns:a16="http://schemas.microsoft.com/office/drawing/2014/main" id="{E410231D-ABA2-4C4C-A13B-7528E8143214}"/>
                </a:ext>
              </a:extLst>
            </p:cNvPr>
            <p:cNvSpPr/>
            <p:nvPr/>
          </p:nvSpPr>
          <p:spPr>
            <a:xfrm>
              <a:off x="7391631" y="36518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" name="정육면체 585">
              <a:extLst>
                <a:ext uri="{FF2B5EF4-FFF2-40B4-BE49-F238E27FC236}">
                  <a16:creationId xmlns:a16="http://schemas.microsoft.com/office/drawing/2014/main" id="{6F471C54-59FA-46EE-AAE3-98F94EFB0B1B}"/>
                </a:ext>
              </a:extLst>
            </p:cNvPr>
            <p:cNvSpPr/>
            <p:nvPr/>
          </p:nvSpPr>
          <p:spPr>
            <a:xfrm>
              <a:off x="7626637" y="365912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7" name="정육면체 586">
              <a:extLst>
                <a:ext uri="{FF2B5EF4-FFF2-40B4-BE49-F238E27FC236}">
                  <a16:creationId xmlns:a16="http://schemas.microsoft.com/office/drawing/2014/main" id="{49744425-7483-4CE7-BF36-D980DBB59DF4}"/>
                </a:ext>
              </a:extLst>
            </p:cNvPr>
            <p:cNvSpPr/>
            <p:nvPr/>
          </p:nvSpPr>
          <p:spPr>
            <a:xfrm>
              <a:off x="7461307" y="3264994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" name="정육면체 587">
              <a:extLst>
                <a:ext uri="{FF2B5EF4-FFF2-40B4-BE49-F238E27FC236}">
                  <a16:creationId xmlns:a16="http://schemas.microsoft.com/office/drawing/2014/main" id="{4CA1F4B8-FC4E-44F5-B3D7-6FC678F3335A}"/>
                </a:ext>
              </a:extLst>
            </p:cNvPr>
            <p:cNvSpPr/>
            <p:nvPr/>
          </p:nvSpPr>
          <p:spPr>
            <a:xfrm>
              <a:off x="7718951" y="32733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" name="정육면체 588">
              <a:extLst>
                <a:ext uri="{FF2B5EF4-FFF2-40B4-BE49-F238E27FC236}">
                  <a16:creationId xmlns:a16="http://schemas.microsoft.com/office/drawing/2014/main" id="{DC445F4A-33E8-4BAE-BBF4-01CEA5CD4623}"/>
                </a:ext>
              </a:extLst>
            </p:cNvPr>
            <p:cNvSpPr/>
            <p:nvPr/>
          </p:nvSpPr>
          <p:spPr>
            <a:xfrm>
              <a:off x="7400618" y="33901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" name="정육면체 589">
              <a:extLst>
                <a:ext uri="{FF2B5EF4-FFF2-40B4-BE49-F238E27FC236}">
                  <a16:creationId xmlns:a16="http://schemas.microsoft.com/office/drawing/2014/main" id="{1875C2FE-9286-4BF9-8294-E520BA78868B}"/>
                </a:ext>
              </a:extLst>
            </p:cNvPr>
            <p:cNvSpPr/>
            <p:nvPr/>
          </p:nvSpPr>
          <p:spPr>
            <a:xfrm>
              <a:off x="7635624" y="339742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1" name="그룹 630">
            <a:extLst>
              <a:ext uri="{FF2B5EF4-FFF2-40B4-BE49-F238E27FC236}">
                <a16:creationId xmlns:a16="http://schemas.microsoft.com/office/drawing/2014/main" id="{419E23EB-0C3D-43B0-B825-9BA28395765D}"/>
              </a:ext>
            </a:extLst>
          </p:cNvPr>
          <p:cNvGrpSpPr/>
          <p:nvPr/>
        </p:nvGrpSpPr>
        <p:grpSpPr>
          <a:xfrm>
            <a:off x="7465628" y="3644752"/>
            <a:ext cx="615352" cy="682158"/>
            <a:chOff x="7391631" y="3264994"/>
            <a:chExt cx="615352" cy="682158"/>
          </a:xfrm>
        </p:grpSpPr>
        <p:sp>
          <p:nvSpPr>
            <p:cNvPr id="632" name="정육면체 631">
              <a:extLst>
                <a:ext uri="{FF2B5EF4-FFF2-40B4-BE49-F238E27FC236}">
                  <a16:creationId xmlns:a16="http://schemas.microsoft.com/office/drawing/2014/main" id="{8B10C7E8-B36C-441E-92C6-687177583C75}"/>
                </a:ext>
              </a:extLst>
            </p:cNvPr>
            <p:cNvSpPr/>
            <p:nvPr/>
          </p:nvSpPr>
          <p:spPr>
            <a:xfrm>
              <a:off x="7452320" y="3526686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" name="정육면체 632">
              <a:extLst>
                <a:ext uri="{FF2B5EF4-FFF2-40B4-BE49-F238E27FC236}">
                  <a16:creationId xmlns:a16="http://schemas.microsoft.com/office/drawing/2014/main" id="{4C2351C1-E3D4-4EC1-8CEE-37893135697A}"/>
                </a:ext>
              </a:extLst>
            </p:cNvPr>
            <p:cNvSpPr/>
            <p:nvPr/>
          </p:nvSpPr>
          <p:spPr>
            <a:xfrm>
              <a:off x="7709964" y="35350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" name="정육면체 633">
              <a:extLst>
                <a:ext uri="{FF2B5EF4-FFF2-40B4-BE49-F238E27FC236}">
                  <a16:creationId xmlns:a16="http://schemas.microsoft.com/office/drawing/2014/main" id="{F5C992FD-EDEE-4D36-9D5B-F0F44BC7CD0F}"/>
                </a:ext>
              </a:extLst>
            </p:cNvPr>
            <p:cNvSpPr/>
            <p:nvPr/>
          </p:nvSpPr>
          <p:spPr>
            <a:xfrm>
              <a:off x="7391631" y="36518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" name="정육면체 634">
              <a:extLst>
                <a:ext uri="{FF2B5EF4-FFF2-40B4-BE49-F238E27FC236}">
                  <a16:creationId xmlns:a16="http://schemas.microsoft.com/office/drawing/2014/main" id="{BFD7D790-67D7-40B7-A801-90E8978B846C}"/>
                </a:ext>
              </a:extLst>
            </p:cNvPr>
            <p:cNvSpPr/>
            <p:nvPr/>
          </p:nvSpPr>
          <p:spPr>
            <a:xfrm>
              <a:off x="7626637" y="365912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" name="정육면체 635">
              <a:extLst>
                <a:ext uri="{FF2B5EF4-FFF2-40B4-BE49-F238E27FC236}">
                  <a16:creationId xmlns:a16="http://schemas.microsoft.com/office/drawing/2014/main" id="{A63C4CED-0B80-4B25-8340-2E89D8B2D89D}"/>
                </a:ext>
              </a:extLst>
            </p:cNvPr>
            <p:cNvSpPr/>
            <p:nvPr/>
          </p:nvSpPr>
          <p:spPr>
            <a:xfrm>
              <a:off x="7461307" y="3264994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" name="정육면체 636">
              <a:extLst>
                <a:ext uri="{FF2B5EF4-FFF2-40B4-BE49-F238E27FC236}">
                  <a16:creationId xmlns:a16="http://schemas.microsoft.com/office/drawing/2014/main" id="{B8F8D32E-1D91-4E26-B2BC-F0B4B5BDE272}"/>
                </a:ext>
              </a:extLst>
            </p:cNvPr>
            <p:cNvSpPr/>
            <p:nvPr/>
          </p:nvSpPr>
          <p:spPr>
            <a:xfrm>
              <a:off x="7718951" y="32733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" name="정육면체 637">
              <a:extLst>
                <a:ext uri="{FF2B5EF4-FFF2-40B4-BE49-F238E27FC236}">
                  <a16:creationId xmlns:a16="http://schemas.microsoft.com/office/drawing/2014/main" id="{37B1D735-8F28-45E0-80CB-D663EB0672A5}"/>
                </a:ext>
              </a:extLst>
            </p:cNvPr>
            <p:cNvSpPr/>
            <p:nvPr/>
          </p:nvSpPr>
          <p:spPr>
            <a:xfrm>
              <a:off x="7400618" y="33901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" name="정육면체 638">
              <a:extLst>
                <a:ext uri="{FF2B5EF4-FFF2-40B4-BE49-F238E27FC236}">
                  <a16:creationId xmlns:a16="http://schemas.microsoft.com/office/drawing/2014/main" id="{53696824-10A1-44AB-9A55-A587A1CFEA7C}"/>
                </a:ext>
              </a:extLst>
            </p:cNvPr>
            <p:cNvSpPr/>
            <p:nvPr/>
          </p:nvSpPr>
          <p:spPr>
            <a:xfrm>
              <a:off x="7635624" y="339742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58" name="그룹 657">
            <a:extLst>
              <a:ext uri="{FF2B5EF4-FFF2-40B4-BE49-F238E27FC236}">
                <a16:creationId xmlns:a16="http://schemas.microsoft.com/office/drawing/2014/main" id="{B4E224C0-E09A-42CB-87BA-9AC9F0C38720}"/>
              </a:ext>
            </a:extLst>
          </p:cNvPr>
          <p:cNvGrpSpPr/>
          <p:nvPr/>
        </p:nvGrpSpPr>
        <p:grpSpPr>
          <a:xfrm>
            <a:off x="6944771" y="3069708"/>
            <a:ext cx="615352" cy="682158"/>
            <a:chOff x="7391631" y="3264994"/>
            <a:chExt cx="615352" cy="682158"/>
          </a:xfrm>
        </p:grpSpPr>
        <p:sp>
          <p:nvSpPr>
            <p:cNvPr id="659" name="정육면체 658">
              <a:extLst>
                <a:ext uri="{FF2B5EF4-FFF2-40B4-BE49-F238E27FC236}">
                  <a16:creationId xmlns:a16="http://schemas.microsoft.com/office/drawing/2014/main" id="{3A6D628C-48A2-474F-956F-877C326EC576}"/>
                </a:ext>
              </a:extLst>
            </p:cNvPr>
            <p:cNvSpPr/>
            <p:nvPr/>
          </p:nvSpPr>
          <p:spPr>
            <a:xfrm>
              <a:off x="7452320" y="3526686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" name="정육면체 659">
              <a:extLst>
                <a:ext uri="{FF2B5EF4-FFF2-40B4-BE49-F238E27FC236}">
                  <a16:creationId xmlns:a16="http://schemas.microsoft.com/office/drawing/2014/main" id="{3398EF8B-70BF-4AC3-87C9-945E95EB6946}"/>
                </a:ext>
              </a:extLst>
            </p:cNvPr>
            <p:cNvSpPr/>
            <p:nvPr/>
          </p:nvSpPr>
          <p:spPr>
            <a:xfrm>
              <a:off x="7709964" y="35350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" name="정육면체 660">
              <a:extLst>
                <a:ext uri="{FF2B5EF4-FFF2-40B4-BE49-F238E27FC236}">
                  <a16:creationId xmlns:a16="http://schemas.microsoft.com/office/drawing/2014/main" id="{B3E90E14-E61F-469F-B949-CFCD8B7EA28A}"/>
                </a:ext>
              </a:extLst>
            </p:cNvPr>
            <p:cNvSpPr/>
            <p:nvPr/>
          </p:nvSpPr>
          <p:spPr>
            <a:xfrm>
              <a:off x="7391631" y="36518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" name="정육면체 661">
              <a:extLst>
                <a:ext uri="{FF2B5EF4-FFF2-40B4-BE49-F238E27FC236}">
                  <a16:creationId xmlns:a16="http://schemas.microsoft.com/office/drawing/2014/main" id="{6D1AAE74-14A3-4D2D-ABF9-F5F6B0FD3819}"/>
                </a:ext>
              </a:extLst>
            </p:cNvPr>
            <p:cNvSpPr/>
            <p:nvPr/>
          </p:nvSpPr>
          <p:spPr>
            <a:xfrm>
              <a:off x="7626637" y="365912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" name="정육면체 662">
              <a:extLst>
                <a:ext uri="{FF2B5EF4-FFF2-40B4-BE49-F238E27FC236}">
                  <a16:creationId xmlns:a16="http://schemas.microsoft.com/office/drawing/2014/main" id="{521C56C8-D84E-498D-9D2D-8CA6EB5E9233}"/>
                </a:ext>
              </a:extLst>
            </p:cNvPr>
            <p:cNvSpPr/>
            <p:nvPr/>
          </p:nvSpPr>
          <p:spPr>
            <a:xfrm>
              <a:off x="7461307" y="3264994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" name="정육면체 663">
              <a:extLst>
                <a:ext uri="{FF2B5EF4-FFF2-40B4-BE49-F238E27FC236}">
                  <a16:creationId xmlns:a16="http://schemas.microsoft.com/office/drawing/2014/main" id="{3F105DA0-2188-4973-B302-9345AFE89365}"/>
                </a:ext>
              </a:extLst>
            </p:cNvPr>
            <p:cNvSpPr/>
            <p:nvPr/>
          </p:nvSpPr>
          <p:spPr>
            <a:xfrm>
              <a:off x="7718951" y="32733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" name="정육면체 664">
              <a:extLst>
                <a:ext uri="{FF2B5EF4-FFF2-40B4-BE49-F238E27FC236}">
                  <a16:creationId xmlns:a16="http://schemas.microsoft.com/office/drawing/2014/main" id="{335E80F5-AE39-482D-9D04-AB8EC486B429}"/>
                </a:ext>
              </a:extLst>
            </p:cNvPr>
            <p:cNvSpPr/>
            <p:nvPr/>
          </p:nvSpPr>
          <p:spPr>
            <a:xfrm>
              <a:off x="7400618" y="33901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" name="정육면체 665">
              <a:extLst>
                <a:ext uri="{FF2B5EF4-FFF2-40B4-BE49-F238E27FC236}">
                  <a16:creationId xmlns:a16="http://schemas.microsoft.com/office/drawing/2014/main" id="{83F6B4A8-FFD3-494C-B9E5-1528ADBD7157}"/>
                </a:ext>
              </a:extLst>
            </p:cNvPr>
            <p:cNvSpPr/>
            <p:nvPr/>
          </p:nvSpPr>
          <p:spPr>
            <a:xfrm>
              <a:off x="7635624" y="339742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7" name="그룹 666">
            <a:extLst>
              <a:ext uri="{FF2B5EF4-FFF2-40B4-BE49-F238E27FC236}">
                <a16:creationId xmlns:a16="http://schemas.microsoft.com/office/drawing/2014/main" id="{5411432E-FC2D-42A5-BEC1-B6D073771109}"/>
              </a:ext>
            </a:extLst>
          </p:cNvPr>
          <p:cNvGrpSpPr/>
          <p:nvPr/>
        </p:nvGrpSpPr>
        <p:grpSpPr>
          <a:xfrm>
            <a:off x="7476936" y="3096708"/>
            <a:ext cx="615352" cy="682158"/>
            <a:chOff x="7391631" y="3264994"/>
            <a:chExt cx="615352" cy="682158"/>
          </a:xfrm>
        </p:grpSpPr>
        <p:sp>
          <p:nvSpPr>
            <p:cNvPr id="668" name="정육면체 667">
              <a:extLst>
                <a:ext uri="{FF2B5EF4-FFF2-40B4-BE49-F238E27FC236}">
                  <a16:creationId xmlns:a16="http://schemas.microsoft.com/office/drawing/2014/main" id="{82BB00D8-43E7-461A-9380-9FA551454985}"/>
                </a:ext>
              </a:extLst>
            </p:cNvPr>
            <p:cNvSpPr/>
            <p:nvPr/>
          </p:nvSpPr>
          <p:spPr>
            <a:xfrm>
              <a:off x="7452320" y="3526686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" name="정육면체 668">
              <a:extLst>
                <a:ext uri="{FF2B5EF4-FFF2-40B4-BE49-F238E27FC236}">
                  <a16:creationId xmlns:a16="http://schemas.microsoft.com/office/drawing/2014/main" id="{8D749B0C-08A6-442F-A167-90FCF286C558}"/>
                </a:ext>
              </a:extLst>
            </p:cNvPr>
            <p:cNvSpPr/>
            <p:nvPr/>
          </p:nvSpPr>
          <p:spPr>
            <a:xfrm>
              <a:off x="7709964" y="35350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" name="정육면체 669">
              <a:extLst>
                <a:ext uri="{FF2B5EF4-FFF2-40B4-BE49-F238E27FC236}">
                  <a16:creationId xmlns:a16="http://schemas.microsoft.com/office/drawing/2014/main" id="{62FC4D69-E674-4E42-B306-1296F5B50353}"/>
                </a:ext>
              </a:extLst>
            </p:cNvPr>
            <p:cNvSpPr/>
            <p:nvPr/>
          </p:nvSpPr>
          <p:spPr>
            <a:xfrm>
              <a:off x="7391631" y="36518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" name="정육면체 670">
              <a:extLst>
                <a:ext uri="{FF2B5EF4-FFF2-40B4-BE49-F238E27FC236}">
                  <a16:creationId xmlns:a16="http://schemas.microsoft.com/office/drawing/2014/main" id="{34B9BE73-86E1-485C-9792-C14AA75E431A}"/>
                </a:ext>
              </a:extLst>
            </p:cNvPr>
            <p:cNvSpPr/>
            <p:nvPr/>
          </p:nvSpPr>
          <p:spPr>
            <a:xfrm>
              <a:off x="7626637" y="365912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" name="정육면체 671">
              <a:extLst>
                <a:ext uri="{FF2B5EF4-FFF2-40B4-BE49-F238E27FC236}">
                  <a16:creationId xmlns:a16="http://schemas.microsoft.com/office/drawing/2014/main" id="{3EF1817E-C623-4493-88EC-7F750DDB36BE}"/>
                </a:ext>
              </a:extLst>
            </p:cNvPr>
            <p:cNvSpPr/>
            <p:nvPr/>
          </p:nvSpPr>
          <p:spPr>
            <a:xfrm>
              <a:off x="7461307" y="3264994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" name="정육면체 672">
              <a:extLst>
                <a:ext uri="{FF2B5EF4-FFF2-40B4-BE49-F238E27FC236}">
                  <a16:creationId xmlns:a16="http://schemas.microsoft.com/office/drawing/2014/main" id="{244FA2D6-C6E6-4F6B-B880-D3D6B7A913B0}"/>
                </a:ext>
              </a:extLst>
            </p:cNvPr>
            <p:cNvSpPr/>
            <p:nvPr/>
          </p:nvSpPr>
          <p:spPr>
            <a:xfrm>
              <a:off x="7718951" y="32733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" name="정육면체 673">
              <a:extLst>
                <a:ext uri="{FF2B5EF4-FFF2-40B4-BE49-F238E27FC236}">
                  <a16:creationId xmlns:a16="http://schemas.microsoft.com/office/drawing/2014/main" id="{5D77C500-38D7-400B-9333-CCDAD82BC9A5}"/>
                </a:ext>
              </a:extLst>
            </p:cNvPr>
            <p:cNvSpPr/>
            <p:nvPr/>
          </p:nvSpPr>
          <p:spPr>
            <a:xfrm>
              <a:off x="7400618" y="33901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" name="정육면체 674">
              <a:extLst>
                <a:ext uri="{FF2B5EF4-FFF2-40B4-BE49-F238E27FC236}">
                  <a16:creationId xmlns:a16="http://schemas.microsoft.com/office/drawing/2014/main" id="{817F168F-B593-4300-9F24-A0441FA8207D}"/>
                </a:ext>
              </a:extLst>
            </p:cNvPr>
            <p:cNvSpPr/>
            <p:nvPr/>
          </p:nvSpPr>
          <p:spPr>
            <a:xfrm>
              <a:off x="7635624" y="339742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3F4CEDE-284D-4924-B339-94172E085ED0}"/>
              </a:ext>
            </a:extLst>
          </p:cNvPr>
          <p:cNvGrpSpPr/>
          <p:nvPr/>
        </p:nvGrpSpPr>
        <p:grpSpPr>
          <a:xfrm>
            <a:off x="6671863" y="2715766"/>
            <a:ext cx="1788569" cy="2087708"/>
            <a:chOff x="7514632" y="997647"/>
            <a:chExt cx="1788569" cy="2087708"/>
          </a:xfrm>
        </p:grpSpPr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D215602E-FB13-4B39-9562-D25ABA21E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23081" y="997647"/>
              <a:ext cx="0" cy="1142812"/>
            </a:xfrm>
            <a:prstGeom prst="straightConnector1">
              <a:avLst/>
            </a:prstGeom>
            <a:ln w="9525">
              <a:solidFill>
                <a:srgbClr val="92D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453F1707-0DB8-4148-A8D0-4B0969576C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14632" y="2148843"/>
              <a:ext cx="708450" cy="936512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E62964FE-FB5C-41BF-8575-66713BFCB3A9}"/>
                </a:ext>
              </a:extLst>
            </p:cNvPr>
            <p:cNvCxnSpPr>
              <a:cxnSpLocks/>
            </p:cNvCxnSpPr>
            <p:nvPr/>
          </p:nvCxnSpPr>
          <p:spPr>
            <a:xfrm>
              <a:off x="8223081" y="2148843"/>
              <a:ext cx="1080120" cy="0"/>
            </a:xfrm>
            <a:prstGeom prst="straightConnector1">
              <a:avLst/>
            </a:prstGeom>
            <a:ln w="9525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7944C46-38FD-4A81-B1A0-EB038B58B588}"/>
              </a:ext>
            </a:extLst>
          </p:cNvPr>
          <p:cNvSpPr txBox="1"/>
          <p:nvPr/>
        </p:nvSpPr>
        <p:spPr>
          <a:xfrm>
            <a:off x="5710013" y="4854813"/>
            <a:ext cx="31398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※</a:t>
            </a:r>
            <a:r>
              <a:rPr lang="ko-KR" altLang="en-US" sz="1000" dirty="0" err="1">
                <a:solidFill>
                  <a:srgbClr val="FF0000"/>
                </a:solidFill>
              </a:rPr>
              <a:t>옥타트리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- 3</a:t>
            </a:r>
            <a:r>
              <a:rPr lang="ko-KR" altLang="en-US" sz="1000" dirty="0" err="1">
                <a:solidFill>
                  <a:srgbClr val="FF0000"/>
                </a:solidFill>
              </a:rPr>
              <a:t>차원좌표계에서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</a:rPr>
              <a:t>컬링을</a:t>
            </a:r>
            <a:r>
              <a:rPr lang="ko-KR" altLang="en-US" sz="1000" dirty="0">
                <a:solidFill>
                  <a:srgbClr val="FF0000"/>
                </a:solidFill>
              </a:rPr>
              <a:t> 수행한다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grpSp>
        <p:nvGrpSpPr>
          <p:cNvPr id="694" name="그룹 693">
            <a:extLst>
              <a:ext uri="{FF2B5EF4-FFF2-40B4-BE49-F238E27FC236}">
                <a16:creationId xmlns:a16="http://schemas.microsoft.com/office/drawing/2014/main" id="{AB6C0365-18C5-43BE-8935-5C2A665377DA}"/>
              </a:ext>
            </a:extLst>
          </p:cNvPr>
          <p:cNvGrpSpPr/>
          <p:nvPr/>
        </p:nvGrpSpPr>
        <p:grpSpPr>
          <a:xfrm>
            <a:off x="6738797" y="3898060"/>
            <a:ext cx="615352" cy="682158"/>
            <a:chOff x="7391631" y="3264994"/>
            <a:chExt cx="615352" cy="682158"/>
          </a:xfrm>
        </p:grpSpPr>
        <p:sp>
          <p:nvSpPr>
            <p:cNvPr id="695" name="정육면체 694">
              <a:extLst>
                <a:ext uri="{FF2B5EF4-FFF2-40B4-BE49-F238E27FC236}">
                  <a16:creationId xmlns:a16="http://schemas.microsoft.com/office/drawing/2014/main" id="{2B55BEF1-8371-4429-8BC4-817A258F8C99}"/>
                </a:ext>
              </a:extLst>
            </p:cNvPr>
            <p:cNvSpPr/>
            <p:nvPr/>
          </p:nvSpPr>
          <p:spPr>
            <a:xfrm>
              <a:off x="7452320" y="3526686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" name="정육면체 695">
              <a:extLst>
                <a:ext uri="{FF2B5EF4-FFF2-40B4-BE49-F238E27FC236}">
                  <a16:creationId xmlns:a16="http://schemas.microsoft.com/office/drawing/2014/main" id="{865FCC57-6580-4DD2-B903-D5ED7FCBF984}"/>
                </a:ext>
              </a:extLst>
            </p:cNvPr>
            <p:cNvSpPr/>
            <p:nvPr/>
          </p:nvSpPr>
          <p:spPr>
            <a:xfrm>
              <a:off x="7709964" y="35350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" name="정육면체 696">
              <a:extLst>
                <a:ext uri="{FF2B5EF4-FFF2-40B4-BE49-F238E27FC236}">
                  <a16:creationId xmlns:a16="http://schemas.microsoft.com/office/drawing/2014/main" id="{D6A5D622-AA65-4D63-9F67-48D82DF8BDBA}"/>
                </a:ext>
              </a:extLst>
            </p:cNvPr>
            <p:cNvSpPr/>
            <p:nvPr/>
          </p:nvSpPr>
          <p:spPr>
            <a:xfrm>
              <a:off x="7391631" y="36518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" name="정육면체 697">
              <a:extLst>
                <a:ext uri="{FF2B5EF4-FFF2-40B4-BE49-F238E27FC236}">
                  <a16:creationId xmlns:a16="http://schemas.microsoft.com/office/drawing/2014/main" id="{9AE12279-7EAF-480E-B548-62380DFAF08F}"/>
                </a:ext>
              </a:extLst>
            </p:cNvPr>
            <p:cNvSpPr/>
            <p:nvPr/>
          </p:nvSpPr>
          <p:spPr>
            <a:xfrm>
              <a:off x="7626637" y="365912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" name="정육면체 698">
              <a:extLst>
                <a:ext uri="{FF2B5EF4-FFF2-40B4-BE49-F238E27FC236}">
                  <a16:creationId xmlns:a16="http://schemas.microsoft.com/office/drawing/2014/main" id="{DB8E7255-6EBF-4245-9CF4-114313F22261}"/>
                </a:ext>
              </a:extLst>
            </p:cNvPr>
            <p:cNvSpPr/>
            <p:nvPr/>
          </p:nvSpPr>
          <p:spPr>
            <a:xfrm>
              <a:off x="7461307" y="3264994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" name="정육면체 699">
              <a:extLst>
                <a:ext uri="{FF2B5EF4-FFF2-40B4-BE49-F238E27FC236}">
                  <a16:creationId xmlns:a16="http://schemas.microsoft.com/office/drawing/2014/main" id="{8EC08915-7774-4B7F-BBF8-5C2CD664A677}"/>
                </a:ext>
              </a:extLst>
            </p:cNvPr>
            <p:cNvSpPr/>
            <p:nvPr/>
          </p:nvSpPr>
          <p:spPr>
            <a:xfrm>
              <a:off x="7718951" y="32733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" name="정육면체 700">
              <a:extLst>
                <a:ext uri="{FF2B5EF4-FFF2-40B4-BE49-F238E27FC236}">
                  <a16:creationId xmlns:a16="http://schemas.microsoft.com/office/drawing/2014/main" id="{E99A62BC-A449-40D3-A3BF-1DE298828E58}"/>
                </a:ext>
              </a:extLst>
            </p:cNvPr>
            <p:cNvSpPr/>
            <p:nvPr/>
          </p:nvSpPr>
          <p:spPr>
            <a:xfrm>
              <a:off x="7400618" y="33901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" name="정육면체 701">
              <a:extLst>
                <a:ext uri="{FF2B5EF4-FFF2-40B4-BE49-F238E27FC236}">
                  <a16:creationId xmlns:a16="http://schemas.microsoft.com/office/drawing/2014/main" id="{ADC7D086-F8F0-4932-A7C5-4A3438E8ABB4}"/>
                </a:ext>
              </a:extLst>
            </p:cNvPr>
            <p:cNvSpPr/>
            <p:nvPr/>
          </p:nvSpPr>
          <p:spPr>
            <a:xfrm>
              <a:off x="7635624" y="339742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3" name="그룹 702">
            <a:extLst>
              <a:ext uri="{FF2B5EF4-FFF2-40B4-BE49-F238E27FC236}">
                <a16:creationId xmlns:a16="http://schemas.microsoft.com/office/drawing/2014/main" id="{05D3D4D7-C889-4236-B304-19926E41828D}"/>
              </a:ext>
            </a:extLst>
          </p:cNvPr>
          <p:cNvGrpSpPr/>
          <p:nvPr/>
        </p:nvGrpSpPr>
        <p:grpSpPr>
          <a:xfrm>
            <a:off x="7270962" y="3925060"/>
            <a:ext cx="615352" cy="682158"/>
            <a:chOff x="7391631" y="3264994"/>
            <a:chExt cx="615352" cy="682158"/>
          </a:xfrm>
        </p:grpSpPr>
        <p:sp>
          <p:nvSpPr>
            <p:cNvPr id="704" name="정육면체 703">
              <a:extLst>
                <a:ext uri="{FF2B5EF4-FFF2-40B4-BE49-F238E27FC236}">
                  <a16:creationId xmlns:a16="http://schemas.microsoft.com/office/drawing/2014/main" id="{BFF5B2CD-BCC6-4051-A251-0F82F0473235}"/>
                </a:ext>
              </a:extLst>
            </p:cNvPr>
            <p:cNvSpPr/>
            <p:nvPr/>
          </p:nvSpPr>
          <p:spPr>
            <a:xfrm>
              <a:off x="7452320" y="3526686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" name="정육면체 704">
              <a:extLst>
                <a:ext uri="{FF2B5EF4-FFF2-40B4-BE49-F238E27FC236}">
                  <a16:creationId xmlns:a16="http://schemas.microsoft.com/office/drawing/2014/main" id="{1D4BEB00-0ABA-4B76-8DEF-3933F4AE24D4}"/>
                </a:ext>
              </a:extLst>
            </p:cNvPr>
            <p:cNvSpPr/>
            <p:nvPr/>
          </p:nvSpPr>
          <p:spPr>
            <a:xfrm>
              <a:off x="7709964" y="35350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" name="정육면체 705">
              <a:extLst>
                <a:ext uri="{FF2B5EF4-FFF2-40B4-BE49-F238E27FC236}">
                  <a16:creationId xmlns:a16="http://schemas.microsoft.com/office/drawing/2014/main" id="{2ACB59F6-9F79-47FF-854E-7385BFDF09A1}"/>
                </a:ext>
              </a:extLst>
            </p:cNvPr>
            <p:cNvSpPr/>
            <p:nvPr/>
          </p:nvSpPr>
          <p:spPr>
            <a:xfrm>
              <a:off x="7391631" y="36518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" name="정육면체 706">
              <a:extLst>
                <a:ext uri="{FF2B5EF4-FFF2-40B4-BE49-F238E27FC236}">
                  <a16:creationId xmlns:a16="http://schemas.microsoft.com/office/drawing/2014/main" id="{40C38EC4-4156-4D12-B71D-2A6B5900A474}"/>
                </a:ext>
              </a:extLst>
            </p:cNvPr>
            <p:cNvSpPr/>
            <p:nvPr/>
          </p:nvSpPr>
          <p:spPr>
            <a:xfrm>
              <a:off x="7626637" y="365912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" name="정육면체 707">
              <a:extLst>
                <a:ext uri="{FF2B5EF4-FFF2-40B4-BE49-F238E27FC236}">
                  <a16:creationId xmlns:a16="http://schemas.microsoft.com/office/drawing/2014/main" id="{6F17AD31-9D27-4FD6-BBDB-29F92D2B774A}"/>
                </a:ext>
              </a:extLst>
            </p:cNvPr>
            <p:cNvSpPr/>
            <p:nvPr/>
          </p:nvSpPr>
          <p:spPr>
            <a:xfrm>
              <a:off x="7461307" y="3264994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" name="정육면체 708">
              <a:extLst>
                <a:ext uri="{FF2B5EF4-FFF2-40B4-BE49-F238E27FC236}">
                  <a16:creationId xmlns:a16="http://schemas.microsoft.com/office/drawing/2014/main" id="{A5272C7A-A2A2-4433-B112-868A58E8246C}"/>
                </a:ext>
              </a:extLst>
            </p:cNvPr>
            <p:cNvSpPr/>
            <p:nvPr/>
          </p:nvSpPr>
          <p:spPr>
            <a:xfrm>
              <a:off x="7718951" y="32733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" name="정육면체 709">
              <a:extLst>
                <a:ext uri="{FF2B5EF4-FFF2-40B4-BE49-F238E27FC236}">
                  <a16:creationId xmlns:a16="http://schemas.microsoft.com/office/drawing/2014/main" id="{083C4E6F-9507-439C-AAAB-976603B4F7BF}"/>
                </a:ext>
              </a:extLst>
            </p:cNvPr>
            <p:cNvSpPr/>
            <p:nvPr/>
          </p:nvSpPr>
          <p:spPr>
            <a:xfrm>
              <a:off x="7400618" y="33901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" name="정육면체 710">
              <a:extLst>
                <a:ext uri="{FF2B5EF4-FFF2-40B4-BE49-F238E27FC236}">
                  <a16:creationId xmlns:a16="http://schemas.microsoft.com/office/drawing/2014/main" id="{0BE6EE59-B87F-4201-8D90-7EA20F489AED}"/>
                </a:ext>
              </a:extLst>
            </p:cNvPr>
            <p:cNvSpPr/>
            <p:nvPr/>
          </p:nvSpPr>
          <p:spPr>
            <a:xfrm>
              <a:off x="7635624" y="339742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12" name="그룹 711">
            <a:extLst>
              <a:ext uri="{FF2B5EF4-FFF2-40B4-BE49-F238E27FC236}">
                <a16:creationId xmlns:a16="http://schemas.microsoft.com/office/drawing/2014/main" id="{1E643F0B-4C18-45B9-882A-29B7252C18CD}"/>
              </a:ext>
            </a:extLst>
          </p:cNvPr>
          <p:cNvGrpSpPr/>
          <p:nvPr/>
        </p:nvGrpSpPr>
        <p:grpSpPr>
          <a:xfrm>
            <a:off x="6750105" y="3350016"/>
            <a:ext cx="615352" cy="682158"/>
            <a:chOff x="7391631" y="3264994"/>
            <a:chExt cx="615352" cy="682158"/>
          </a:xfrm>
        </p:grpSpPr>
        <p:sp>
          <p:nvSpPr>
            <p:cNvPr id="713" name="정육면체 712">
              <a:extLst>
                <a:ext uri="{FF2B5EF4-FFF2-40B4-BE49-F238E27FC236}">
                  <a16:creationId xmlns:a16="http://schemas.microsoft.com/office/drawing/2014/main" id="{66E871CF-45DE-41ED-8464-3B3C0D35C8A3}"/>
                </a:ext>
              </a:extLst>
            </p:cNvPr>
            <p:cNvSpPr/>
            <p:nvPr/>
          </p:nvSpPr>
          <p:spPr>
            <a:xfrm>
              <a:off x="7452320" y="3526686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" name="정육면체 713">
              <a:extLst>
                <a:ext uri="{FF2B5EF4-FFF2-40B4-BE49-F238E27FC236}">
                  <a16:creationId xmlns:a16="http://schemas.microsoft.com/office/drawing/2014/main" id="{EB3A9F46-7E2E-4B48-9AEE-1F82172A58E7}"/>
                </a:ext>
              </a:extLst>
            </p:cNvPr>
            <p:cNvSpPr/>
            <p:nvPr/>
          </p:nvSpPr>
          <p:spPr>
            <a:xfrm>
              <a:off x="7709964" y="35350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" name="정육면체 714">
              <a:extLst>
                <a:ext uri="{FF2B5EF4-FFF2-40B4-BE49-F238E27FC236}">
                  <a16:creationId xmlns:a16="http://schemas.microsoft.com/office/drawing/2014/main" id="{7A93EE65-8DDE-4DC3-B58E-5EDA6951B465}"/>
                </a:ext>
              </a:extLst>
            </p:cNvPr>
            <p:cNvSpPr/>
            <p:nvPr/>
          </p:nvSpPr>
          <p:spPr>
            <a:xfrm>
              <a:off x="7391631" y="36518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" name="정육면체 715">
              <a:extLst>
                <a:ext uri="{FF2B5EF4-FFF2-40B4-BE49-F238E27FC236}">
                  <a16:creationId xmlns:a16="http://schemas.microsoft.com/office/drawing/2014/main" id="{1315E297-2553-49AD-9971-761B53905A7B}"/>
                </a:ext>
              </a:extLst>
            </p:cNvPr>
            <p:cNvSpPr/>
            <p:nvPr/>
          </p:nvSpPr>
          <p:spPr>
            <a:xfrm>
              <a:off x="7626637" y="365912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" name="정육면체 716">
              <a:extLst>
                <a:ext uri="{FF2B5EF4-FFF2-40B4-BE49-F238E27FC236}">
                  <a16:creationId xmlns:a16="http://schemas.microsoft.com/office/drawing/2014/main" id="{A6C7D6FA-4819-4FAA-85CD-88ED811E2651}"/>
                </a:ext>
              </a:extLst>
            </p:cNvPr>
            <p:cNvSpPr/>
            <p:nvPr/>
          </p:nvSpPr>
          <p:spPr>
            <a:xfrm>
              <a:off x="7461307" y="3264994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" name="정육면체 717">
              <a:extLst>
                <a:ext uri="{FF2B5EF4-FFF2-40B4-BE49-F238E27FC236}">
                  <a16:creationId xmlns:a16="http://schemas.microsoft.com/office/drawing/2014/main" id="{F65997F3-B4C3-44A7-B4B9-AF7A8AA0A492}"/>
                </a:ext>
              </a:extLst>
            </p:cNvPr>
            <p:cNvSpPr/>
            <p:nvPr/>
          </p:nvSpPr>
          <p:spPr>
            <a:xfrm>
              <a:off x="7718951" y="32733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" name="정육면체 718">
              <a:extLst>
                <a:ext uri="{FF2B5EF4-FFF2-40B4-BE49-F238E27FC236}">
                  <a16:creationId xmlns:a16="http://schemas.microsoft.com/office/drawing/2014/main" id="{4FB624FC-D420-4494-831B-7281ECC2886A}"/>
                </a:ext>
              </a:extLst>
            </p:cNvPr>
            <p:cNvSpPr/>
            <p:nvPr/>
          </p:nvSpPr>
          <p:spPr>
            <a:xfrm>
              <a:off x="7400618" y="33901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" name="정육면체 719">
              <a:extLst>
                <a:ext uri="{FF2B5EF4-FFF2-40B4-BE49-F238E27FC236}">
                  <a16:creationId xmlns:a16="http://schemas.microsoft.com/office/drawing/2014/main" id="{11183947-68DE-47AE-9E66-A75C639D40D3}"/>
                </a:ext>
              </a:extLst>
            </p:cNvPr>
            <p:cNvSpPr/>
            <p:nvPr/>
          </p:nvSpPr>
          <p:spPr>
            <a:xfrm>
              <a:off x="7635624" y="339742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21" name="그룹 720">
            <a:extLst>
              <a:ext uri="{FF2B5EF4-FFF2-40B4-BE49-F238E27FC236}">
                <a16:creationId xmlns:a16="http://schemas.microsoft.com/office/drawing/2014/main" id="{A7795A12-1534-443A-89CB-DCBAB802B6EE}"/>
              </a:ext>
            </a:extLst>
          </p:cNvPr>
          <p:cNvGrpSpPr/>
          <p:nvPr/>
        </p:nvGrpSpPr>
        <p:grpSpPr>
          <a:xfrm>
            <a:off x="7282270" y="3377016"/>
            <a:ext cx="615352" cy="682158"/>
            <a:chOff x="7391631" y="3264994"/>
            <a:chExt cx="615352" cy="682158"/>
          </a:xfrm>
        </p:grpSpPr>
        <p:sp>
          <p:nvSpPr>
            <p:cNvPr id="722" name="정육면체 721">
              <a:extLst>
                <a:ext uri="{FF2B5EF4-FFF2-40B4-BE49-F238E27FC236}">
                  <a16:creationId xmlns:a16="http://schemas.microsoft.com/office/drawing/2014/main" id="{B0D922F3-6B8D-441A-9E3F-F2425A3B5960}"/>
                </a:ext>
              </a:extLst>
            </p:cNvPr>
            <p:cNvSpPr/>
            <p:nvPr/>
          </p:nvSpPr>
          <p:spPr>
            <a:xfrm>
              <a:off x="7452320" y="3526686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" name="정육면체 722">
              <a:extLst>
                <a:ext uri="{FF2B5EF4-FFF2-40B4-BE49-F238E27FC236}">
                  <a16:creationId xmlns:a16="http://schemas.microsoft.com/office/drawing/2014/main" id="{31F6B142-8324-465D-914A-0A7A1E170CB3}"/>
                </a:ext>
              </a:extLst>
            </p:cNvPr>
            <p:cNvSpPr/>
            <p:nvPr/>
          </p:nvSpPr>
          <p:spPr>
            <a:xfrm>
              <a:off x="7709964" y="35350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" name="정육면체 723">
              <a:extLst>
                <a:ext uri="{FF2B5EF4-FFF2-40B4-BE49-F238E27FC236}">
                  <a16:creationId xmlns:a16="http://schemas.microsoft.com/office/drawing/2014/main" id="{4A0EEEF7-1039-4F9A-85FB-E6C57AD9B0F0}"/>
                </a:ext>
              </a:extLst>
            </p:cNvPr>
            <p:cNvSpPr/>
            <p:nvPr/>
          </p:nvSpPr>
          <p:spPr>
            <a:xfrm>
              <a:off x="7391631" y="365187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" name="정육면체 724">
              <a:extLst>
                <a:ext uri="{FF2B5EF4-FFF2-40B4-BE49-F238E27FC236}">
                  <a16:creationId xmlns:a16="http://schemas.microsoft.com/office/drawing/2014/main" id="{5931334D-B5BF-442A-BABB-5025B4958A62}"/>
                </a:ext>
              </a:extLst>
            </p:cNvPr>
            <p:cNvSpPr/>
            <p:nvPr/>
          </p:nvSpPr>
          <p:spPr>
            <a:xfrm>
              <a:off x="7626637" y="3659120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" name="정육면체 725">
              <a:extLst>
                <a:ext uri="{FF2B5EF4-FFF2-40B4-BE49-F238E27FC236}">
                  <a16:creationId xmlns:a16="http://schemas.microsoft.com/office/drawing/2014/main" id="{85FAA2A7-2072-4612-A8AA-28E20317CB52}"/>
                </a:ext>
              </a:extLst>
            </p:cNvPr>
            <p:cNvSpPr/>
            <p:nvPr/>
          </p:nvSpPr>
          <p:spPr>
            <a:xfrm>
              <a:off x="7461307" y="3264994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" name="정육면체 726">
              <a:extLst>
                <a:ext uri="{FF2B5EF4-FFF2-40B4-BE49-F238E27FC236}">
                  <a16:creationId xmlns:a16="http://schemas.microsoft.com/office/drawing/2014/main" id="{A5448084-3062-4675-85C2-3C6FC4E2ADAE}"/>
                </a:ext>
              </a:extLst>
            </p:cNvPr>
            <p:cNvSpPr/>
            <p:nvPr/>
          </p:nvSpPr>
          <p:spPr>
            <a:xfrm>
              <a:off x="7718951" y="32733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" name="정육면체 727">
              <a:extLst>
                <a:ext uri="{FF2B5EF4-FFF2-40B4-BE49-F238E27FC236}">
                  <a16:creationId xmlns:a16="http://schemas.microsoft.com/office/drawing/2014/main" id="{7614F0F3-686E-4DFC-9812-78DBD6746435}"/>
                </a:ext>
              </a:extLst>
            </p:cNvPr>
            <p:cNvSpPr/>
            <p:nvPr/>
          </p:nvSpPr>
          <p:spPr>
            <a:xfrm>
              <a:off x="7400618" y="339017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" name="정육면체 728">
              <a:extLst>
                <a:ext uri="{FF2B5EF4-FFF2-40B4-BE49-F238E27FC236}">
                  <a16:creationId xmlns:a16="http://schemas.microsoft.com/office/drawing/2014/main" id="{7B47D02C-3436-4127-8EE9-1E4C2FF7B5BF}"/>
                </a:ext>
              </a:extLst>
            </p:cNvPr>
            <p:cNvSpPr/>
            <p:nvPr/>
          </p:nvSpPr>
          <p:spPr>
            <a:xfrm>
              <a:off x="7635624" y="3397428"/>
              <a:ext cx="288032" cy="288032"/>
            </a:xfrm>
            <a:prstGeom prst="cub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3083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Terrain </a:t>
            </a:r>
            <a:r>
              <a:rPr lang="en-US" altLang="ko-KR" sz="1800" b="1" dirty="0"/>
              <a:t>#Level of Detail</a:t>
            </a:r>
            <a:endParaRPr lang="ko-KR" altLang="en-US" sz="1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41176" y="3910305"/>
            <a:ext cx="8379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LOD: </a:t>
            </a:r>
            <a:r>
              <a:rPr lang="ko-KR" altLang="en-US" dirty="0"/>
              <a:t>멀리 있는 물체의 </a:t>
            </a:r>
            <a:r>
              <a:rPr lang="ko-KR" altLang="en-US" dirty="0" err="1"/>
              <a:t>폴리곤</a:t>
            </a:r>
            <a:r>
              <a:rPr lang="ko-KR" altLang="en-US" dirty="0"/>
              <a:t> 수를 줄여 렌더링 성능을 향상시키는 기술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   지형 뿐 아니라 모든 오브젝트의 </a:t>
            </a:r>
            <a:r>
              <a:rPr lang="ko-KR" altLang="en-US" dirty="0" err="1"/>
              <a:t>메시에도</a:t>
            </a:r>
            <a:r>
              <a:rPr lang="ko-KR" altLang="en-US" dirty="0"/>
              <a:t> 적용이 가능하다</a:t>
            </a:r>
            <a:r>
              <a:rPr lang="en-US" altLang="ko-KR" dirty="0"/>
              <a:t>.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1024650" y="1315353"/>
            <a:ext cx="1711712" cy="1788862"/>
            <a:chOff x="971303" y="1347609"/>
            <a:chExt cx="2161892" cy="2259326"/>
          </a:xfrm>
        </p:grpSpPr>
        <p:grpSp>
          <p:nvGrpSpPr>
            <p:cNvPr id="1077" name="그룹 1076"/>
            <p:cNvGrpSpPr/>
            <p:nvPr/>
          </p:nvGrpSpPr>
          <p:grpSpPr>
            <a:xfrm>
              <a:off x="971593" y="1347609"/>
              <a:ext cx="2161602" cy="2259326"/>
              <a:chOff x="1187621" y="1442977"/>
              <a:chExt cx="545288" cy="569943"/>
            </a:xfrm>
          </p:grpSpPr>
          <p:grpSp>
            <p:nvGrpSpPr>
              <p:cNvPr id="1078" name="그룹 1077"/>
              <p:cNvGrpSpPr/>
              <p:nvPr/>
            </p:nvGrpSpPr>
            <p:grpSpPr>
              <a:xfrm>
                <a:off x="1187624" y="1442977"/>
                <a:ext cx="138791" cy="144502"/>
                <a:chOff x="1187624" y="1707654"/>
                <a:chExt cx="122930" cy="144502"/>
              </a:xfrm>
            </p:grpSpPr>
            <p:sp>
              <p:nvSpPr>
                <p:cNvPr id="1151" name="이등변 삼각형 115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2" name="이등변 삼각형 115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79" name="그룹 1078"/>
              <p:cNvGrpSpPr/>
              <p:nvPr/>
            </p:nvGrpSpPr>
            <p:grpSpPr>
              <a:xfrm>
                <a:off x="1326415" y="1442977"/>
                <a:ext cx="138791" cy="144502"/>
                <a:chOff x="1187624" y="1707654"/>
                <a:chExt cx="122930" cy="144502"/>
              </a:xfrm>
            </p:grpSpPr>
            <p:sp>
              <p:nvSpPr>
                <p:cNvPr id="1149" name="이등변 삼각형 114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0" name="이등변 삼각형 114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80" name="그룹 1079"/>
              <p:cNvGrpSpPr/>
              <p:nvPr/>
            </p:nvGrpSpPr>
            <p:grpSpPr>
              <a:xfrm>
                <a:off x="1467756" y="1442977"/>
                <a:ext cx="138791" cy="144502"/>
                <a:chOff x="1189883" y="1707654"/>
                <a:chExt cx="122930" cy="144502"/>
              </a:xfrm>
            </p:grpSpPr>
            <p:sp>
              <p:nvSpPr>
                <p:cNvPr id="1147" name="이등변 삼각형 1146"/>
                <p:cNvSpPr/>
                <p:nvPr/>
              </p:nvSpPr>
              <p:spPr>
                <a:xfrm>
                  <a:off x="1189883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48" name="이등변 삼각형 1147"/>
                <p:cNvSpPr/>
                <p:nvPr/>
              </p:nvSpPr>
              <p:spPr>
                <a:xfrm rot="10800000">
                  <a:off x="1189883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81" name="그룹 1080"/>
              <p:cNvGrpSpPr/>
              <p:nvPr/>
            </p:nvGrpSpPr>
            <p:grpSpPr>
              <a:xfrm>
                <a:off x="1594118" y="1442978"/>
                <a:ext cx="138791" cy="144502"/>
                <a:chOff x="1187624" y="1707654"/>
                <a:chExt cx="122930" cy="144502"/>
              </a:xfrm>
            </p:grpSpPr>
            <p:sp>
              <p:nvSpPr>
                <p:cNvPr id="1145" name="이등변 삼각형 114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46" name="이등변 삼각형 114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83" name="그룹 1082"/>
              <p:cNvGrpSpPr/>
              <p:nvPr/>
            </p:nvGrpSpPr>
            <p:grpSpPr>
              <a:xfrm>
                <a:off x="1187623" y="1587480"/>
                <a:ext cx="138791" cy="144502"/>
                <a:chOff x="1187624" y="1707654"/>
                <a:chExt cx="122930" cy="144502"/>
              </a:xfrm>
            </p:grpSpPr>
            <p:sp>
              <p:nvSpPr>
                <p:cNvPr id="1141" name="이등변 삼각형 114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42" name="이등변 삼각형 114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84" name="그룹 1083"/>
              <p:cNvGrpSpPr/>
              <p:nvPr/>
            </p:nvGrpSpPr>
            <p:grpSpPr>
              <a:xfrm>
                <a:off x="1326414" y="1587480"/>
                <a:ext cx="138791" cy="144502"/>
                <a:chOff x="1187624" y="1707654"/>
                <a:chExt cx="122930" cy="144502"/>
              </a:xfrm>
            </p:grpSpPr>
            <p:sp>
              <p:nvSpPr>
                <p:cNvPr id="1139" name="이등변 삼각형 113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40" name="이등변 삼각형 113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85" name="그룹 1084"/>
              <p:cNvGrpSpPr/>
              <p:nvPr/>
            </p:nvGrpSpPr>
            <p:grpSpPr>
              <a:xfrm>
                <a:off x="1465205" y="1587479"/>
                <a:ext cx="138791" cy="144502"/>
                <a:chOff x="1187624" y="1707654"/>
                <a:chExt cx="122930" cy="144502"/>
              </a:xfrm>
            </p:grpSpPr>
            <p:sp>
              <p:nvSpPr>
                <p:cNvPr id="1137" name="이등변 삼각형 113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38" name="이등변 삼각형 113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86" name="그룹 1085"/>
              <p:cNvGrpSpPr/>
              <p:nvPr/>
            </p:nvGrpSpPr>
            <p:grpSpPr>
              <a:xfrm>
                <a:off x="1594117" y="1587480"/>
                <a:ext cx="138791" cy="144502"/>
                <a:chOff x="1187624" y="1707654"/>
                <a:chExt cx="122930" cy="144502"/>
              </a:xfrm>
            </p:grpSpPr>
            <p:sp>
              <p:nvSpPr>
                <p:cNvPr id="1135" name="이등변 삼각형 113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36" name="이등변 삼각형 113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88" name="그룹 1087"/>
              <p:cNvGrpSpPr/>
              <p:nvPr/>
            </p:nvGrpSpPr>
            <p:grpSpPr>
              <a:xfrm>
                <a:off x="1187623" y="1731982"/>
                <a:ext cx="138791" cy="144502"/>
                <a:chOff x="1187624" y="1707654"/>
                <a:chExt cx="122930" cy="144502"/>
              </a:xfrm>
            </p:grpSpPr>
            <p:sp>
              <p:nvSpPr>
                <p:cNvPr id="1131" name="이등변 삼각형 113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32" name="이등변 삼각형 113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89" name="그룹 1088"/>
              <p:cNvGrpSpPr/>
              <p:nvPr/>
            </p:nvGrpSpPr>
            <p:grpSpPr>
              <a:xfrm>
                <a:off x="1326414" y="1731982"/>
                <a:ext cx="138791" cy="144502"/>
                <a:chOff x="1187624" y="1707654"/>
                <a:chExt cx="122930" cy="144502"/>
              </a:xfrm>
            </p:grpSpPr>
            <p:sp>
              <p:nvSpPr>
                <p:cNvPr id="1129" name="이등변 삼각형 112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30" name="이등변 삼각형 112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90" name="그룹 1089"/>
              <p:cNvGrpSpPr/>
              <p:nvPr/>
            </p:nvGrpSpPr>
            <p:grpSpPr>
              <a:xfrm>
                <a:off x="1462224" y="1733833"/>
                <a:ext cx="267703" cy="278718"/>
                <a:chOff x="1184984" y="1709506"/>
                <a:chExt cx="237110" cy="278718"/>
              </a:xfrm>
            </p:grpSpPr>
            <p:sp>
              <p:nvSpPr>
                <p:cNvPr id="1127" name="이등변 삼각형 1126"/>
                <p:cNvSpPr/>
                <p:nvPr/>
              </p:nvSpPr>
              <p:spPr>
                <a:xfrm>
                  <a:off x="1184984" y="1709506"/>
                  <a:ext cx="237110" cy="278718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28" name="이등변 삼각형 1127"/>
                <p:cNvSpPr/>
                <p:nvPr/>
              </p:nvSpPr>
              <p:spPr>
                <a:xfrm rot="10800000">
                  <a:off x="1184984" y="1709506"/>
                  <a:ext cx="237110" cy="278718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93" name="그룹 1092"/>
              <p:cNvGrpSpPr/>
              <p:nvPr/>
            </p:nvGrpSpPr>
            <p:grpSpPr>
              <a:xfrm>
                <a:off x="1187621" y="1863674"/>
                <a:ext cx="138791" cy="149246"/>
                <a:chOff x="1187622" y="1694844"/>
                <a:chExt cx="122930" cy="149246"/>
              </a:xfrm>
            </p:grpSpPr>
            <p:sp>
              <p:nvSpPr>
                <p:cNvPr id="1121" name="이등변 삼각형 1120"/>
                <p:cNvSpPr/>
                <p:nvPr/>
              </p:nvSpPr>
              <p:spPr>
                <a:xfrm>
                  <a:off x="1187622" y="169484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22" name="이등변 삼각형 1121"/>
                <p:cNvSpPr/>
                <p:nvPr/>
              </p:nvSpPr>
              <p:spPr>
                <a:xfrm rot="10800000">
                  <a:off x="1187622" y="1699588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94" name="그룹 1093"/>
              <p:cNvGrpSpPr/>
              <p:nvPr/>
            </p:nvGrpSpPr>
            <p:grpSpPr>
              <a:xfrm>
                <a:off x="1324922" y="1866288"/>
                <a:ext cx="140279" cy="146632"/>
                <a:chOff x="1186302" y="1697458"/>
                <a:chExt cx="124248" cy="146632"/>
              </a:xfrm>
            </p:grpSpPr>
            <p:sp>
              <p:nvSpPr>
                <p:cNvPr id="1119" name="이등변 삼각형 1118"/>
                <p:cNvSpPr/>
                <p:nvPr/>
              </p:nvSpPr>
              <p:spPr>
                <a:xfrm>
                  <a:off x="1187620" y="1697458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20" name="이등변 삼각형 1119"/>
                <p:cNvSpPr/>
                <p:nvPr/>
              </p:nvSpPr>
              <p:spPr>
                <a:xfrm rot="10800000">
                  <a:off x="1186302" y="1699588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398" name="그룹 397"/>
            <p:cNvGrpSpPr/>
            <p:nvPr/>
          </p:nvGrpSpPr>
          <p:grpSpPr>
            <a:xfrm>
              <a:off x="971305" y="1347610"/>
              <a:ext cx="277582" cy="289004"/>
              <a:chOff x="1187624" y="1707654"/>
              <a:chExt cx="122930" cy="144502"/>
            </a:xfrm>
          </p:grpSpPr>
          <p:sp>
            <p:nvSpPr>
              <p:cNvPr id="655" name="이등변 삼각형 654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6" name="이등변 삼각형 655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99" name="그룹 398"/>
            <p:cNvGrpSpPr/>
            <p:nvPr/>
          </p:nvGrpSpPr>
          <p:grpSpPr>
            <a:xfrm>
              <a:off x="1248887" y="1347610"/>
              <a:ext cx="277582" cy="289004"/>
              <a:chOff x="1187624" y="1707654"/>
              <a:chExt cx="122930" cy="144502"/>
            </a:xfrm>
          </p:grpSpPr>
          <p:sp>
            <p:nvSpPr>
              <p:cNvPr id="653" name="이등변 삼각형 652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4" name="이등변 삼각형 653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82" name="그룹 581"/>
            <p:cNvGrpSpPr/>
            <p:nvPr/>
          </p:nvGrpSpPr>
          <p:grpSpPr>
            <a:xfrm>
              <a:off x="1526470" y="1347610"/>
              <a:ext cx="277582" cy="289004"/>
              <a:chOff x="1187624" y="1707654"/>
              <a:chExt cx="122930" cy="144502"/>
            </a:xfrm>
          </p:grpSpPr>
          <p:sp>
            <p:nvSpPr>
              <p:cNvPr id="651" name="이등변 삼각형 650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2" name="이등변 삼각형 651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83" name="그룹 582"/>
            <p:cNvGrpSpPr/>
            <p:nvPr/>
          </p:nvGrpSpPr>
          <p:grpSpPr>
            <a:xfrm>
              <a:off x="1784295" y="1347610"/>
              <a:ext cx="277582" cy="289004"/>
              <a:chOff x="1187624" y="1707654"/>
              <a:chExt cx="122930" cy="144502"/>
            </a:xfrm>
          </p:grpSpPr>
          <p:sp>
            <p:nvSpPr>
              <p:cNvPr id="649" name="이등변 삼각형 648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0" name="이등변 삼각형 649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87" name="그룹 586"/>
            <p:cNvGrpSpPr/>
            <p:nvPr/>
          </p:nvGrpSpPr>
          <p:grpSpPr>
            <a:xfrm>
              <a:off x="971303" y="1636614"/>
              <a:ext cx="277582" cy="289004"/>
              <a:chOff x="1187624" y="1707654"/>
              <a:chExt cx="122930" cy="144502"/>
            </a:xfrm>
          </p:grpSpPr>
          <p:sp>
            <p:nvSpPr>
              <p:cNvPr id="645" name="이등변 삼각형 644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6" name="이등변 삼각형 645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88" name="그룹 587"/>
            <p:cNvGrpSpPr/>
            <p:nvPr/>
          </p:nvGrpSpPr>
          <p:grpSpPr>
            <a:xfrm>
              <a:off x="1248885" y="1636614"/>
              <a:ext cx="277582" cy="289004"/>
              <a:chOff x="1187624" y="1707654"/>
              <a:chExt cx="122930" cy="144502"/>
            </a:xfrm>
          </p:grpSpPr>
          <p:sp>
            <p:nvSpPr>
              <p:cNvPr id="643" name="이등변 삼각형 642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4" name="이등변 삼각형 643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41" name="이등변 삼각형 640"/>
            <p:cNvSpPr/>
            <p:nvPr/>
          </p:nvSpPr>
          <p:spPr>
            <a:xfrm>
              <a:off x="1526468" y="1636614"/>
              <a:ext cx="277582" cy="289004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90" name="그룹 589"/>
            <p:cNvGrpSpPr/>
            <p:nvPr/>
          </p:nvGrpSpPr>
          <p:grpSpPr>
            <a:xfrm>
              <a:off x="1784293" y="1636614"/>
              <a:ext cx="277582" cy="289004"/>
              <a:chOff x="1187624" y="1707654"/>
              <a:chExt cx="122930" cy="144502"/>
            </a:xfrm>
          </p:grpSpPr>
          <p:sp>
            <p:nvSpPr>
              <p:cNvPr id="639" name="이등변 삼각형 638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0" name="이등변 삼각형 639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92" name="그룹 591"/>
            <p:cNvGrpSpPr/>
            <p:nvPr/>
          </p:nvGrpSpPr>
          <p:grpSpPr>
            <a:xfrm>
              <a:off x="971303" y="1925616"/>
              <a:ext cx="277582" cy="289004"/>
              <a:chOff x="1187624" y="1707654"/>
              <a:chExt cx="122930" cy="144502"/>
            </a:xfrm>
          </p:grpSpPr>
          <p:sp>
            <p:nvSpPr>
              <p:cNvPr id="635" name="이등변 삼각형 634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6" name="이등변 삼각형 635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93" name="그룹 592"/>
            <p:cNvGrpSpPr/>
            <p:nvPr/>
          </p:nvGrpSpPr>
          <p:grpSpPr>
            <a:xfrm>
              <a:off x="1248885" y="1925616"/>
              <a:ext cx="277582" cy="289004"/>
              <a:chOff x="1187624" y="1707654"/>
              <a:chExt cx="122930" cy="144502"/>
            </a:xfrm>
          </p:grpSpPr>
          <p:sp>
            <p:nvSpPr>
              <p:cNvPr id="633" name="이등변 삼각형 632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4" name="이등변 삼각형 633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95" name="그룹 594"/>
            <p:cNvGrpSpPr/>
            <p:nvPr/>
          </p:nvGrpSpPr>
          <p:grpSpPr>
            <a:xfrm>
              <a:off x="1784293" y="1925616"/>
              <a:ext cx="277582" cy="289004"/>
              <a:chOff x="1187624" y="1707654"/>
              <a:chExt cx="122930" cy="144502"/>
            </a:xfrm>
          </p:grpSpPr>
          <p:sp>
            <p:nvSpPr>
              <p:cNvPr id="629" name="이등변 삼각형 628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0" name="이등변 삼각형 629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97" name="그룹 596"/>
            <p:cNvGrpSpPr/>
            <p:nvPr/>
          </p:nvGrpSpPr>
          <p:grpSpPr>
            <a:xfrm>
              <a:off x="971305" y="2214621"/>
              <a:ext cx="277582" cy="289004"/>
              <a:chOff x="1187624" y="1707654"/>
              <a:chExt cx="122930" cy="144502"/>
            </a:xfrm>
          </p:grpSpPr>
          <p:sp>
            <p:nvSpPr>
              <p:cNvPr id="625" name="이등변 삼각형 624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6" name="이등변 삼각형 625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98" name="그룹 597"/>
            <p:cNvGrpSpPr/>
            <p:nvPr/>
          </p:nvGrpSpPr>
          <p:grpSpPr>
            <a:xfrm>
              <a:off x="1248887" y="2214621"/>
              <a:ext cx="277582" cy="289004"/>
              <a:chOff x="1187624" y="1707654"/>
              <a:chExt cx="122930" cy="144502"/>
            </a:xfrm>
          </p:grpSpPr>
          <p:sp>
            <p:nvSpPr>
              <p:cNvPr id="623" name="이등변 삼각형 622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4" name="이등변 삼각형 623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99" name="그룹 598"/>
            <p:cNvGrpSpPr/>
            <p:nvPr/>
          </p:nvGrpSpPr>
          <p:grpSpPr>
            <a:xfrm>
              <a:off x="1526470" y="2214621"/>
              <a:ext cx="277582" cy="289004"/>
              <a:chOff x="1187624" y="1707654"/>
              <a:chExt cx="122930" cy="144502"/>
            </a:xfrm>
          </p:grpSpPr>
          <p:sp>
            <p:nvSpPr>
              <p:cNvPr id="621" name="이등변 삼각형 620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2" name="이등변 삼각형 621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00" name="그룹 599"/>
            <p:cNvGrpSpPr/>
            <p:nvPr/>
          </p:nvGrpSpPr>
          <p:grpSpPr>
            <a:xfrm>
              <a:off x="1784295" y="2214621"/>
              <a:ext cx="277582" cy="289004"/>
              <a:chOff x="1187624" y="1707654"/>
              <a:chExt cx="122930" cy="144502"/>
            </a:xfrm>
          </p:grpSpPr>
          <p:sp>
            <p:nvSpPr>
              <p:cNvPr id="619" name="이등변 삼각형 618"/>
              <p:cNvSpPr/>
              <p:nvPr/>
            </p:nvSpPr>
            <p:spPr>
              <a:xfrm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0" name="이등변 삼각형 619"/>
              <p:cNvSpPr/>
              <p:nvPr/>
            </p:nvSpPr>
            <p:spPr>
              <a:xfrm rot="10800000">
                <a:off x="1187624" y="1707654"/>
                <a:ext cx="122930" cy="144502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>
              <a:off x="971592" y="1356848"/>
              <a:ext cx="822871" cy="863608"/>
              <a:chOff x="1027709" y="1439845"/>
              <a:chExt cx="822870" cy="863610"/>
            </a:xfrm>
          </p:grpSpPr>
          <p:grpSp>
            <p:nvGrpSpPr>
              <p:cNvPr id="769" name="그룹 768"/>
              <p:cNvGrpSpPr/>
              <p:nvPr/>
            </p:nvGrpSpPr>
            <p:grpSpPr>
              <a:xfrm>
                <a:off x="1027713" y="1439845"/>
                <a:ext cx="138791" cy="144502"/>
                <a:chOff x="1187624" y="1707654"/>
                <a:chExt cx="122930" cy="144502"/>
              </a:xfrm>
            </p:grpSpPr>
            <p:sp>
              <p:nvSpPr>
                <p:cNvPr id="1070" name="이등변 삼각형 106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71" name="이등변 삼각형 107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70" name="그룹 769"/>
              <p:cNvGrpSpPr/>
              <p:nvPr/>
            </p:nvGrpSpPr>
            <p:grpSpPr>
              <a:xfrm>
                <a:off x="1166504" y="1439845"/>
                <a:ext cx="138791" cy="144502"/>
                <a:chOff x="1187624" y="1707654"/>
                <a:chExt cx="122930" cy="144502"/>
              </a:xfrm>
            </p:grpSpPr>
            <p:sp>
              <p:nvSpPr>
                <p:cNvPr id="1068" name="이등변 삼각형 1067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9" name="이등변 삼각형 1068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71" name="그룹 770"/>
              <p:cNvGrpSpPr/>
              <p:nvPr/>
            </p:nvGrpSpPr>
            <p:grpSpPr>
              <a:xfrm>
                <a:off x="1305295" y="1439845"/>
                <a:ext cx="138791" cy="144502"/>
                <a:chOff x="1187624" y="1707654"/>
                <a:chExt cx="122930" cy="144502"/>
              </a:xfrm>
            </p:grpSpPr>
            <p:sp>
              <p:nvSpPr>
                <p:cNvPr id="1066" name="이등변 삼각형 1065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7" name="이등변 삼각형 1066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72" name="그룹 771"/>
              <p:cNvGrpSpPr/>
              <p:nvPr/>
            </p:nvGrpSpPr>
            <p:grpSpPr>
              <a:xfrm>
                <a:off x="1434207" y="1439845"/>
                <a:ext cx="138791" cy="144502"/>
                <a:chOff x="1187624" y="1707654"/>
                <a:chExt cx="122930" cy="144502"/>
              </a:xfrm>
            </p:grpSpPr>
            <p:sp>
              <p:nvSpPr>
                <p:cNvPr id="1064" name="이등변 삼각형 1063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5" name="이등변 삼각형 1064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73" name="그룹 772"/>
              <p:cNvGrpSpPr/>
              <p:nvPr/>
            </p:nvGrpSpPr>
            <p:grpSpPr>
              <a:xfrm>
                <a:off x="1572997" y="1439845"/>
                <a:ext cx="138791" cy="144502"/>
                <a:chOff x="1187624" y="1707654"/>
                <a:chExt cx="122930" cy="144502"/>
              </a:xfrm>
            </p:grpSpPr>
            <p:sp>
              <p:nvSpPr>
                <p:cNvPr id="1062" name="이등변 삼각형 1061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3" name="이등변 삼각형 1062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74" name="그룹 773"/>
              <p:cNvGrpSpPr/>
              <p:nvPr/>
            </p:nvGrpSpPr>
            <p:grpSpPr>
              <a:xfrm>
                <a:off x="1711788" y="1439845"/>
                <a:ext cx="138791" cy="144502"/>
                <a:chOff x="1187624" y="1707654"/>
                <a:chExt cx="122930" cy="144502"/>
              </a:xfrm>
            </p:grpSpPr>
            <p:sp>
              <p:nvSpPr>
                <p:cNvPr id="1060" name="이등변 삼각형 1059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1" name="이등변 삼각형 1060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79" name="그룹 778"/>
              <p:cNvGrpSpPr/>
              <p:nvPr/>
            </p:nvGrpSpPr>
            <p:grpSpPr>
              <a:xfrm>
                <a:off x="1027712" y="1584347"/>
                <a:ext cx="138791" cy="144502"/>
                <a:chOff x="1187624" y="1707654"/>
                <a:chExt cx="122930" cy="144502"/>
              </a:xfrm>
            </p:grpSpPr>
            <p:sp>
              <p:nvSpPr>
                <p:cNvPr id="1047" name="이등변 삼각형 104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8" name="이등변 삼각형 104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80" name="그룹 779"/>
              <p:cNvGrpSpPr/>
              <p:nvPr/>
            </p:nvGrpSpPr>
            <p:grpSpPr>
              <a:xfrm>
                <a:off x="1166503" y="1584347"/>
                <a:ext cx="138791" cy="144502"/>
                <a:chOff x="1187624" y="1707654"/>
                <a:chExt cx="122930" cy="144502"/>
              </a:xfrm>
            </p:grpSpPr>
            <p:sp>
              <p:nvSpPr>
                <p:cNvPr id="1045" name="이등변 삼각형 104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6" name="이등변 삼각형 104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81" name="그룹 780"/>
              <p:cNvGrpSpPr/>
              <p:nvPr/>
            </p:nvGrpSpPr>
            <p:grpSpPr>
              <a:xfrm>
                <a:off x="1305294" y="1584347"/>
                <a:ext cx="138791" cy="144502"/>
                <a:chOff x="1187624" y="1707654"/>
                <a:chExt cx="122930" cy="144502"/>
              </a:xfrm>
            </p:grpSpPr>
            <p:sp>
              <p:nvSpPr>
                <p:cNvPr id="1043" name="이등변 삼각형 104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4" name="이등변 삼각형 104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82" name="그룹 781"/>
              <p:cNvGrpSpPr/>
              <p:nvPr/>
            </p:nvGrpSpPr>
            <p:grpSpPr>
              <a:xfrm>
                <a:off x="1434206" y="1584347"/>
                <a:ext cx="138791" cy="144502"/>
                <a:chOff x="1187624" y="1707654"/>
                <a:chExt cx="122930" cy="144502"/>
              </a:xfrm>
            </p:grpSpPr>
            <p:sp>
              <p:nvSpPr>
                <p:cNvPr id="1041" name="이등변 삼각형 104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2" name="이등변 삼각형 104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83" name="그룹 782"/>
              <p:cNvGrpSpPr/>
              <p:nvPr/>
            </p:nvGrpSpPr>
            <p:grpSpPr>
              <a:xfrm>
                <a:off x="1572996" y="1584347"/>
                <a:ext cx="138791" cy="144502"/>
                <a:chOff x="1187624" y="1707654"/>
                <a:chExt cx="122930" cy="144502"/>
              </a:xfrm>
            </p:grpSpPr>
            <p:sp>
              <p:nvSpPr>
                <p:cNvPr id="1039" name="이등변 삼각형 1038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0" name="이등변 삼각형 1039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84" name="그룹 783"/>
              <p:cNvGrpSpPr/>
              <p:nvPr/>
            </p:nvGrpSpPr>
            <p:grpSpPr>
              <a:xfrm>
                <a:off x="1711787" y="1584347"/>
                <a:ext cx="138791" cy="144502"/>
                <a:chOff x="1187624" y="1707654"/>
                <a:chExt cx="122930" cy="144502"/>
              </a:xfrm>
            </p:grpSpPr>
            <p:sp>
              <p:nvSpPr>
                <p:cNvPr id="1037" name="이등변 삼각형 103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8" name="이등변 삼각형 103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89" name="그룹 788"/>
              <p:cNvGrpSpPr/>
              <p:nvPr/>
            </p:nvGrpSpPr>
            <p:grpSpPr>
              <a:xfrm>
                <a:off x="1027712" y="1728849"/>
                <a:ext cx="138791" cy="144502"/>
                <a:chOff x="1187624" y="1707654"/>
                <a:chExt cx="122930" cy="144502"/>
              </a:xfrm>
            </p:grpSpPr>
            <p:sp>
              <p:nvSpPr>
                <p:cNvPr id="1027" name="이등변 삼각형 102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8" name="이등변 삼각형 102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90" name="그룹 789"/>
              <p:cNvGrpSpPr/>
              <p:nvPr/>
            </p:nvGrpSpPr>
            <p:grpSpPr>
              <a:xfrm>
                <a:off x="1166503" y="1728849"/>
                <a:ext cx="138791" cy="144502"/>
                <a:chOff x="1187624" y="1707654"/>
                <a:chExt cx="122930" cy="144502"/>
              </a:xfrm>
            </p:grpSpPr>
            <p:sp>
              <p:nvSpPr>
                <p:cNvPr id="1025" name="이등변 삼각형 102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6" name="이등변 삼각형 102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91" name="그룹 790"/>
              <p:cNvGrpSpPr/>
              <p:nvPr/>
            </p:nvGrpSpPr>
            <p:grpSpPr>
              <a:xfrm>
                <a:off x="1305294" y="1728849"/>
                <a:ext cx="138791" cy="144502"/>
                <a:chOff x="1187624" y="1707654"/>
                <a:chExt cx="122930" cy="144502"/>
              </a:xfrm>
            </p:grpSpPr>
            <p:sp>
              <p:nvSpPr>
                <p:cNvPr id="1023" name="이등변 삼각형 102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4" name="이등변 삼각형 102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92" name="그룹 791"/>
              <p:cNvGrpSpPr/>
              <p:nvPr/>
            </p:nvGrpSpPr>
            <p:grpSpPr>
              <a:xfrm>
                <a:off x="1434206" y="1728849"/>
                <a:ext cx="138791" cy="144502"/>
                <a:chOff x="1187624" y="1707654"/>
                <a:chExt cx="122930" cy="144502"/>
              </a:xfrm>
            </p:grpSpPr>
            <p:sp>
              <p:nvSpPr>
                <p:cNvPr id="1021" name="이등변 삼각형 102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2" name="이등변 삼각형 102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99" name="그룹 798"/>
              <p:cNvGrpSpPr/>
              <p:nvPr/>
            </p:nvGrpSpPr>
            <p:grpSpPr>
              <a:xfrm>
                <a:off x="1027713" y="1873351"/>
                <a:ext cx="138791" cy="144502"/>
                <a:chOff x="1187624" y="1707654"/>
                <a:chExt cx="122930" cy="144502"/>
              </a:xfrm>
            </p:grpSpPr>
            <p:sp>
              <p:nvSpPr>
                <p:cNvPr id="1007" name="이등변 삼각형 100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8" name="이등변 삼각형 100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800" name="그룹 799"/>
              <p:cNvGrpSpPr/>
              <p:nvPr/>
            </p:nvGrpSpPr>
            <p:grpSpPr>
              <a:xfrm>
                <a:off x="1166504" y="1873351"/>
                <a:ext cx="138791" cy="144502"/>
                <a:chOff x="1187624" y="1707654"/>
                <a:chExt cx="122930" cy="144502"/>
              </a:xfrm>
            </p:grpSpPr>
            <p:sp>
              <p:nvSpPr>
                <p:cNvPr id="1005" name="이등변 삼각형 100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6" name="이등변 삼각형 100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801" name="그룹 800"/>
              <p:cNvGrpSpPr/>
              <p:nvPr/>
            </p:nvGrpSpPr>
            <p:grpSpPr>
              <a:xfrm>
                <a:off x="1305295" y="1873351"/>
                <a:ext cx="138791" cy="144502"/>
                <a:chOff x="1187624" y="1707654"/>
                <a:chExt cx="122930" cy="144502"/>
              </a:xfrm>
            </p:grpSpPr>
            <p:sp>
              <p:nvSpPr>
                <p:cNvPr id="1003" name="이등변 삼각형 1002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4" name="이등변 삼각형 1003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802" name="그룹 801"/>
              <p:cNvGrpSpPr/>
              <p:nvPr/>
            </p:nvGrpSpPr>
            <p:grpSpPr>
              <a:xfrm>
                <a:off x="1434207" y="1873351"/>
                <a:ext cx="138791" cy="144502"/>
                <a:chOff x="1187624" y="1707654"/>
                <a:chExt cx="122930" cy="144502"/>
              </a:xfrm>
            </p:grpSpPr>
            <p:sp>
              <p:nvSpPr>
                <p:cNvPr id="1001" name="이등변 삼각형 1000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2" name="이등변 삼각형 1001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809" name="그룹 808"/>
              <p:cNvGrpSpPr/>
              <p:nvPr/>
            </p:nvGrpSpPr>
            <p:grpSpPr>
              <a:xfrm>
                <a:off x="1027710" y="2017852"/>
                <a:ext cx="138791" cy="144502"/>
                <a:chOff x="1187624" y="1707654"/>
                <a:chExt cx="122930" cy="144502"/>
              </a:xfrm>
            </p:grpSpPr>
            <p:sp>
              <p:nvSpPr>
                <p:cNvPr id="987" name="이등변 삼각형 98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88" name="이등변 삼각형 98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810" name="그룹 809"/>
              <p:cNvGrpSpPr/>
              <p:nvPr/>
            </p:nvGrpSpPr>
            <p:grpSpPr>
              <a:xfrm>
                <a:off x="1166502" y="2017852"/>
                <a:ext cx="138791" cy="144502"/>
                <a:chOff x="1187624" y="1707654"/>
                <a:chExt cx="122930" cy="144502"/>
              </a:xfrm>
            </p:grpSpPr>
            <p:sp>
              <p:nvSpPr>
                <p:cNvPr id="985" name="이등변 삼각형 98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86" name="이등변 삼각형 98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819" name="그룹 818"/>
              <p:cNvGrpSpPr/>
              <p:nvPr/>
            </p:nvGrpSpPr>
            <p:grpSpPr>
              <a:xfrm>
                <a:off x="1027709" y="2158953"/>
                <a:ext cx="138791" cy="144502"/>
                <a:chOff x="1187624" y="1707654"/>
                <a:chExt cx="122930" cy="144502"/>
              </a:xfrm>
            </p:grpSpPr>
            <p:sp>
              <p:nvSpPr>
                <p:cNvPr id="967" name="이등변 삼각형 966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68" name="이등변 삼각형 967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820" name="그룹 819"/>
              <p:cNvGrpSpPr/>
              <p:nvPr/>
            </p:nvGrpSpPr>
            <p:grpSpPr>
              <a:xfrm>
                <a:off x="1166500" y="2158953"/>
                <a:ext cx="138791" cy="144502"/>
                <a:chOff x="1187624" y="1707654"/>
                <a:chExt cx="122930" cy="144502"/>
              </a:xfrm>
            </p:grpSpPr>
            <p:sp>
              <p:nvSpPr>
                <p:cNvPr id="965" name="이등변 삼각형 964"/>
                <p:cNvSpPr/>
                <p:nvPr/>
              </p:nvSpPr>
              <p:spPr>
                <a:xfrm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66" name="이등변 삼각형 965"/>
                <p:cNvSpPr/>
                <p:nvPr/>
              </p:nvSpPr>
              <p:spPr>
                <a:xfrm rot="10800000">
                  <a:off x="1187624" y="1707654"/>
                  <a:ext cx="122930" cy="144502"/>
                </a:xfrm>
                <a:prstGeom prst="triangle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14" name="그룹 13"/>
          <p:cNvGrpSpPr/>
          <p:nvPr/>
        </p:nvGrpSpPr>
        <p:grpSpPr>
          <a:xfrm rot="13613086">
            <a:off x="185115" y="747529"/>
            <a:ext cx="2762784" cy="2179980"/>
            <a:chOff x="3396028" y="1287877"/>
            <a:chExt cx="1659818" cy="1309682"/>
          </a:xfrm>
        </p:grpSpPr>
        <p:sp>
          <p:nvSpPr>
            <p:cNvPr id="1186" name="이등변 삼각형 1185"/>
            <p:cNvSpPr/>
            <p:nvPr/>
          </p:nvSpPr>
          <p:spPr>
            <a:xfrm rot="5400000">
              <a:off x="3571096" y="1112809"/>
              <a:ext cx="1309682" cy="1659817"/>
            </a:xfrm>
            <a:prstGeom prst="triangle">
              <a:avLst/>
            </a:prstGeom>
            <a:solidFill>
              <a:srgbClr val="FFC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1187" name="이등변 삼각형 1186"/>
            <p:cNvSpPr/>
            <p:nvPr/>
          </p:nvSpPr>
          <p:spPr>
            <a:xfrm rot="5400000">
              <a:off x="4585126" y="1681014"/>
              <a:ext cx="433750" cy="507690"/>
            </a:xfrm>
            <a:prstGeom prst="triangl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1" name="직선 화살표 연결선 20"/>
          <p:cNvCxnSpPr>
            <a:stCxn id="1187" idx="3"/>
            <a:endCxn id="1186" idx="3"/>
          </p:cNvCxnSpPr>
          <p:nvPr/>
        </p:nvCxnSpPr>
        <p:spPr>
          <a:xfrm>
            <a:off x="1190389" y="1454944"/>
            <a:ext cx="1320253" cy="1390964"/>
          </a:xfrm>
          <a:prstGeom prst="straightConnector1">
            <a:avLst/>
          </a:prstGeom>
          <a:ln w="254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/>
          <p:cNvGrpSpPr/>
          <p:nvPr/>
        </p:nvGrpSpPr>
        <p:grpSpPr>
          <a:xfrm>
            <a:off x="3923928" y="2241438"/>
            <a:ext cx="1278621" cy="891220"/>
            <a:chOff x="4930044" y="1661498"/>
            <a:chExt cx="653640" cy="455598"/>
          </a:xfrm>
        </p:grpSpPr>
        <p:sp>
          <p:nvSpPr>
            <p:cNvPr id="276" name="이등변 삼각형 275"/>
            <p:cNvSpPr/>
            <p:nvPr/>
          </p:nvSpPr>
          <p:spPr>
            <a:xfrm>
              <a:off x="5148064" y="1661500"/>
              <a:ext cx="435620" cy="453545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7" name="이등변 삼각형 276"/>
            <p:cNvSpPr/>
            <p:nvPr/>
          </p:nvSpPr>
          <p:spPr>
            <a:xfrm rot="10800000">
              <a:off x="5148064" y="1661500"/>
              <a:ext cx="435620" cy="453545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4930044" y="1661498"/>
              <a:ext cx="219780" cy="228824"/>
              <a:chOff x="4949454" y="1661500"/>
              <a:chExt cx="219780" cy="228824"/>
            </a:xfrm>
          </p:grpSpPr>
          <p:sp>
            <p:nvSpPr>
              <p:cNvPr id="278" name="이등변 삼각형 277"/>
              <p:cNvSpPr/>
              <p:nvPr/>
            </p:nvSpPr>
            <p:spPr>
              <a:xfrm>
                <a:off x="4949454" y="1661500"/>
                <a:ext cx="219780" cy="228824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" name="이등변 삼각형 278"/>
              <p:cNvSpPr/>
              <p:nvPr/>
            </p:nvSpPr>
            <p:spPr>
              <a:xfrm rot="10800000">
                <a:off x="4949454" y="1661500"/>
                <a:ext cx="219780" cy="228824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" name="그룹 2"/>
            <p:cNvGrpSpPr/>
            <p:nvPr/>
          </p:nvGrpSpPr>
          <p:grpSpPr>
            <a:xfrm>
              <a:off x="4930044" y="1888272"/>
              <a:ext cx="219780" cy="228824"/>
              <a:chOff x="4695158" y="2372355"/>
              <a:chExt cx="219780" cy="228824"/>
            </a:xfrm>
          </p:grpSpPr>
          <p:sp>
            <p:nvSpPr>
              <p:cNvPr id="281" name="이등변 삼각형 280"/>
              <p:cNvSpPr/>
              <p:nvPr/>
            </p:nvSpPr>
            <p:spPr>
              <a:xfrm>
                <a:off x="4695158" y="2372355"/>
                <a:ext cx="219780" cy="228824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" name="이등변 삼각형 281"/>
              <p:cNvSpPr/>
              <p:nvPr/>
            </p:nvSpPr>
            <p:spPr>
              <a:xfrm rot="10800000">
                <a:off x="4695158" y="2372355"/>
                <a:ext cx="219780" cy="228824"/>
              </a:xfrm>
              <a:prstGeom prst="triangle">
                <a:avLst>
                  <a:gd name="adj" fmla="val 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cxnSp>
        <p:nvCxnSpPr>
          <p:cNvPr id="8" name="직선 연결선 7"/>
          <p:cNvCxnSpPr>
            <a:stCxn id="282" idx="0"/>
            <a:endCxn id="277" idx="5"/>
          </p:cNvCxnSpPr>
          <p:nvPr/>
        </p:nvCxnSpPr>
        <p:spPr>
          <a:xfrm flipV="1">
            <a:off x="4353852" y="2685044"/>
            <a:ext cx="422627" cy="447614"/>
          </a:xfrm>
          <a:prstGeom prst="line">
            <a:avLst/>
          </a:prstGeom>
          <a:ln w="25400">
            <a:solidFill>
              <a:srgbClr val="92D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>
            <a:stCxn id="276" idx="1"/>
            <a:endCxn id="276" idx="5"/>
          </p:cNvCxnSpPr>
          <p:nvPr/>
        </p:nvCxnSpPr>
        <p:spPr>
          <a:xfrm>
            <a:off x="4350409" y="2685044"/>
            <a:ext cx="426070" cy="0"/>
          </a:xfrm>
          <a:prstGeom prst="line">
            <a:avLst/>
          </a:prstGeom>
          <a:ln w="25400">
            <a:solidFill>
              <a:srgbClr val="92D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17373" y="3167707"/>
            <a:ext cx="1764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</a:t>
            </a:r>
            <a:r>
              <a:rPr lang="ko-KR" altLang="en-US" sz="1000" b="1" dirty="0" err="1"/>
              <a:t>크랙방지</a:t>
            </a:r>
            <a:endParaRPr lang="ko-KR" altLang="en-US" sz="1000" b="1" dirty="0"/>
          </a:p>
        </p:txBody>
      </p:sp>
      <p:sp>
        <p:nvSpPr>
          <p:cNvPr id="294" name="TextBox 293"/>
          <p:cNvSpPr txBox="1"/>
          <p:nvPr/>
        </p:nvSpPr>
        <p:spPr>
          <a:xfrm>
            <a:off x="562447" y="3144339"/>
            <a:ext cx="2243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</a:t>
            </a:r>
            <a:r>
              <a:rPr lang="ko-KR" altLang="en-US" sz="1000" b="1" dirty="0"/>
              <a:t>거리에 따른 </a:t>
            </a:r>
            <a:r>
              <a:rPr lang="ko-KR" altLang="en-US" sz="1000" b="1" dirty="0" err="1"/>
              <a:t>폴리곤</a:t>
            </a:r>
            <a:r>
              <a:rPr lang="ko-KR" altLang="en-US" sz="1000" b="1" dirty="0"/>
              <a:t> 변형</a:t>
            </a:r>
          </a:p>
        </p:txBody>
      </p:sp>
    </p:spTree>
    <p:extLst>
      <p:ext uri="{BB962C8B-B14F-4D97-AF65-F5344CB8AC3E}">
        <p14:creationId xmlns:p14="http://schemas.microsoft.com/office/powerpoint/2010/main" val="3296097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/>
              <a:t>참조</a:t>
            </a:r>
          </a:p>
        </p:txBody>
      </p:sp>
      <p:pic>
        <p:nvPicPr>
          <p:cNvPr id="1028" name="Picture 4" descr="http://www.hanbit.co.kr/data/books/B1820670106_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15566"/>
            <a:ext cx="2718159" cy="3723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491880" y="1129843"/>
            <a:ext cx="56391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해골책</a:t>
            </a:r>
            <a:r>
              <a:rPr lang="en-US" altLang="ko-KR" dirty="0"/>
              <a:t>(</a:t>
            </a:r>
            <a:r>
              <a:rPr lang="ko-KR" altLang="en-US" dirty="0"/>
              <a:t>절판</a:t>
            </a:r>
            <a:r>
              <a:rPr lang="en-US" altLang="ko-KR" dirty="0"/>
              <a:t>)</a:t>
            </a:r>
            <a:r>
              <a:rPr lang="ko-KR" altLang="en-US" dirty="0"/>
              <a:t> 예제 샘플 코드 및 자료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메쉬와텍스쳐</a:t>
            </a:r>
            <a:r>
              <a:rPr lang="en-US" altLang="ko-KR" dirty="0"/>
              <a:t>: </a:t>
            </a:r>
            <a:r>
              <a:rPr lang="ko-KR" altLang="en-US" dirty="0" err="1"/>
              <a:t>블렌더</a:t>
            </a:r>
            <a:r>
              <a:rPr lang="ko-KR" altLang="en-US" dirty="0"/>
              <a:t> 사용 및 캡쳐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이펙트편집툴 </a:t>
            </a:r>
            <a:r>
              <a:rPr lang="ko-KR" altLang="en-US" dirty="0" err="1"/>
              <a:t>스크린샷</a:t>
            </a:r>
            <a:r>
              <a:rPr lang="en-US" altLang="ko-KR" dirty="0"/>
              <a:t>: https://www.provideocoalition.com/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66495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Q&amp;A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31591"/>
            <a:ext cx="8229600" cy="3456384"/>
          </a:xfrm>
        </p:spPr>
        <p:txBody>
          <a:bodyPr anchor="ctr" anchorCtr="0">
            <a:noAutofit/>
          </a:bodyPr>
          <a:lstStyle/>
          <a:p>
            <a:pPr marL="0" indent="0" algn="ctr">
              <a:buNone/>
            </a:pPr>
            <a:r>
              <a:rPr lang="ko-KR" altLang="en-US" sz="6600" dirty="0"/>
              <a:t>감사합니다</a:t>
            </a:r>
            <a:r>
              <a:rPr lang="en-US" altLang="ko-KR" sz="6600" dirty="0"/>
              <a:t>.</a:t>
            </a:r>
            <a:endParaRPr lang="ko-KR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530190047"/>
      </p:ext>
    </p:extLst>
  </p:cSld>
  <p:clrMapOvr>
    <a:masterClrMapping/>
  </p:clrMapOvr>
</p:sld>
</file>

<file path=ppt/theme/theme1.xml><?xml version="1.0" encoding="utf-8"?>
<a:theme xmlns:a="http://schemas.openxmlformats.org/drawingml/2006/main" name="DX16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alpha val="5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prstDash val="solid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DX169</Template>
  <TotalTime>6840</TotalTime>
  <Words>1609</Words>
  <Application>Microsoft Office PowerPoint</Application>
  <PresentationFormat>화면 슬라이드 쇼(16:9)</PresentationFormat>
  <Paragraphs>442</Paragraphs>
  <Slides>31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맑은 고딕</vt:lpstr>
      <vt:lpstr>Arial</vt:lpstr>
      <vt:lpstr>DX169</vt:lpstr>
      <vt:lpstr>Direct3D 기초</vt:lpstr>
      <vt:lpstr>다운로드 및 설치 확인하기</vt:lpstr>
      <vt:lpstr>S1023 오류해결</vt:lpstr>
      <vt:lpstr>프로젝트 설정하기</vt:lpstr>
      <vt:lpstr>예제사용법 #샘플링크</vt:lpstr>
      <vt:lpstr>기초지식</vt:lpstr>
      <vt:lpstr>샘플코드 실행/분석하기</vt:lpstr>
      <vt:lpstr>Vertices #예제</vt:lpstr>
      <vt:lpstr>점과 면의 관계 #Vertices</vt:lpstr>
      <vt:lpstr>Matrices #예제</vt:lpstr>
      <vt:lpstr>컬링 # Matrices</vt:lpstr>
      <vt:lpstr>랜더링과 플리커방지 #Matrices</vt:lpstr>
      <vt:lpstr>공간이해하기 # Matrices</vt:lpstr>
      <vt:lpstr>지오메트리와 행렬변환 # Matrices</vt:lpstr>
      <vt:lpstr>지오메트리와 행렬변환 # Matrices</vt:lpstr>
      <vt:lpstr>Lights #예제</vt:lpstr>
      <vt:lpstr>깊이버퍼 #Lights</vt:lpstr>
      <vt:lpstr>Ambient/Diffuse #Lights</vt:lpstr>
      <vt:lpstr>Meshes #예제</vt:lpstr>
      <vt:lpstr>메쉬와 텍스쳐 #Meshes</vt:lpstr>
      <vt:lpstr>Billboard #예제</vt:lpstr>
      <vt:lpstr>알파랜더링의 어려움 #Opaque의 필요성</vt:lpstr>
      <vt:lpstr>이펙트 만들기 #Billboard 실습</vt:lpstr>
      <vt:lpstr>이펙트의 종류#빌보드이펙트와 파티클이펙트</vt:lpstr>
      <vt:lpstr>Terrain #예제</vt:lpstr>
      <vt:lpstr>Terrain #Terrain 실습 – 지형이 만들어지는 과정</vt:lpstr>
      <vt:lpstr>Terrain #Terrain 실습 – 절두체 컬링</vt:lpstr>
      <vt:lpstr>Terrain #Terrain 실습 – 쿼드트리 탐색</vt:lpstr>
      <vt:lpstr>Terrain #Level of Detail</vt:lpstr>
      <vt:lpstr>참조</vt:lpstr>
      <vt:lpstr>Q&amp;A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DirectX SDK 설치/사용하기</dc:title>
  <dc:creator>Microsoft Corporation</dc:creator>
  <cp:lastModifiedBy>김진웅</cp:lastModifiedBy>
  <cp:revision>389</cp:revision>
  <dcterms:created xsi:type="dcterms:W3CDTF">2006-10-05T04:04:58Z</dcterms:created>
  <dcterms:modified xsi:type="dcterms:W3CDTF">2026-01-28T02:45:02Z</dcterms:modified>
</cp:coreProperties>
</file>